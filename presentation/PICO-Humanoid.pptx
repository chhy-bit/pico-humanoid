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.jpg"/>
  <Default Extension="png" ContentType="image/png"/>
  <Default Extension="rels" ContentType="application/vnd.openxmlformats-package.relationships+xml"/>
  <Override PartName="/customXml/itemProps25.xml" ContentType="application/vnd.openxmlformats-officedocument.customXmlPropertie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media/image15.svg" ContentType="image/svg+xml"/>
  <Override PartName="/ppt/media/image18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sldIdLst>
    <p:sldId id="257" r:id="rId3"/>
    <p:sldId id="259" r:id="rId5"/>
    <p:sldId id="260" r:id="rId6"/>
    <p:sldId id="265" r:id="rId7"/>
    <p:sldId id="266" r:id="rId8"/>
    <p:sldId id="261" r:id="rId9"/>
    <p:sldId id="267" r:id="rId10"/>
    <p:sldId id="268" r:id="rId11"/>
    <p:sldId id="269" r:id="rId12"/>
    <p:sldId id="262" r:id="rId13"/>
    <p:sldId id="263" r:id="rId14"/>
    <p:sldId id="264" r:id="rId15"/>
    <p:sldId id="258" r:id="rId16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9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 showGuides="1">
      <p:cViewPr varScale="1">
        <p:scale>
          <a:sx n="116" d="100"/>
          <a:sy n="116" d="100"/>
        </p:scale>
        <p:origin x="336" y="108"/>
      </p:cViewPr>
      <p:guideLst>
        <p:guide orient="horz" pos="2160"/>
        <p:guide pos="3896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1" Type="http://schemas.openxmlformats.org/officeDocument/2006/relationships/customXml" Target="../customXml/item1.xml"/><Relationship Id="rId20" Type="http://schemas.openxmlformats.org/officeDocument/2006/relationships/customXmlProps" Target="../customXml/itemProps25.xml"/><Relationship Id="rId2" Type="http://schemas.openxmlformats.org/officeDocument/2006/relationships/theme" Target="theme/theme1.xml"/><Relationship Id="rId19" Type="http://schemas.openxmlformats.org/officeDocument/2006/relationships/tableStyles" Target="tableStyles.xml"/><Relationship Id="rId18" Type="http://schemas.openxmlformats.org/officeDocument/2006/relationships/viewProps" Target="viewProps.xml"/><Relationship Id="rId17" Type="http://schemas.openxmlformats.org/officeDocument/2006/relationships/presProps" Target="presProps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2" Type="http://schemas.openxmlformats.org/officeDocument/2006/relationships/tags" Target="../tags/tag3.xml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tags" Target="../tags/tag5.xml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tags" Target="../tags/tag6.xml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tags" Target="../tags/tag9.xml"/><Relationship Id="rId2" Type="http://schemas.openxmlformats.org/officeDocument/2006/relationships/tags" Target="../tags/tag8.xml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大封面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: 圆角 5"/>
          <p:cNvSpPr/>
          <p:nvPr/>
        </p:nvSpPr>
        <p:spPr>
          <a:xfrm>
            <a:off x="9408870" y="2124635"/>
            <a:ext cx="1066800" cy="484788"/>
          </a:xfrm>
          <a:prstGeom prst="round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 eaLnBrk="0" fontAlgn="base" hangingPunct="0"/>
            <a:r>
              <a:rPr lang="zh-CN" altLang="en-US" spc="0" baseline="0" dirty="0">
                <a:latin typeface="微软雅黑" panose="020B0503020204020204" charset="-122"/>
                <a:ea typeface="微软雅黑" panose="020B0503020204020204" charset="-122"/>
              </a:rPr>
              <a:t>经典版</a:t>
            </a:r>
            <a:endParaRPr lang="zh-CN" altLang="en-US" spc="0" baseline="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716331" y="2905105"/>
            <a:ext cx="8759339" cy="1047791"/>
          </a:xfrm>
          <a:custGeom>
            <a:avLst/>
            <a:gdLst>
              <a:gd name="connsiteX0" fmla="*/ 56131 w 8759339"/>
              <a:gd name="connsiteY0" fmla="*/ 976688 h 1047791"/>
              <a:gd name="connsiteX1" fmla="*/ 56131 w 8759339"/>
              <a:gd name="connsiteY1" fmla="*/ 1009840 h 1047791"/>
              <a:gd name="connsiteX2" fmla="*/ 81916 w 8759339"/>
              <a:gd name="connsiteY2" fmla="*/ 1009840 h 1047791"/>
              <a:gd name="connsiteX3" fmla="*/ 100333 w 8759339"/>
              <a:gd name="connsiteY3" fmla="*/ 1005207 h 1047791"/>
              <a:gd name="connsiteX4" fmla="*/ 105691 w 8759339"/>
              <a:gd name="connsiteY4" fmla="*/ 992762 h 1047791"/>
              <a:gd name="connsiteX5" fmla="*/ 100389 w 8759339"/>
              <a:gd name="connsiteY5" fmla="*/ 981097 h 1047791"/>
              <a:gd name="connsiteX6" fmla="*/ 81804 w 8759339"/>
              <a:gd name="connsiteY6" fmla="*/ 976688 h 1047791"/>
              <a:gd name="connsiteX7" fmla="*/ 8030435 w 8759339"/>
              <a:gd name="connsiteY7" fmla="*/ 923780 h 1047791"/>
              <a:gd name="connsiteX8" fmla="*/ 8012563 w 8759339"/>
              <a:gd name="connsiteY8" fmla="*/ 982604 h 1047791"/>
              <a:gd name="connsiteX9" fmla="*/ 8048500 w 8759339"/>
              <a:gd name="connsiteY9" fmla="*/ 982604 h 1047791"/>
              <a:gd name="connsiteX10" fmla="*/ 7030309 w 8759339"/>
              <a:gd name="connsiteY10" fmla="*/ 923780 h 1047791"/>
              <a:gd name="connsiteX11" fmla="*/ 7012438 w 8759339"/>
              <a:gd name="connsiteY11" fmla="*/ 982604 h 1047791"/>
              <a:gd name="connsiteX12" fmla="*/ 7048375 w 8759339"/>
              <a:gd name="connsiteY12" fmla="*/ 982604 h 1047791"/>
              <a:gd name="connsiteX13" fmla="*/ 4740757 w 8759339"/>
              <a:gd name="connsiteY13" fmla="*/ 916859 h 1047791"/>
              <a:gd name="connsiteX14" fmla="*/ 4716200 w 8759339"/>
              <a:gd name="connsiteY14" fmla="*/ 927686 h 1047791"/>
              <a:gd name="connsiteX15" fmla="*/ 4706935 w 8759339"/>
              <a:gd name="connsiteY15" fmla="*/ 963517 h 1047791"/>
              <a:gd name="connsiteX16" fmla="*/ 4716144 w 8759339"/>
              <a:gd name="connsiteY16" fmla="*/ 999124 h 1047791"/>
              <a:gd name="connsiteX17" fmla="*/ 4741203 w 8759339"/>
              <a:gd name="connsiteY17" fmla="*/ 1009951 h 1047791"/>
              <a:gd name="connsiteX18" fmla="*/ 4766429 w 8759339"/>
              <a:gd name="connsiteY18" fmla="*/ 999347 h 1047791"/>
              <a:gd name="connsiteX19" fmla="*/ 4775359 w 8759339"/>
              <a:gd name="connsiteY19" fmla="*/ 961284 h 1047791"/>
              <a:gd name="connsiteX20" fmla="*/ 4766039 w 8759339"/>
              <a:gd name="connsiteY20" fmla="*/ 927519 h 1047791"/>
              <a:gd name="connsiteX21" fmla="*/ 4740757 w 8759339"/>
              <a:gd name="connsiteY21" fmla="*/ 916859 h 1047791"/>
              <a:gd name="connsiteX22" fmla="*/ 4378807 w 8759339"/>
              <a:gd name="connsiteY22" fmla="*/ 916859 h 1047791"/>
              <a:gd name="connsiteX23" fmla="*/ 4354250 w 8759339"/>
              <a:gd name="connsiteY23" fmla="*/ 927686 h 1047791"/>
              <a:gd name="connsiteX24" fmla="*/ 4344985 w 8759339"/>
              <a:gd name="connsiteY24" fmla="*/ 963517 h 1047791"/>
              <a:gd name="connsiteX25" fmla="*/ 4354194 w 8759339"/>
              <a:gd name="connsiteY25" fmla="*/ 999124 h 1047791"/>
              <a:gd name="connsiteX26" fmla="*/ 4379253 w 8759339"/>
              <a:gd name="connsiteY26" fmla="*/ 1009951 h 1047791"/>
              <a:gd name="connsiteX27" fmla="*/ 4404479 w 8759339"/>
              <a:gd name="connsiteY27" fmla="*/ 999347 h 1047791"/>
              <a:gd name="connsiteX28" fmla="*/ 4413409 w 8759339"/>
              <a:gd name="connsiteY28" fmla="*/ 961284 h 1047791"/>
              <a:gd name="connsiteX29" fmla="*/ 4404089 w 8759339"/>
              <a:gd name="connsiteY29" fmla="*/ 927519 h 1047791"/>
              <a:gd name="connsiteX30" fmla="*/ 4378807 w 8759339"/>
              <a:gd name="connsiteY30" fmla="*/ 916859 h 1047791"/>
              <a:gd name="connsiteX31" fmla="*/ 2950056 w 8759339"/>
              <a:gd name="connsiteY31" fmla="*/ 916859 h 1047791"/>
              <a:gd name="connsiteX32" fmla="*/ 2925500 w 8759339"/>
              <a:gd name="connsiteY32" fmla="*/ 927686 h 1047791"/>
              <a:gd name="connsiteX33" fmla="*/ 2916235 w 8759339"/>
              <a:gd name="connsiteY33" fmla="*/ 963517 h 1047791"/>
              <a:gd name="connsiteX34" fmla="*/ 2925444 w 8759339"/>
              <a:gd name="connsiteY34" fmla="*/ 999124 h 1047791"/>
              <a:gd name="connsiteX35" fmla="*/ 2950503 w 8759339"/>
              <a:gd name="connsiteY35" fmla="*/ 1009951 h 1047791"/>
              <a:gd name="connsiteX36" fmla="*/ 2975729 w 8759339"/>
              <a:gd name="connsiteY36" fmla="*/ 999347 h 1047791"/>
              <a:gd name="connsiteX37" fmla="*/ 2984659 w 8759339"/>
              <a:gd name="connsiteY37" fmla="*/ 961284 h 1047791"/>
              <a:gd name="connsiteX38" fmla="*/ 2975339 w 8759339"/>
              <a:gd name="connsiteY38" fmla="*/ 927519 h 1047791"/>
              <a:gd name="connsiteX39" fmla="*/ 2950056 w 8759339"/>
              <a:gd name="connsiteY39" fmla="*/ 916859 h 1047791"/>
              <a:gd name="connsiteX40" fmla="*/ 6675447 w 8759339"/>
              <a:gd name="connsiteY40" fmla="*/ 914627 h 1047791"/>
              <a:gd name="connsiteX41" fmla="*/ 6675447 w 8759339"/>
              <a:gd name="connsiteY41" fmla="*/ 951127 h 1047791"/>
              <a:gd name="connsiteX42" fmla="*/ 6687837 w 8759339"/>
              <a:gd name="connsiteY42" fmla="*/ 951127 h 1047791"/>
              <a:gd name="connsiteX43" fmla="*/ 6708375 w 8759339"/>
              <a:gd name="connsiteY43" fmla="*/ 946048 h 1047791"/>
              <a:gd name="connsiteX44" fmla="*/ 6714291 w 8759339"/>
              <a:gd name="connsiteY44" fmla="*/ 933044 h 1047791"/>
              <a:gd name="connsiteX45" fmla="*/ 6709157 w 8759339"/>
              <a:gd name="connsiteY45" fmla="*/ 919985 h 1047791"/>
              <a:gd name="connsiteX46" fmla="*/ 6689847 w 8759339"/>
              <a:gd name="connsiteY46" fmla="*/ 914627 h 1047791"/>
              <a:gd name="connsiteX47" fmla="*/ 5618173 w 8759339"/>
              <a:gd name="connsiteY47" fmla="*/ 914627 h 1047791"/>
              <a:gd name="connsiteX48" fmla="*/ 5618173 w 8759339"/>
              <a:gd name="connsiteY48" fmla="*/ 951127 h 1047791"/>
              <a:gd name="connsiteX49" fmla="*/ 5630563 w 8759339"/>
              <a:gd name="connsiteY49" fmla="*/ 951127 h 1047791"/>
              <a:gd name="connsiteX50" fmla="*/ 5651101 w 8759339"/>
              <a:gd name="connsiteY50" fmla="*/ 946048 h 1047791"/>
              <a:gd name="connsiteX51" fmla="*/ 5657017 w 8759339"/>
              <a:gd name="connsiteY51" fmla="*/ 933044 h 1047791"/>
              <a:gd name="connsiteX52" fmla="*/ 5651882 w 8759339"/>
              <a:gd name="connsiteY52" fmla="*/ 919985 h 1047791"/>
              <a:gd name="connsiteX53" fmla="*/ 5632572 w 8759339"/>
              <a:gd name="connsiteY53" fmla="*/ 914627 h 1047791"/>
              <a:gd name="connsiteX54" fmla="*/ 5437198 w 8759339"/>
              <a:gd name="connsiteY54" fmla="*/ 914627 h 1047791"/>
              <a:gd name="connsiteX55" fmla="*/ 5437198 w 8759339"/>
              <a:gd name="connsiteY55" fmla="*/ 951127 h 1047791"/>
              <a:gd name="connsiteX56" fmla="*/ 5449588 w 8759339"/>
              <a:gd name="connsiteY56" fmla="*/ 951127 h 1047791"/>
              <a:gd name="connsiteX57" fmla="*/ 5470126 w 8759339"/>
              <a:gd name="connsiteY57" fmla="*/ 946048 h 1047791"/>
              <a:gd name="connsiteX58" fmla="*/ 5476042 w 8759339"/>
              <a:gd name="connsiteY58" fmla="*/ 933044 h 1047791"/>
              <a:gd name="connsiteX59" fmla="*/ 5470907 w 8759339"/>
              <a:gd name="connsiteY59" fmla="*/ 919985 h 1047791"/>
              <a:gd name="connsiteX60" fmla="*/ 5451597 w 8759339"/>
              <a:gd name="connsiteY60" fmla="*/ 914627 h 1047791"/>
              <a:gd name="connsiteX61" fmla="*/ 56131 w 8759339"/>
              <a:gd name="connsiteY61" fmla="*/ 914515 h 1047791"/>
              <a:gd name="connsiteX62" fmla="*/ 56131 w 8759339"/>
              <a:gd name="connsiteY62" fmla="*/ 945546 h 1047791"/>
              <a:gd name="connsiteX63" fmla="*/ 78121 w 8759339"/>
              <a:gd name="connsiteY63" fmla="*/ 945546 h 1047791"/>
              <a:gd name="connsiteX64" fmla="*/ 94585 w 8759339"/>
              <a:gd name="connsiteY64" fmla="*/ 941472 h 1047791"/>
              <a:gd name="connsiteX65" fmla="*/ 99217 w 8759339"/>
              <a:gd name="connsiteY65" fmla="*/ 929696 h 1047791"/>
              <a:gd name="connsiteX66" fmla="*/ 94585 w 8759339"/>
              <a:gd name="connsiteY66" fmla="*/ 918533 h 1047791"/>
              <a:gd name="connsiteX67" fmla="*/ 78456 w 8759339"/>
              <a:gd name="connsiteY67" fmla="*/ 914515 h 1047791"/>
              <a:gd name="connsiteX68" fmla="*/ 8512842 w 8759339"/>
              <a:gd name="connsiteY68" fmla="*/ 881364 h 1047791"/>
              <a:gd name="connsiteX69" fmla="*/ 8563518 w 8759339"/>
              <a:gd name="connsiteY69" fmla="*/ 881364 h 1047791"/>
              <a:gd name="connsiteX70" fmla="*/ 8563518 w 8759339"/>
              <a:gd name="connsiteY70" fmla="*/ 1045000 h 1047791"/>
              <a:gd name="connsiteX71" fmla="*/ 8512842 w 8759339"/>
              <a:gd name="connsiteY71" fmla="*/ 1045000 h 1047791"/>
              <a:gd name="connsiteX72" fmla="*/ 8003477 w 8759339"/>
              <a:gd name="connsiteY72" fmla="*/ 881364 h 1047791"/>
              <a:gd name="connsiteX73" fmla="*/ 8058631 w 8759339"/>
              <a:gd name="connsiteY73" fmla="*/ 881364 h 1047791"/>
              <a:gd name="connsiteX74" fmla="*/ 8120122 w 8759339"/>
              <a:gd name="connsiteY74" fmla="*/ 1045000 h 1047791"/>
              <a:gd name="connsiteX75" fmla="*/ 8067173 w 8759339"/>
              <a:gd name="connsiteY75" fmla="*/ 1045000 h 1047791"/>
              <a:gd name="connsiteX76" fmla="*/ 8058989 w 8759339"/>
              <a:gd name="connsiteY76" fmla="*/ 1017988 h 1047791"/>
              <a:gd name="connsiteX77" fmla="*/ 8001581 w 8759339"/>
              <a:gd name="connsiteY77" fmla="*/ 1017988 h 1047791"/>
              <a:gd name="connsiteX78" fmla="*/ 7993605 w 8759339"/>
              <a:gd name="connsiteY78" fmla="*/ 1045000 h 1047791"/>
              <a:gd name="connsiteX79" fmla="*/ 7941975 w 8759339"/>
              <a:gd name="connsiteY79" fmla="*/ 1045000 h 1047791"/>
              <a:gd name="connsiteX80" fmla="*/ 7796458 w 8759339"/>
              <a:gd name="connsiteY80" fmla="*/ 881364 h 1047791"/>
              <a:gd name="connsiteX81" fmla="*/ 7847023 w 8759339"/>
              <a:gd name="connsiteY81" fmla="*/ 881364 h 1047791"/>
              <a:gd name="connsiteX82" fmla="*/ 7847023 w 8759339"/>
              <a:gd name="connsiteY82" fmla="*/ 1004705 h 1047791"/>
              <a:gd name="connsiteX83" fmla="*/ 7925939 w 8759339"/>
              <a:gd name="connsiteY83" fmla="*/ 1004705 h 1047791"/>
              <a:gd name="connsiteX84" fmla="*/ 7925939 w 8759339"/>
              <a:gd name="connsiteY84" fmla="*/ 1045000 h 1047791"/>
              <a:gd name="connsiteX85" fmla="*/ 7796458 w 8759339"/>
              <a:gd name="connsiteY85" fmla="*/ 1045000 h 1047791"/>
              <a:gd name="connsiteX86" fmla="*/ 7310571 w 8759339"/>
              <a:gd name="connsiteY86" fmla="*/ 881364 h 1047791"/>
              <a:gd name="connsiteX87" fmla="*/ 7446079 w 8759339"/>
              <a:gd name="connsiteY87" fmla="*/ 881364 h 1047791"/>
              <a:gd name="connsiteX88" fmla="*/ 7446079 w 8759339"/>
              <a:gd name="connsiteY88" fmla="*/ 916301 h 1047791"/>
              <a:gd name="connsiteX89" fmla="*/ 7361247 w 8759339"/>
              <a:gd name="connsiteY89" fmla="*/ 916301 h 1047791"/>
              <a:gd name="connsiteX90" fmla="*/ 7361247 w 8759339"/>
              <a:gd name="connsiteY90" fmla="*/ 942309 h 1047791"/>
              <a:gd name="connsiteX91" fmla="*/ 7439941 w 8759339"/>
              <a:gd name="connsiteY91" fmla="*/ 942309 h 1047791"/>
              <a:gd name="connsiteX92" fmla="*/ 7439941 w 8759339"/>
              <a:gd name="connsiteY92" fmla="*/ 975684 h 1047791"/>
              <a:gd name="connsiteX93" fmla="*/ 7361247 w 8759339"/>
              <a:gd name="connsiteY93" fmla="*/ 975684 h 1047791"/>
              <a:gd name="connsiteX94" fmla="*/ 7361247 w 8759339"/>
              <a:gd name="connsiteY94" fmla="*/ 1007942 h 1047791"/>
              <a:gd name="connsiteX95" fmla="*/ 7448535 w 8759339"/>
              <a:gd name="connsiteY95" fmla="*/ 1007942 h 1047791"/>
              <a:gd name="connsiteX96" fmla="*/ 7448535 w 8759339"/>
              <a:gd name="connsiteY96" fmla="*/ 1045000 h 1047791"/>
              <a:gd name="connsiteX97" fmla="*/ 7310571 w 8759339"/>
              <a:gd name="connsiteY97" fmla="*/ 1045000 h 1047791"/>
              <a:gd name="connsiteX98" fmla="*/ 7127736 w 8759339"/>
              <a:gd name="connsiteY98" fmla="*/ 881364 h 1047791"/>
              <a:gd name="connsiteX99" fmla="*/ 7281439 w 8759339"/>
              <a:gd name="connsiteY99" fmla="*/ 881364 h 1047791"/>
              <a:gd name="connsiteX100" fmla="*/ 7281439 w 8759339"/>
              <a:gd name="connsiteY100" fmla="*/ 921770 h 1047791"/>
              <a:gd name="connsiteX101" fmla="*/ 7229869 w 8759339"/>
              <a:gd name="connsiteY101" fmla="*/ 921770 h 1047791"/>
              <a:gd name="connsiteX102" fmla="*/ 7229869 w 8759339"/>
              <a:gd name="connsiteY102" fmla="*/ 1045000 h 1047791"/>
              <a:gd name="connsiteX103" fmla="*/ 7179305 w 8759339"/>
              <a:gd name="connsiteY103" fmla="*/ 1045000 h 1047791"/>
              <a:gd name="connsiteX104" fmla="*/ 7179305 w 8759339"/>
              <a:gd name="connsiteY104" fmla="*/ 921770 h 1047791"/>
              <a:gd name="connsiteX105" fmla="*/ 7127736 w 8759339"/>
              <a:gd name="connsiteY105" fmla="*/ 921770 h 1047791"/>
              <a:gd name="connsiteX106" fmla="*/ 7003351 w 8759339"/>
              <a:gd name="connsiteY106" fmla="*/ 881364 h 1047791"/>
              <a:gd name="connsiteX107" fmla="*/ 7058506 w 8759339"/>
              <a:gd name="connsiteY107" fmla="*/ 881364 h 1047791"/>
              <a:gd name="connsiteX108" fmla="*/ 7119997 w 8759339"/>
              <a:gd name="connsiteY108" fmla="*/ 1045000 h 1047791"/>
              <a:gd name="connsiteX109" fmla="*/ 7067049 w 8759339"/>
              <a:gd name="connsiteY109" fmla="*/ 1045000 h 1047791"/>
              <a:gd name="connsiteX110" fmla="*/ 7058863 w 8759339"/>
              <a:gd name="connsiteY110" fmla="*/ 1017988 h 1047791"/>
              <a:gd name="connsiteX111" fmla="*/ 7001455 w 8759339"/>
              <a:gd name="connsiteY111" fmla="*/ 1017988 h 1047791"/>
              <a:gd name="connsiteX112" fmla="*/ 6993480 w 8759339"/>
              <a:gd name="connsiteY112" fmla="*/ 1045000 h 1047791"/>
              <a:gd name="connsiteX113" fmla="*/ 6941850 w 8759339"/>
              <a:gd name="connsiteY113" fmla="*/ 1045000 h 1047791"/>
              <a:gd name="connsiteX114" fmla="*/ 6796333 w 8759339"/>
              <a:gd name="connsiteY114" fmla="*/ 881364 h 1047791"/>
              <a:gd name="connsiteX115" fmla="*/ 6846897 w 8759339"/>
              <a:gd name="connsiteY115" fmla="*/ 881364 h 1047791"/>
              <a:gd name="connsiteX116" fmla="*/ 6846897 w 8759339"/>
              <a:gd name="connsiteY116" fmla="*/ 1004705 h 1047791"/>
              <a:gd name="connsiteX117" fmla="*/ 6925813 w 8759339"/>
              <a:gd name="connsiteY117" fmla="*/ 1004705 h 1047791"/>
              <a:gd name="connsiteX118" fmla="*/ 6925813 w 8759339"/>
              <a:gd name="connsiteY118" fmla="*/ 1045000 h 1047791"/>
              <a:gd name="connsiteX119" fmla="*/ 6796333 w 8759339"/>
              <a:gd name="connsiteY119" fmla="*/ 1045000 h 1047791"/>
              <a:gd name="connsiteX120" fmla="*/ 6624660 w 8759339"/>
              <a:gd name="connsiteY120" fmla="*/ 881364 h 1047791"/>
              <a:gd name="connsiteX121" fmla="*/ 6708711 w 8759339"/>
              <a:gd name="connsiteY121" fmla="*/ 881364 h 1047791"/>
              <a:gd name="connsiteX122" fmla="*/ 6749843 w 8759339"/>
              <a:gd name="connsiteY122" fmla="*/ 894423 h 1047791"/>
              <a:gd name="connsiteX123" fmla="*/ 6763517 w 8759339"/>
              <a:gd name="connsiteY123" fmla="*/ 931593 h 1047791"/>
              <a:gd name="connsiteX124" fmla="*/ 6748615 w 8759339"/>
              <a:gd name="connsiteY124" fmla="*/ 970326 h 1047791"/>
              <a:gd name="connsiteX125" fmla="*/ 6703129 w 8759339"/>
              <a:gd name="connsiteY125" fmla="*/ 984278 h 1047791"/>
              <a:gd name="connsiteX126" fmla="*/ 6675447 w 8759339"/>
              <a:gd name="connsiteY126" fmla="*/ 984278 h 1047791"/>
              <a:gd name="connsiteX127" fmla="*/ 6675447 w 8759339"/>
              <a:gd name="connsiteY127" fmla="*/ 1045000 h 1047791"/>
              <a:gd name="connsiteX128" fmla="*/ 6624660 w 8759339"/>
              <a:gd name="connsiteY128" fmla="*/ 1045000 h 1047791"/>
              <a:gd name="connsiteX129" fmla="*/ 6386200 w 8759339"/>
              <a:gd name="connsiteY129" fmla="*/ 881364 h 1047791"/>
              <a:gd name="connsiteX130" fmla="*/ 6452699 w 8759339"/>
              <a:gd name="connsiteY130" fmla="*/ 881364 h 1047791"/>
              <a:gd name="connsiteX131" fmla="*/ 6478344 w 8759339"/>
              <a:gd name="connsiteY131" fmla="*/ 980930 h 1047791"/>
              <a:gd name="connsiteX132" fmla="*/ 6503805 w 8759339"/>
              <a:gd name="connsiteY132" fmla="*/ 881364 h 1047791"/>
              <a:gd name="connsiteX133" fmla="*/ 6570263 w 8759339"/>
              <a:gd name="connsiteY133" fmla="*/ 881364 h 1047791"/>
              <a:gd name="connsiteX134" fmla="*/ 6570263 w 8759339"/>
              <a:gd name="connsiteY134" fmla="*/ 1045000 h 1047791"/>
              <a:gd name="connsiteX135" fmla="*/ 6528852 w 8759339"/>
              <a:gd name="connsiteY135" fmla="*/ 1045000 h 1047791"/>
              <a:gd name="connsiteX136" fmla="*/ 6528852 w 8759339"/>
              <a:gd name="connsiteY136" fmla="*/ 920208 h 1047791"/>
              <a:gd name="connsiteX137" fmla="*/ 6496944 w 8759339"/>
              <a:gd name="connsiteY137" fmla="*/ 1045000 h 1047791"/>
              <a:gd name="connsiteX138" fmla="*/ 6459462 w 8759339"/>
              <a:gd name="connsiteY138" fmla="*/ 1045000 h 1047791"/>
              <a:gd name="connsiteX139" fmla="*/ 6427612 w 8759339"/>
              <a:gd name="connsiteY139" fmla="*/ 920208 h 1047791"/>
              <a:gd name="connsiteX140" fmla="*/ 6427612 w 8759339"/>
              <a:gd name="connsiteY140" fmla="*/ 1045000 h 1047791"/>
              <a:gd name="connsiteX141" fmla="*/ 6386200 w 8759339"/>
              <a:gd name="connsiteY141" fmla="*/ 1045000 h 1047791"/>
              <a:gd name="connsiteX142" fmla="*/ 6215197 w 8759339"/>
              <a:gd name="connsiteY142" fmla="*/ 881364 h 1047791"/>
              <a:gd name="connsiteX143" fmla="*/ 6350705 w 8759339"/>
              <a:gd name="connsiteY143" fmla="*/ 881364 h 1047791"/>
              <a:gd name="connsiteX144" fmla="*/ 6350705 w 8759339"/>
              <a:gd name="connsiteY144" fmla="*/ 916301 h 1047791"/>
              <a:gd name="connsiteX145" fmla="*/ 6265873 w 8759339"/>
              <a:gd name="connsiteY145" fmla="*/ 916301 h 1047791"/>
              <a:gd name="connsiteX146" fmla="*/ 6265873 w 8759339"/>
              <a:gd name="connsiteY146" fmla="*/ 942309 h 1047791"/>
              <a:gd name="connsiteX147" fmla="*/ 6344566 w 8759339"/>
              <a:gd name="connsiteY147" fmla="*/ 942309 h 1047791"/>
              <a:gd name="connsiteX148" fmla="*/ 6344566 w 8759339"/>
              <a:gd name="connsiteY148" fmla="*/ 975684 h 1047791"/>
              <a:gd name="connsiteX149" fmla="*/ 6265873 w 8759339"/>
              <a:gd name="connsiteY149" fmla="*/ 975684 h 1047791"/>
              <a:gd name="connsiteX150" fmla="*/ 6265873 w 8759339"/>
              <a:gd name="connsiteY150" fmla="*/ 1007942 h 1047791"/>
              <a:gd name="connsiteX151" fmla="*/ 6353160 w 8759339"/>
              <a:gd name="connsiteY151" fmla="*/ 1007942 h 1047791"/>
              <a:gd name="connsiteX152" fmla="*/ 6353160 w 8759339"/>
              <a:gd name="connsiteY152" fmla="*/ 1045000 h 1047791"/>
              <a:gd name="connsiteX153" fmla="*/ 6215197 w 8759339"/>
              <a:gd name="connsiteY153" fmla="*/ 1045000 h 1047791"/>
              <a:gd name="connsiteX154" fmla="*/ 6032361 w 8759339"/>
              <a:gd name="connsiteY154" fmla="*/ 881364 h 1047791"/>
              <a:gd name="connsiteX155" fmla="*/ 6186064 w 8759339"/>
              <a:gd name="connsiteY155" fmla="*/ 881364 h 1047791"/>
              <a:gd name="connsiteX156" fmla="*/ 6186064 w 8759339"/>
              <a:gd name="connsiteY156" fmla="*/ 921770 h 1047791"/>
              <a:gd name="connsiteX157" fmla="*/ 6134495 w 8759339"/>
              <a:gd name="connsiteY157" fmla="*/ 921770 h 1047791"/>
              <a:gd name="connsiteX158" fmla="*/ 6134495 w 8759339"/>
              <a:gd name="connsiteY158" fmla="*/ 1045000 h 1047791"/>
              <a:gd name="connsiteX159" fmla="*/ 6083930 w 8759339"/>
              <a:gd name="connsiteY159" fmla="*/ 1045000 h 1047791"/>
              <a:gd name="connsiteX160" fmla="*/ 6083930 w 8759339"/>
              <a:gd name="connsiteY160" fmla="*/ 921770 h 1047791"/>
              <a:gd name="connsiteX161" fmla="*/ 6032361 w 8759339"/>
              <a:gd name="connsiteY161" fmla="*/ 921770 h 1047791"/>
              <a:gd name="connsiteX162" fmla="*/ 5727561 w 8759339"/>
              <a:gd name="connsiteY162" fmla="*/ 881364 h 1047791"/>
              <a:gd name="connsiteX163" fmla="*/ 5881264 w 8759339"/>
              <a:gd name="connsiteY163" fmla="*/ 881364 h 1047791"/>
              <a:gd name="connsiteX164" fmla="*/ 5881264 w 8759339"/>
              <a:gd name="connsiteY164" fmla="*/ 921770 h 1047791"/>
              <a:gd name="connsiteX165" fmla="*/ 5829695 w 8759339"/>
              <a:gd name="connsiteY165" fmla="*/ 921770 h 1047791"/>
              <a:gd name="connsiteX166" fmla="*/ 5829695 w 8759339"/>
              <a:gd name="connsiteY166" fmla="*/ 1045000 h 1047791"/>
              <a:gd name="connsiteX167" fmla="*/ 5779130 w 8759339"/>
              <a:gd name="connsiteY167" fmla="*/ 1045000 h 1047791"/>
              <a:gd name="connsiteX168" fmla="*/ 5779130 w 8759339"/>
              <a:gd name="connsiteY168" fmla="*/ 921770 h 1047791"/>
              <a:gd name="connsiteX169" fmla="*/ 5727561 w 8759339"/>
              <a:gd name="connsiteY169" fmla="*/ 921770 h 1047791"/>
              <a:gd name="connsiteX170" fmla="*/ 5567385 w 8759339"/>
              <a:gd name="connsiteY170" fmla="*/ 881364 h 1047791"/>
              <a:gd name="connsiteX171" fmla="*/ 5651436 w 8759339"/>
              <a:gd name="connsiteY171" fmla="*/ 881364 h 1047791"/>
              <a:gd name="connsiteX172" fmla="*/ 5692568 w 8759339"/>
              <a:gd name="connsiteY172" fmla="*/ 894423 h 1047791"/>
              <a:gd name="connsiteX173" fmla="*/ 5706242 w 8759339"/>
              <a:gd name="connsiteY173" fmla="*/ 931593 h 1047791"/>
              <a:gd name="connsiteX174" fmla="*/ 5691340 w 8759339"/>
              <a:gd name="connsiteY174" fmla="*/ 970326 h 1047791"/>
              <a:gd name="connsiteX175" fmla="*/ 5645855 w 8759339"/>
              <a:gd name="connsiteY175" fmla="*/ 984278 h 1047791"/>
              <a:gd name="connsiteX176" fmla="*/ 5618173 w 8759339"/>
              <a:gd name="connsiteY176" fmla="*/ 984278 h 1047791"/>
              <a:gd name="connsiteX177" fmla="*/ 5618173 w 8759339"/>
              <a:gd name="connsiteY177" fmla="*/ 1045000 h 1047791"/>
              <a:gd name="connsiteX178" fmla="*/ 5567385 w 8759339"/>
              <a:gd name="connsiteY178" fmla="*/ 1045000 h 1047791"/>
              <a:gd name="connsiteX179" fmla="*/ 5386410 w 8759339"/>
              <a:gd name="connsiteY179" fmla="*/ 881364 h 1047791"/>
              <a:gd name="connsiteX180" fmla="*/ 5470461 w 8759339"/>
              <a:gd name="connsiteY180" fmla="*/ 881364 h 1047791"/>
              <a:gd name="connsiteX181" fmla="*/ 5511593 w 8759339"/>
              <a:gd name="connsiteY181" fmla="*/ 894423 h 1047791"/>
              <a:gd name="connsiteX182" fmla="*/ 5525267 w 8759339"/>
              <a:gd name="connsiteY182" fmla="*/ 931593 h 1047791"/>
              <a:gd name="connsiteX183" fmla="*/ 5510365 w 8759339"/>
              <a:gd name="connsiteY183" fmla="*/ 970326 h 1047791"/>
              <a:gd name="connsiteX184" fmla="*/ 5464880 w 8759339"/>
              <a:gd name="connsiteY184" fmla="*/ 984278 h 1047791"/>
              <a:gd name="connsiteX185" fmla="*/ 5437198 w 8759339"/>
              <a:gd name="connsiteY185" fmla="*/ 984278 h 1047791"/>
              <a:gd name="connsiteX186" fmla="*/ 5437198 w 8759339"/>
              <a:gd name="connsiteY186" fmla="*/ 1045000 h 1047791"/>
              <a:gd name="connsiteX187" fmla="*/ 5386410 w 8759339"/>
              <a:gd name="connsiteY187" fmla="*/ 1045000 h 1047791"/>
              <a:gd name="connsiteX188" fmla="*/ 5055788 w 8759339"/>
              <a:gd name="connsiteY188" fmla="*/ 881364 h 1047791"/>
              <a:gd name="connsiteX189" fmla="*/ 5111953 w 8759339"/>
              <a:gd name="connsiteY189" fmla="*/ 881364 h 1047791"/>
              <a:gd name="connsiteX190" fmla="*/ 5144925 w 8759339"/>
              <a:gd name="connsiteY190" fmla="*/ 936565 h 1047791"/>
              <a:gd name="connsiteX191" fmla="*/ 5177960 w 8759339"/>
              <a:gd name="connsiteY191" fmla="*/ 881364 h 1047791"/>
              <a:gd name="connsiteX192" fmla="*/ 5233824 w 8759339"/>
              <a:gd name="connsiteY192" fmla="*/ 881364 h 1047791"/>
              <a:gd name="connsiteX193" fmla="*/ 5170200 w 8759339"/>
              <a:gd name="connsiteY193" fmla="*/ 976465 h 1047791"/>
              <a:gd name="connsiteX194" fmla="*/ 5170200 w 8759339"/>
              <a:gd name="connsiteY194" fmla="*/ 1045000 h 1047791"/>
              <a:gd name="connsiteX195" fmla="*/ 5119524 w 8759339"/>
              <a:gd name="connsiteY195" fmla="*/ 1045000 h 1047791"/>
              <a:gd name="connsiteX196" fmla="*/ 5119524 w 8759339"/>
              <a:gd name="connsiteY196" fmla="*/ 976465 h 1047791"/>
              <a:gd name="connsiteX197" fmla="*/ 4500808 w 8759339"/>
              <a:gd name="connsiteY197" fmla="*/ 881364 h 1047791"/>
              <a:gd name="connsiteX198" fmla="*/ 4551373 w 8759339"/>
              <a:gd name="connsiteY198" fmla="*/ 881364 h 1047791"/>
              <a:gd name="connsiteX199" fmla="*/ 4551373 w 8759339"/>
              <a:gd name="connsiteY199" fmla="*/ 1004705 h 1047791"/>
              <a:gd name="connsiteX200" fmla="*/ 4630289 w 8759339"/>
              <a:gd name="connsiteY200" fmla="*/ 1004705 h 1047791"/>
              <a:gd name="connsiteX201" fmla="*/ 4630289 w 8759339"/>
              <a:gd name="connsiteY201" fmla="*/ 1045000 h 1047791"/>
              <a:gd name="connsiteX202" fmla="*/ 4500808 w 8759339"/>
              <a:gd name="connsiteY202" fmla="*/ 1045000 h 1047791"/>
              <a:gd name="connsiteX203" fmla="*/ 4101093 w 8759339"/>
              <a:gd name="connsiteY203" fmla="*/ 881364 h 1047791"/>
              <a:gd name="connsiteX204" fmla="*/ 4148309 w 8759339"/>
              <a:gd name="connsiteY204" fmla="*/ 881364 h 1047791"/>
              <a:gd name="connsiteX205" fmla="*/ 4209924 w 8759339"/>
              <a:gd name="connsiteY205" fmla="*/ 971895 h 1047791"/>
              <a:gd name="connsiteX206" fmla="*/ 4209924 w 8759339"/>
              <a:gd name="connsiteY206" fmla="*/ 881364 h 1047791"/>
              <a:gd name="connsiteX207" fmla="*/ 4257586 w 8759339"/>
              <a:gd name="connsiteY207" fmla="*/ 881364 h 1047791"/>
              <a:gd name="connsiteX208" fmla="*/ 4257586 w 8759339"/>
              <a:gd name="connsiteY208" fmla="*/ 1045000 h 1047791"/>
              <a:gd name="connsiteX209" fmla="*/ 4209924 w 8759339"/>
              <a:gd name="connsiteY209" fmla="*/ 1045000 h 1047791"/>
              <a:gd name="connsiteX210" fmla="*/ 4148644 w 8759339"/>
              <a:gd name="connsiteY210" fmla="*/ 955152 h 1047791"/>
              <a:gd name="connsiteX211" fmla="*/ 4148644 w 8759339"/>
              <a:gd name="connsiteY211" fmla="*/ 1045000 h 1047791"/>
              <a:gd name="connsiteX212" fmla="*/ 4101093 w 8759339"/>
              <a:gd name="connsiteY212" fmla="*/ 1045000 h 1047791"/>
              <a:gd name="connsiteX213" fmla="*/ 3900957 w 8759339"/>
              <a:gd name="connsiteY213" fmla="*/ 881364 h 1047791"/>
              <a:gd name="connsiteX214" fmla="*/ 3951521 w 8759339"/>
              <a:gd name="connsiteY214" fmla="*/ 881364 h 1047791"/>
              <a:gd name="connsiteX215" fmla="*/ 3951521 w 8759339"/>
              <a:gd name="connsiteY215" fmla="*/ 938625 h 1047791"/>
              <a:gd name="connsiteX216" fmla="*/ 4006773 w 8759339"/>
              <a:gd name="connsiteY216" fmla="*/ 938625 h 1047791"/>
              <a:gd name="connsiteX217" fmla="*/ 4006773 w 8759339"/>
              <a:gd name="connsiteY217" fmla="*/ 881364 h 1047791"/>
              <a:gd name="connsiteX218" fmla="*/ 4057561 w 8759339"/>
              <a:gd name="connsiteY218" fmla="*/ 881364 h 1047791"/>
              <a:gd name="connsiteX219" fmla="*/ 4057561 w 8759339"/>
              <a:gd name="connsiteY219" fmla="*/ 1045000 h 1047791"/>
              <a:gd name="connsiteX220" fmla="*/ 4006773 w 8759339"/>
              <a:gd name="connsiteY220" fmla="*/ 1045000 h 1047791"/>
              <a:gd name="connsiteX221" fmla="*/ 4006773 w 8759339"/>
              <a:gd name="connsiteY221" fmla="*/ 978809 h 1047791"/>
              <a:gd name="connsiteX222" fmla="*/ 3951521 w 8759339"/>
              <a:gd name="connsiteY222" fmla="*/ 978809 h 1047791"/>
              <a:gd name="connsiteX223" fmla="*/ 3951521 w 8759339"/>
              <a:gd name="connsiteY223" fmla="*/ 1045000 h 1047791"/>
              <a:gd name="connsiteX224" fmla="*/ 3900957 w 8759339"/>
              <a:gd name="connsiteY224" fmla="*/ 1045000 h 1047791"/>
              <a:gd name="connsiteX225" fmla="*/ 3538672 w 8759339"/>
              <a:gd name="connsiteY225" fmla="*/ 881364 h 1047791"/>
              <a:gd name="connsiteX226" fmla="*/ 3674180 w 8759339"/>
              <a:gd name="connsiteY226" fmla="*/ 881364 h 1047791"/>
              <a:gd name="connsiteX227" fmla="*/ 3674180 w 8759339"/>
              <a:gd name="connsiteY227" fmla="*/ 916301 h 1047791"/>
              <a:gd name="connsiteX228" fmla="*/ 3589348 w 8759339"/>
              <a:gd name="connsiteY228" fmla="*/ 916301 h 1047791"/>
              <a:gd name="connsiteX229" fmla="*/ 3589348 w 8759339"/>
              <a:gd name="connsiteY229" fmla="*/ 942309 h 1047791"/>
              <a:gd name="connsiteX230" fmla="*/ 3668041 w 8759339"/>
              <a:gd name="connsiteY230" fmla="*/ 942309 h 1047791"/>
              <a:gd name="connsiteX231" fmla="*/ 3668041 w 8759339"/>
              <a:gd name="connsiteY231" fmla="*/ 975684 h 1047791"/>
              <a:gd name="connsiteX232" fmla="*/ 3589348 w 8759339"/>
              <a:gd name="connsiteY232" fmla="*/ 975684 h 1047791"/>
              <a:gd name="connsiteX233" fmla="*/ 3589348 w 8759339"/>
              <a:gd name="connsiteY233" fmla="*/ 1007942 h 1047791"/>
              <a:gd name="connsiteX234" fmla="*/ 3676635 w 8759339"/>
              <a:gd name="connsiteY234" fmla="*/ 1007942 h 1047791"/>
              <a:gd name="connsiteX235" fmla="*/ 3676635 w 8759339"/>
              <a:gd name="connsiteY235" fmla="*/ 1045000 h 1047791"/>
              <a:gd name="connsiteX236" fmla="*/ 3538672 w 8759339"/>
              <a:gd name="connsiteY236" fmla="*/ 1045000 h 1047791"/>
              <a:gd name="connsiteX237" fmla="*/ 3346311 w 8759339"/>
              <a:gd name="connsiteY237" fmla="*/ 881364 h 1047791"/>
              <a:gd name="connsiteX238" fmla="*/ 3500014 w 8759339"/>
              <a:gd name="connsiteY238" fmla="*/ 881364 h 1047791"/>
              <a:gd name="connsiteX239" fmla="*/ 3500014 w 8759339"/>
              <a:gd name="connsiteY239" fmla="*/ 921770 h 1047791"/>
              <a:gd name="connsiteX240" fmla="*/ 3448445 w 8759339"/>
              <a:gd name="connsiteY240" fmla="*/ 921770 h 1047791"/>
              <a:gd name="connsiteX241" fmla="*/ 3448445 w 8759339"/>
              <a:gd name="connsiteY241" fmla="*/ 1045000 h 1047791"/>
              <a:gd name="connsiteX242" fmla="*/ 3397880 w 8759339"/>
              <a:gd name="connsiteY242" fmla="*/ 1045000 h 1047791"/>
              <a:gd name="connsiteX243" fmla="*/ 3397880 w 8759339"/>
              <a:gd name="connsiteY243" fmla="*/ 921770 h 1047791"/>
              <a:gd name="connsiteX244" fmla="*/ 3346311 w 8759339"/>
              <a:gd name="connsiteY244" fmla="*/ 921770 h 1047791"/>
              <a:gd name="connsiteX245" fmla="*/ 3072282 w 8759339"/>
              <a:gd name="connsiteY245" fmla="*/ 881364 h 1047791"/>
              <a:gd name="connsiteX246" fmla="*/ 3197297 w 8759339"/>
              <a:gd name="connsiteY246" fmla="*/ 881364 h 1047791"/>
              <a:gd name="connsiteX247" fmla="*/ 3197297 w 8759339"/>
              <a:gd name="connsiteY247" fmla="*/ 916524 h 1047791"/>
              <a:gd name="connsiteX248" fmla="*/ 3123069 w 8759339"/>
              <a:gd name="connsiteY248" fmla="*/ 916524 h 1047791"/>
              <a:gd name="connsiteX249" fmla="*/ 3123069 w 8759339"/>
              <a:gd name="connsiteY249" fmla="*/ 945099 h 1047791"/>
              <a:gd name="connsiteX250" fmla="*/ 3186470 w 8759339"/>
              <a:gd name="connsiteY250" fmla="*/ 945099 h 1047791"/>
              <a:gd name="connsiteX251" fmla="*/ 3186470 w 8759339"/>
              <a:gd name="connsiteY251" fmla="*/ 978139 h 1047791"/>
              <a:gd name="connsiteX252" fmla="*/ 3123069 w 8759339"/>
              <a:gd name="connsiteY252" fmla="*/ 978139 h 1047791"/>
              <a:gd name="connsiteX253" fmla="*/ 3123069 w 8759339"/>
              <a:gd name="connsiteY253" fmla="*/ 1045000 h 1047791"/>
              <a:gd name="connsiteX254" fmla="*/ 3072282 w 8759339"/>
              <a:gd name="connsiteY254" fmla="*/ 1045000 h 1047791"/>
              <a:gd name="connsiteX255" fmla="*/ 2567122 w 8759339"/>
              <a:gd name="connsiteY255" fmla="*/ 881364 h 1047791"/>
              <a:gd name="connsiteX256" fmla="*/ 2702630 w 8759339"/>
              <a:gd name="connsiteY256" fmla="*/ 881364 h 1047791"/>
              <a:gd name="connsiteX257" fmla="*/ 2702630 w 8759339"/>
              <a:gd name="connsiteY257" fmla="*/ 916301 h 1047791"/>
              <a:gd name="connsiteX258" fmla="*/ 2617798 w 8759339"/>
              <a:gd name="connsiteY258" fmla="*/ 916301 h 1047791"/>
              <a:gd name="connsiteX259" fmla="*/ 2617798 w 8759339"/>
              <a:gd name="connsiteY259" fmla="*/ 942309 h 1047791"/>
              <a:gd name="connsiteX260" fmla="*/ 2696491 w 8759339"/>
              <a:gd name="connsiteY260" fmla="*/ 942309 h 1047791"/>
              <a:gd name="connsiteX261" fmla="*/ 2696491 w 8759339"/>
              <a:gd name="connsiteY261" fmla="*/ 975684 h 1047791"/>
              <a:gd name="connsiteX262" fmla="*/ 2617798 w 8759339"/>
              <a:gd name="connsiteY262" fmla="*/ 975684 h 1047791"/>
              <a:gd name="connsiteX263" fmla="*/ 2617798 w 8759339"/>
              <a:gd name="connsiteY263" fmla="*/ 1007942 h 1047791"/>
              <a:gd name="connsiteX264" fmla="*/ 2705085 w 8759339"/>
              <a:gd name="connsiteY264" fmla="*/ 1007942 h 1047791"/>
              <a:gd name="connsiteX265" fmla="*/ 2705085 w 8759339"/>
              <a:gd name="connsiteY265" fmla="*/ 1045000 h 1047791"/>
              <a:gd name="connsiteX266" fmla="*/ 2567122 w 8759339"/>
              <a:gd name="connsiteY266" fmla="*/ 1045000 h 1047791"/>
              <a:gd name="connsiteX267" fmla="*/ 2384287 w 8759339"/>
              <a:gd name="connsiteY267" fmla="*/ 881364 h 1047791"/>
              <a:gd name="connsiteX268" fmla="*/ 2537989 w 8759339"/>
              <a:gd name="connsiteY268" fmla="*/ 881364 h 1047791"/>
              <a:gd name="connsiteX269" fmla="*/ 2537989 w 8759339"/>
              <a:gd name="connsiteY269" fmla="*/ 921770 h 1047791"/>
              <a:gd name="connsiteX270" fmla="*/ 2486420 w 8759339"/>
              <a:gd name="connsiteY270" fmla="*/ 921770 h 1047791"/>
              <a:gd name="connsiteX271" fmla="*/ 2486420 w 8759339"/>
              <a:gd name="connsiteY271" fmla="*/ 1045000 h 1047791"/>
              <a:gd name="connsiteX272" fmla="*/ 2435856 w 8759339"/>
              <a:gd name="connsiteY272" fmla="*/ 1045000 h 1047791"/>
              <a:gd name="connsiteX273" fmla="*/ 2435856 w 8759339"/>
              <a:gd name="connsiteY273" fmla="*/ 921770 h 1047791"/>
              <a:gd name="connsiteX274" fmla="*/ 2384287 w 8759339"/>
              <a:gd name="connsiteY274" fmla="*/ 921770 h 1047791"/>
              <a:gd name="connsiteX275" fmla="*/ 2186345 w 8759339"/>
              <a:gd name="connsiteY275" fmla="*/ 881364 h 1047791"/>
              <a:gd name="connsiteX276" fmla="*/ 2236799 w 8759339"/>
              <a:gd name="connsiteY276" fmla="*/ 881364 h 1047791"/>
              <a:gd name="connsiteX277" fmla="*/ 2236799 w 8759339"/>
              <a:gd name="connsiteY277" fmla="*/ 981177 h 1047791"/>
              <a:gd name="connsiteX278" fmla="*/ 2244221 w 8759339"/>
              <a:gd name="connsiteY278" fmla="*/ 1002089 h 1047791"/>
              <a:gd name="connsiteX279" fmla="*/ 2264815 w 8759339"/>
              <a:gd name="connsiteY279" fmla="*/ 1009616 h 1047791"/>
              <a:gd name="connsiteX280" fmla="*/ 2285298 w 8759339"/>
              <a:gd name="connsiteY280" fmla="*/ 1002200 h 1047791"/>
              <a:gd name="connsiteX281" fmla="*/ 2292720 w 8759339"/>
              <a:gd name="connsiteY281" fmla="*/ 981177 h 1047791"/>
              <a:gd name="connsiteX282" fmla="*/ 2292720 w 8759339"/>
              <a:gd name="connsiteY282" fmla="*/ 881364 h 1047791"/>
              <a:gd name="connsiteX283" fmla="*/ 2343173 w 8759339"/>
              <a:gd name="connsiteY283" fmla="*/ 881364 h 1047791"/>
              <a:gd name="connsiteX284" fmla="*/ 2343173 w 8759339"/>
              <a:gd name="connsiteY284" fmla="*/ 978856 h 1047791"/>
              <a:gd name="connsiteX285" fmla="*/ 2338652 w 8759339"/>
              <a:gd name="connsiteY285" fmla="*/ 1006240 h 1047791"/>
              <a:gd name="connsiteX286" fmla="*/ 2324476 w 8759339"/>
              <a:gd name="connsiteY286" fmla="*/ 1028772 h 1047791"/>
              <a:gd name="connsiteX287" fmla="*/ 2304217 w 8759339"/>
              <a:gd name="connsiteY287" fmla="*/ 1042325 h 1047791"/>
              <a:gd name="connsiteX288" fmla="*/ 2268833 w 8759339"/>
              <a:gd name="connsiteY288" fmla="*/ 1047791 h 1047791"/>
              <a:gd name="connsiteX289" fmla="*/ 2242770 w 8759339"/>
              <a:gd name="connsiteY289" fmla="*/ 1046117 h 1047791"/>
              <a:gd name="connsiteX290" fmla="*/ 2219162 w 8759339"/>
              <a:gd name="connsiteY290" fmla="*/ 1039480 h 1047791"/>
              <a:gd name="connsiteX291" fmla="*/ 2201805 w 8759339"/>
              <a:gd name="connsiteY291" fmla="*/ 1025370 h 1047791"/>
              <a:gd name="connsiteX292" fmla="*/ 2191033 w 8759339"/>
              <a:gd name="connsiteY292" fmla="*/ 1006519 h 1047791"/>
              <a:gd name="connsiteX293" fmla="*/ 2186345 w 8759339"/>
              <a:gd name="connsiteY293" fmla="*/ 978856 h 1047791"/>
              <a:gd name="connsiteX294" fmla="*/ 2003287 w 8759339"/>
              <a:gd name="connsiteY294" fmla="*/ 881364 h 1047791"/>
              <a:gd name="connsiteX295" fmla="*/ 2156989 w 8759339"/>
              <a:gd name="connsiteY295" fmla="*/ 881364 h 1047791"/>
              <a:gd name="connsiteX296" fmla="*/ 2156989 w 8759339"/>
              <a:gd name="connsiteY296" fmla="*/ 921770 h 1047791"/>
              <a:gd name="connsiteX297" fmla="*/ 2105420 w 8759339"/>
              <a:gd name="connsiteY297" fmla="*/ 921770 h 1047791"/>
              <a:gd name="connsiteX298" fmla="*/ 2105420 w 8759339"/>
              <a:gd name="connsiteY298" fmla="*/ 1045000 h 1047791"/>
              <a:gd name="connsiteX299" fmla="*/ 2054856 w 8759339"/>
              <a:gd name="connsiteY299" fmla="*/ 1045000 h 1047791"/>
              <a:gd name="connsiteX300" fmla="*/ 2054856 w 8759339"/>
              <a:gd name="connsiteY300" fmla="*/ 921770 h 1047791"/>
              <a:gd name="connsiteX301" fmla="*/ 2003287 w 8759339"/>
              <a:gd name="connsiteY301" fmla="*/ 921770 h 1047791"/>
              <a:gd name="connsiteX302" fmla="*/ 1912018 w 8759339"/>
              <a:gd name="connsiteY302" fmla="*/ 881364 h 1047791"/>
              <a:gd name="connsiteX303" fmla="*/ 1962694 w 8759339"/>
              <a:gd name="connsiteY303" fmla="*/ 881364 h 1047791"/>
              <a:gd name="connsiteX304" fmla="*/ 1962694 w 8759339"/>
              <a:gd name="connsiteY304" fmla="*/ 1045000 h 1047791"/>
              <a:gd name="connsiteX305" fmla="*/ 1912018 w 8759339"/>
              <a:gd name="connsiteY305" fmla="*/ 1045000 h 1047791"/>
              <a:gd name="connsiteX306" fmla="*/ 1727062 w 8759339"/>
              <a:gd name="connsiteY306" fmla="*/ 881364 h 1047791"/>
              <a:gd name="connsiteX307" fmla="*/ 1880764 w 8759339"/>
              <a:gd name="connsiteY307" fmla="*/ 881364 h 1047791"/>
              <a:gd name="connsiteX308" fmla="*/ 1880764 w 8759339"/>
              <a:gd name="connsiteY308" fmla="*/ 921770 h 1047791"/>
              <a:gd name="connsiteX309" fmla="*/ 1829195 w 8759339"/>
              <a:gd name="connsiteY309" fmla="*/ 921770 h 1047791"/>
              <a:gd name="connsiteX310" fmla="*/ 1829195 w 8759339"/>
              <a:gd name="connsiteY310" fmla="*/ 1045000 h 1047791"/>
              <a:gd name="connsiteX311" fmla="*/ 1778630 w 8759339"/>
              <a:gd name="connsiteY311" fmla="*/ 1045000 h 1047791"/>
              <a:gd name="connsiteX312" fmla="*/ 1778630 w 8759339"/>
              <a:gd name="connsiteY312" fmla="*/ 921770 h 1047791"/>
              <a:gd name="connsiteX313" fmla="*/ 1727062 w 8759339"/>
              <a:gd name="connsiteY313" fmla="*/ 921770 h 1047791"/>
              <a:gd name="connsiteX314" fmla="*/ 1357893 w 8759339"/>
              <a:gd name="connsiteY314" fmla="*/ 881364 h 1047791"/>
              <a:gd name="connsiteX315" fmla="*/ 1405110 w 8759339"/>
              <a:gd name="connsiteY315" fmla="*/ 881364 h 1047791"/>
              <a:gd name="connsiteX316" fmla="*/ 1466724 w 8759339"/>
              <a:gd name="connsiteY316" fmla="*/ 971895 h 1047791"/>
              <a:gd name="connsiteX317" fmla="*/ 1466724 w 8759339"/>
              <a:gd name="connsiteY317" fmla="*/ 881364 h 1047791"/>
              <a:gd name="connsiteX318" fmla="*/ 1514386 w 8759339"/>
              <a:gd name="connsiteY318" fmla="*/ 881364 h 1047791"/>
              <a:gd name="connsiteX319" fmla="*/ 1514386 w 8759339"/>
              <a:gd name="connsiteY319" fmla="*/ 1045000 h 1047791"/>
              <a:gd name="connsiteX320" fmla="*/ 1466724 w 8759339"/>
              <a:gd name="connsiteY320" fmla="*/ 1045000 h 1047791"/>
              <a:gd name="connsiteX321" fmla="*/ 1405444 w 8759339"/>
              <a:gd name="connsiteY321" fmla="*/ 955152 h 1047791"/>
              <a:gd name="connsiteX322" fmla="*/ 1405444 w 8759339"/>
              <a:gd name="connsiteY322" fmla="*/ 1045000 h 1047791"/>
              <a:gd name="connsiteX323" fmla="*/ 1357893 w 8759339"/>
              <a:gd name="connsiteY323" fmla="*/ 1045000 h 1047791"/>
              <a:gd name="connsiteX324" fmla="*/ 1264318 w 8759339"/>
              <a:gd name="connsiteY324" fmla="*/ 881364 h 1047791"/>
              <a:gd name="connsiteX325" fmla="*/ 1314995 w 8759339"/>
              <a:gd name="connsiteY325" fmla="*/ 881364 h 1047791"/>
              <a:gd name="connsiteX326" fmla="*/ 1314995 w 8759339"/>
              <a:gd name="connsiteY326" fmla="*/ 1045000 h 1047791"/>
              <a:gd name="connsiteX327" fmla="*/ 1264318 w 8759339"/>
              <a:gd name="connsiteY327" fmla="*/ 1045000 h 1047791"/>
              <a:gd name="connsiteX328" fmla="*/ 729244 w 8759339"/>
              <a:gd name="connsiteY328" fmla="*/ 881364 h 1047791"/>
              <a:gd name="connsiteX329" fmla="*/ 776459 w 8759339"/>
              <a:gd name="connsiteY329" fmla="*/ 881364 h 1047791"/>
              <a:gd name="connsiteX330" fmla="*/ 838074 w 8759339"/>
              <a:gd name="connsiteY330" fmla="*/ 971895 h 1047791"/>
              <a:gd name="connsiteX331" fmla="*/ 838074 w 8759339"/>
              <a:gd name="connsiteY331" fmla="*/ 881364 h 1047791"/>
              <a:gd name="connsiteX332" fmla="*/ 885736 w 8759339"/>
              <a:gd name="connsiteY332" fmla="*/ 881364 h 1047791"/>
              <a:gd name="connsiteX333" fmla="*/ 885736 w 8759339"/>
              <a:gd name="connsiteY333" fmla="*/ 1045000 h 1047791"/>
              <a:gd name="connsiteX334" fmla="*/ 838074 w 8759339"/>
              <a:gd name="connsiteY334" fmla="*/ 1045000 h 1047791"/>
              <a:gd name="connsiteX335" fmla="*/ 776794 w 8759339"/>
              <a:gd name="connsiteY335" fmla="*/ 955152 h 1047791"/>
              <a:gd name="connsiteX336" fmla="*/ 776794 w 8759339"/>
              <a:gd name="connsiteY336" fmla="*/ 1045000 h 1047791"/>
              <a:gd name="connsiteX337" fmla="*/ 729244 w 8759339"/>
              <a:gd name="connsiteY337" fmla="*/ 1045000 h 1047791"/>
              <a:gd name="connsiteX338" fmla="*/ 635668 w 8759339"/>
              <a:gd name="connsiteY338" fmla="*/ 881364 h 1047791"/>
              <a:gd name="connsiteX339" fmla="*/ 686344 w 8759339"/>
              <a:gd name="connsiteY339" fmla="*/ 881364 h 1047791"/>
              <a:gd name="connsiteX340" fmla="*/ 686344 w 8759339"/>
              <a:gd name="connsiteY340" fmla="*/ 1045000 h 1047791"/>
              <a:gd name="connsiteX341" fmla="*/ 635668 w 8759339"/>
              <a:gd name="connsiteY341" fmla="*/ 1045000 h 1047791"/>
              <a:gd name="connsiteX342" fmla="*/ 530298 w 8759339"/>
              <a:gd name="connsiteY342" fmla="*/ 881364 h 1047791"/>
              <a:gd name="connsiteX343" fmla="*/ 580974 w 8759339"/>
              <a:gd name="connsiteY343" fmla="*/ 881364 h 1047791"/>
              <a:gd name="connsiteX344" fmla="*/ 580974 w 8759339"/>
              <a:gd name="connsiteY344" fmla="*/ 970266 h 1047791"/>
              <a:gd name="connsiteX345" fmla="*/ 576006 w 8759339"/>
              <a:gd name="connsiteY345" fmla="*/ 1012877 h 1047791"/>
              <a:gd name="connsiteX346" fmla="*/ 556027 w 8759339"/>
              <a:gd name="connsiteY346" fmla="*/ 1037640 h 1047791"/>
              <a:gd name="connsiteX347" fmla="*/ 517573 w 8759339"/>
              <a:gd name="connsiteY347" fmla="*/ 1047791 h 1047791"/>
              <a:gd name="connsiteX348" fmla="*/ 479175 w 8759339"/>
              <a:gd name="connsiteY348" fmla="*/ 1041094 h 1047791"/>
              <a:gd name="connsiteX349" fmla="*/ 458135 w 8759339"/>
              <a:gd name="connsiteY349" fmla="*/ 1021504 h 1047791"/>
              <a:gd name="connsiteX350" fmla="*/ 449372 w 8759339"/>
              <a:gd name="connsiteY350" fmla="*/ 989636 h 1047791"/>
              <a:gd name="connsiteX351" fmla="*/ 497704 w 8759339"/>
              <a:gd name="connsiteY351" fmla="*/ 983051 h 1047791"/>
              <a:gd name="connsiteX352" fmla="*/ 499602 w 8759339"/>
              <a:gd name="connsiteY352" fmla="*/ 999124 h 1047791"/>
              <a:gd name="connsiteX353" fmla="*/ 505629 w 8759339"/>
              <a:gd name="connsiteY353" fmla="*/ 1007607 h 1047791"/>
              <a:gd name="connsiteX354" fmla="*/ 513889 w 8759339"/>
              <a:gd name="connsiteY354" fmla="*/ 1009728 h 1047791"/>
              <a:gd name="connsiteX355" fmla="*/ 526335 w 8759339"/>
              <a:gd name="connsiteY355" fmla="*/ 1003427 h 1047791"/>
              <a:gd name="connsiteX356" fmla="*/ 530298 w 8759339"/>
              <a:gd name="connsiteY356" fmla="*/ 982182 h 1047791"/>
              <a:gd name="connsiteX357" fmla="*/ 368968 w 8759339"/>
              <a:gd name="connsiteY357" fmla="*/ 881364 h 1047791"/>
              <a:gd name="connsiteX358" fmla="*/ 419644 w 8759339"/>
              <a:gd name="connsiteY358" fmla="*/ 881364 h 1047791"/>
              <a:gd name="connsiteX359" fmla="*/ 419644 w 8759339"/>
              <a:gd name="connsiteY359" fmla="*/ 1045000 h 1047791"/>
              <a:gd name="connsiteX360" fmla="*/ 368968 w 8759339"/>
              <a:gd name="connsiteY360" fmla="*/ 1045000 h 1047791"/>
              <a:gd name="connsiteX361" fmla="*/ 195397 w 8759339"/>
              <a:gd name="connsiteY361" fmla="*/ 881364 h 1047791"/>
              <a:gd name="connsiteX362" fmla="*/ 330905 w 8759339"/>
              <a:gd name="connsiteY362" fmla="*/ 881364 h 1047791"/>
              <a:gd name="connsiteX363" fmla="*/ 330905 w 8759339"/>
              <a:gd name="connsiteY363" fmla="*/ 916301 h 1047791"/>
              <a:gd name="connsiteX364" fmla="*/ 246073 w 8759339"/>
              <a:gd name="connsiteY364" fmla="*/ 916301 h 1047791"/>
              <a:gd name="connsiteX365" fmla="*/ 246073 w 8759339"/>
              <a:gd name="connsiteY365" fmla="*/ 942309 h 1047791"/>
              <a:gd name="connsiteX366" fmla="*/ 324766 w 8759339"/>
              <a:gd name="connsiteY366" fmla="*/ 942309 h 1047791"/>
              <a:gd name="connsiteX367" fmla="*/ 324766 w 8759339"/>
              <a:gd name="connsiteY367" fmla="*/ 975684 h 1047791"/>
              <a:gd name="connsiteX368" fmla="*/ 246073 w 8759339"/>
              <a:gd name="connsiteY368" fmla="*/ 975684 h 1047791"/>
              <a:gd name="connsiteX369" fmla="*/ 246073 w 8759339"/>
              <a:gd name="connsiteY369" fmla="*/ 1007942 h 1047791"/>
              <a:gd name="connsiteX370" fmla="*/ 333361 w 8759339"/>
              <a:gd name="connsiteY370" fmla="*/ 1007942 h 1047791"/>
              <a:gd name="connsiteX371" fmla="*/ 333361 w 8759339"/>
              <a:gd name="connsiteY371" fmla="*/ 1045000 h 1047791"/>
              <a:gd name="connsiteX372" fmla="*/ 195397 w 8759339"/>
              <a:gd name="connsiteY372" fmla="*/ 1045000 h 1047791"/>
              <a:gd name="connsiteX373" fmla="*/ 5120 w 8759339"/>
              <a:gd name="connsiteY373" fmla="*/ 881364 h 1047791"/>
              <a:gd name="connsiteX374" fmla="*/ 99775 w 8759339"/>
              <a:gd name="connsiteY374" fmla="*/ 881364 h 1047791"/>
              <a:gd name="connsiteX375" fmla="*/ 136108 w 8759339"/>
              <a:gd name="connsiteY375" fmla="*/ 893084 h 1047791"/>
              <a:gd name="connsiteX376" fmla="*/ 148777 w 8759339"/>
              <a:gd name="connsiteY376" fmla="*/ 922105 h 1047791"/>
              <a:gd name="connsiteX377" fmla="*/ 139736 w 8759339"/>
              <a:gd name="connsiteY377" fmla="*/ 946997 h 1047791"/>
              <a:gd name="connsiteX378" fmla="*/ 122100 w 8759339"/>
              <a:gd name="connsiteY378" fmla="*/ 957936 h 1047791"/>
              <a:gd name="connsiteX379" fmla="*/ 148051 w 8759339"/>
              <a:gd name="connsiteY379" fmla="*/ 972502 h 1047791"/>
              <a:gd name="connsiteX380" fmla="*/ 156367 w 8759339"/>
              <a:gd name="connsiteY380" fmla="*/ 998454 h 1047791"/>
              <a:gd name="connsiteX381" fmla="*/ 150451 w 8759339"/>
              <a:gd name="connsiteY381" fmla="*/ 1021337 h 1047791"/>
              <a:gd name="connsiteX382" fmla="*/ 134266 w 8759339"/>
              <a:gd name="connsiteY382" fmla="*/ 1037410 h 1047791"/>
              <a:gd name="connsiteX383" fmla="*/ 115067 w 8759339"/>
              <a:gd name="connsiteY383" fmla="*/ 1042768 h 1047791"/>
              <a:gd name="connsiteX384" fmla="*/ 92408 w 8759339"/>
              <a:gd name="connsiteY384" fmla="*/ 1045000 h 1047791"/>
              <a:gd name="connsiteX385" fmla="*/ 5120 w 8759339"/>
              <a:gd name="connsiteY385" fmla="*/ 1045000 h 1047791"/>
              <a:gd name="connsiteX386" fmla="*/ 8682878 w 8759339"/>
              <a:gd name="connsiteY386" fmla="*/ 878573 h 1047791"/>
              <a:gd name="connsiteX387" fmla="*/ 8731489 w 8759339"/>
              <a:gd name="connsiteY387" fmla="*/ 891075 h 1047791"/>
              <a:gd name="connsiteX388" fmla="*/ 8757776 w 8759339"/>
              <a:gd name="connsiteY388" fmla="*/ 929472 h 1047791"/>
              <a:gd name="connsiteX389" fmla="*/ 8713128 w 8759339"/>
              <a:gd name="connsiteY389" fmla="*/ 939407 h 1047791"/>
              <a:gd name="connsiteX390" fmla="*/ 8708216 w 8759339"/>
              <a:gd name="connsiteY390" fmla="*/ 928468 h 1047791"/>
              <a:gd name="connsiteX391" fmla="*/ 8697836 w 8759339"/>
              <a:gd name="connsiteY391" fmla="*/ 919538 h 1047791"/>
              <a:gd name="connsiteX392" fmla="*/ 8684106 w 8759339"/>
              <a:gd name="connsiteY392" fmla="*/ 916413 h 1047791"/>
              <a:gd name="connsiteX393" fmla="*/ 8657764 w 8759339"/>
              <a:gd name="connsiteY393" fmla="*/ 930238 h 1047791"/>
              <a:gd name="connsiteX394" fmla="*/ 8650843 w 8759339"/>
              <a:gd name="connsiteY394" fmla="*/ 962456 h 1047791"/>
              <a:gd name="connsiteX395" fmla="*/ 8659103 w 8759339"/>
              <a:gd name="connsiteY395" fmla="*/ 999750 h 1047791"/>
              <a:gd name="connsiteX396" fmla="*/ 8682320 w 8759339"/>
              <a:gd name="connsiteY396" fmla="*/ 1009840 h 1047791"/>
              <a:gd name="connsiteX397" fmla="*/ 8704254 w 8759339"/>
              <a:gd name="connsiteY397" fmla="*/ 1001691 h 1047791"/>
              <a:gd name="connsiteX398" fmla="*/ 8715025 w 8759339"/>
              <a:gd name="connsiteY398" fmla="*/ 978028 h 1047791"/>
              <a:gd name="connsiteX399" fmla="*/ 8759339 w 8759339"/>
              <a:gd name="connsiteY399" fmla="*/ 991422 h 1047791"/>
              <a:gd name="connsiteX400" fmla="*/ 8745275 w 8759339"/>
              <a:gd name="connsiteY400" fmla="*/ 1022564 h 1047791"/>
              <a:gd name="connsiteX401" fmla="*/ 8721444 w 8759339"/>
              <a:gd name="connsiteY401" fmla="*/ 1041428 h 1047791"/>
              <a:gd name="connsiteX402" fmla="*/ 8685223 w 8759339"/>
              <a:gd name="connsiteY402" fmla="*/ 1047791 h 1047791"/>
              <a:gd name="connsiteX403" fmla="*/ 8641634 w 8759339"/>
              <a:gd name="connsiteY403" fmla="*/ 1040038 h 1047791"/>
              <a:gd name="connsiteX404" fmla="*/ 8612446 w 8759339"/>
              <a:gd name="connsiteY404" fmla="*/ 1012765 h 1047791"/>
              <a:gd name="connsiteX405" fmla="*/ 8600167 w 8759339"/>
              <a:gd name="connsiteY405" fmla="*/ 962791 h 1047791"/>
              <a:gd name="connsiteX406" fmla="*/ 8621766 w 8759339"/>
              <a:gd name="connsiteY406" fmla="*/ 900381 h 1047791"/>
              <a:gd name="connsiteX407" fmla="*/ 8682878 w 8759339"/>
              <a:gd name="connsiteY407" fmla="*/ 878573 h 1047791"/>
              <a:gd name="connsiteX408" fmla="*/ 8396719 w 8759339"/>
              <a:gd name="connsiteY408" fmla="*/ 878573 h 1047791"/>
              <a:gd name="connsiteX409" fmla="*/ 8444549 w 8759339"/>
              <a:gd name="connsiteY409" fmla="*/ 890237 h 1047791"/>
              <a:gd name="connsiteX410" fmla="*/ 8464138 w 8759339"/>
              <a:gd name="connsiteY410" fmla="*/ 927351 h 1047791"/>
              <a:gd name="connsiteX411" fmla="*/ 8416476 w 8759339"/>
              <a:gd name="connsiteY411" fmla="*/ 930142 h 1047791"/>
              <a:gd name="connsiteX412" fmla="*/ 8408495 w 8759339"/>
              <a:gd name="connsiteY412" fmla="*/ 914069 h 1047791"/>
              <a:gd name="connsiteX413" fmla="*/ 8391696 w 8759339"/>
              <a:gd name="connsiteY413" fmla="*/ 909046 h 1047791"/>
              <a:gd name="connsiteX414" fmla="*/ 8378413 w 8759339"/>
              <a:gd name="connsiteY414" fmla="*/ 912785 h 1047791"/>
              <a:gd name="connsiteX415" fmla="*/ 8373949 w 8759339"/>
              <a:gd name="connsiteY415" fmla="*/ 921882 h 1047791"/>
              <a:gd name="connsiteX416" fmla="*/ 8377632 w 8759339"/>
              <a:gd name="connsiteY416" fmla="*/ 928914 h 1047791"/>
              <a:gd name="connsiteX417" fmla="*/ 8394598 w 8759339"/>
              <a:gd name="connsiteY417" fmla="*/ 934942 h 1047791"/>
              <a:gd name="connsiteX418" fmla="*/ 8442093 w 8759339"/>
              <a:gd name="connsiteY418" fmla="*/ 949397 h 1047791"/>
              <a:gd name="connsiteX419" fmla="*/ 8462966 w 8759339"/>
              <a:gd name="connsiteY419" fmla="*/ 967535 h 1047791"/>
              <a:gd name="connsiteX420" fmla="*/ 8469496 w 8759339"/>
              <a:gd name="connsiteY420" fmla="*/ 991757 h 1047791"/>
              <a:gd name="connsiteX421" fmla="*/ 8460790 w 8759339"/>
              <a:gd name="connsiteY421" fmla="*/ 1020778 h 1047791"/>
              <a:gd name="connsiteX422" fmla="*/ 8436456 w 8759339"/>
              <a:gd name="connsiteY422" fmla="*/ 1040926 h 1047791"/>
              <a:gd name="connsiteX423" fmla="*/ 8397054 w 8759339"/>
              <a:gd name="connsiteY423" fmla="*/ 1047791 h 1047791"/>
              <a:gd name="connsiteX424" fmla="*/ 8339235 w 8759339"/>
              <a:gd name="connsiteY424" fmla="*/ 1031717 h 1047791"/>
              <a:gd name="connsiteX425" fmla="*/ 8321040 w 8759339"/>
              <a:gd name="connsiteY425" fmla="*/ 990864 h 1047791"/>
              <a:gd name="connsiteX426" fmla="*/ 8369149 w 8759339"/>
              <a:gd name="connsiteY426" fmla="*/ 987850 h 1047791"/>
              <a:gd name="connsiteX427" fmla="*/ 8375511 w 8759339"/>
              <a:gd name="connsiteY427" fmla="*/ 1005710 h 1047791"/>
              <a:gd name="connsiteX428" fmla="*/ 8397835 w 8759339"/>
              <a:gd name="connsiteY428" fmla="*/ 1015644 h 1047791"/>
              <a:gd name="connsiteX429" fmla="*/ 8414523 w 8759339"/>
              <a:gd name="connsiteY429" fmla="*/ 1010565 h 1047791"/>
              <a:gd name="connsiteX430" fmla="*/ 8420383 w 8759339"/>
              <a:gd name="connsiteY430" fmla="*/ 998789 h 1047791"/>
              <a:gd name="connsiteX431" fmla="*/ 8414802 w 8759339"/>
              <a:gd name="connsiteY431" fmla="*/ 987404 h 1047791"/>
              <a:gd name="connsiteX432" fmla="*/ 8388906 w 8759339"/>
              <a:gd name="connsiteY432" fmla="*/ 977916 h 1047791"/>
              <a:gd name="connsiteX433" fmla="*/ 8341467 w 8759339"/>
              <a:gd name="connsiteY433" fmla="*/ 958047 h 1047791"/>
              <a:gd name="connsiteX434" fmla="*/ 8327179 w 8759339"/>
              <a:gd name="connsiteY434" fmla="*/ 926459 h 1047791"/>
              <a:gd name="connsiteX435" fmla="*/ 8334491 w 8759339"/>
              <a:gd name="connsiteY435" fmla="*/ 902627 h 1047791"/>
              <a:gd name="connsiteX436" fmla="*/ 8356480 w 8759339"/>
              <a:gd name="connsiteY436" fmla="*/ 884991 h 1047791"/>
              <a:gd name="connsiteX437" fmla="*/ 8396719 w 8759339"/>
              <a:gd name="connsiteY437" fmla="*/ 878573 h 1047791"/>
              <a:gd name="connsiteX438" fmla="*/ 8225269 w 8759339"/>
              <a:gd name="connsiteY438" fmla="*/ 878573 h 1047791"/>
              <a:gd name="connsiteX439" fmla="*/ 8273099 w 8759339"/>
              <a:gd name="connsiteY439" fmla="*/ 890237 h 1047791"/>
              <a:gd name="connsiteX440" fmla="*/ 8292689 w 8759339"/>
              <a:gd name="connsiteY440" fmla="*/ 927351 h 1047791"/>
              <a:gd name="connsiteX441" fmla="*/ 8245026 w 8759339"/>
              <a:gd name="connsiteY441" fmla="*/ 930142 h 1047791"/>
              <a:gd name="connsiteX442" fmla="*/ 8237045 w 8759339"/>
              <a:gd name="connsiteY442" fmla="*/ 914069 h 1047791"/>
              <a:gd name="connsiteX443" fmla="*/ 8220246 w 8759339"/>
              <a:gd name="connsiteY443" fmla="*/ 909046 h 1047791"/>
              <a:gd name="connsiteX444" fmla="*/ 8206963 w 8759339"/>
              <a:gd name="connsiteY444" fmla="*/ 912785 h 1047791"/>
              <a:gd name="connsiteX445" fmla="*/ 8202499 w 8759339"/>
              <a:gd name="connsiteY445" fmla="*/ 921882 h 1047791"/>
              <a:gd name="connsiteX446" fmla="*/ 8206182 w 8759339"/>
              <a:gd name="connsiteY446" fmla="*/ 928914 h 1047791"/>
              <a:gd name="connsiteX447" fmla="*/ 8223149 w 8759339"/>
              <a:gd name="connsiteY447" fmla="*/ 934942 h 1047791"/>
              <a:gd name="connsiteX448" fmla="*/ 8270643 w 8759339"/>
              <a:gd name="connsiteY448" fmla="*/ 949397 h 1047791"/>
              <a:gd name="connsiteX449" fmla="*/ 8291517 w 8759339"/>
              <a:gd name="connsiteY449" fmla="*/ 967535 h 1047791"/>
              <a:gd name="connsiteX450" fmla="*/ 8298046 w 8759339"/>
              <a:gd name="connsiteY450" fmla="*/ 991757 h 1047791"/>
              <a:gd name="connsiteX451" fmla="*/ 8289339 w 8759339"/>
              <a:gd name="connsiteY451" fmla="*/ 1020778 h 1047791"/>
              <a:gd name="connsiteX452" fmla="*/ 8265007 w 8759339"/>
              <a:gd name="connsiteY452" fmla="*/ 1040926 h 1047791"/>
              <a:gd name="connsiteX453" fmla="*/ 8225604 w 8759339"/>
              <a:gd name="connsiteY453" fmla="*/ 1047791 h 1047791"/>
              <a:gd name="connsiteX454" fmla="*/ 8167785 w 8759339"/>
              <a:gd name="connsiteY454" fmla="*/ 1031717 h 1047791"/>
              <a:gd name="connsiteX455" fmla="*/ 8149590 w 8759339"/>
              <a:gd name="connsiteY455" fmla="*/ 990864 h 1047791"/>
              <a:gd name="connsiteX456" fmla="*/ 8197699 w 8759339"/>
              <a:gd name="connsiteY456" fmla="*/ 987850 h 1047791"/>
              <a:gd name="connsiteX457" fmla="*/ 8204061 w 8759339"/>
              <a:gd name="connsiteY457" fmla="*/ 1005710 h 1047791"/>
              <a:gd name="connsiteX458" fmla="*/ 8226385 w 8759339"/>
              <a:gd name="connsiteY458" fmla="*/ 1015644 h 1047791"/>
              <a:gd name="connsiteX459" fmla="*/ 8243073 w 8759339"/>
              <a:gd name="connsiteY459" fmla="*/ 1010565 h 1047791"/>
              <a:gd name="connsiteX460" fmla="*/ 8248933 w 8759339"/>
              <a:gd name="connsiteY460" fmla="*/ 998789 h 1047791"/>
              <a:gd name="connsiteX461" fmla="*/ 8243352 w 8759339"/>
              <a:gd name="connsiteY461" fmla="*/ 987404 h 1047791"/>
              <a:gd name="connsiteX462" fmla="*/ 8217455 w 8759339"/>
              <a:gd name="connsiteY462" fmla="*/ 977916 h 1047791"/>
              <a:gd name="connsiteX463" fmla="*/ 8170017 w 8759339"/>
              <a:gd name="connsiteY463" fmla="*/ 958047 h 1047791"/>
              <a:gd name="connsiteX464" fmla="*/ 8155729 w 8759339"/>
              <a:gd name="connsiteY464" fmla="*/ 926459 h 1047791"/>
              <a:gd name="connsiteX465" fmla="*/ 8163041 w 8759339"/>
              <a:gd name="connsiteY465" fmla="*/ 902627 h 1047791"/>
              <a:gd name="connsiteX466" fmla="*/ 8185030 w 8759339"/>
              <a:gd name="connsiteY466" fmla="*/ 884991 h 1047791"/>
              <a:gd name="connsiteX467" fmla="*/ 8225269 w 8759339"/>
              <a:gd name="connsiteY467" fmla="*/ 878573 h 1047791"/>
              <a:gd name="connsiteX468" fmla="*/ 7682753 w 8759339"/>
              <a:gd name="connsiteY468" fmla="*/ 878573 h 1047791"/>
              <a:gd name="connsiteX469" fmla="*/ 7731365 w 8759339"/>
              <a:gd name="connsiteY469" fmla="*/ 891075 h 1047791"/>
              <a:gd name="connsiteX470" fmla="*/ 7757651 w 8759339"/>
              <a:gd name="connsiteY470" fmla="*/ 929472 h 1047791"/>
              <a:gd name="connsiteX471" fmla="*/ 7713003 w 8759339"/>
              <a:gd name="connsiteY471" fmla="*/ 939407 h 1047791"/>
              <a:gd name="connsiteX472" fmla="*/ 7708091 w 8759339"/>
              <a:gd name="connsiteY472" fmla="*/ 928468 h 1047791"/>
              <a:gd name="connsiteX473" fmla="*/ 7697711 w 8759339"/>
              <a:gd name="connsiteY473" fmla="*/ 919538 h 1047791"/>
              <a:gd name="connsiteX474" fmla="*/ 7683981 w 8759339"/>
              <a:gd name="connsiteY474" fmla="*/ 916413 h 1047791"/>
              <a:gd name="connsiteX475" fmla="*/ 7657639 w 8759339"/>
              <a:gd name="connsiteY475" fmla="*/ 930238 h 1047791"/>
              <a:gd name="connsiteX476" fmla="*/ 7650718 w 8759339"/>
              <a:gd name="connsiteY476" fmla="*/ 962456 h 1047791"/>
              <a:gd name="connsiteX477" fmla="*/ 7658978 w 8759339"/>
              <a:gd name="connsiteY477" fmla="*/ 999750 h 1047791"/>
              <a:gd name="connsiteX478" fmla="*/ 7682195 w 8759339"/>
              <a:gd name="connsiteY478" fmla="*/ 1009840 h 1047791"/>
              <a:gd name="connsiteX479" fmla="*/ 7704129 w 8759339"/>
              <a:gd name="connsiteY479" fmla="*/ 1001691 h 1047791"/>
              <a:gd name="connsiteX480" fmla="*/ 7714901 w 8759339"/>
              <a:gd name="connsiteY480" fmla="*/ 978028 h 1047791"/>
              <a:gd name="connsiteX481" fmla="*/ 7759214 w 8759339"/>
              <a:gd name="connsiteY481" fmla="*/ 991422 h 1047791"/>
              <a:gd name="connsiteX482" fmla="*/ 7745149 w 8759339"/>
              <a:gd name="connsiteY482" fmla="*/ 1022564 h 1047791"/>
              <a:gd name="connsiteX483" fmla="*/ 7721319 w 8759339"/>
              <a:gd name="connsiteY483" fmla="*/ 1041428 h 1047791"/>
              <a:gd name="connsiteX484" fmla="*/ 7685097 w 8759339"/>
              <a:gd name="connsiteY484" fmla="*/ 1047791 h 1047791"/>
              <a:gd name="connsiteX485" fmla="*/ 7641509 w 8759339"/>
              <a:gd name="connsiteY485" fmla="*/ 1040038 h 1047791"/>
              <a:gd name="connsiteX486" fmla="*/ 7612321 w 8759339"/>
              <a:gd name="connsiteY486" fmla="*/ 1012765 h 1047791"/>
              <a:gd name="connsiteX487" fmla="*/ 7600042 w 8759339"/>
              <a:gd name="connsiteY487" fmla="*/ 962791 h 1047791"/>
              <a:gd name="connsiteX488" fmla="*/ 7621641 w 8759339"/>
              <a:gd name="connsiteY488" fmla="*/ 900381 h 1047791"/>
              <a:gd name="connsiteX489" fmla="*/ 7682753 w 8759339"/>
              <a:gd name="connsiteY489" fmla="*/ 878573 h 1047791"/>
              <a:gd name="connsiteX490" fmla="*/ 4954213 w 8759339"/>
              <a:gd name="connsiteY490" fmla="*/ 878573 h 1047791"/>
              <a:gd name="connsiteX491" fmla="*/ 4994788 w 8759339"/>
              <a:gd name="connsiteY491" fmla="*/ 883484 h 1047791"/>
              <a:gd name="connsiteX492" fmla="*/ 5017112 w 8759339"/>
              <a:gd name="connsiteY492" fmla="*/ 898721 h 1047791"/>
              <a:gd name="connsiteX493" fmla="*/ 5030451 w 8759339"/>
              <a:gd name="connsiteY493" fmla="*/ 924896 h 1047791"/>
              <a:gd name="connsiteX494" fmla="*/ 4981672 w 8759339"/>
              <a:gd name="connsiteY494" fmla="*/ 933602 h 1047791"/>
              <a:gd name="connsiteX495" fmla="*/ 4971459 w 8759339"/>
              <a:gd name="connsiteY495" fmla="*/ 919426 h 1047791"/>
              <a:gd name="connsiteX496" fmla="*/ 4953097 w 8759339"/>
              <a:gd name="connsiteY496" fmla="*/ 914515 h 1047791"/>
              <a:gd name="connsiteX497" fmla="*/ 4926587 w 8759339"/>
              <a:gd name="connsiteY497" fmla="*/ 926068 h 1047791"/>
              <a:gd name="connsiteX498" fmla="*/ 4916709 w 8759339"/>
              <a:gd name="connsiteY498" fmla="*/ 962624 h 1047791"/>
              <a:gd name="connsiteX499" fmla="*/ 4926699 w 8759339"/>
              <a:gd name="connsiteY499" fmla="*/ 1000575 h 1047791"/>
              <a:gd name="connsiteX500" fmla="*/ 4954548 w 8759339"/>
              <a:gd name="connsiteY500" fmla="*/ 1011960 h 1047791"/>
              <a:gd name="connsiteX501" fmla="*/ 4970733 w 8759339"/>
              <a:gd name="connsiteY501" fmla="*/ 1009505 h 1047791"/>
              <a:gd name="connsiteX502" fmla="*/ 4988369 w 8759339"/>
              <a:gd name="connsiteY502" fmla="*/ 1001133 h 1047791"/>
              <a:gd name="connsiteX503" fmla="*/ 4988369 w 8759339"/>
              <a:gd name="connsiteY503" fmla="*/ 985729 h 1047791"/>
              <a:gd name="connsiteX504" fmla="*/ 4954548 w 8759339"/>
              <a:gd name="connsiteY504" fmla="*/ 985729 h 1047791"/>
              <a:gd name="connsiteX505" fmla="*/ 4954548 w 8759339"/>
              <a:gd name="connsiteY505" fmla="*/ 951685 h 1047791"/>
              <a:gd name="connsiteX506" fmla="*/ 5032683 w 8759339"/>
              <a:gd name="connsiteY506" fmla="*/ 951685 h 1047791"/>
              <a:gd name="connsiteX507" fmla="*/ 5032683 w 8759339"/>
              <a:gd name="connsiteY507" fmla="*/ 1021448 h 1047791"/>
              <a:gd name="connsiteX508" fmla="*/ 4993002 w 8759339"/>
              <a:gd name="connsiteY508" fmla="*/ 1042266 h 1047791"/>
              <a:gd name="connsiteX509" fmla="*/ 4952092 w 8759339"/>
              <a:gd name="connsiteY509" fmla="*/ 1047791 h 1047791"/>
              <a:gd name="connsiteX510" fmla="*/ 4904598 w 8759339"/>
              <a:gd name="connsiteY510" fmla="*/ 1037856 h 1047791"/>
              <a:gd name="connsiteX511" fmla="*/ 4876134 w 8759339"/>
              <a:gd name="connsiteY511" fmla="*/ 1008277 h 1047791"/>
              <a:gd name="connsiteX512" fmla="*/ 4866033 w 8759339"/>
              <a:gd name="connsiteY512" fmla="*/ 963182 h 1047791"/>
              <a:gd name="connsiteX513" fmla="*/ 4877083 w 8759339"/>
              <a:gd name="connsiteY513" fmla="*/ 916580 h 1047791"/>
              <a:gd name="connsiteX514" fmla="*/ 4909453 w 8759339"/>
              <a:gd name="connsiteY514" fmla="*/ 886498 h 1047791"/>
              <a:gd name="connsiteX515" fmla="*/ 4954213 w 8759339"/>
              <a:gd name="connsiteY515" fmla="*/ 878573 h 1047791"/>
              <a:gd name="connsiteX516" fmla="*/ 4740868 w 8759339"/>
              <a:gd name="connsiteY516" fmla="*/ 878573 h 1047791"/>
              <a:gd name="connsiteX517" fmla="*/ 4803822 w 8759339"/>
              <a:gd name="connsiteY517" fmla="*/ 900507 h 1047791"/>
              <a:gd name="connsiteX518" fmla="*/ 4825923 w 8759339"/>
              <a:gd name="connsiteY518" fmla="*/ 961954 h 1047791"/>
              <a:gd name="connsiteX519" fmla="*/ 4816268 w 8759339"/>
              <a:gd name="connsiteY519" fmla="*/ 1009002 h 1047791"/>
              <a:gd name="connsiteX520" fmla="*/ 4788363 w 8759339"/>
              <a:gd name="connsiteY520" fmla="*/ 1037577 h 1047791"/>
              <a:gd name="connsiteX521" fmla="*/ 4742877 w 8759339"/>
              <a:gd name="connsiteY521" fmla="*/ 1047791 h 1047791"/>
              <a:gd name="connsiteX522" fmla="*/ 4697057 w 8759339"/>
              <a:gd name="connsiteY522" fmla="*/ 1038973 h 1047791"/>
              <a:gd name="connsiteX523" fmla="*/ 4667645 w 8759339"/>
              <a:gd name="connsiteY523" fmla="*/ 1011067 h 1047791"/>
              <a:gd name="connsiteX524" fmla="*/ 4656371 w 8759339"/>
              <a:gd name="connsiteY524" fmla="*/ 963294 h 1047791"/>
              <a:gd name="connsiteX525" fmla="*/ 4678695 w 8759339"/>
              <a:gd name="connsiteY525" fmla="*/ 900897 h 1047791"/>
              <a:gd name="connsiteX526" fmla="*/ 4740868 w 8759339"/>
              <a:gd name="connsiteY526" fmla="*/ 878573 h 1047791"/>
              <a:gd name="connsiteX527" fmla="*/ 4378918 w 8759339"/>
              <a:gd name="connsiteY527" fmla="*/ 878573 h 1047791"/>
              <a:gd name="connsiteX528" fmla="*/ 4441872 w 8759339"/>
              <a:gd name="connsiteY528" fmla="*/ 900507 h 1047791"/>
              <a:gd name="connsiteX529" fmla="*/ 4463973 w 8759339"/>
              <a:gd name="connsiteY529" fmla="*/ 961954 h 1047791"/>
              <a:gd name="connsiteX530" fmla="*/ 4454318 w 8759339"/>
              <a:gd name="connsiteY530" fmla="*/ 1009002 h 1047791"/>
              <a:gd name="connsiteX531" fmla="*/ 4426413 w 8759339"/>
              <a:gd name="connsiteY531" fmla="*/ 1037577 h 1047791"/>
              <a:gd name="connsiteX532" fmla="*/ 4380927 w 8759339"/>
              <a:gd name="connsiteY532" fmla="*/ 1047791 h 1047791"/>
              <a:gd name="connsiteX533" fmla="*/ 4335107 w 8759339"/>
              <a:gd name="connsiteY533" fmla="*/ 1038973 h 1047791"/>
              <a:gd name="connsiteX534" fmla="*/ 4305695 w 8759339"/>
              <a:gd name="connsiteY534" fmla="*/ 1011067 h 1047791"/>
              <a:gd name="connsiteX535" fmla="*/ 4294421 w 8759339"/>
              <a:gd name="connsiteY535" fmla="*/ 963294 h 1047791"/>
              <a:gd name="connsiteX536" fmla="*/ 4316745 w 8759339"/>
              <a:gd name="connsiteY536" fmla="*/ 900897 h 1047791"/>
              <a:gd name="connsiteX537" fmla="*/ 4378918 w 8759339"/>
              <a:gd name="connsiteY537" fmla="*/ 878573 h 1047791"/>
              <a:gd name="connsiteX538" fmla="*/ 3787029 w 8759339"/>
              <a:gd name="connsiteY538" fmla="*/ 878573 h 1047791"/>
              <a:gd name="connsiteX539" fmla="*/ 3835640 w 8759339"/>
              <a:gd name="connsiteY539" fmla="*/ 891075 h 1047791"/>
              <a:gd name="connsiteX540" fmla="*/ 3861926 w 8759339"/>
              <a:gd name="connsiteY540" fmla="*/ 929472 h 1047791"/>
              <a:gd name="connsiteX541" fmla="*/ 3817278 w 8759339"/>
              <a:gd name="connsiteY541" fmla="*/ 939407 h 1047791"/>
              <a:gd name="connsiteX542" fmla="*/ 3812367 w 8759339"/>
              <a:gd name="connsiteY542" fmla="*/ 928468 h 1047791"/>
              <a:gd name="connsiteX543" fmla="*/ 3801986 w 8759339"/>
              <a:gd name="connsiteY543" fmla="*/ 919538 h 1047791"/>
              <a:gd name="connsiteX544" fmla="*/ 3788256 w 8759339"/>
              <a:gd name="connsiteY544" fmla="*/ 916413 h 1047791"/>
              <a:gd name="connsiteX545" fmla="*/ 3761914 w 8759339"/>
              <a:gd name="connsiteY545" fmla="*/ 930238 h 1047791"/>
              <a:gd name="connsiteX546" fmla="*/ 3754993 w 8759339"/>
              <a:gd name="connsiteY546" fmla="*/ 962456 h 1047791"/>
              <a:gd name="connsiteX547" fmla="*/ 3763253 w 8759339"/>
              <a:gd name="connsiteY547" fmla="*/ 999750 h 1047791"/>
              <a:gd name="connsiteX548" fmla="*/ 3786470 w 8759339"/>
              <a:gd name="connsiteY548" fmla="*/ 1009840 h 1047791"/>
              <a:gd name="connsiteX549" fmla="*/ 3808404 w 8759339"/>
              <a:gd name="connsiteY549" fmla="*/ 1001691 h 1047791"/>
              <a:gd name="connsiteX550" fmla="*/ 3819175 w 8759339"/>
              <a:gd name="connsiteY550" fmla="*/ 978028 h 1047791"/>
              <a:gd name="connsiteX551" fmla="*/ 3863489 w 8759339"/>
              <a:gd name="connsiteY551" fmla="*/ 991422 h 1047791"/>
              <a:gd name="connsiteX552" fmla="*/ 3849425 w 8759339"/>
              <a:gd name="connsiteY552" fmla="*/ 1022564 h 1047791"/>
              <a:gd name="connsiteX553" fmla="*/ 3825594 w 8759339"/>
              <a:gd name="connsiteY553" fmla="*/ 1041428 h 1047791"/>
              <a:gd name="connsiteX554" fmla="*/ 3789373 w 8759339"/>
              <a:gd name="connsiteY554" fmla="*/ 1047791 h 1047791"/>
              <a:gd name="connsiteX555" fmla="*/ 3745785 w 8759339"/>
              <a:gd name="connsiteY555" fmla="*/ 1040038 h 1047791"/>
              <a:gd name="connsiteX556" fmla="*/ 3716596 w 8759339"/>
              <a:gd name="connsiteY556" fmla="*/ 1012765 h 1047791"/>
              <a:gd name="connsiteX557" fmla="*/ 3704317 w 8759339"/>
              <a:gd name="connsiteY557" fmla="*/ 962791 h 1047791"/>
              <a:gd name="connsiteX558" fmla="*/ 3725916 w 8759339"/>
              <a:gd name="connsiteY558" fmla="*/ 900381 h 1047791"/>
              <a:gd name="connsiteX559" fmla="*/ 3787029 w 8759339"/>
              <a:gd name="connsiteY559" fmla="*/ 878573 h 1047791"/>
              <a:gd name="connsiteX560" fmla="*/ 2950168 w 8759339"/>
              <a:gd name="connsiteY560" fmla="*/ 878573 h 1047791"/>
              <a:gd name="connsiteX561" fmla="*/ 3013122 w 8759339"/>
              <a:gd name="connsiteY561" fmla="*/ 900507 h 1047791"/>
              <a:gd name="connsiteX562" fmla="*/ 3035223 w 8759339"/>
              <a:gd name="connsiteY562" fmla="*/ 961954 h 1047791"/>
              <a:gd name="connsiteX563" fmla="*/ 3025568 w 8759339"/>
              <a:gd name="connsiteY563" fmla="*/ 1009002 h 1047791"/>
              <a:gd name="connsiteX564" fmla="*/ 2997663 w 8759339"/>
              <a:gd name="connsiteY564" fmla="*/ 1037577 h 1047791"/>
              <a:gd name="connsiteX565" fmla="*/ 2952177 w 8759339"/>
              <a:gd name="connsiteY565" fmla="*/ 1047791 h 1047791"/>
              <a:gd name="connsiteX566" fmla="*/ 2906357 w 8759339"/>
              <a:gd name="connsiteY566" fmla="*/ 1038973 h 1047791"/>
              <a:gd name="connsiteX567" fmla="*/ 2876945 w 8759339"/>
              <a:gd name="connsiteY567" fmla="*/ 1011067 h 1047791"/>
              <a:gd name="connsiteX568" fmla="*/ 2865671 w 8759339"/>
              <a:gd name="connsiteY568" fmla="*/ 963294 h 1047791"/>
              <a:gd name="connsiteX569" fmla="*/ 2887995 w 8759339"/>
              <a:gd name="connsiteY569" fmla="*/ 900897 h 1047791"/>
              <a:gd name="connsiteX570" fmla="*/ 2950168 w 8759339"/>
              <a:gd name="connsiteY570" fmla="*/ 878573 h 1047791"/>
              <a:gd name="connsiteX571" fmla="*/ 1624445 w 8759339"/>
              <a:gd name="connsiteY571" fmla="*/ 878573 h 1047791"/>
              <a:gd name="connsiteX572" fmla="*/ 1672274 w 8759339"/>
              <a:gd name="connsiteY572" fmla="*/ 890237 h 1047791"/>
              <a:gd name="connsiteX573" fmla="*/ 1691864 w 8759339"/>
              <a:gd name="connsiteY573" fmla="*/ 927351 h 1047791"/>
              <a:gd name="connsiteX574" fmla="*/ 1644201 w 8759339"/>
              <a:gd name="connsiteY574" fmla="*/ 930142 h 1047791"/>
              <a:gd name="connsiteX575" fmla="*/ 1636221 w 8759339"/>
              <a:gd name="connsiteY575" fmla="*/ 914069 h 1047791"/>
              <a:gd name="connsiteX576" fmla="*/ 1619422 w 8759339"/>
              <a:gd name="connsiteY576" fmla="*/ 909046 h 1047791"/>
              <a:gd name="connsiteX577" fmla="*/ 1606139 w 8759339"/>
              <a:gd name="connsiteY577" fmla="*/ 912785 h 1047791"/>
              <a:gd name="connsiteX578" fmla="*/ 1601674 w 8759339"/>
              <a:gd name="connsiteY578" fmla="*/ 921882 h 1047791"/>
              <a:gd name="connsiteX579" fmla="*/ 1605358 w 8759339"/>
              <a:gd name="connsiteY579" fmla="*/ 928914 h 1047791"/>
              <a:gd name="connsiteX580" fmla="*/ 1622324 w 8759339"/>
              <a:gd name="connsiteY580" fmla="*/ 934942 h 1047791"/>
              <a:gd name="connsiteX581" fmla="*/ 1669819 w 8759339"/>
              <a:gd name="connsiteY581" fmla="*/ 949397 h 1047791"/>
              <a:gd name="connsiteX582" fmla="*/ 1690692 w 8759339"/>
              <a:gd name="connsiteY582" fmla="*/ 967535 h 1047791"/>
              <a:gd name="connsiteX583" fmla="*/ 1697222 w 8759339"/>
              <a:gd name="connsiteY583" fmla="*/ 991757 h 1047791"/>
              <a:gd name="connsiteX584" fmla="*/ 1688515 w 8759339"/>
              <a:gd name="connsiteY584" fmla="*/ 1020778 h 1047791"/>
              <a:gd name="connsiteX585" fmla="*/ 1664182 w 8759339"/>
              <a:gd name="connsiteY585" fmla="*/ 1040926 h 1047791"/>
              <a:gd name="connsiteX586" fmla="*/ 1624780 w 8759339"/>
              <a:gd name="connsiteY586" fmla="*/ 1047791 h 1047791"/>
              <a:gd name="connsiteX587" fmla="*/ 1566960 w 8759339"/>
              <a:gd name="connsiteY587" fmla="*/ 1031717 h 1047791"/>
              <a:gd name="connsiteX588" fmla="*/ 1548766 w 8759339"/>
              <a:gd name="connsiteY588" fmla="*/ 990864 h 1047791"/>
              <a:gd name="connsiteX589" fmla="*/ 1596874 w 8759339"/>
              <a:gd name="connsiteY589" fmla="*/ 987850 h 1047791"/>
              <a:gd name="connsiteX590" fmla="*/ 1603237 w 8759339"/>
              <a:gd name="connsiteY590" fmla="*/ 1005710 h 1047791"/>
              <a:gd name="connsiteX591" fmla="*/ 1625561 w 8759339"/>
              <a:gd name="connsiteY591" fmla="*/ 1015644 h 1047791"/>
              <a:gd name="connsiteX592" fmla="*/ 1642248 w 8759339"/>
              <a:gd name="connsiteY592" fmla="*/ 1010565 h 1047791"/>
              <a:gd name="connsiteX593" fmla="*/ 1648108 w 8759339"/>
              <a:gd name="connsiteY593" fmla="*/ 998789 h 1047791"/>
              <a:gd name="connsiteX594" fmla="*/ 1642528 w 8759339"/>
              <a:gd name="connsiteY594" fmla="*/ 987404 h 1047791"/>
              <a:gd name="connsiteX595" fmla="*/ 1616632 w 8759339"/>
              <a:gd name="connsiteY595" fmla="*/ 977916 h 1047791"/>
              <a:gd name="connsiteX596" fmla="*/ 1569193 w 8759339"/>
              <a:gd name="connsiteY596" fmla="*/ 958047 h 1047791"/>
              <a:gd name="connsiteX597" fmla="*/ 1554905 w 8759339"/>
              <a:gd name="connsiteY597" fmla="*/ 926459 h 1047791"/>
              <a:gd name="connsiteX598" fmla="*/ 1562216 w 8759339"/>
              <a:gd name="connsiteY598" fmla="*/ 902627 h 1047791"/>
              <a:gd name="connsiteX599" fmla="*/ 1584205 w 8759339"/>
              <a:gd name="connsiteY599" fmla="*/ 884991 h 1047791"/>
              <a:gd name="connsiteX600" fmla="*/ 1624445 w 8759339"/>
              <a:gd name="connsiteY600" fmla="*/ 878573 h 1047791"/>
              <a:gd name="connsiteX601" fmla="*/ 1010863 w 8759339"/>
              <a:gd name="connsiteY601" fmla="*/ 878573 h 1047791"/>
              <a:gd name="connsiteX602" fmla="*/ 1051438 w 8759339"/>
              <a:gd name="connsiteY602" fmla="*/ 883484 h 1047791"/>
              <a:gd name="connsiteX603" fmla="*/ 1073762 w 8759339"/>
              <a:gd name="connsiteY603" fmla="*/ 898721 h 1047791"/>
              <a:gd name="connsiteX604" fmla="*/ 1087101 w 8759339"/>
              <a:gd name="connsiteY604" fmla="*/ 924896 h 1047791"/>
              <a:gd name="connsiteX605" fmla="*/ 1038323 w 8759339"/>
              <a:gd name="connsiteY605" fmla="*/ 933602 h 1047791"/>
              <a:gd name="connsiteX606" fmla="*/ 1028109 w 8759339"/>
              <a:gd name="connsiteY606" fmla="*/ 919426 h 1047791"/>
              <a:gd name="connsiteX607" fmla="*/ 1009747 w 8759339"/>
              <a:gd name="connsiteY607" fmla="*/ 914515 h 1047791"/>
              <a:gd name="connsiteX608" fmla="*/ 983237 w 8759339"/>
              <a:gd name="connsiteY608" fmla="*/ 926068 h 1047791"/>
              <a:gd name="connsiteX609" fmla="*/ 973359 w 8759339"/>
              <a:gd name="connsiteY609" fmla="*/ 962624 h 1047791"/>
              <a:gd name="connsiteX610" fmla="*/ 983349 w 8759339"/>
              <a:gd name="connsiteY610" fmla="*/ 1000575 h 1047791"/>
              <a:gd name="connsiteX611" fmla="*/ 1011199 w 8759339"/>
              <a:gd name="connsiteY611" fmla="*/ 1011960 h 1047791"/>
              <a:gd name="connsiteX612" fmla="*/ 1027384 w 8759339"/>
              <a:gd name="connsiteY612" fmla="*/ 1009505 h 1047791"/>
              <a:gd name="connsiteX613" fmla="*/ 1045019 w 8759339"/>
              <a:gd name="connsiteY613" fmla="*/ 1001133 h 1047791"/>
              <a:gd name="connsiteX614" fmla="*/ 1045019 w 8759339"/>
              <a:gd name="connsiteY614" fmla="*/ 985729 h 1047791"/>
              <a:gd name="connsiteX615" fmla="*/ 1011199 w 8759339"/>
              <a:gd name="connsiteY615" fmla="*/ 985729 h 1047791"/>
              <a:gd name="connsiteX616" fmla="*/ 1011199 w 8759339"/>
              <a:gd name="connsiteY616" fmla="*/ 951685 h 1047791"/>
              <a:gd name="connsiteX617" fmla="*/ 1089333 w 8759339"/>
              <a:gd name="connsiteY617" fmla="*/ 951685 h 1047791"/>
              <a:gd name="connsiteX618" fmla="*/ 1089333 w 8759339"/>
              <a:gd name="connsiteY618" fmla="*/ 1021448 h 1047791"/>
              <a:gd name="connsiteX619" fmla="*/ 1049652 w 8759339"/>
              <a:gd name="connsiteY619" fmla="*/ 1042266 h 1047791"/>
              <a:gd name="connsiteX620" fmla="*/ 1008743 w 8759339"/>
              <a:gd name="connsiteY620" fmla="*/ 1047791 h 1047791"/>
              <a:gd name="connsiteX621" fmla="*/ 961248 w 8759339"/>
              <a:gd name="connsiteY621" fmla="*/ 1037856 h 1047791"/>
              <a:gd name="connsiteX622" fmla="*/ 932784 w 8759339"/>
              <a:gd name="connsiteY622" fmla="*/ 1008277 h 1047791"/>
              <a:gd name="connsiteX623" fmla="*/ 922683 w 8759339"/>
              <a:gd name="connsiteY623" fmla="*/ 963182 h 1047791"/>
              <a:gd name="connsiteX624" fmla="*/ 933733 w 8759339"/>
              <a:gd name="connsiteY624" fmla="*/ 916580 h 1047791"/>
              <a:gd name="connsiteX625" fmla="*/ 966103 w 8759339"/>
              <a:gd name="connsiteY625" fmla="*/ 886498 h 1047791"/>
              <a:gd name="connsiteX626" fmla="*/ 1010863 w 8759339"/>
              <a:gd name="connsiteY626" fmla="*/ 878573 h 1047791"/>
              <a:gd name="connsiteX627" fmla="*/ 1460012 w 8759339"/>
              <a:gd name="connsiteY627" fmla="*/ 431673 h 1047791"/>
              <a:gd name="connsiteX628" fmla="*/ 1610050 w 8759339"/>
              <a:gd name="connsiteY628" fmla="*/ 431673 h 1047791"/>
              <a:gd name="connsiteX629" fmla="*/ 1685488 w 8759339"/>
              <a:gd name="connsiteY629" fmla="*/ 603504 h 1047791"/>
              <a:gd name="connsiteX630" fmla="*/ 1534612 w 8759339"/>
              <a:gd name="connsiteY630" fmla="*/ 603504 h 1047791"/>
              <a:gd name="connsiteX631" fmla="*/ 939909 w 8759339"/>
              <a:gd name="connsiteY631" fmla="*/ 431673 h 1047791"/>
              <a:gd name="connsiteX632" fmla="*/ 1089946 w 8759339"/>
              <a:gd name="connsiteY632" fmla="*/ 431673 h 1047791"/>
              <a:gd name="connsiteX633" fmla="*/ 1015346 w 8759339"/>
              <a:gd name="connsiteY633" fmla="*/ 603504 h 1047791"/>
              <a:gd name="connsiteX634" fmla="*/ 864471 w 8759339"/>
              <a:gd name="connsiteY634" fmla="*/ 603504 h 1047791"/>
              <a:gd name="connsiteX635" fmla="*/ 7555723 w 8759339"/>
              <a:gd name="connsiteY635" fmla="*/ 391440 h 1047791"/>
              <a:gd name="connsiteX636" fmla="*/ 7714719 w 8759339"/>
              <a:gd name="connsiteY636" fmla="*/ 391440 h 1047791"/>
              <a:gd name="connsiteX637" fmla="*/ 7714719 w 8759339"/>
              <a:gd name="connsiteY637" fmla="*/ 425806 h 1047791"/>
              <a:gd name="connsiteX638" fmla="*/ 7889824 w 8759339"/>
              <a:gd name="connsiteY638" fmla="*/ 425806 h 1047791"/>
              <a:gd name="connsiteX639" fmla="*/ 7889824 w 8759339"/>
              <a:gd name="connsiteY639" fmla="*/ 494538 h 1047791"/>
              <a:gd name="connsiteX640" fmla="*/ 7765771 w 8759339"/>
              <a:gd name="connsiteY640" fmla="*/ 494538 h 1047791"/>
              <a:gd name="connsiteX641" fmla="*/ 7889824 w 8759339"/>
              <a:gd name="connsiteY641" fmla="*/ 568300 h 1047791"/>
              <a:gd name="connsiteX642" fmla="*/ 7889824 w 8759339"/>
              <a:gd name="connsiteY642" fmla="*/ 600990 h 1047791"/>
              <a:gd name="connsiteX643" fmla="*/ 7728955 w 8759339"/>
              <a:gd name="connsiteY643" fmla="*/ 600990 h 1047791"/>
              <a:gd name="connsiteX644" fmla="*/ 7637735 w 8759339"/>
              <a:gd name="connsiteY644" fmla="*/ 540639 h 1047791"/>
              <a:gd name="connsiteX645" fmla="*/ 7546516 w 8759339"/>
              <a:gd name="connsiteY645" fmla="*/ 600990 h 1047791"/>
              <a:gd name="connsiteX646" fmla="*/ 7386485 w 8759339"/>
              <a:gd name="connsiteY646" fmla="*/ 600990 h 1047791"/>
              <a:gd name="connsiteX647" fmla="*/ 7386485 w 8759339"/>
              <a:gd name="connsiteY647" fmla="*/ 568300 h 1047791"/>
              <a:gd name="connsiteX648" fmla="*/ 7508863 w 8759339"/>
              <a:gd name="connsiteY648" fmla="*/ 494538 h 1047791"/>
              <a:gd name="connsiteX649" fmla="*/ 7381455 w 8759339"/>
              <a:gd name="connsiteY649" fmla="*/ 494538 h 1047791"/>
              <a:gd name="connsiteX650" fmla="*/ 7381455 w 8759339"/>
              <a:gd name="connsiteY650" fmla="*/ 425806 h 1047791"/>
              <a:gd name="connsiteX651" fmla="*/ 7555723 w 8759339"/>
              <a:gd name="connsiteY651" fmla="*/ 425806 h 1047791"/>
              <a:gd name="connsiteX652" fmla="*/ 7542809 w 8759339"/>
              <a:gd name="connsiteY652" fmla="*/ 290856 h 1047791"/>
              <a:gd name="connsiteX653" fmla="*/ 7542809 w 8759339"/>
              <a:gd name="connsiteY653" fmla="*/ 312649 h 1047791"/>
              <a:gd name="connsiteX654" fmla="*/ 7727213 w 8759339"/>
              <a:gd name="connsiteY654" fmla="*/ 312649 h 1047791"/>
              <a:gd name="connsiteX655" fmla="*/ 7727213 w 8759339"/>
              <a:gd name="connsiteY655" fmla="*/ 290856 h 1047791"/>
              <a:gd name="connsiteX656" fmla="*/ 4428897 w 8759339"/>
              <a:gd name="connsiteY656" fmla="*/ 236373 h 1047791"/>
              <a:gd name="connsiteX657" fmla="*/ 5032400 w 8759339"/>
              <a:gd name="connsiteY657" fmla="*/ 236373 h 1047791"/>
              <a:gd name="connsiteX658" fmla="*/ 5032400 w 8759339"/>
              <a:gd name="connsiteY658" fmla="*/ 311811 h 1047791"/>
              <a:gd name="connsiteX659" fmla="*/ 4905833 w 8759339"/>
              <a:gd name="connsiteY659" fmla="*/ 389763 h 1047791"/>
              <a:gd name="connsiteX660" fmla="*/ 5164836 w 8759339"/>
              <a:gd name="connsiteY660" fmla="*/ 389763 h 1047791"/>
              <a:gd name="connsiteX661" fmla="*/ 5164836 w 8759339"/>
              <a:gd name="connsiteY661" fmla="*/ 465201 h 1047791"/>
              <a:gd name="connsiteX662" fmla="*/ 4822851 w 8759339"/>
              <a:gd name="connsiteY662" fmla="*/ 465201 h 1047791"/>
              <a:gd name="connsiteX663" fmla="*/ 4822851 w 8759339"/>
              <a:gd name="connsiteY663" fmla="*/ 522199 h 1047791"/>
              <a:gd name="connsiteX664" fmla="*/ 4806925 w 8759339"/>
              <a:gd name="connsiteY664" fmla="*/ 604342 h 1047791"/>
              <a:gd name="connsiteX665" fmla="*/ 4654372 w 8759339"/>
              <a:gd name="connsiteY665" fmla="*/ 604342 h 1047791"/>
              <a:gd name="connsiteX666" fmla="*/ 4671975 w 8759339"/>
              <a:gd name="connsiteY666" fmla="*/ 511302 h 1047791"/>
              <a:gd name="connsiteX667" fmla="*/ 4671975 w 8759339"/>
              <a:gd name="connsiteY667" fmla="*/ 465201 h 1047791"/>
              <a:gd name="connsiteX668" fmla="*/ 4336695 w 8759339"/>
              <a:gd name="connsiteY668" fmla="*/ 465201 h 1047791"/>
              <a:gd name="connsiteX669" fmla="*/ 4336695 w 8759339"/>
              <a:gd name="connsiteY669" fmla="*/ 389763 h 1047791"/>
              <a:gd name="connsiteX670" fmla="*/ 4684547 w 8759339"/>
              <a:gd name="connsiteY670" fmla="*/ 389763 h 1047791"/>
              <a:gd name="connsiteX671" fmla="*/ 4816983 w 8759339"/>
              <a:gd name="connsiteY671" fmla="*/ 311811 h 1047791"/>
              <a:gd name="connsiteX672" fmla="*/ 4428897 w 8759339"/>
              <a:gd name="connsiteY672" fmla="*/ 311811 h 1047791"/>
              <a:gd name="connsiteX673" fmla="*/ 1062914 w 8759339"/>
              <a:gd name="connsiteY673" fmla="*/ 227152 h 1047791"/>
              <a:gd name="connsiteX674" fmla="*/ 1062914 w 8759339"/>
              <a:gd name="connsiteY674" fmla="*/ 320193 h 1047791"/>
              <a:gd name="connsiteX675" fmla="*/ 1486205 w 8759339"/>
              <a:gd name="connsiteY675" fmla="*/ 320193 h 1047791"/>
              <a:gd name="connsiteX676" fmla="*/ 1486205 w 8759339"/>
              <a:gd name="connsiteY676" fmla="*/ 227152 h 1047791"/>
              <a:gd name="connsiteX677" fmla="*/ 2354657 w 8759339"/>
              <a:gd name="connsiteY677" fmla="*/ 218770 h 1047791"/>
              <a:gd name="connsiteX678" fmla="*/ 2354657 w 8759339"/>
              <a:gd name="connsiteY678" fmla="*/ 274092 h 1047791"/>
              <a:gd name="connsiteX679" fmla="*/ 2407463 w 8759339"/>
              <a:gd name="connsiteY679" fmla="*/ 274092 h 1047791"/>
              <a:gd name="connsiteX680" fmla="*/ 2407463 w 8759339"/>
              <a:gd name="connsiteY680" fmla="*/ 218770 h 1047791"/>
              <a:gd name="connsiteX681" fmla="*/ 2151812 w 8759339"/>
              <a:gd name="connsiteY681" fmla="*/ 218770 h 1047791"/>
              <a:gd name="connsiteX682" fmla="*/ 2151812 w 8759339"/>
              <a:gd name="connsiteY682" fmla="*/ 274092 h 1047791"/>
              <a:gd name="connsiteX683" fmla="*/ 2203781 w 8759339"/>
              <a:gd name="connsiteY683" fmla="*/ 274092 h 1047791"/>
              <a:gd name="connsiteX684" fmla="*/ 2203781 w 8759339"/>
              <a:gd name="connsiteY684" fmla="*/ 218770 h 1047791"/>
              <a:gd name="connsiteX685" fmla="*/ 7542809 w 8759339"/>
              <a:gd name="connsiteY685" fmla="*/ 211227 h 1047791"/>
              <a:gd name="connsiteX686" fmla="*/ 7542809 w 8759339"/>
              <a:gd name="connsiteY686" fmla="*/ 233020 h 1047791"/>
              <a:gd name="connsiteX687" fmla="*/ 7727213 w 8759339"/>
              <a:gd name="connsiteY687" fmla="*/ 233020 h 1047791"/>
              <a:gd name="connsiteX688" fmla="*/ 7727213 w 8759339"/>
              <a:gd name="connsiteY688" fmla="*/ 211227 h 1047791"/>
              <a:gd name="connsiteX689" fmla="*/ 7298055 w 8759339"/>
              <a:gd name="connsiteY689" fmla="*/ 181890 h 1047791"/>
              <a:gd name="connsiteX690" fmla="*/ 7357567 w 8759339"/>
              <a:gd name="connsiteY690" fmla="*/ 181890 h 1047791"/>
              <a:gd name="connsiteX691" fmla="*/ 7365111 w 8759339"/>
              <a:gd name="connsiteY691" fmla="*/ 600151 h 1047791"/>
              <a:gd name="connsiteX692" fmla="*/ 7304761 w 8759339"/>
              <a:gd name="connsiteY692" fmla="*/ 600151 h 1047791"/>
              <a:gd name="connsiteX693" fmla="*/ 7070903 w 8759339"/>
              <a:gd name="connsiteY693" fmla="*/ 181890 h 1047791"/>
              <a:gd name="connsiteX694" fmla="*/ 7130415 w 8759339"/>
              <a:gd name="connsiteY694" fmla="*/ 181890 h 1047791"/>
              <a:gd name="connsiteX695" fmla="*/ 7122871 w 8759339"/>
              <a:gd name="connsiteY695" fmla="*/ 600151 h 1047791"/>
              <a:gd name="connsiteX696" fmla="*/ 7062521 w 8759339"/>
              <a:gd name="connsiteY696" fmla="*/ 600151 h 1047791"/>
              <a:gd name="connsiteX697" fmla="*/ 8168183 w 8759339"/>
              <a:gd name="connsiteY697" fmla="*/ 179375 h 1047791"/>
              <a:gd name="connsiteX698" fmla="*/ 8231048 w 8759339"/>
              <a:gd name="connsiteY698" fmla="*/ 179375 h 1047791"/>
              <a:gd name="connsiteX699" fmla="*/ 8240267 w 8759339"/>
              <a:gd name="connsiteY699" fmla="*/ 600151 h 1047791"/>
              <a:gd name="connsiteX700" fmla="*/ 8178241 w 8759339"/>
              <a:gd name="connsiteY700" fmla="*/ 600151 h 1047791"/>
              <a:gd name="connsiteX701" fmla="*/ 7934325 w 8759339"/>
              <a:gd name="connsiteY701" fmla="*/ 179375 h 1047791"/>
              <a:gd name="connsiteX702" fmla="*/ 7996352 w 8759339"/>
              <a:gd name="connsiteY702" fmla="*/ 179375 h 1047791"/>
              <a:gd name="connsiteX703" fmla="*/ 7987131 w 8759339"/>
              <a:gd name="connsiteY703" fmla="*/ 600151 h 1047791"/>
              <a:gd name="connsiteX704" fmla="*/ 7925105 w 8759339"/>
              <a:gd name="connsiteY704" fmla="*/ 600151 h 1047791"/>
              <a:gd name="connsiteX705" fmla="*/ 912039 w 8759339"/>
              <a:gd name="connsiteY705" fmla="*/ 151714 h 1047791"/>
              <a:gd name="connsiteX706" fmla="*/ 1637081 w 8759339"/>
              <a:gd name="connsiteY706" fmla="*/ 151714 h 1047791"/>
              <a:gd name="connsiteX707" fmla="*/ 1637081 w 8759339"/>
              <a:gd name="connsiteY707" fmla="*/ 395631 h 1047791"/>
              <a:gd name="connsiteX708" fmla="*/ 1349578 w 8759339"/>
              <a:gd name="connsiteY708" fmla="*/ 395631 h 1047791"/>
              <a:gd name="connsiteX709" fmla="*/ 1349578 w 8759339"/>
              <a:gd name="connsiteY709" fmla="*/ 516331 h 1047791"/>
              <a:gd name="connsiteX710" fmla="*/ 1327786 w 8759339"/>
              <a:gd name="connsiteY710" fmla="*/ 603504 h 1047791"/>
              <a:gd name="connsiteX711" fmla="*/ 1178586 w 8759339"/>
              <a:gd name="connsiteY711" fmla="*/ 603504 h 1047791"/>
              <a:gd name="connsiteX712" fmla="*/ 1203732 w 8759339"/>
              <a:gd name="connsiteY712" fmla="*/ 504597 h 1047791"/>
              <a:gd name="connsiteX713" fmla="*/ 1203732 w 8759339"/>
              <a:gd name="connsiteY713" fmla="*/ 395631 h 1047791"/>
              <a:gd name="connsiteX714" fmla="*/ 912039 w 8759339"/>
              <a:gd name="connsiteY714" fmla="*/ 395631 h 1047791"/>
              <a:gd name="connsiteX715" fmla="*/ 7391933 w 8759339"/>
              <a:gd name="connsiteY715" fmla="*/ 144171 h 1047791"/>
              <a:gd name="connsiteX716" fmla="*/ 7878089 w 8759339"/>
              <a:gd name="connsiteY716" fmla="*/ 144171 h 1047791"/>
              <a:gd name="connsiteX717" fmla="*/ 7878089 w 8759339"/>
              <a:gd name="connsiteY717" fmla="*/ 379705 h 1047791"/>
              <a:gd name="connsiteX718" fmla="*/ 7391933 w 8759339"/>
              <a:gd name="connsiteY718" fmla="*/ 379705 h 1047791"/>
              <a:gd name="connsiteX719" fmla="*/ 6072226 w 8759339"/>
              <a:gd name="connsiteY719" fmla="*/ 113157 h 1047791"/>
              <a:gd name="connsiteX720" fmla="*/ 6072226 w 8759339"/>
              <a:gd name="connsiteY720" fmla="*/ 285826 h 1047791"/>
              <a:gd name="connsiteX721" fmla="*/ 6285967 w 8759339"/>
              <a:gd name="connsiteY721" fmla="*/ 285826 h 1047791"/>
              <a:gd name="connsiteX722" fmla="*/ 6285967 w 8759339"/>
              <a:gd name="connsiteY722" fmla="*/ 113157 h 1047791"/>
              <a:gd name="connsiteX723" fmla="*/ 5405476 w 8759339"/>
              <a:gd name="connsiteY723" fmla="*/ 113157 h 1047791"/>
              <a:gd name="connsiteX724" fmla="*/ 5405476 w 8759339"/>
              <a:gd name="connsiteY724" fmla="*/ 285826 h 1047791"/>
              <a:gd name="connsiteX725" fmla="*/ 5619217 w 8759339"/>
              <a:gd name="connsiteY725" fmla="*/ 285826 h 1047791"/>
              <a:gd name="connsiteX726" fmla="*/ 5619217 w 8759339"/>
              <a:gd name="connsiteY726" fmla="*/ 113157 h 1047791"/>
              <a:gd name="connsiteX727" fmla="*/ 4349268 w 8759339"/>
              <a:gd name="connsiteY727" fmla="*/ 106452 h 1047791"/>
              <a:gd name="connsiteX728" fmla="*/ 5151425 w 8759339"/>
              <a:gd name="connsiteY728" fmla="*/ 106452 h 1047791"/>
              <a:gd name="connsiteX729" fmla="*/ 5151425 w 8759339"/>
              <a:gd name="connsiteY729" fmla="*/ 223800 h 1047791"/>
              <a:gd name="connsiteX730" fmla="*/ 5000549 w 8759339"/>
              <a:gd name="connsiteY730" fmla="*/ 223800 h 1047791"/>
              <a:gd name="connsiteX731" fmla="*/ 5000549 w 8759339"/>
              <a:gd name="connsiteY731" fmla="*/ 181890 h 1047791"/>
              <a:gd name="connsiteX732" fmla="*/ 4500144 w 8759339"/>
              <a:gd name="connsiteY732" fmla="*/ 181890 h 1047791"/>
              <a:gd name="connsiteX733" fmla="*/ 4500144 w 8759339"/>
              <a:gd name="connsiteY733" fmla="*/ 223800 h 1047791"/>
              <a:gd name="connsiteX734" fmla="*/ 4349268 w 8759339"/>
              <a:gd name="connsiteY734" fmla="*/ 223800 h 1047791"/>
              <a:gd name="connsiteX735" fmla="*/ 2354657 w 8759339"/>
              <a:gd name="connsiteY735" fmla="*/ 85497 h 1047791"/>
              <a:gd name="connsiteX736" fmla="*/ 2354657 w 8759339"/>
              <a:gd name="connsiteY736" fmla="*/ 143332 h 1047791"/>
              <a:gd name="connsiteX737" fmla="*/ 2407463 w 8759339"/>
              <a:gd name="connsiteY737" fmla="*/ 143332 h 1047791"/>
              <a:gd name="connsiteX738" fmla="*/ 2407463 w 8759339"/>
              <a:gd name="connsiteY738" fmla="*/ 85497 h 1047791"/>
              <a:gd name="connsiteX739" fmla="*/ 2151812 w 8759339"/>
              <a:gd name="connsiteY739" fmla="*/ 85497 h 1047791"/>
              <a:gd name="connsiteX740" fmla="*/ 2151812 w 8759339"/>
              <a:gd name="connsiteY740" fmla="*/ 143332 h 1047791"/>
              <a:gd name="connsiteX741" fmla="*/ 2203781 w 8759339"/>
              <a:gd name="connsiteY741" fmla="*/ 143332 h 1047791"/>
              <a:gd name="connsiteX742" fmla="*/ 2203781 w 8759339"/>
              <a:gd name="connsiteY742" fmla="*/ 85497 h 1047791"/>
              <a:gd name="connsiteX743" fmla="*/ 5917159 w 8759339"/>
              <a:gd name="connsiteY743" fmla="*/ 35205 h 1047791"/>
              <a:gd name="connsiteX744" fmla="*/ 6441034 w 8759339"/>
              <a:gd name="connsiteY744" fmla="*/ 35205 h 1047791"/>
              <a:gd name="connsiteX745" fmla="*/ 6441034 w 8759339"/>
              <a:gd name="connsiteY745" fmla="*/ 365455 h 1047791"/>
              <a:gd name="connsiteX746" fmla="*/ 6072226 w 8759339"/>
              <a:gd name="connsiteY746" fmla="*/ 365455 h 1047791"/>
              <a:gd name="connsiteX747" fmla="*/ 6072226 w 8759339"/>
              <a:gd name="connsiteY747" fmla="*/ 595960 h 1047791"/>
              <a:gd name="connsiteX748" fmla="*/ 5917159 w 8759339"/>
              <a:gd name="connsiteY748" fmla="*/ 595960 h 1047791"/>
              <a:gd name="connsiteX749" fmla="*/ 5250409 w 8759339"/>
              <a:gd name="connsiteY749" fmla="*/ 35205 h 1047791"/>
              <a:gd name="connsiteX750" fmla="*/ 5774284 w 8759339"/>
              <a:gd name="connsiteY750" fmla="*/ 35205 h 1047791"/>
              <a:gd name="connsiteX751" fmla="*/ 5774284 w 8759339"/>
              <a:gd name="connsiteY751" fmla="*/ 365455 h 1047791"/>
              <a:gd name="connsiteX752" fmla="*/ 5405476 w 8759339"/>
              <a:gd name="connsiteY752" fmla="*/ 365455 h 1047791"/>
              <a:gd name="connsiteX753" fmla="*/ 5405476 w 8759339"/>
              <a:gd name="connsiteY753" fmla="*/ 595960 h 1047791"/>
              <a:gd name="connsiteX754" fmla="*/ 5250409 w 8759339"/>
              <a:gd name="connsiteY754" fmla="*/ 595960 h 1047791"/>
              <a:gd name="connsiteX755" fmla="*/ 6538341 w 8759339"/>
              <a:gd name="connsiteY755" fmla="*/ 34366 h 1047791"/>
              <a:gd name="connsiteX756" fmla="*/ 7009409 w 8759339"/>
              <a:gd name="connsiteY756" fmla="*/ 34366 h 1047791"/>
              <a:gd name="connsiteX757" fmla="*/ 7009409 w 8759339"/>
              <a:gd name="connsiteY757" fmla="*/ 112319 h 1047791"/>
              <a:gd name="connsiteX758" fmla="*/ 6850989 w 8759339"/>
              <a:gd name="connsiteY758" fmla="*/ 112319 h 1047791"/>
              <a:gd name="connsiteX759" fmla="*/ 6850989 w 8759339"/>
              <a:gd name="connsiteY759" fmla="*/ 597637 h 1047791"/>
              <a:gd name="connsiteX760" fmla="*/ 6696761 w 8759339"/>
              <a:gd name="connsiteY760" fmla="*/ 597637 h 1047791"/>
              <a:gd name="connsiteX761" fmla="*/ 6696761 w 8759339"/>
              <a:gd name="connsiteY761" fmla="*/ 112319 h 1047791"/>
              <a:gd name="connsiteX762" fmla="*/ 6538341 w 8759339"/>
              <a:gd name="connsiteY762" fmla="*/ 112319 h 1047791"/>
              <a:gd name="connsiteX763" fmla="*/ 2653436 w 8759339"/>
              <a:gd name="connsiteY763" fmla="*/ 31852 h 1047791"/>
              <a:gd name="connsiteX764" fmla="*/ 3380994 w 8759339"/>
              <a:gd name="connsiteY764" fmla="*/ 31852 h 1047791"/>
              <a:gd name="connsiteX765" fmla="*/ 3380994 w 8759339"/>
              <a:gd name="connsiteY765" fmla="*/ 107290 h 1047791"/>
              <a:gd name="connsiteX766" fmla="*/ 3092653 w 8759339"/>
              <a:gd name="connsiteY766" fmla="*/ 107290 h 1047791"/>
              <a:gd name="connsiteX767" fmla="*/ 3092653 w 8759339"/>
              <a:gd name="connsiteY767" fmla="*/ 524713 h 1047791"/>
              <a:gd name="connsiteX768" fmla="*/ 3409493 w 8759339"/>
              <a:gd name="connsiteY768" fmla="*/ 524713 h 1047791"/>
              <a:gd name="connsiteX769" fmla="*/ 3409493 w 8759339"/>
              <a:gd name="connsiteY769" fmla="*/ 600151 h 1047791"/>
              <a:gd name="connsiteX770" fmla="*/ 2624938 w 8759339"/>
              <a:gd name="connsiteY770" fmla="*/ 600151 h 1047791"/>
              <a:gd name="connsiteX771" fmla="*/ 2624938 w 8759339"/>
              <a:gd name="connsiteY771" fmla="*/ 524713 h 1047791"/>
              <a:gd name="connsiteX772" fmla="*/ 2941777 w 8759339"/>
              <a:gd name="connsiteY772" fmla="*/ 524713 h 1047791"/>
              <a:gd name="connsiteX773" fmla="*/ 2941777 w 8759339"/>
              <a:gd name="connsiteY773" fmla="*/ 107290 h 1047791"/>
              <a:gd name="connsiteX774" fmla="*/ 2653436 w 8759339"/>
              <a:gd name="connsiteY774" fmla="*/ 107290 h 1047791"/>
              <a:gd name="connsiteX775" fmla="*/ 1724330 w 8759339"/>
              <a:gd name="connsiteY775" fmla="*/ 16764 h 1047791"/>
              <a:gd name="connsiteX776" fmla="*/ 1989202 w 8759339"/>
              <a:gd name="connsiteY776" fmla="*/ 16764 h 1047791"/>
              <a:gd name="connsiteX777" fmla="*/ 1989202 w 8759339"/>
              <a:gd name="connsiteY777" fmla="*/ 92202 h 1047791"/>
              <a:gd name="connsiteX778" fmla="*/ 1932204 w 8759339"/>
              <a:gd name="connsiteY778" fmla="*/ 92202 h 1047791"/>
              <a:gd name="connsiteX779" fmla="*/ 1932204 w 8759339"/>
              <a:gd name="connsiteY779" fmla="*/ 268224 h 1047791"/>
              <a:gd name="connsiteX780" fmla="*/ 1988364 w 8759339"/>
              <a:gd name="connsiteY780" fmla="*/ 268224 h 1047791"/>
              <a:gd name="connsiteX781" fmla="*/ 1988364 w 8759339"/>
              <a:gd name="connsiteY781" fmla="*/ 343662 h 1047791"/>
              <a:gd name="connsiteX782" fmla="*/ 1932204 w 8759339"/>
              <a:gd name="connsiteY782" fmla="*/ 343662 h 1047791"/>
              <a:gd name="connsiteX783" fmla="*/ 1932204 w 8759339"/>
              <a:gd name="connsiteY783" fmla="*/ 517170 h 1047791"/>
              <a:gd name="connsiteX784" fmla="*/ 1989202 w 8759339"/>
              <a:gd name="connsiteY784" fmla="*/ 516331 h 1047791"/>
              <a:gd name="connsiteX785" fmla="*/ 1989202 w 8759339"/>
              <a:gd name="connsiteY785" fmla="*/ 591769 h 1047791"/>
              <a:gd name="connsiteX786" fmla="*/ 1724330 w 8759339"/>
              <a:gd name="connsiteY786" fmla="*/ 596799 h 1047791"/>
              <a:gd name="connsiteX787" fmla="*/ 1724330 w 8759339"/>
              <a:gd name="connsiteY787" fmla="*/ 521361 h 1047791"/>
              <a:gd name="connsiteX788" fmla="*/ 1781328 w 8759339"/>
              <a:gd name="connsiteY788" fmla="*/ 520522 h 1047791"/>
              <a:gd name="connsiteX789" fmla="*/ 1781328 w 8759339"/>
              <a:gd name="connsiteY789" fmla="*/ 343662 h 1047791"/>
              <a:gd name="connsiteX790" fmla="*/ 1725169 w 8759339"/>
              <a:gd name="connsiteY790" fmla="*/ 343662 h 1047791"/>
              <a:gd name="connsiteX791" fmla="*/ 1725169 w 8759339"/>
              <a:gd name="connsiteY791" fmla="*/ 268224 h 1047791"/>
              <a:gd name="connsiteX792" fmla="*/ 1781328 w 8759339"/>
              <a:gd name="connsiteY792" fmla="*/ 268224 h 1047791"/>
              <a:gd name="connsiteX793" fmla="*/ 1781328 w 8759339"/>
              <a:gd name="connsiteY793" fmla="*/ 92202 h 1047791"/>
              <a:gd name="connsiteX794" fmla="*/ 1724330 w 8759339"/>
              <a:gd name="connsiteY794" fmla="*/ 92202 h 1047791"/>
              <a:gd name="connsiteX795" fmla="*/ 2010156 w 8759339"/>
              <a:gd name="connsiteY795" fmla="*/ 10059 h 1047791"/>
              <a:gd name="connsiteX796" fmla="*/ 2549957 w 8759339"/>
              <a:gd name="connsiteY796" fmla="*/ 10059 h 1047791"/>
              <a:gd name="connsiteX797" fmla="*/ 2549957 w 8759339"/>
              <a:gd name="connsiteY797" fmla="*/ 349530 h 1047791"/>
              <a:gd name="connsiteX798" fmla="*/ 2354657 w 8759339"/>
              <a:gd name="connsiteY798" fmla="*/ 349530 h 1047791"/>
              <a:gd name="connsiteX799" fmla="*/ 2354657 w 8759339"/>
              <a:gd name="connsiteY799" fmla="*/ 399822 h 1047791"/>
              <a:gd name="connsiteX800" fmla="*/ 2549119 w 8759339"/>
              <a:gd name="connsiteY800" fmla="*/ 399822 h 1047791"/>
              <a:gd name="connsiteX801" fmla="*/ 2549119 w 8759339"/>
              <a:gd name="connsiteY801" fmla="*/ 475260 h 1047791"/>
              <a:gd name="connsiteX802" fmla="*/ 2354657 w 8759339"/>
              <a:gd name="connsiteY802" fmla="*/ 475260 h 1047791"/>
              <a:gd name="connsiteX803" fmla="*/ 2354657 w 8759339"/>
              <a:gd name="connsiteY803" fmla="*/ 523875 h 1047791"/>
              <a:gd name="connsiteX804" fmla="*/ 2556662 w 8759339"/>
              <a:gd name="connsiteY804" fmla="*/ 523875 h 1047791"/>
              <a:gd name="connsiteX805" fmla="*/ 2556662 w 8759339"/>
              <a:gd name="connsiteY805" fmla="*/ 599313 h 1047791"/>
              <a:gd name="connsiteX806" fmla="*/ 2002613 w 8759339"/>
              <a:gd name="connsiteY806" fmla="*/ 599313 h 1047791"/>
              <a:gd name="connsiteX807" fmla="*/ 2002613 w 8759339"/>
              <a:gd name="connsiteY807" fmla="*/ 523875 h 1047791"/>
              <a:gd name="connsiteX808" fmla="*/ 2203781 w 8759339"/>
              <a:gd name="connsiteY808" fmla="*/ 523875 h 1047791"/>
              <a:gd name="connsiteX809" fmla="*/ 2203781 w 8759339"/>
              <a:gd name="connsiteY809" fmla="*/ 475260 h 1047791"/>
              <a:gd name="connsiteX810" fmla="*/ 2010156 w 8759339"/>
              <a:gd name="connsiteY810" fmla="*/ 475260 h 1047791"/>
              <a:gd name="connsiteX811" fmla="*/ 2010156 w 8759339"/>
              <a:gd name="connsiteY811" fmla="*/ 399822 h 1047791"/>
              <a:gd name="connsiteX812" fmla="*/ 2203781 w 8759339"/>
              <a:gd name="connsiteY812" fmla="*/ 399822 h 1047791"/>
              <a:gd name="connsiteX813" fmla="*/ 2203781 w 8759339"/>
              <a:gd name="connsiteY813" fmla="*/ 349530 h 1047791"/>
              <a:gd name="connsiteX814" fmla="*/ 2010156 w 8759339"/>
              <a:gd name="connsiteY814" fmla="*/ 349530 h 1047791"/>
              <a:gd name="connsiteX815" fmla="*/ 451790 w 8759339"/>
              <a:gd name="connsiteY815" fmla="*/ 6706 h 1047791"/>
              <a:gd name="connsiteX816" fmla="*/ 602666 w 8759339"/>
              <a:gd name="connsiteY816" fmla="*/ 6706 h 1047791"/>
              <a:gd name="connsiteX817" fmla="*/ 602666 w 8759339"/>
              <a:gd name="connsiteY817" fmla="*/ 130759 h 1047791"/>
              <a:gd name="connsiteX818" fmla="*/ 812216 w 8759339"/>
              <a:gd name="connsiteY818" fmla="*/ 75438 h 1047791"/>
              <a:gd name="connsiteX819" fmla="*/ 812216 w 8759339"/>
              <a:gd name="connsiteY819" fmla="*/ 158420 h 1047791"/>
              <a:gd name="connsiteX820" fmla="*/ 602666 w 8759339"/>
              <a:gd name="connsiteY820" fmla="*/ 214579 h 1047791"/>
              <a:gd name="connsiteX821" fmla="*/ 602666 w 8759339"/>
              <a:gd name="connsiteY821" fmla="*/ 518846 h 1047791"/>
              <a:gd name="connsiteX822" fmla="*/ 815569 w 8759339"/>
              <a:gd name="connsiteY822" fmla="*/ 518846 h 1047791"/>
              <a:gd name="connsiteX823" fmla="*/ 815569 w 8759339"/>
              <a:gd name="connsiteY823" fmla="*/ 594284 h 1047791"/>
              <a:gd name="connsiteX824" fmla="*/ 451790 w 8759339"/>
              <a:gd name="connsiteY824" fmla="*/ 594284 h 1047791"/>
              <a:gd name="connsiteX825" fmla="*/ 187757 w 8759339"/>
              <a:gd name="connsiteY825" fmla="*/ 6706 h 1047791"/>
              <a:gd name="connsiteX826" fmla="*/ 338633 w 8759339"/>
              <a:gd name="connsiteY826" fmla="*/ 6706 h 1047791"/>
              <a:gd name="connsiteX827" fmla="*/ 338633 w 8759339"/>
              <a:gd name="connsiteY827" fmla="*/ 600990 h 1047791"/>
              <a:gd name="connsiteX828" fmla="*/ 187757 w 8759339"/>
              <a:gd name="connsiteY828" fmla="*/ 600990 h 1047791"/>
              <a:gd name="connsiteX829" fmla="*/ 187757 w 8759339"/>
              <a:gd name="connsiteY829" fmla="*/ 486994 h 1047791"/>
              <a:gd name="connsiteX830" fmla="*/ 0 w 8759339"/>
              <a:gd name="connsiteY830" fmla="*/ 555727 h 1047791"/>
              <a:gd name="connsiteX831" fmla="*/ 0 w 8759339"/>
              <a:gd name="connsiteY831" fmla="*/ 466039 h 1047791"/>
              <a:gd name="connsiteX832" fmla="*/ 187757 w 8759339"/>
              <a:gd name="connsiteY832" fmla="*/ 397307 h 1047791"/>
              <a:gd name="connsiteX833" fmla="*/ 187757 w 8759339"/>
              <a:gd name="connsiteY833" fmla="*/ 190272 h 1047791"/>
              <a:gd name="connsiteX834" fmla="*/ 0 w 8759339"/>
              <a:gd name="connsiteY834" fmla="*/ 190272 h 1047791"/>
              <a:gd name="connsiteX835" fmla="*/ 0 w 8759339"/>
              <a:gd name="connsiteY835" fmla="*/ 114834 h 1047791"/>
              <a:gd name="connsiteX836" fmla="*/ 187757 w 8759339"/>
              <a:gd name="connsiteY836" fmla="*/ 114834 h 1047791"/>
              <a:gd name="connsiteX837" fmla="*/ 8754085 w 8759339"/>
              <a:gd name="connsiteY837" fmla="*/ 5029 h 1047791"/>
              <a:gd name="connsiteX838" fmla="*/ 8754085 w 8759339"/>
              <a:gd name="connsiteY838" fmla="*/ 81306 h 1047791"/>
              <a:gd name="connsiteX839" fmla="*/ 8402879 w 8759339"/>
              <a:gd name="connsiteY839" fmla="*/ 86335 h 1047791"/>
              <a:gd name="connsiteX840" fmla="*/ 8402040 w 8759339"/>
              <a:gd name="connsiteY840" fmla="*/ 128245 h 1047791"/>
              <a:gd name="connsiteX841" fmla="*/ 8743188 w 8759339"/>
              <a:gd name="connsiteY841" fmla="*/ 128245 h 1047791"/>
              <a:gd name="connsiteX842" fmla="*/ 8743188 w 8759339"/>
              <a:gd name="connsiteY842" fmla="*/ 375514 h 1047791"/>
              <a:gd name="connsiteX843" fmla="*/ 8668588 w 8759339"/>
              <a:gd name="connsiteY843" fmla="*/ 462687 h 1047791"/>
              <a:gd name="connsiteX844" fmla="*/ 8757437 w 8759339"/>
              <a:gd name="connsiteY844" fmla="*/ 559080 h 1047791"/>
              <a:gd name="connsiteX845" fmla="*/ 8757437 w 8759339"/>
              <a:gd name="connsiteY845" fmla="*/ 600151 h 1047791"/>
              <a:gd name="connsiteX846" fmla="*/ 8619972 w 8759339"/>
              <a:gd name="connsiteY846" fmla="*/ 600151 h 1047791"/>
              <a:gd name="connsiteX847" fmla="*/ 8583930 w 8759339"/>
              <a:gd name="connsiteY847" fmla="*/ 560756 h 1047791"/>
              <a:gd name="connsiteX848" fmla="*/ 8550402 w 8759339"/>
              <a:gd name="connsiteY848" fmla="*/ 600151 h 1047791"/>
              <a:gd name="connsiteX849" fmla="*/ 8409584 w 8759339"/>
              <a:gd name="connsiteY849" fmla="*/ 600151 h 1047791"/>
              <a:gd name="connsiteX850" fmla="*/ 8409584 w 8759339"/>
              <a:gd name="connsiteY850" fmla="*/ 559080 h 1047791"/>
              <a:gd name="connsiteX851" fmla="*/ 8494242 w 8759339"/>
              <a:gd name="connsiteY851" fmla="*/ 464363 h 1047791"/>
              <a:gd name="connsiteX852" fmla="*/ 8419643 w 8759339"/>
              <a:gd name="connsiteY852" fmla="*/ 382219 h 1047791"/>
              <a:gd name="connsiteX853" fmla="*/ 8419643 w 8759339"/>
              <a:gd name="connsiteY853" fmla="*/ 231343 h 1047791"/>
              <a:gd name="connsiteX854" fmla="*/ 8558784 w 8759339"/>
              <a:gd name="connsiteY854" fmla="*/ 231343 h 1047791"/>
              <a:gd name="connsiteX855" fmla="*/ 8558784 w 8759339"/>
              <a:gd name="connsiteY855" fmla="*/ 342824 h 1047791"/>
              <a:gd name="connsiteX856" fmla="*/ 8580577 w 8759339"/>
              <a:gd name="connsiteY856" fmla="*/ 367132 h 1047791"/>
              <a:gd name="connsiteX857" fmla="*/ 8602370 w 8759339"/>
              <a:gd name="connsiteY857" fmla="*/ 342824 h 1047791"/>
              <a:gd name="connsiteX858" fmla="*/ 8602370 w 8759339"/>
              <a:gd name="connsiteY858" fmla="*/ 203683 h 1047791"/>
              <a:gd name="connsiteX859" fmla="*/ 8400364 w 8759339"/>
              <a:gd name="connsiteY859" fmla="*/ 203683 h 1047791"/>
              <a:gd name="connsiteX860" fmla="*/ 8392820 w 8759339"/>
              <a:gd name="connsiteY860" fmla="*/ 600151 h 1047791"/>
              <a:gd name="connsiteX861" fmla="*/ 8251164 w 8759339"/>
              <a:gd name="connsiteY861" fmla="*/ 600151 h 1047791"/>
              <a:gd name="connsiteX862" fmla="*/ 8262061 w 8759339"/>
              <a:gd name="connsiteY862" fmla="*/ 11735 h 1047791"/>
              <a:gd name="connsiteX863" fmla="*/ 4968697 w 8759339"/>
              <a:gd name="connsiteY863" fmla="*/ 4191 h 1047791"/>
              <a:gd name="connsiteX864" fmla="*/ 5126279 w 8759339"/>
              <a:gd name="connsiteY864" fmla="*/ 4191 h 1047791"/>
              <a:gd name="connsiteX865" fmla="*/ 5082693 w 8759339"/>
              <a:gd name="connsiteY865" fmla="*/ 88849 h 1047791"/>
              <a:gd name="connsiteX866" fmla="*/ 4925949 w 8759339"/>
              <a:gd name="connsiteY866" fmla="*/ 88849 h 1047791"/>
              <a:gd name="connsiteX867" fmla="*/ 4641800 w 8759339"/>
              <a:gd name="connsiteY867" fmla="*/ 4191 h 1047791"/>
              <a:gd name="connsiteX868" fmla="*/ 4799381 w 8759339"/>
              <a:gd name="connsiteY868" fmla="*/ 4191 h 1047791"/>
              <a:gd name="connsiteX869" fmla="*/ 4842129 w 8759339"/>
              <a:gd name="connsiteY869" fmla="*/ 88849 h 1047791"/>
              <a:gd name="connsiteX870" fmla="*/ 4685386 w 8759339"/>
              <a:gd name="connsiteY870" fmla="*/ 88849 h 1047791"/>
              <a:gd name="connsiteX871" fmla="*/ 4374414 w 8759339"/>
              <a:gd name="connsiteY871" fmla="*/ 4191 h 1047791"/>
              <a:gd name="connsiteX872" fmla="*/ 4531995 w 8759339"/>
              <a:gd name="connsiteY872" fmla="*/ 4191 h 1047791"/>
              <a:gd name="connsiteX873" fmla="*/ 4575581 w 8759339"/>
              <a:gd name="connsiteY873" fmla="*/ 88849 h 1047791"/>
              <a:gd name="connsiteX874" fmla="*/ 4418000 w 8759339"/>
              <a:gd name="connsiteY874" fmla="*/ 88849 h 1047791"/>
              <a:gd name="connsiteX875" fmla="*/ 3808552 w 8759339"/>
              <a:gd name="connsiteY875" fmla="*/ 3353 h 1047791"/>
              <a:gd name="connsiteX876" fmla="*/ 3959428 w 8759339"/>
              <a:gd name="connsiteY876" fmla="*/ 3353 h 1047791"/>
              <a:gd name="connsiteX877" fmla="*/ 3959428 w 8759339"/>
              <a:gd name="connsiteY877" fmla="*/ 106452 h 1047791"/>
              <a:gd name="connsiteX878" fmla="*/ 4286326 w 8759339"/>
              <a:gd name="connsiteY878" fmla="*/ 106452 h 1047791"/>
              <a:gd name="connsiteX879" fmla="*/ 4286326 w 8759339"/>
              <a:gd name="connsiteY879" fmla="*/ 181890 h 1047791"/>
              <a:gd name="connsiteX880" fmla="*/ 3983736 w 8759339"/>
              <a:gd name="connsiteY880" fmla="*/ 181890 h 1047791"/>
              <a:gd name="connsiteX881" fmla="*/ 4272077 w 8759339"/>
              <a:gd name="connsiteY881" fmla="*/ 563271 h 1047791"/>
              <a:gd name="connsiteX882" fmla="*/ 4272077 w 8759339"/>
              <a:gd name="connsiteY882" fmla="*/ 600990 h 1047791"/>
              <a:gd name="connsiteX883" fmla="*/ 4109466 w 8759339"/>
              <a:gd name="connsiteY883" fmla="*/ 600990 h 1047791"/>
              <a:gd name="connsiteX884" fmla="*/ 3883990 w 8759339"/>
              <a:gd name="connsiteY884" fmla="*/ 295885 h 1047791"/>
              <a:gd name="connsiteX885" fmla="*/ 3658514 w 8759339"/>
              <a:gd name="connsiteY885" fmla="*/ 600990 h 1047791"/>
              <a:gd name="connsiteX886" fmla="*/ 3495903 w 8759339"/>
              <a:gd name="connsiteY886" fmla="*/ 600990 h 1047791"/>
              <a:gd name="connsiteX887" fmla="*/ 3495903 w 8759339"/>
              <a:gd name="connsiteY887" fmla="*/ 563271 h 1047791"/>
              <a:gd name="connsiteX888" fmla="*/ 3784244 w 8759339"/>
              <a:gd name="connsiteY888" fmla="*/ 181890 h 1047791"/>
              <a:gd name="connsiteX889" fmla="*/ 3481654 w 8759339"/>
              <a:gd name="connsiteY889" fmla="*/ 181890 h 1047791"/>
              <a:gd name="connsiteX890" fmla="*/ 3481654 w 8759339"/>
              <a:gd name="connsiteY890" fmla="*/ 106452 h 1047791"/>
              <a:gd name="connsiteX891" fmla="*/ 3808552 w 8759339"/>
              <a:gd name="connsiteY891" fmla="*/ 106452 h 1047791"/>
              <a:gd name="connsiteX892" fmla="*/ 1199541 w 8759339"/>
              <a:gd name="connsiteY892" fmla="*/ 2515 h 1047791"/>
              <a:gd name="connsiteX893" fmla="*/ 1349578 w 8759339"/>
              <a:gd name="connsiteY893" fmla="*/ 2515 h 1047791"/>
              <a:gd name="connsiteX894" fmla="*/ 1349578 w 8759339"/>
              <a:gd name="connsiteY894" fmla="*/ 37719 h 1047791"/>
              <a:gd name="connsiteX895" fmla="*/ 1688212 w 8759339"/>
              <a:gd name="connsiteY895" fmla="*/ 37719 h 1047791"/>
              <a:gd name="connsiteX896" fmla="*/ 1688212 w 8759339"/>
              <a:gd name="connsiteY896" fmla="*/ 113157 h 1047791"/>
              <a:gd name="connsiteX897" fmla="*/ 860070 w 8759339"/>
              <a:gd name="connsiteY897" fmla="*/ 113157 h 1047791"/>
              <a:gd name="connsiteX898" fmla="*/ 860070 w 8759339"/>
              <a:gd name="connsiteY898" fmla="*/ 37719 h 1047791"/>
              <a:gd name="connsiteX899" fmla="*/ 1199541 w 8759339"/>
              <a:gd name="connsiteY899" fmla="*/ 37719 h 1047791"/>
              <a:gd name="connsiteX900" fmla="*/ 8011439 w 8759339"/>
              <a:gd name="connsiteY900" fmla="*/ 1677 h 1047791"/>
              <a:gd name="connsiteX901" fmla="*/ 8152257 w 8759339"/>
              <a:gd name="connsiteY901" fmla="*/ 1677 h 1047791"/>
              <a:gd name="connsiteX902" fmla="*/ 8152257 w 8759339"/>
              <a:gd name="connsiteY902" fmla="*/ 75438 h 1047791"/>
              <a:gd name="connsiteX903" fmla="*/ 8240267 w 8759339"/>
              <a:gd name="connsiteY903" fmla="*/ 75438 h 1047791"/>
              <a:gd name="connsiteX904" fmla="*/ 8240267 w 8759339"/>
              <a:gd name="connsiteY904" fmla="*/ 150876 h 1047791"/>
              <a:gd name="connsiteX905" fmla="*/ 8152257 w 8759339"/>
              <a:gd name="connsiteY905" fmla="*/ 150876 h 1047791"/>
              <a:gd name="connsiteX906" fmla="*/ 8152257 w 8759339"/>
              <a:gd name="connsiteY906" fmla="*/ 600151 h 1047791"/>
              <a:gd name="connsiteX907" fmla="*/ 8011439 w 8759339"/>
              <a:gd name="connsiteY907" fmla="*/ 600151 h 1047791"/>
              <a:gd name="connsiteX908" fmla="*/ 8011439 w 8759339"/>
              <a:gd name="connsiteY908" fmla="*/ 150876 h 1047791"/>
              <a:gd name="connsiteX909" fmla="*/ 7929295 w 8759339"/>
              <a:gd name="connsiteY909" fmla="*/ 150876 h 1047791"/>
              <a:gd name="connsiteX910" fmla="*/ 7929295 w 8759339"/>
              <a:gd name="connsiteY910" fmla="*/ 75438 h 1047791"/>
              <a:gd name="connsiteX911" fmla="*/ 8011439 w 8759339"/>
              <a:gd name="connsiteY911" fmla="*/ 75438 h 1047791"/>
              <a:gd name="connsiteX912" fmla="*/ 7143826 w 8759339"/>
              <a:gd name="connsiteY912" fmla="*/ 1677 h 1047791"/>
              <a:gd name="connsiteX913" fmla="*/ 7284643 w 8759339"/>
              <a:gd name="connsiteY913" fmla="*/ 1677 h 1047791"/>
              <a:gd name="connsiteX914" fmla="*/ 7284643 w 8759339"/>
              <a:gd name="connsiteY914" fmla="*/ 81306 h 1047791"/>
              <a:gd name="connsiteX915" fmla="*/ 7367625 w 8759339"/>
              <a:gd name="connsiteY915" fmla="*/ 81306 h 1047791"/>
              <a:gd name="connsiteX916" fmla="*/ 7367625 w 8759339"/>
              <a:gd name="connsiteY916" fmla="*/ 156744 h 1047791"/>
              <a:gd name="connsiteX917" fmla="*/ 7284643 w 8759339"/>
              <a:gd name="connsiteY917" fmla="*/ 156744 h 1047791"/>
              <a:gd name="connsiteX918" fmla="*/ 7284643 w 8759339"/>
              <a:gd name="connsiteY918" fmla="*/ 600151 h 1047791"/>
              <a:gd name="connsiteX919" fmla="*/ 7143826 w 8759339"/>
              <a:gd name="connsiteY919" fmla="*/ 600151 h 1047791"/>
              <a:gd name="connsiteX920" fmla="*/ 7143826 w 8759339"/>
              <a:gd name="connsiteY920" fmla="*/ 156744 h 1047791"/>
              <a:gd name="connsiteX921" fmla="*/ 7060006 w 8759339"/>
              <a:gd name="connsiteY921" fmla="*/ 156744 h 1047791"/>
              <a:gd name="connsiteX922" fmla="*/ 7060006 w 8759339"/>
              <a:gd name="connsiteY922" fmla="*/ 81306 h 1047791"/>
              <a:gd name="connsiteX923" fmla="*/ 7143826 w 8759339"/>
              <a:gd name="connsiteY923" fmla="*/ 81306 h 1047791"/>
              <a:gd name="connsiteX924" fmla="*/ 7433843 w 8759339"/>
              <a:gd name="connsiteY924" fmla="*/ 0 h 1047791"/>
              <a:gd name="connsiteX925" fmla="*/ 7584719 w 8759339"/>
              <a:gd name="connsiteY925" fmla="*/ 0 h 1047791"/>
              <a:gd name="connsiteX926" fmla="*/ 7584719 w 8759339"/>
              <a:gd name="connsiteY926" fmla="*/ 25984 h 1047791"/>
              <a:gd name="connsiteX927" fmla="*/ 7690332 w 8759339"/>
              <a:gd name="connsiteY927" fmla="*/ 25984 h 1047791"/>
              <a:gd name="connsiteX928" fmla="*/ 7690332 w 8759339"/>
              <a:gd name="connsiteY928" fmla="*/ 0 h 1047791"/>
              <a:gd name="connsiteX929" fmla="*/ 7836179 w 8759339"/>
              <a:gd name="connsiteY929" fmla="*/ 0 h 1047791"/>
              <a:gd name="connsiteX930" fmla="*/ 7836179 w 8759339"/>
              <a:gd name="connsiteY930" fmla="*/ 25984 h 1047791"/>
              <a:gd name="connsiteX931" fmla="*/ 7889824 w 8759339"/>
              <a:gd name="connsiteY931" fmla="*/ 25984 h 1047791"/>
              <a:gd name="connsiteX932" fmla="*/ 7889824 w 8759339"/>
              <a:gd name="connsiteY932" fmla="*/ 101422 h 1047791"/>
              <a:gd name="connsiteX933" fmla="*/ 7836179 w 8759339"/>
              <a:gd name="connsiteY933" fmla="*/ 101422 h 1047791"/>
              <a:gd name="connsiteX934" fmla="*/ 7836179 w 8759339"/>
              <a:gd name="connsiteY934" fmla="*/ 127407 h 1047791"/>
              <a:gd name="connsiteX935" fmla="*/ 7690332 w 8759339"/>
              <a:gd name="connsiteY935" fmla="*/ 127407 h 1047791"/>
              <a:gd name="connsiteX936" fmla="*/ 7690332 w 8759339"/>
              <a:gd name="connsiteY936" fmla="*/ 101422 h 1047791"/>
              <a:gd name="connsiteX937" fmla="*/ 7584719 w 8759339"/>
              <a:gd name="connsiteY937" fmla="*/ 101422 h 1047791"/>
              <a:gd name="connsiteX938" fmla="*/ 7584719 w 8759339"/>
              <a:gd name="connsiteY938" fmla="*/ 127407 h 1047791"/>
              <a:gd name="connsiteX939" fmla="*/ 7433843 w 8759339"/>
              <a:gd name="connsiteY939" fmla="*/ 127407 h 1047791"/>
              <a:gd name="connsiteX940" fmla="*/ 7433843 w 8759339"/>
              <a:gd name="connsiteY940" fmla="*/ 101422 h 1047791"/>
              <a:gd name="connsiteX941" fmla="*/ 7381037 w 8759339"/>
              <a:gd name="connsiteY941" fmla="*/ 101422 h 1047791"/>
              <a:gd name="connsiteX942" fmla="*/ 7381037 w 8759339"/>
              <a:gd name="connsiteY942" fmla="*/ 25984 h 1047791"/>
              <a:gd name="connsiteX943" fmla="*/ 7433843 w 8759339"/>
              <a:gd name="connsiteY943" fmla="*/ 25984 h 1047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</a:cxnLst>
            <a:rect l="l" t="t" r="r" b="b"/>
            <a:pathLst>
              <a:path w="8759339" h="1047791">
                <a:moveTo>
                  <a:pt x="56131" y="976688"/>
                </a:moveTo>
                <a:lnTo>
                  <a:pt x="56131" y="1009840"/>
                </a:lnTo>
                <a:lnTo>
                  <a:pt x="81916" y="1009840"/>
                </a:lnTo>
                <a:cubicBezTo>
                  <a:pt x="90622" y="1009840"/>
                  <a:pt x="96762" y="1008296"/>
                  <a:pt x="100333" y="1005207"/>
                </a:cubicBezTo>
                <a:cubicBezTo>
                  <a:pt x="103905" y="1002119"/>
                  <a:pt x="105691" y="997971"/>
                  <a:pt x="105691" y="992762"/>
                </a:cubicBezTo>
                <a:cubicBezTo>
                  <a:pt x="105691" y="987925"/>
                  <a:pt x="103924" y="984037"/>
                  <a:pt x="100389" y="981097"/>
                </a:cubicBezTo>
                <a:cubicBezTo>
                  <a:pt x="96854" y="978158"/>
                  <a:pt x="90659" y="976688"/>
                  <a:pt x="81804" y="976688"/>
                </a:cubicBezTo>
                <a:close/>
                <a:moveTo>
                  <a:pt x="8030435" y="923780"/>
                </a:moveTo>
                <a:lnTo>
                  <a:pt x="8012563" y="982604"/>
                </a:lnTo>
                <a:lnTo>
                  <a:pt x="8048500" y="982604"/>
                </a:lnTo>
                <a:close/>
                <a:moveTo>
                  <a:pt x="7030309" y="923780"/>
                </a:moveTo>
                <a:lnTo>
                  <a:pt x="7012438" y="982604"/>
                </a:lnTo>
                <a:lnTo>
                  <a:pt x="7048375" y="982604"/>
                </a:lnTo>
                <a:close/>
                <a:moveTo>
                  <a:pt x="4740757" y="916859"/>
                </a:moveTo>
                <a:cubicBezTo>
                  <a:pt x="4730562" y="916859"/>
                  <a:pt x="4722376" y="920468"/>
                  <a:pt x="4716200" y="927686"/>
                </a:cubicBezTo>
                <a:cubicBezTo>
                  <a:pt x="4710024" y="934905"/>
                  <a:pt x="4706935" y="946848"/>
                  <a:pt x="4706935" y="963517"/>
                </a:cubicBezTo>
                <a:cubicBezTo>
                  <a:pt x="4706935" y="980037"/>
                  <a:pt x="4710005" y="991906"/>
                  <a:pt x="4716144" y="999124"/>
                </a:cubicBezTo>
                <a:cubicBezTo>
                  <a:pt x="4722283" y="1006342"/>
                  <a:pt x="4730636" y="1009951"/>
                  <a:pt x="4741203" y="1009951"/>
                </a:cubicBezTo>
                <a:cubicBezTo>
                  <a:pt x="4752067" y="1009951"/>
                  <a:pt x="4760476" y="1006417"/>
                  <a:pt x="4766429" y="999347"/>
                </a:cubicBezTo>
                <a:cubicBezTo>
                  <a:pt x="4772383" y="992278"/>
                  <a:pt x="4775359" y="979590"/>
                  <a:pt x="4775359" y="961284"/>
                </a:cubicBezTo>
                <a:cubicBezTo>
                  <a:pt x="4775359" y="945881"/>
                  <a:pt x="4772252" y="934625"/>
                  <a:pt x="4766039" y="927519"/>
                </a:cubicBezTo>
                <a:cubicBezTo>
                  <a:pt x="4759825" y="920412"/>
                  <a:pt x="4751398" y="916859"/>
                  <a:pt x="4740757" y="916859"/>
                </a:cubicBezTo>
                <a:close/>
                <a:moveTo>
                  <a:pt x="4378807" y="916859"/>
                </a:moveTo>
                <a:cubicBezTo>
                  <a:pt x="4368612" y="916859"/>
                  <a:pt x="4360426" y="920468"/>
                  <a:pt x="4354250" y="927686"/>
                </a:cubicBezTo>
                <a:cubicBezTo>
                  <a:pt x="4348074" y="934905"/>
                  <a:pt x="4344985" y="946848"/>
                  <a:pt x="4344985" y="963517"/>
                </a:cubicBezTo>
                <a:cubicBezTo>
                  <a:pt x="4344985" y="980037"/>
                  <a:pt x="4348055" y="991906"/>
                  <a:pt x="4354194" y="999124"/>
                </a:cubicBezTo>
                <a:cubicBezTo>
                  <a:pt x="4360333" y="1006342"/>
                  <a:pt x="4368686" y="1009951"/>
                  <a:pt x="4379253" y="1009951"/>
                </a:cubicBezTo>
                <a:cubicBezTo>
                  <a:pt x="4390117" y="1009951"/>
                  <a:pt x="4398526" y="1006417"/>
                  <a:pt x="4404479" y="999347"/>
                </a:cubicBezTo>
                <a:cubicBezTo>
                  <a:pt x="4410433" y="992278"/>
                  <a:pt x="4413409" y="979590"/>
                  <a:pt x="4413409" y="961284"/>
                </a:cubicBezTo>
                <a:cubicBezTo>
                  <a:pt x="4413409" y="945881"/>
                  <a:pt x="4410302" y="934625"/>
                  <a:pt x="4404089" y="927519"/>
                </a:cubicBezTo>
                <a:cubicBezTo>
                  <a:pt x="4397875" y="920412"/>
                  <a:pt x="4389448" y="916859"/>
                  <a:pt x="4378807" y="916859"/>
                </a:cubicBezTo>
                <a:close/>
                <a:moveTo>
                  <a:pt x="2950056" y="916859"/>
                </a:moveTo>
                <a:cubicBezTo>
                  <a:pt x="2939862" y="916859"/>
                  <a:pt x="2931676" y="920468"/>
                  <a:pt x="2925500" y="927686"/>
                </a:cubicBezTo>
                <a:cubicBezTo>
                  <a:pt x="2919323" y="934905"/>
                  <a:pt x="2916235" y="946848"/>
                  <a:pt x="2916235" y="963517"/>
                </a:cubicBezTo>
                <a:cubicBezTo>
                  <a:pt x="2916235" y="980037"/>
                  <a:pt x="2919305" y="991906"/>
                  <a:pt x="2925444" y="999124"/>
                </a:cubicBezTo>
                <a:cubicBezTo>
                  <a:pt x="2931583" y="1006342"/>
                  <a:pt x="2939936" y="1009951"/>
                  <a:pt x="2950503" y="1009951"/>
                </a:cubicBezTo>
                <a:cubicBezTo>
                  <a:pt x="2961367" y="1009951"/>
                  <a:pt x="2969776" y="1006417"/>
                  <a:pt x="2975729" y="999347"/>
                </a:cubicBezTo>
                <a:cubicBezTo>
                  <a:pt x="2981682" y="992278"/>
                  <a:pt x="2984659" y="979590"/>
                  <a:pt x="2984659" y="961284"/>
                </a:cubicBezTo>
                <a:cubicBezTo>
                  <a:pt x="2984659" y="945881"/>
                  <a:pt x="2981552" y="934625"/>
                  <a:pt x="2975339" y="927519"/>
                </a:cubicBezTo>
                <a:cubicBezTo>
                  <a:pt x="2969125" y="920412"/>
                  <a:pt x="2960698" y="916859"/>
                  <a:pt x="2950056" y="916859"/>
                </a:cubicBezTo>
                <a:close/>
                <a:moveTo>
                  <a:pt x="6675447" y="914627"/>
                </a:moveTo>
                <a:lnTo>
                  <a:pt x="6675447" y="951127"/>
                </a:lnTo>
                <a:lnTo>
                  <a:pt x="6687837" y="951127"/>
                </a:lnTo>
                <a:cubicBezTo>
                  <a:pt x="6697585" y="951127"/>
                  <a:pt x="6704432" y="949434"/>
                  <a:pt x="6708375" y="946048"/>
                </a:cubicBezTo>
                <a:cubicBezTo>
                  <a:pt x="6712319" y="942662"/>
                  <a:pt x="6714291" y="938328"/>
                  <a:pt x="6714291" y="933044"/>
                </a:cubicBezTo>
                <a:cubicBezTo>
                  <a:pt x="6714291" y="927910"/>
                  <a:pt x="6712580" y="923556"/>
                  <a:pt x="6709157" y="919985"/>
                </a:cubicBezTo>
                <a:cubicBezTo>
                  <a:pt x="6705734" y="916413"/>
                  <a:pt x="6699297" y="914627"/>
                  <a:pt x="6689847" y="914627"/>
                </a:cubicBezTo>
                <a:close/>
                <a:moveTo>
                  <a:pt x="5618173" y="914627"/>
                </a:moveTo>
                <a:lnTo>
                  <a:pt x="5618173" y="951127"/>
                </a:lnTo>
                <a:lnTo>
                  <a:pt x="5630563" y="951127"/>
                </a:lnTo>
                <a:cubicBezTo>
                  <a:pt x="5640311" y="951127"/>
                  <a:pt x="5647157" y="949434"/>
                  <a:pt x="5651101" y="946048"/>
                </a:cubicBezTo>
                <a:cubicBezTo>
                  <a:pt x="5655045" y="942662"/>
                  <a:pt x="5657017" y="938328"/>
                  <a:pt x="5657017" y="933044"/>
                </a:cubicBezTo>
                <a:cubicBezTo>
                  <a:pt x="5657017" y="927910"/>
                  <a:pt x="5655305" y="923556"/>
                  <a:pt x="5651882" y="919985"/>
                </a:cubicBezTo>
                <a:cubicBezTo>
                  <a:pt x="5648459" y="916413"/>
                  <a:pt x="5642022" y="914627"/>
                  <a:pt x="5632572" y="914627"/>
                </a:cubicBezTo>
                <a:close/>
                <a:moveTo>
                  <a:pt x="5437198" y="914627"/>
                </a:moveTo>
                <a:lnTo>
                  <a:pt x="5437198" y="951127"/>
                </a:lnTo>
                <a:lnTo>
                  <a:pt x="5449588" y="951127"/>
                </a:lnTo>
                <a:cubicBezTo>
                  <a:pt x="5459336" y="951127"/>
                  <a:pt x="5466182" y="949434"/>
                  <a:pt x="5470126" y="946048"/>
                </a:cubicBezTo>
                <a:cubicBezTo>
                  <a:pt x="5474070" y="942662"/>
                  <a:pt x="5476042" y="938328"/>
                  <a:pt x="5476042" y="933044"/>
                </a:cubicBezTo>
                <a:cubicBezTo>
                  <a:pt x="5476042" y="927910"/>
                  <a:pt x="5474330" y="923556"/>
                  <a:pt x="5470907" y="919985"/>
                </a:cubicBezTo>
                <a:cubicBezTo>
                  <a:pt x="5467484" y="916413"/>
                  <a:pt x="5461047" y="914627"/>
                  <a:pt x="5451597" y="914627"/>
                </a:cubicBezTo>
                <a:close/>
                <a:moveTo>
                  <a:pt x="56131" y="914515"/>
                </a:moveTo>
                <a:lnTo>
                  <a:pt x="56131" y="945546"/>
                </a:lnTo>
                <a:lnTo>
                  <a:pt x="78121" y="945546"/>
                </a:lnTo>
                <a:cubicBezTo>
                  <a:pt x="86009" y="945546"/>
                  <a:pt x="91497" y="944188"/>
                  <a:pt x="94585" y="941472"/>
                </a:cubicBezTo>
                <a:cubicBezTo>
                  <a:pt x="97673" y="938755"/>
                  <a:pt x="99217" y="934830"/>
                  <a:pt x="99217" y="929696"/>
                </a:cubicBezTo>
                <a:cubicBezTo>
                  <a:pt x="99217" y="924933"/>
                  <a:pt x="97673" y="921212"/>
                  <a:pt x="94585" y="918533"/>
                </a:cubicBezTo>
                <a:cubicBezTo>
                  <a:pt x="91497" y="915855"/>
                  <a:pt x="86120" y="914515"/>
                  <a:pt x="78456" y="914515"/>
                </a:cubicBezTo>
                <a:close/>
                <a:moveTo>
                  <a:pt x="8512842" y="881364"/>
                </a:moveTo>
                <a:lnTo>
                  <a:pt x="8563518" y="881364"/>
                </a:lnTo>
                <a:lnTo>
                  <a:pt x="8563518" y="1045000"/>
                </a:lnTo>
                <a:lnTo>
                  <a:pt x="8512842" y="1045000"/>
                </a:lnTo>
                <a:close/>
                <a:moveTo>
                  <a:pt x="8003477" y="881364"/>
                </a:moveTo>
                <a:lnTo>
                  <a:pt x="8058631" y="881364"/>
                </a:lnTo>
                <a:lnTo>
                  <a:pt x="8120122" y="1045000"/>
                </a:lnTo>
                <a:lnTo>
                  <a:pt x="8067173" y="1045000"/>
                </a:lnTo>
                <a:lnTo>
                  <a:pt x="8058989" y="1017988"/>
                </a:lnTo>
                <a:lnTo>
                  <a:pt x="8001581" y="1017988"/>
                </a:lnTo>
                <a:lnTo>
                  <a:pt x="7993605" y="1045000"/>
                </a:lnTo>
                <a:lnTo>
                  <a:pt x="7941975" y="1045000"/>
                </a:lnTo>
                <a:close/>
                <a:moveTo>
                  <a:pt x="7796458" y="881364"/>
                </a:moveTo>
                <a:lnTo>
                  <a:pt x="7847023" y="881364"/>
                </a:lnTo>
                <a:lnTo>
                  <a:pt x="7847023" y="1004705"/>
                </a:lnTo>
                <a:lnTo>
                  <a:pt x="7925939" y="1004705"/>
                </a:lnTo>
                <a:lnTo>
                  <a:pt x="7925939" y="1045000"/>
                </a:lnTo>
                <a:lnTo>
                  <a:pt x="7796458" y="1045000"/>
                </a:lnTo>
                <a:close/>
                <a:moveTo>
                  <a:pt x="7310571" y="881364"/>
                </a:moveTo>
                <a:lnTo>
                  <a:pt x="7446079" y="881364"/>
                </a:lnTo>
                <a:lnTo>
                  <a:pt x="7446079" y="916301"/>
                </a:lnTo>
                <a:lnTo>
                  <a:pt x="7361247" y="916301"/>
                </a:lnTo>
                <a:lnTo>
                  <a:pt x="7361247" y="942309"/>
                </a:lnTo>
                <a:lnTo>
                  <a:pt x="7439941" y="942309"/>
                </a:lnTo>
                <a:lnTo>
                  <a:pt x="7439941" y="975684"/>
                </a:lnTo>
                <a:lnTo>
                  <a:pt x="7361247" y="975684"/>
                </a:lnTo>
                <a:lnTo>
                  <a:pt x="7361247" y="1007942"/>
                </a:lnTo>
                <a:lnTo>
                  <a:pt x="7448535" y="1007942"/>
                </a:lnTo>
                <a:lnTo>
                  <a:pt x="7448535" y="1045000"/>
                </a:lnTo>
                <a:lnTo>
                  <a:pt x="7310571" y="1045000"/>
                </a:lnTo>
                <a:close/>
                <a:moveTo>
                  <a:pt x="7127736" y="881364"/>
                </a:moveTo>
                <a:lnTo>
                  <a:pt x="7281439" y="881364"/>
                </a:lnTo>
                <a:lnTo>
                  <a:pt x="7281439" y="921770"/>
                </a:lnTo>
                <a:lnTo>
                  <a:pt x="7229869" y="921770"/>
                </a:lnTo>
                <a:lnTo>
                  <a:pt x="7229869" y="1045000"/>
                </a:lnTo>
                <a:lnTo>
                  <a:pt x="7179305" y="1045000"/>
                </a:lnTo>
                <a:lnTo>
                  <a:pt x="7179305" y="921770"/>
                </a:lnTo>
                <a:lnTo>
                  <a:pt x="7127736" y="921770"/>
                </a:lnTo>
                <a:close/>
                <a:moveTo>
                  <a:pt x="7003351" y="881364"/>
                </a:moveTo>
                <a:lnTo>
                  <a:pt x="7058506" y="881364"/>
                </a:lnTo>
                <a:lnTo>
                  <a:pt x="7119997" y="1045000"/>
                </a:lnTo>
                <a:lnTo>
                  <a:pt x="7067049" y="1045000"/>
                </a:lnTo>
                <a:lnTo>
                  <a:pt x="7058863" y="1017988"/>
                </a:lnTo>
                <a:lnTo>
                  <a:pt x="7001455" y="1017988"/>
                </a:lnTo>
                <a:lnTo>
                  <a:pt x="6993480" y="1045000"/>
                </a:lnTo>
                <a:lnTo>
                  <a:pt x="6941850" y="1045000"/>
                </a:lnTo>
                <a:close/>
                <a:moveTo>
                  <a:pt x="6796333" y="881364"/>
                </a:moveTo>
                <a:lnTo>
                  <a:pt x="6846897" y="881364"/>
                </a:lnTo>
                <a:lnTo>
                  <a:pt x="6846897" y="1004705"/>
                </a:lnTo>
                <a:lnTo>
                  <a:pt x="6925813" y="1004705"/>
                </a:lnTo>
                <a:lnTo>
                  <a:pt x="6925813" y="1045000"/>
                </a:lnTo>
                <a:lnTo>
                  <a:pt x="6796333" y="1045000"/>
                </a:lnTo>
                <a:close/>
                <a:moveTo>
                  <a:pt x="6624660" y="881364"/>
                </a:moveTo>
                <a:lnTo>
                  <a:pt x="6708711" y="881364"/>
                </a:lnTo>
                <a:cubicBezTo>
                  <a:pt x="6727017" y="881364"/>
                  <a:pt x="6740727" y="885717"/>
                  <a:pt x="6749843" y="894423"/>
                </a:cubicBezTo>
                <a:cubicBezTo>
                  <a:pt x="6758959" y="903130"/>
                  <a:pt x="6763517" y="915520"/>
                  <a:pt x="6763517" y="931593"/>
                </a:cubicBezTo>
                <a:cubicBezTo>
                  <a:pt x="6763517" y="948113"/>
                  <a:pt x="6758549" y="961024"/>
                  <a:pt x="6748615" y="970326"/>
                </a:cubicBezTo>
                <a:cubicBezTo>
                  <a:pt x="6738681" y="979627"/>
                  <a:pt x="6723519" y="984278"/>
                  <a:pt x="6703129" y="984278"/>
                </a:cubicBezTo>
                <a:lnTo>
                  <a:pt x="6675447" y="984278"/>
                </a:lnTo>
                <a:lnTo>
                  <a:pt x="6675447" y="1045000"/>
                </a:lnTo>
                <a:lnTo>
                  <a:pt x="6624660" y="1045000"/>
                </a:lnTo>
                <a:close/>
                <a:moveTo>
                  <a:pt x="6386200" y="881364"/>
                </a:moveTo>
                <a:lnTo>
                  <a:pt x="6452699" y="881364"/>
                </a:lnTo>
                <a:lnTo>
                  <a:pt x="6478344" y="980930"/>
                </a:lnTo>
                <a:lnTo>
                  <a:pt x="6503805" y="881364"/>
                </a:lnTo>
                <a:lnTo>
                  <a:pt x="6570263" y="881364"/>
                </a:lnTo>
                <a:lnTo>
                  <a:pt x="6570263" y="1045000"/>
                </a:lnTo>
                <a:lnTo>
                  <a:pt x="6528852" y="1045000"/>
                </a:lnTo>
                <a:lnTo>
                  <a:pt x="6528852" y="920208"/>
                </a:lnTo>
                <a:lnTo>
                  <a:pt x="6496944" y="1045000"/>
                </a:lnTo>
                <a:lnTo>
                  <a:pt x="6459462" y="1045000"/>
                </a:lnTo>
                <a:lnTo>
                  <a:pt x="6427612" y="920208"/>
                </a:lnTo>
                <a:lnTo>
                  <a:pt x="6427612" y="1045000"/>
                </a:lnTo>
                <a:lnTo>
                  <a:pt x="6386200" y="1045000"/>
                </a:lnTo>
                <a:close/>
                <a:moveTo>
                  <a:pt x="6215197" y="881364"/>
                </a:moveTo>
                <a:lnTo>
                  <a:pt x="6350705" y="881364"/>
                </a:lnTo>
                <a:lnTo>
                  <a:pt x="6350705" y="916301"/>
                </a:lnTo>
                <a:lnTo>
                  <a:pt x="6265873" y="916301"/>
                </a:lnTo>
                <a:lnTo>
                  <a:pt x="6265873" y="942309"/>
                </a:lnTo>
                <a:lnTo>
                  <a:pt x="6344566" y="942309"/>
                </a:lnTo>
                <a:lnTo>
                  <a:pt x="6344566" y="975684"/>
                </a:lnTo>
                <a:lnTo>
                  <a:pt x="6265873" y="975684"/>
                </a:lnTo>
                <a:lnTo>
                  <a:pt x="6265873" y="1007942"/>
                </a:lnTo>
                <a:lnTo>
                  <a:pt x="6353160" y="1007942"/>
                </a:lnTo>
                <a:lnTo>
                  <a:pt x="6353160" y="1045000"/>
                </a:lnTo>
                <a:lnTo>
                  <a:pt x="6215197" y="1045000"/>
                </a:lnTo>
                <a:close/>
                <a:moveTo>
                  <a:pt x="6032361" y="881364"/>
                </a:moveTo>
                <a:lnTo>
                  <a:pt x="6186064" y="881364"/>
                </a:lnTo>
                <a:lnTo>
                  <a:pt x="6186064" y="921770"/>
                </a:lnTo>
                <a:lnTo>
                  <a:pt x="6134495" y="921770"/>
                </a:lnTo>
                <a:lnTo>
                  <a:pt x="6134495" y="1045000"/>
                </a:lnTo>
                <a:lnTo>
                  <a:pt x="6083930" y="1045000"/>
                </a:lnTo>
                <a:lnTo>
                  <a:pt x="6083930" y="921770"/>
                </a:lnTo>
                <a:lnTo>
                  <a:pt x="6032361" y="921770"/>
                </a:lnTo>
                <a:close/>
                <a:moveTo>
                  <a:pt x="5727561" y="881364"/>
                </a:moveTo>
                <a:lnTo>
                  <a:pt x="5881264" y="881364"/>
                </a:lnTo>
                <a:lnTo>
                  <a:pt x="5881264" y="921770"/>
                </a:lnTo>
                <a:lnTo>
                  <a:pt x="5829695" y="921770"/>
                </a:lnTo>
                <a:lnTo>
                  <a:pt x="5829695" y="1045000"/>
                </a:lnTo>
                <a:lnTo>
                  <a:pt x="5779130" y="1045000"/>
                </a:lnTo>
                <a:lnTo>
                  <a:pt x="5779130" y="921770"/>
                </a:lnTo>
                <a:lnTo>
                  <a:pt x="5727561" y="921770"/>
                </a:lnTo>
                <a:close/>
                <a:moveTo>
                  <a:pt x="5567385" y="881364"/>
                </a:moveTo>
                <a:lnTo>
                  <a:pt x="5651436" y="881364"/>
                </a:lnTo>
                <a:cubicBezTo>
                  <a:pt x="5669742" y="881364"/>
                  <a:pt x="5683453" y="885717"/>
                  <a:pt x="5692568" y="894423"/>
                </a:cubicBezTo>
                <a:cubicBezTo>
                  <a:pt x="5701684" y="903130"/>
                  <a:pt x="5706242" y="915520"/>
                  <a:pt x="5706242" y="931593"/>
                </a:cubicBezTo>
                <a:cubicBezTo>
                  <a:pt x="5706242" y="948113"/>
                  <a:pt x="5701275" y="961024"/>
                  <a:pt x="5691340" y="970326"/>
                </a:cubicBezTo>
                <a:cubicBezTo>
                  <a:pt x="5681406" y="979627"/>
                  <a:pt x="5666244" y="984278"/>
                  <a:pt x="5645855" y="984278"/>
                </a:cubicBezTo>
                <a:lnTo>
                  <a:pt x="5618173" y="984278"/>
                </a:lnTo>
                <a:lnTo>
                  <a:pt x="5618173" y="1045000"/>
                </a:lnTo>
                <a:lnTo>
                  <a:pt x="5567385" y="1045000"/>
                </a:lnTo>
                <a:close/>
                <a:moveTo>
                  <a:pt x="5386410" y="881364"/>
                </a:moveTo>
                <a:lnTo>
                  <a:pt x="5470461" y="881364"/>
                </a:lnTo>
                <a:cubicBezTo>
                  <a:pt x="5488767" y="881364"/>
                  <a:pt x="5502478" y="885717"/>
                  <a:pt x="5511593" y="894423"/>
                </a:cubicBezTo>
                <a:cubicBezTo>
                  <a:pt x="5520709" y="903130"/>
                  <a:pt x="5525267" y="915520"/>
                  <a:pt x="5525267" y="931593"/>
                </a:cubicBezTo>
                <a:cubicBezTo>
                  <a:pt x="5525267" y="948113"/>
                  <a:pt x="5520300" y="961024"/>
                  <a:pt x="5510365" y="970326"/>
                </a:cubicBezTo>
                <a:cubicBezTo>
                  <a:pt x="5500431" y="979627"/>
                  <a:pt x="5485269" y="984278"/>
                  <a:pt x="5464880" y="984278"/>
                </a:cubicBezTo>
                <a:lnTo>
                  <a:pt x="5437198" y="984278"/>
                </a:lnTo>
                <a:lnTo>
                  <a:pt x="5437198" y="1045000"/>
                </a:lnTo>
                <a:lnTo>
                  <a:pt x="5386410" y="1045000"/>
                </a:lnTo>
                <a:close/>
                <a:moveTo>
                  <a:pt x="5055788" y="881364"/>
                </a:moveTo>
                <a:lnTo>
                  <a:pt x="5111953" y="881364"/>
                </a:lnTo>
                <a:lnTo>
                  <a:pt x="5144925" y="936565"/>
                </a:lnTo>
                <a:lnTo>
                  <a:pt x="5177960" y="881364"/>
                </a:lnTo>
                <a:lnTo>
                  <a:pt x="5233824" y="881364"/>
                </a:lnTo>
                <a:lnTo>
                  <a:pt x="5170200" y="976465"/>
                </a:lnTo>
                <a:lnTo>
                  <a:pt x="5170200" y="1045000"/>
                </a:lnTo>
                <a:lnTo>
                  <a:pt x="5119524" y="1045000"/>
                </a:lnTo>
                <a:lnTo>
                  <a:pt x="5119524" y="976465"/>
                </a:lnTo>
                <a:close/>
                <a:moveTo>
                  <a:pt x="4500808" y="881364"/>
                </a:moveTo>
                <a:lnTo>
                  <a:pt x="4551373" y="881364"/>
                </a:lnTo>
                <a:lnTo>
                  <a:pt x="4551373" y="1004705"/>
                </a:lnTo>
                <a:lnTo>
                  <a:pt x="4630289" y="1004705"/>
                </a:lnTo>
                <a:lnTo>
                  <a:pt x="4630289" y="1045000"/>
                </a:lnTo>
                <a:lnTo>
                  <a:pt x="4500808" y="1045000"/>
                </a:lnTo>
                <a:close/>
                <a:moveTo>
                  <a:pt x="4101093" y="881364"/>
                </a:moveTo>
                <a:lnTo>
                  <a:pt x="4148309" y="881364"/>
                </a:lnTo>
                <a:lnTo>
                  <a:pt x="4209924" y="971895"/>
                </a:lnTo>
                <a:lnTo>
                  <a:pt x="4209924" y="881364"/>
                </a:lnTo>
                <a:lnTo>
                  <a:pt x="4257586" y="881364"/>
                </a:lnTo>
                <a:lnTo>
                  <a:pt x="4257586" y="1045000"/>
                </a:lnTo>
                <a:lnTo>
                  <a:pt x="4209924" y="1045000"/>
                </a:lnTo>
                <a:lnTo>
                  <a:pt x="4148644" y="955152"/>
                </a:lnTo>
                <a:lnTo>
                  <a:pt x="4148644" y="1045000"/>
                </a:lnTo>
                <a:lnTo>
                  <a:pt x="4101093" y="1045000"/>
                </a:lnTo>
                <a:close/>
                <a:moveTo>
                  <a:pt x="3900957" y="881364"/>
                </a:moveTo>
                <a:lnTo>
                  <a:pt x="3951521" y="881364"/>
                </a:lnTo>
                <a:lnTo>
                  <a:pt x="3951521" y="938625"/>
                </a:lnTo>
                <a:lnTo>
                  <a:pt x="4006773" y="938625"/>
                </a:lnTo>
                <a:lnTo>
                  <a:pt x="4006773" y="881364"/>
                </a:lnTo>
                <a:lnTo>
                  <a:pt x="4057561" y="881364"/>
                </a:lnTo>
                <a:lnTo>
                  <a:pt x="4057561" y="1045000"/>
                </a:lnTo>
                <a:lnTo>
                  <a:pt x="4006773" y="1045000"/>
                </a:lnTo>
                <a:lnTo>
                  <a:pt x="4006773" y="978809"/>
                </a:lnTo>
                <a:lnTo>
                  <a:pt x="3951521" y="978809"/>
                </a:lnTo>
                <a:lnTo>
                  <a:pt x="3951521" y="1045000"/>
                </a:lnTo>
                <a:lnTo>
                  <a:pt x="3900957" y="1045000"/>
                </a:lnTo>
                <a:close/>
                <a:moveTo>
                  <a:pt x="3538672" y="881364"/>
                </a:moveTo>
                <a:lnTo>
                  <a:pt x="3674180" y="881364"/>
                </a:lnTo>
                <a:lnTo>
                  <a:pt x="3674180" y="916301"/>
                </a:lnTo>
                <a:lnTo>
                  <a:pt x="3589348" y="916301"/>
                </a:lnTo>
                <a:lnTo>
                  <a:pt x="3589348" y="942309"/>
                </a:lnTo>
                <a:lnTo>
                  <a:pt x="3668041" y="942309"/>
                </a:lnTo>
                <a:lnTo>
                  <a:pt x="3668041" y="975684"/>
                </a:lnTo>
                <a:lnTo>
                  <a:pt x="3589348" y="975684"/>
                </a:lnTo>
                <a:lnTo>
                  <a:pt x="3589348" y="1007942"/>
                </a:lnTo>
                <a:lnTo>
                  <a:pt x="3676635" y="1007942"/>
                </a:lnTo>
                <a:lnTo>
                  <a:pt x="3676635" y="1045000"/>
                </a:lnTo>
                <a:lnTo>
                  <a:pt x="3538672" y="1045000"/>
                </a:lnTo>
                <a:close/>
                <a:moveTo>
                  <a:pt x="3346311" y="881364"/>
                </a:moveTo>
                <a:lnTo>
                  <a:pt x="3500014" y="881364"/>
                </a:lnTo>
                <a:lnTo>
                  <a:pt x="3500014" y="921770"/>
                </a:lnTo>
                <a:lnTo>
                  <a:pt x="3448445" y="921770"/>
                </a:lnTo>
                <a:lnTo>
                  <a:pt x="3448445" y="1045000"/>
                </a:lnTo>
                <a:lnTo>
                  <a:pt x="3397880" y="1045000"/>
                </a:lnTo>
                <a:lnTo>
                  <a:pt x="3397880" y="921770"/>
                </a:lnTo>
                <a:lnTo>
                  <a:pt x="3346311" y="921770"/>
                </a:lnTo>
                <a:close/>
                <a:moveTo>
                  <a:pt x="3072282" y="881364"/>
                </a:moveTo>
                <a:lnTo>
                  <a:pt x="3197297" y="881364"/>
                </a:lnTo>
                <a:lnTo>
                  <a:pt x="3197297" y="916524"/>
                </a:lnTo>
                <a:lnTo>
                  <a:pt x="3123069" y="916524"/>
                </a:lnTo>
                <a:lnTo>
                  <a:pt x="3123069" y="945099"/>
                </a:lnTo>
                <a:lnTo>
                  <a:pt x="3186470" y="945099"/>
                </a:lnTo>
                <a:lnTo>
                  <a:pt x="3186470" y="978139"/>
                </a:lnTo>
                <a:lnTo>
                  <a:pt x="3123069" y="978139"/>
                </a:lnTo>
                <a:lnTo>
                  <a:pt x="3123069" y="1045000"/>
                </a:lnTo>
                <a:lnTo>
                  <a:pt x="3072282" y="1045000"/>
                </a:lnTo>
                <a:close/>
                <a:moveTo>
                  <a:pt x="2567122" y="881364"/>
                </a:moveTo>
                <a:lnTo>
                  <a:pt x="2702630" y="881364"/>
                </a:lnTo>
                <a:lnTo>
                  <a:pt x="2702630" y="916301"/>
                </a:lnTo>
                <a:lnTo>
                  <a:pt x="2617798" y="916301"/>
                </a:lnTo>
                <a:lnTo>
                  <a:pt x="2617798" y="942309"/>
                </a:lnTo>
                <a:lnTo>
                  <a:pt x="2696491" y="942309"/>
                </a:lnTo>
                <a:lnTo>
                  <a:pt x="2696491" y="975684"/>
                </a:lnTo>
                <a:lnTo>
                  <a:pt x="2617798" y="975684"/>
                </a:lnTo>
                <a:lnTo>
                  <a:pt x="2617798" y="1007942"/>
                </a:lnTo>
                <a:lnTo>
                  <a:pt x="2705085" y="1007942"/>
                </a:lnTo>
                <a:lnTo>
                  <a:pt x="2705085" y="1045000"/>
                </a:lnTo>
                <a:lnTo>
                  <a:pt x="2567122" y="1045000"/>
                </a:lnTo>
                <a:close/>
                <a:moveTo>
                  <a:pt x="2384287" y="881364"/>
                </a:moveTo>
                <a:lnTo>
                  <a:pt x="2537989" y="881364"/>
                </a:lnTo>
                <a:lnTo>
                  <a:pt x="2537989" y="921770"/>
                </a:lnTo>
                <a:lnTo>
                  <a:pt x="2486420" y="921770"/>
                </a:lnTo>
                <a:lnTo>
                  <a:pt x="2486420" y="1045000"/>
                </a:lnTo>
                <a:lnTo>
                  <a:pt x="2435856" y="1045000"/>
                </a:lnTo>
                <a:lnTo>
                  <a:pt x="2435856" y="921770"/>
                </a:lnTo>
                <a:lnTo>
                  <a:pt x="2384287" y="921770"/>
                </a:lnTo>
                <a:close/>
                <a:moveTo>
                  <a:pt x="2186345" y="881364"/>
                </a:moveTo>
                <a:lnTo>
                  <a:pt x="2236799" y="881364"/>
                </a:lnTo>
                <a:lnTo>
                  <a:pt x="2236799" y="981177"/>
                </a:lnTo>
                <a:cubicBezTo>
                  <a:pt x="2236799" y="990100"/>
                  <a:pt x="2239272" y="997071"/>
                  <a:pt x="2244221" y="1002089"/>
                </a:cubicBezTo>
                <a:cubicBezTo>
                  <a:pt x="2249169" y="1007107"/>
                  <a:pt x="2256034" y="1009616"/>
                  <a:pt x="2264815" y="1009616"/>
                </a:cubicBezTo>
                <a:cubicBezTo>
                  <a:pt x="2273521" y="1009616"/>
                  <a:pt x="2280349" y="1007144"/>
                  <a:pt x="2285298" y="1002200"/>
                </a:cubicBezTo>
                <a:cubicBezTo>
                  <a:pt x="2290246" y="997255"/>
                  <a:pt x="2292720" y="990248"/>
                  <a:pt x="2292720" y="981177"/>
                </a:cubicBezTo>
                <a:lnTo>
                  <a:pt x="2292720" y="881364"/>
                </a:lnTo>
                <a:lnTo>
                  <a:pt x="2343173" y="881364"/>
                </a:lnTo>
                <a:lnTo>
                  <a:pt x="2343173" y="978856"/>
                </a:lnTo>
                <a:cubicBezTo>
                  <a:pt x="2343173" y="988523"/>
                  <a:pt x="2341666" y="997651"/>
                  <a:pt x="2338652" y="1006240"/>
                </a:cubicBezTo>
                <a:cubicBezTo>
                  <a:pt x="2335639" y="1014829"/>
                  <a:pt x="2330913" y="1022340"/>
                  <a:pt x="2324476" y="1028772"/>
                </a:cubicBezTo>
                <a:cubicBezTo>
                  <a:pt x="2318039" y="1035205"/>
                  <a:pt x="2311286" y="1039723"/>
                  <a:pt x="2304217" y="1042325"/>
                </a:cubicBezTo>
                <a:cubicBezTo>
                  <a:pt x="2294394" y="1045969"/>
                  <a:pt x="2282600" y="1047791"/>
                  <a:pt x="2268833" y="1047791"/>
                </a:cubicBezTo>
                <a:cubicBezTo>
                  <a:pt x="2260871" y="1047791"/>
                  <a:pt x="2252183" y="1047233"/>
                  <a:pt x="2242770" y="1046117"/>
                </a:cubicBezTo>
                <a:cubicBezTo>
                  <a:pt x="2233356" y="1045002"/>
                  <a:pt x="2225487" y="1042789"/>
                  <a:pt x="2219162" y="1039480"/>
                </a:cubicBezTo>
                <a:cubicBezTo>
                  <a:pt x="2212837" y="1036171"/>
                  <a:pt x="2207051" y="1031468"/>
                  <a:pt x="2201805" y="1025370"/>
                </a:cubicBezTo>
                <a:cubicBezTo>
                  <a:pt x="2196558" y="1019272"/>
                  <a:pt x="2192968" y="1012988"/>
                  <a:pt x="2191033" y="1006519"/>
                </a:cubicBezTo>
                <a:cubicBezTo>
                  <a:pt x="2187908" y="996108"/>
                  <a:pt x="2186345" y="986887"/>
                  <a:pt x="2186345" y="978856"/>
                </a:cubicBezTo>
                <a:close/>
                <a:moveTo>
                  <a:pt x="2003287" y="881364"/>
                </a:moveTo>
                <a:lnTo>
                  <a:pt x="2156989" y="881364"/>
                </a:lnTo>
                <a:lnTo>
                  <a:pt x="2156989" y="921770"/>
                </a:lnTo>
                <a:lnTo>
                  <a:pt x="2105420" y="921770"/>
                </a:lnTo>
                <a:lnTo>
                  <a:pt x="2105420" y="1045000"/>
                </a:lnTo>
                <a:lnTo>
                  <a:pt x="2054856" y="1045000"/>
                </a:lnTo>
                <a:lnTo>
                  <a:pt x="2054856" y="921770"/>
                </a:lnTo>
                <a:lnTo>
                  <a:pt x="2003287" y="921770"/>
                </a:lnTo>
                <a:close/>
                <a:moveTo>
                  <a:pt x="1912018" y="881364"/>
                </a:moveTo>
                <a:lnTo>
                  <a:pt x="1962694" y="881364"/>
                </a:lnTo>
                <a:lnTo>
                  <a:pt x="1962694" y="1045000"/>
                </a:lnTo>
                <a:lnTo>
                  <a:pt x="1912018" y="1045000"/>
                </a:lnTo>
                <a:close/>
                <a:moveTo>
                  <a:pt x="1727062" y="881364"/>
                </a:moveTo>
                <a:lnTo>
                  <a:pt x="1880764" y="881364"/>
                </a:lnTo>
                <a:lnTo>
                  <a:pt x="1880764" y="921770"/>
                </a:lnTo>
                <a:lnTo>
                  <a:pt x="1829195" y="921770"/>
                </a:lnTo>
                <a:lnTo>
                  <a:pt x="1829195" y="1045000"/>
                </a:lnTo>
                <a:lnTo>
                  <a:pt x="1778630" y="1045000"/>
                </a:lnTo>
                <a:lnTo>
                  <a:pt x="1778630" y="921770"/>
                </a:lnTo>
                <a:lnTo>
                  <a:pt x="1727062" y="921770"/>
                </a:lnTo>
                <a:close/>
                <a:moveTo>
                  <a:pt x="1357893" y="881364"/>
                </a:moveTo>
                <a:lnTo>
                  <a:pt x="1405110" y="881364"/>
                </a:lnTo>
                <a:lnTo>
                  <a:pt x="1466724" y="971895"/>
                </a:lnTo>
                <a:lnTo>
                  <a:pt x="1466724" y="881364"/>
                </a:lnTo>
                <a:lnTo>
                  <a:pt x="1514386" y="881364"/>
                </a:lnTo>
                <a:lnTo>
                  <a:pt x="1514386" y="1045000"/>
                </a:lnTo>
                <a:lnTo>
                  <a:pt x="1466724" y="1045000"/>
                </a:lnTo>
                <a:lnTo>
                  <a:pt x="1405444" y="955152"/>
                </a:lnTo>
                <a:lnTo>
                  <a:pt x="1405444" y="1045000"/>
                </a:lnTo>
                <a:lnTo>
                  <a:pt x="1357893" y="1045000"/>
                </a:lnTo>
                <a:close/>
                <a:moveTo>
                  <a:pt x="1264318" y="881364"/>
                </a:moveTo>
                <a:lnTo>
                  <a:pt x="1314995" y="881364"/>
                </a:lnTo>
                <a:lnTo>
                  <a:pt x="1314995" y="1045000"/>
                </a:lnTo>
                <a:lnTo>
                  <a:pt x="1264318" y="1045000"/>
                </a:lnTo>
                <a:close/>
                <a:moveTo>
                  <a:pt x="729244" y="881364"/>
                </a:moveTo>
                <a:lnTo>
                  <a:pt x="776459" y="881364"/>
                </a:lnTo>
                <a:lnTo>
                  <a:pt x="838074" y="971895"/>
                </a:lnTo>
                <a:lnTo>
                  <a:pt x="838074" y="881364"/>
                </a:lnTo>
                <a:lnTo>
                  <a:pt x="885736" y="881364"/>
                </a:lnTo>
                <a:lnTo>
                  <a:pt x="885736" y="1045000"/>
                </a:lnTo>
                <a:lnTo>
                  <a:pt x="838074" y="1045000"/>
                </a:lnTo>
                <a:lnTo>
                  <a:pt x="776794" y="955152"/>
                </a:lnTo>
                <a:lnTo>
                  <a:pt x="776794" y="1045000"/>
                </a:lnTo>
                <a:lnTo>
                  <a:pt x="729244" y="1045000"/>
                </a:lnTo>
                <a:close/>
                <a:moveTo>
                  <a:pt x="635668" y="881364"/>
                </a:moveTo>
                <a:lnTo>
                  <a:pt x="686344" y="881364"/>
                </a:lnTo>
                <a:lnTo>
                  <a:pt x="686344" y="1045000"/>
                </a:lnTo>
                <a:lnTo>
                  <a:pt x="635668" y="1045000"/>
                </a:lnTo>
                <a:close/>
                <a:moveTo>
                  <a:pt x="530298" y="881364"/>
                </a:moveTo>
                <a:lnTo>
                  <a:pt x="580974" y="881364"/>
                </a:lnTo>
                <a:lnTo>
                  <a:pt x="580974" y="970266"/>
                </a:lnTo>
                <a:cubicBezTo>
                  <a:pt x="580974" y="988932"/>
                  <a:pt x="579318" y="1003135"/>
                  <a:pt x="576006" y="1012877"/>
                </a:cubicBezTo>
                <a:cubicBezTo>
                  <a:pt x="572695" y="1022619"/>
                  <a:pt x="566035" y="1030873"/>
                  <a:pt x="556027" y="1037640"/>
                </a:cubicBezTo>
                <a:cubicBezTo>
                  <a:pt x="546018" y="1044407"/>
                  <a:pt x="533200" y="1047791"/>
                  <a:pt x="517573" y="1047791"/>
                </a:cubicBezTo>
                <a:cubicBezTo>
                  <a:pt x="501053" y="1047791"/>
                  <a:pt x="488253" y="1045558"/>
                  <a:pt x="479175" y="1041094"/>
                </a:cubicBezTo>
                <a:cubicBezTo>
                  <a:pt x="470097" y="1036629"/>
                  <a:pt x="463083" y="1030099"/>
                  <a:pt x="458135" y="1021504"/>
                </a:cubicBezTo>
                <a:cubicBezTo>
                  <a:pt x="453186" y="1012909"/>
                  <a:pt x="450265" y="1002287"/>
                  <a:pt x="449372" y="989636"/>
                </a:cubicBezTo>
                <a:lnTo>
                  <a:pt x="497704" y="983051"/>
                </a:lnTo>
                <a:cubicBezTo>
                  <a:pt x="497779" y="990269"/>
                  <a:pt x="498411" y="995627"/>
                  <a:pt x="499602" y="999124"/>
                </a:cubicBezTo>
                <a:cubicBezTo>
                  <a:pt x="500792" y="1002621"/>
                  <a:pt x="502802" y="1005449"/>
                  <a:pt x="505629" y="1007607"/>
                </a:cubicBezTo>
                <a:cubicBezTo>
                  <a:pt x="507564" y="1009021"/>
                  <a:pt x="510317" y="1009728"/>
                  <a:pt x="513889" y="1009728"/>
                </a:cubicBezTo>
                <a:cubicBezTo>
                  <a:pt x="519545" y="1009728"/>
                  <a:pt x="523693" y="1007628"/>
                  <a:pt x="526335" y="1003427"/>
                </a:cubicBezTo>
                <a:cubicBezTo>
                  <a:pt x="528977" y="999226"/>
                  <a:pt x="530298" y="992144"/>
                  <a:pt x="530298" y="982182"/>
                </a:cubicBezTo>
                <a:close/>
                <a:moveTo>
                  <a:pt x="368968" y="881364"/>
                </a:moveTo>
                <a:lnTo>
                  <a:pt x="419644" y="881364"/>
                </a:lnTo>
                <a:lnTo>
                  <a:pt x="419644" y="1045000"/>
                </a:lnTo>
                <a:lnTo>
                  <a:pt x="368968" y="1045000"/>
                </a:lnTo>
                <a:close/>
                <a:moveTo>
                  <a:pt x="195397" y="881364"/>
                </a:moveTo>
                <a:lnTo>
                  <a:pt x="330905" y="881364"/>
                </a:lnTo>
                <a:lnTo>
                  <a:pt x="330905" y="916301"/>
                </a:lnTo>
                <a:lnTo>
                  <a:pt x="246073" y="916301"/>
                </a:lnTo>
                <a:lnTo>
                  <a:pt x="246073" y="942309"/>
                </a:lnTo>
                <a:lnTo>
                  <a:pt x="324766" y="942309"/>
                </a:lnTo>
                <a:lnTo>
                  <a:pt x="324766" y="975684"/>
                </a:lnTo>
                <a:lnTo>
                  <a:pt x="246073" y="975684"/>
                </a:lnTo>
                <a:lnTo>
                  <a:pt x="246073" y="1007942"/>
                </a:lnTo>
                <a:lnTo>
                  <a:pt x="333361" y="1007942"/>
                </a:lnTo>
                <a:lnTo>
                  <a:pt x="333361" y="1045000"/>
                </a:lnTo>
                <a:lnTo>
                  <a:pt x="195397" y="1045000"/>
                </a:lnTo>
                <a:close/>
                <a:moveTo>
                  <a:pt x="5120" y="881364"/>
                </a:moveTo>
                <a:lnTo>
                  <a:pt x="99775" y="881364"/>
                </a:lnTo>
                <a:cubicBezTo>
                  <a:pt x="115551" y="881364"/>
                  <a:pt x="127662" y="885270"/>
                  <a:pt x="136108" y="893084"/>
                </a:cubicBezTo>
                <a:cubicBezTo>
                  <a:pt x="144554" y="900897"/>
                  <a:pt x="148777" y="910571"/>
                  <a:pt x="148777" y="922105"/>
                </a:cubicBezTo>
                <a:cubicBezTo>
                  <a:pt x="148777" y="931779"/>
                  <a:pt x="145763" y="940076"/>
                  <a:pt x="139736" y="946997"/>
                </a:cubicBezTo>
                <a:cubicBezTo>
                  <a:pt x="135717" y="951611"/>
                  <a:pt x="129838" y="955257"/>
                  <a:pt x="122100" y="957936"/>
                </a:cubicBezTo>
                <a:cubicBezTo>
                  <a:pt x="133857" y="960764"/>
                  <a:pt x="142507" y="965619"/>
                  <a:pt x="148051" y="972502"/>
                </a:cubicBezTo>
                <a:cubicBezTo>
                  <a:pt x="153595" y="979386"/>
                  <a:pt x="156367" y="988036"/>
                  <a:pt x="156367" y="998454"/>
                </a:cubicBezTo>
                <a:cubicBezTo>
                  <a:pt x="156367" y="1006937"/>
                  <a:pt x="154395" y="1014565"/>
                  <a:pt x="150451" y="1021337"/>
                </a:cubicBezTo>
                <a:cubicBezTo>
                  <a:pt x="146507" y="1028108"/>
                  <a:pt x="141112" y="1033466"/>
                  <a:pt x="134266" y="1037410"/>
                </a:cubicBezTo>
                <a:cubicBezTo>
                  <a:pt x="130024" y="1039866"/>
                  <a:pt x="123625" y="1041652"/>
                  <a:pt x="115067" y="1042768"/>
                </a:cubicBezTo>
                <a:cubicBezTo>
                  <a:pt x="103682" y="1044256"/>
                  <a:pt x="96129" y="1045000"/>
                  <a:pt x="92408" y="1045000"/>
                </a:cubicBezTo>
                <a:lnTo>
                  <a:pt x="5120" y="1045000"/>
                </a:lnTo>
                <a:close/>
                <a:moveTo>
                  <a:pt x="8682878" y="878573"/>
                </a:moveTo>
                <a:cubicBezTo>
                  <a:pt x="8703491" y="878573"/>
                  <a:pt x="8719695" y="882740"/>
                  <a:pt x="8731489" y="891075"/>
                </a:cubicBezTo>
                <a:cubicBezTo>
                  <a:pt x="8743284" y="899409"/>
                  <a:pt x="8752046" y="912208"/>
                  <a:pt x="8757776" y="929472"/>
                </a:cubicBezTo>
                <a:lnTo>
                  <a:pt x="8713128" y="939407"/>
                </a:lnTo>
                <a:cubicBezTo>
                  <a:pt x="8711565" y="934421"/>
                  <a:pt x="8709928" y="930775"/>
                  <a:pt x="8708216" y="928468"/>
                </a:cubicBezTo>
                <a:cubicBezTo>
                  <a:pt x="8705389" y="924598"/>
                  <a:pt x="8701928" y="921622"/>
                  <a:pt x="8697836" y="919538"/>
                </a:cubicBezTo>
                <a:cubicBezTo>
                  <a:pt x="8693743" y="917454"/>
                  <a:pt x="8689166" y="916413"/>
                  <a:pt x="8684106" y="916413"/>
                </a:cubicBezTo>
                <a:cubicBezTo>
                  <a:pt x="8672647" y="916413"/>
                  <a:pt x="8663866" y="921021"/>
                  <a:pt x="8657764" y="930238"/>
                </a:cubicBezTo>
                <a:cubicBezTo>
                  <a:pt x="8653150" y="937076"/>
                  <a:pt x="8650843" y="947815"/>
                  <a:pt x="8650843" y="962456"/>
                </a:cubicBezTo>
                <a:cubicBezTo>
                  <a:pt x="8650843" y="980593"/>
                  <a:pt x="8653597" y="993024"/>
                  <a:pt x="8659103" y="999750"/>
                </a:cubicBezTo>
                <a:cubicBezTo>
                  <a:pt x="8664610" y="1006476"/>
                  <a:pt x="8672349" y="1009840"/>
                  <a:pt x="8682320" y="1009840"/>
                </a:cubicBezTo>
                <a:cubicBezTo>
                  <a:pt x="8691994" y="1009840"/>
                  <a:pt x="8699305" y="1007123"/>
                  <a:pt x="8704254" y="1001691"/>
                </a:cubicBezTo>
                <a:cubicBezTo>
                  <a:pt x="8709202" y="996259"/>
                  <a:pt x="8712793" y="988371"/>
                  <a:pt x="8715025" y="978028"/>
                </a:cubicBezTo>
                <a:lnTo>
                  <a:pt x="8759339" y="991422"/>
                </a:lnTo>
                <a:cubicBezTo>
                  <a:pt x="8756362" y="1003849"/>
                  <a:pt x="8751674" y="1014230"/>
                  <a:pt x="8745275" y="1022564"/>
                </a:cubicBezTo>
                <a:cubicBezTo>
                  <a:pt x="8738875" y="1030899"/>
                  <a:pt x="8730931" y="1037187"/>
                  <a:pt x="8721444" y="1041428"/>
                </a:cubicBezTo>
                <a:cubicBezTo>
                  <a:pt x="8711956" y="1045670"/>
                  <a:pt x="8699882" y="1047791"/>
                  <a:pt x="8685223" y="1047791"/>
                </a:cubicBezTo>
                <a:cubicBezTo>
                  <a:pt x="8667438" y="1047791"/>
                  <a:pt x="8652908" y="1045207"/>
                  <a:pt x="8641634" y="1040038"/>
                </a:cubicBezTo>
                <a:cubicBezTo>
                  <a:pt x="8630361" y="1034870"/>
                  <a:pt x="8620631" y="1025779"/>
                  <a:pt x="8612446" y="1012765"/>
                </a:cubicBezTo>
                <a:cubicBezTo>
                  <a:pt x="8604260" y="999752"/>
                  <a:pt x="8600167" y="983094"/>
                  <a:pt x="8600167" y="962791"/>
                </a:cubicBezTo>
                <a:cubicBezTo>
                  <a:pt x="8600167" y="935723"/>
                  <a:pt x="8607367" y="914920"/>
                  <a:pt x="8621766" y="900381"/>
                </a:cubicBezTo>
                <a:cubicBezTo>
                  <a:pt x="8636165" y="885842"/>
                  <a:pt x="8656536" y="878573"/>
                  <a:pt x="8682878" y="878573"/>
                </a:cubicBezTo>
                <a:close/>
                <a:moveTo>
                  <a:pt x="8396719" y="878573"/>
                </a:moveTo>
                <a:cubicBezTo>
                  <a:pt x="8417630" y="878573"/>
                  <a:pt x="8433573" y="882461"/>
                  <a:pt x="8444549" y="890237"/>
                </a:cubicBezTo>
                <a:cubicBezTo>
                  <a:pt x="8455525" y="898014"/>
                  <a:pt x="8462055" y="910385"/>
                  <a:pt x="8464138" y="927351"/>
                </a:cubicBezTo>
                <a:lnTo>
                  <a:pt x="8416476" y="930142"/>
                </a:lnTo>
                <a:cubicBezTo>
                  <a:pt x="8415211" y="922775"/>
                  <a:pt x="8412551" y="917417"/>
                  <a:pt x="8408495" y="914069"/>
                </a:cubicBezTo>
                <a:cubicBezTo>
                  <a:pt x="8404440" y="910720"/>
                  <a:pt x="8398840" y="909046"/>
                  <a:pt x="8391696" y="909046"/>
                </a:cubicBezTo>
                <a:cubicBezTo>
                  <a:pt x="8385818" y="909046"/>
                  <a:pt x="8381390" y="910292"/>
                  <a:pt x="8378413" y="912785"/>
                </a:cubicBezTo>
                <a:cubicBezTo>
                  <a:pt x="8375437" y="915278"/>
                  <a:pt x="8373949" y="918310"/>
                  <a:pt x="8373949" y="921882"/>
                </a:cubicBezTo>
                <a:cubicBezTo>
                  <a:pt x="8373949" y="924487"/>
                  <a:pt x="8375177" y="926831"/>
                  <a:pt x="8377632" y="928914"/>
                </a:cubicBezTo>
                <a:cubicBezTo>
                  <a:pt x="8380013" y="931072"/>
                  <a:pt x="8385669" y="933081"/>
                  <a:pt x="8394598" y="934942"/>
                </a:cubicBezTo>
                <a:cubicBezTo>
                  <a:pt x="8416699" y="939704"/>
                  <a:pt x="8432531" y="944523"/>
                  <a:pt x="8442093" y="949397"/>
                </a:cubicBezTo>
                <a:cubicBezTo>
                  <a:pt x="8451655" y="954271"/>
                  <a:pt x="8458613" y="960317"/>
                  <a:pt x="8462966" y="967535"/>
                </a:cubicBezTo>
                <a:cubicBezTo>
                  <a:pt x="8467320" y="974753"/>
                  <a:pt x="8469496" y="982827"/>
                  <a:pt x="8469496" y="991757"/>
                </a:cubicBezTo>
                <a:cubicBezTo>
                  <a:pt x="8469496" y="1002249"/>
                  <a:pt x="8466594" y="1011923"/>
                  <a:pt x="8460790" y="1020778"/>
                </a:cubicBezTo>
                <a:cubicBezTo>
                  <a:pt x="8454985" y="1029634"/>
                  <a:pt x="8446874" y="1036350"/>
                  <a:pt x="8436456" y="1040926"/>
                </a:cubicBezTo>
                <a:cubicBezTo>
                  <a:pt x="8426038" y="1045503"/>
                  <a:pt x="8412904" y="1047791"/>
                  <a:pt x="8397054" y="1047791"/>
                </a:cubicBezTo>
                <a:cubicBezTo>
                  <a:pt x="8369223" y="1047791"/>
                  <a:pt x="8349950" y="1042433"/>
                  <a:pt x="8339235" y="1031717"/>
                </a:cubicBezTo>
                <a:cubicBezTo>
                  <a:pt x="8328519" y="1021002"/>
                  <a:pt x="8322454" y="1007384"/>
                  <a:pt x="8321040" y="990864"/>
                </a:cubicBezTo>
                <a:lnTo>
                  <a:pt x="8369149" y="987850"/>
                </a:lnTo>
                <a:cubicBezTo>
                  <a:pt x="8370191" y="995664"/>
                  <a:pt x="8372311" y="1001617"/>
                  <a:pt x="8375511" y="1005710"/>
                </a:cubicBezTo>
                <a:cubicBezTo>
                  <a:pt x="8380720" y="1012332"/>
                  <a:pt x="8388162" y="1015644"/>
                  <a:pt x="8397835" y="1015644"/>
                </a:cubicBezTo>
                <a:cubicBezTo>
                  <a:pt x="8405054" y="1015644"/>
                  <a:pt x="8410616" y="1013951"/>
                  <a:pt x="8414523" y="1010565"/>
                </a:cubicBezTo>
                <a:cubicBezTo>
                  <a:pt x="8418430" y="1007179"/>
                  <a:pt x="8420383" y="1003254"/>
                  <a:pt x="8420383" y="998789"/>
                </a:cubicBezTo>
                <a:cubicBezTo>
                  <a:pt x="8420383" y="994548"/>
                  <a:pt x="8418523" y="990752"/>
                  <a:pt x="8414802" y="987404"/>
                </a:cubicBezTo>
                <a:cubicBezTo>
                  <a:pt x="8411081" y="984055"/>
                  <a:pt x="8402449" y="980893"/>
                  <a:pt x="8388906" y="977916"/>
                </a:cubicBezTo>
                <a:cubicBezTo>
                  <a:pt x="8366731" y="972930"/>
                  <a:pt x="8350917" y="966307"/>
                  <a:pt x="8341467" y="958047"/>
                </a:cubicBezTo>
                <a:cubicBezTo>
                  <a:pt x="8331942" y="949787"/>
                  <a:pt x="8327179" y="939258"/>
                  <a:pt x="8327179" y="926459"/>
                </a:cubicBezTo>
                <a:cubicBezTo>
                  <a:pt x="8327179" y="918050"/>
                  <a:pt x="8329617" y="910106"/>
                  <a:pt x="8334491" y="902627"/>
                </a:cubicBezTo>
                <a:cubicBezTo>
                  <a:pt x="8339365" y="895149"/>
                  <a:pt x="8346695" y="889270"/>
                  <a:pt x="8356480" y="884991"/>
                </a:cubicBezTo>
                <a:cubicBezTo>
                  <a:pt x="8366265" y="880712"/>
                  <a:pt x="8379678" y="878573"/>
                  <a:pt x="8396719" y="878573"/>
                </a:cubicBezTo>
                <a:close/>
                <a:moveTo>
                  <a:pt x="8225269" y="878573"/>
                </a:moveTo>
                <a:cubicBezTo>
                  <a:pt x="8246179" y="878573"/>
                  <a:pt x="8262123" y="882461"/>
                  <a:pt x="8273099" y="890237"/>
                </a:cubicBezTo>
                <a:cubicBezTo>
                  <a:pt x="8284075" y="898014"/>
                  <a:pt x="8290605" y="910385"/>
                  <a:pt x="8292689" y="927351"/>
                </a:cubicBezTo>
                <a:lnTo>
                  <a:pt x="8245026" y="930142"/>
                </a:lnTo>
                <a:cubicBezTo>
                  <a:pt x="8243761" y="922775"/>
                  <a:pt x="8241101" y="917417"/>
                  <a:pt x="8237045" y="914069"/>
                </a:cubicBezTo>
                <a:cubicBezTo>
                  <a:pt x="8232989" y="910720"/>
                  <a:pt x="8227390" y="909046"/>
                  <a:pt x="8220246" y="909046"/>
                </a:cubicBezTo>
                <a:cubicBezTo>
                  <a:pt x="8214367" y="909046"/>
                  <a:pt x="8209940" y="910292"/>
                  <a:pt x="8206963" y="912785"/>
                </a:cubicBezTo>
                <a:cubicBezTo>
                  <a:pt x="8203987" y="915278"/>
                  <a:pt x="8202499" y="918310"/>
                  <a:pt x="8202499" y="921882"/>
                </a:cubicBezTo>
                <a:cubicBezTo>
                  <a:pt x="8202499" y="924487"/>
                  <a:pt x="8203727" y="926831"/>
                  <a:pt x="8206182" y="928914"/>
                </a:cubicBezTo>
                <a:cubicBezTo>
                  <a:pt x="8208563" y="931072"/>
                  <a:pt x="8214219" y="933081"/>
                  <a:pt x="8223149" y="934942"/>
                </a:cubicBezTo>
                <a:cubicBezTo>
                  <a:pt x="8245249" y="939704"/>
                  <a:pt x="8261081" y="944523"/>
                  <a:pt x="8270643" y="949397"/>
                </a:cubicBezTo>
                <a:cubicBezTo>
                  <a:pt x="8280205" y="954271"/>
                  <a:pt x="8287163" y="960317"/>
                  <a:pt x="8291517" y="967535"/>
                </a:cubicBezTo>
                <a:cubicBezTo>
                  <a:pt x="8295869" y="974753"/>
                  <a:pt x="8298046" y="982827"/>
                  <a:pt x="8298046" y="991757"/>
                </a:cubicBezTo>
                <a:cubicBezTo>
                  <a:pt x="8298046" y="1002249"/>
                  <a:pt x="8295144" y="1011923"/>
                  <a:pt x="8289339" y="1020778"/>
                </a:cubicBezTo>
                <a:cubicBezTo>
                  <a:pt x="8283535" y="1029634"/>
                  <a:pt x="8275425" y="1036350"/>
                  <a:pt x="8265007" y="1040926"/>
                </a:cubicBezTo>
                <a:cubicBezTo>
                  <a:pt x="8254589" y="1045503"/>
                  <a:pt x="8241455" y="1047791"/>
                  <a:pt x="8225604" y="1047791"/>
                </a:cubicBezTo>
                <a:cubicBezTo>
                  <a:pt x="8197773" y="1047791"/>
                  <a:pt x="8178500" y="1042433"/>
                  <a:pt x="8167785" y="1031717"/>
                </a:cubicBezTo>
                <a:cubicBezTo>
                  <a:pt x="8157069" y="1021002"/>
                  <a:pt x="8151004" y="1007384"/>
                  <a:pt x="8149590" y="990864"/>
                </a:cubicBezTo>
                <a:lnTo>
                  <a:pt x="8197699" y="987850"/>
                </a:lnTo>
                <a:cubicBezTo>
                  <a:pt x="8198741" y="995664"/>
                  <a:pt x="8200861" y="1001617"/>
                  <a:pt x="8204061" y="1005710"/>
                </a:cubicBezTo>
                <a:cubicBezTo>
                  <a:pt x="8209270" y="1012332"/>
                  <a:pt x="8216711" y="1015644"/>
                  <a:pt x="8226385" y="1015644"/>
                </a:cubicBezTo>
                <a:cubicBezTo>
                  <a:pt x="8233603" y="1015644"/>
                  <a:pt x="8239166" y="1013951"/>
                  <a:pt x="8243073" y="1010565"/>
                </a:cubicBezTo>
                <a:cubicBezTo>
                  <a:pt x="8246979" y="1007179"/>
                  <a:pt x="8248933" y="1003254"/>
                  <a:pt x="8248933" y="998789"/>
                </a:cubicBezTo>
                <a:cubicBezTo>
                  <a:pt x="8248933" y="994548"/>
                  <a:pt x="8247073" y="990752"/>
                  <a:pt x="8243352" y="987404"/>
                </a:cubicBezTo>
                <a:cubicBezTo>
                  <a:pt x="8239631" y="984055"/>
                  <a:pt x="8230999" y="980893"/>
                  <a:pt x="8217455" y="977916"/>
                </a:cubicBezTo>
                <a:cubicBezTo>
                  <a:pt x="8195281" y="972930"/>
                  <a:pt x="8179467" y="966307"/>
                  <a:pt x="8170017" y="958047"/>
                </a:cubicBezTo>
                <a:cubicBezTo>
                  <a:pt x="8160492" y="949787"/>
                  <a:pt x="8155729" y="939258"/>
                  <a:pt x="8155729" y="926459"/>
                </a:cubicBezTo>
                <a:cubicBezTo>
                  <a:pt x="8155729" y="918050"/>
                  <a:pt x="8158167" y="910106"/>
                  <a:pt x="8163041" y="902627"/>
                </a:cubicBezTo>
                <a:cubicBezTo>
                  <a:pt x="8167915" y="895149"/>
                  <a:pt x="8175245" y="889270"/>
                  <a:pt x="8185030" y="884991"/>
                </a:cubicBezTo>
                <a:cubicBezTo>
                  <a:pt x="8194815" y="880712"/>
                  <a:pt x="8208229" y="878573"/>
                  <a:pt x="8225269" y="878573"/>
                </a:cubicBezTo>
                <a:close/>
                <a:moveTo>
                  <a:pt x="7682753" y="878573"/>
                </a:moveTo>
                <a:cubicBezTo>
                  <a:pt x="7703366" y="878573"/>
                  <a:pt x="7719570" y="882740"/>
                  <a:pt x="7731365" y="891075"/>
                </a:cubicBezTo>
                <a:cubicBezTo>
                  <a:pt x="7743159" y="899409"/>
                  <a:pt x="7751921" y="912208"/>
                  <a:pt x="7757651" y="929472"/>
                </a:cubicBezTo>
                <a:lnTo>
                  <a:pt x="7713003" y="939407"/>
                </a:lnTo>
                <a:cubicBezTo>
                  <a:pt x="7711440" y="934421"/>
                  <a:pt x="7709803" y="930775"/>
                  <a:pt x="7708091" y="928468"/>
                </a:cubicBezTo>
                <a:cubicBezTo>
                  <a:pt x="7705263" y="924598"/>
                  <a:pt x="7701803" y="921622"/>
                  <a:pt x="7697711" y="919538"/>
                </a:cubicBezTo>
                <a:cubicBezTo>
                  <a:pt x="7693618" y="917454"/>
                  <a:pt x="7689041" y="916413"/>
                  <a:pt x="7683981" y="916413"/>
                </a:cubicBezTo>
                <a:cubicBezTo>
                  <a:pt x="7672521" y="916413"/>
                  <a:pt x="7663741" y="921021"/>
                  <a:pt x="7657639" y="930238"/>
                </a:cubicBezTo>
                <a:cubicBezTo>
                  <a:pt x="7653025" y="937076"/>
                  <a:pt x="7650718" y="947815"/>
                  <a:pt x="7650718" y="962456"/>
                </a:cubicBezTo>
                <a:cubicBezTo>
                  <a:pt x="7650718" y="980593"/>
                  <a:pt x="7653471" y="993024"/>
                  <a:pt x="7658978" y="999750"/>
                </a:cubicBezTo>
                <a:cubicBezTo>
                  <a:pt x="7664485" y="1006476"/>
                  <a:pt x="7672224" y="1009840"/>
                  <a:pt x="7682195" y="1009840"/>
                </a:cubicBezTo>
                <a:cubicBezTo>
                  <a:pt x="7691869" y="1009840"/>
                  <a:pt x="7699181" y="1007123"/>
                  <a:pt x="7704129" y="1001691"/>
                </a:cubicBezTo>
                <a:cubicBezTo>
                  <a:pt x="7709077" y="996259"/>
                  <a:pt x="7712668" y="988371"/>
                  <a:pt x="7714901" y="978028"/>
                </a:cubicBezTo>
                <a:lnTo>
                  <a:pt x="7759214" y="991422"/>
                </a:lnTo>
                <a:cubicBezTo>
                  <a:pt x="7756237" y="1003849"/>
                  <a:pt x="7751549" y="1014230"/>
                  <a:pt x="7745149" y="1022564"/>
                </a:cubicBezTo>
                <a:cubicBezTo>
                  <a:pt x="7738750" y="1030899"/>
                  <a:pt x="7730807" y="1037187"/>
                  <a:pt x="7721319" y="1041428"/>
                </a:cubicBezTo>
                <a:cubicBezTo>
                  <a:pt x="7711831" y="1045670"/>
                  <a:pt x="7699757" y="1047791"/>
                  <a:pt x="7685097" y="1047791"/>
                </a:cubicBezTo>
                <a:cubicBezTo>
                  <a:pt x="7667313" y="1047791"/>
                  <a:pt x="7652783" y="1045207"/>
                  <a:pt x="7641509" y="1040038"/>
                </a:cubicBezTo>
                <a:cubicBezTo>
                  <a:pt x="7630236" y="1034870"/>
                  <a:pt x="7620506" y="1025779"/>
                  <a:pt x="7612321" y="1012765"/>
                </a:cubicBezTo>
                <a:cubicBezTo>
                  <a:pt x="7604135" y="999752"/>
                  <a:pt x="7600042" y="983094"/>
                  <a:pt x="7600042" y="962791"/>
                </a:cubicBezTo>
                <a:cubicBezTo>
                  <a:pt x="7600042" y="935723"/>
                  <a:pt x="7607242" y="914920"/>
                  <a:pt x="7621641" y="900381"/>
                </a:cubicBezTo>
                <a:cubicBezTo>
                  <a:pt x="7636040" y="885842"/>
                  <a:pt x="7656411" y="878573"/>
                  <a:pt x="7682753" y="878573"/>
                </a:cubicBezTo>
                <a:close/>
                <a:moveTo>
                  <a:pt x="4954213" y="878573"/>
                </a:moveTo>
                <a:cubicBezTo>
                  <a:pt x="4972296" y="878573"/>
                  <a:pt x="4985821" y="880210"/>
                  <a:pt x="4994788" y="883484"/>
                </a:cubicBezTo>
                <a:cubicBezTo>
                  <a:pt x="5003754" y="886759"/>
                  <a:pt x="5011196" y="891837"/>
                  <a:pt x="5017112" y="898721"/>
                </a:cubicBezTo>
                <a:cubicBezTo>
                  <a:pt x="5023028" y="905604"/>
                  <a:pt x="5027474" y="914329"/>
                  <a:pt x="5030451" y="924896"/>
                </a:cubicBezTo>
                <a:lnTo>
                  <a:pt x="4981672" y="933602"/>
                </a:lnTo>
                <a:cubicBezTo>
                  <a:pt x="4979663" y="927426"/>
                  <a:pt x="4976258" y="922701"/>
                  <a:pt x="4971459" y="919426"/>
                </a:cubicBezTo>
                <a:cubicBezTo>
                  <a:pt x="4966659" y="916152"/>
                  <a:pt x="4960538" y="914515"/>
                  <a:pt x="4953097" y="914515"/>
                </a:cubicBezTo>
                <a:cubicBezTo>
                  <a:pt x="4942009" y="914515"/>
                  <a:pt x="4933173" y="918366"/>
                  <a:pt x="4926587" y="926068"/>
                </a:cubicBezTo>
                <a:cubicBezTo>
                  <a:pt x="4920001" y="933770"/>
                  <a:pt x="4916709" y="945955"/>
                  <a:pt x="4916709" y="962624"/>
                </a:cubicBezTo>
                <a:cubicBezTo>
                  <a:pt x="4916709" y="980334"/>
                  <a:pt x="4920039" y="992985"/>
                  <a:pt x="4926699" y="1000575"/>
                </a:cubicBezTo>
                <a:cubicBezTo>
                  <a:pt x="4933359" y="1008165"/>
                  <a:pt x="4942642" y="1011960"/>
                  <a:pt x="4954548" y="1011960"/>
                </a:cubicBezTo>
                <a:cubicBezTo>
                  <a:pt x="4960204" y="1011960"/>
                  <a:pt x="4965599" y="1011142"/>
                  <a:pt x="4970733" y="1009505"/>
                </a:cubicBezTo>
                <a:cubicBezTo>
                  <a:pt x="4975868" y="1007868"/>
                  <a:pt x="4981746" y="1005077"/>
                  <a:pt x="4988369" y="1001133"/>
                </a:cubicBezTo>
                <a:lnTo>
                  <a:pt x="4988369" y="985729"/>
                </a:lnTo>
                <a:lnTo>
                  <a:pt x="4954548" y="985729"/>
                </a:lnTo>
                <a:lnTo>
                  <a:pt x="4954548" y="951685"/>
                </a:lnTo>
                <a:lnTo>
                  <a:pt x="5032683" y="951685"/>
                </a:lnTo>
                <a:lnTo>
                  <a:pt x="5032683" y="1021448"/>
                </a:lnTo>
                <a:cubicBezTo>
                  <a:pt x="5017726" y="1031643"/>
                  <a:pt x="5004499" y="1038582"/>
                  <a:pt x="4993002" y="1042266"/>
                </a:cubicBezTo>
                <a:cubicBezTo>
                  <a:pt x="4981505" y="1045949"/>
                  <a:pt x="4967868" y="1047791"/>
                  <a:pt x="4952092" y="1047791"/>
                </a:cubicBezTo>
                <a:cubicBezTo>
                  <a:pt x="4932670" y="1047791"/>
                  <a:pt x="4916839" y="1044479"/>
                  <a:pt x="4904598" y="1037856"/>
                </a:cubicBezTo>
                <a:cubicBezTo>
                  <a:pt x="4892357" y="1031234"/>
                  <a:pt x="4882869" y="1021374"/>
                  <a:pt x="4876134" y="1008277"/>
                </a:cubicBezTo>
                <a:cubicBezTo>
                  <a:pt x="4869400" y="995180"/>
                  <a:pt x="4866033" y="980148"/>
                  <a:pt x="4866033" y="963182"/>
                </a:cubicBezTo>
                <a:cubicBezTo>
                  <a:pt x="4866033" y="945323"/>
                  <a:pt x="4869716" y="929789"/>
                  <a:pt x="4877083" y="916580"/>
                </a:cubicBezTo>
                <a:cubicBezTo>
                  <a:pt x="4884450" y="903372"/>
                  <a:pt x="4895240" y="893344"/>
                  <a:pt x="4909453" y="886498"/>
                </a:cubicBezTo>
                <a:cubicBezTo>
                  <a:pt x="4920541" y="881215"/>
                  <a:pt x="4935461" y="878573"/>
                  <a:pt x="4954213" y="878573"/>
                </a:cubicBezTo>
                <a:close/>
                <a:moveTo>
                  <a:pt x="4740868" y="878573"/>
                </a:moveTo>
                <a:cubicBezTo>
                  <a:pt x="4768104" y="878573"/>
                  <a:pt x="4789088" y="885884"/>
                  <a:pt x="4803822" y="900507"/>
                </a:cubicBezTo>
                <a:cubicBezTo>
                  <a:pt x="4818556" y="915129"/>
                  <a:pt x="4825923" y="935611"/>
                  <a:pt x="4825923" y="961954"/>
                </a:cubicBezTo>
                <a:cubicBezTo>
                  <a:pt x="4825923" y="981079"/>
                  <a:pt x="4822705" y="996761"/>
                  <a:pt x="4816268" y="1009002"/>
                </a:cubicBezTo>
                <a:cubicBezTo>
                  <a:pt x="4809831" y="1021244"/>
                  <a:pt x="4800530" y="1030769"/>
                  <a:pt x="4788363" y="1037577"/>
                </a:cubicBezTo>
                <a:cubicBezTo>
                  <a:pt x="4776196" y="1044386"/>
                  <a:pt x="4761034" y="1047791"/>
                  <a:pt x="4742877" y="1047791"/>
                </a:cubicBezTo>
                <a:cubicBezTo>
                  <a:pt x="4724423" y="1047791"/>
                  <a:pt x="4709149" y="1044851"/>
                  <a:pt x="4697057" y="1038973"/>
                </a:cubicBezTo>
                <a:cubicBezTo>
                  <a:pt x="4684965" y="1033094"/>
                  <a:pt x="4675161" y="1023792"/>
                  <a:pt x="4667645" y="1011067"/>
                </a:cubicBezTo>
                <a:cubicBezTo>
                  <a:pt x="4660129" y="998343"/>
                  <a:pt x="4656371" y="982418"/>
                  <a:pt x="4656371" y="963294"/>
                </a:cubicBezTo>
                <a:cubicBezTo>
                  <a:pt x="4656371" y="936579"/>
                  <a:pt x="4663812" y="915780"/>
                  <a:pt x="4678695" y="900897"/>
                </a:cubicBezTo>
                <a:cubicBezTo>
                  <a:pt x="4693578" y="886014"/>
                  <a:pt x="4714302" y="878573"/>
                  <a:pt x="4740868" y="878573"/>
                </a:cubicBezTo>
                <a:close/>
                <a:moveTo>
                  <a:pt x="4378918" y="878573"/>
                </a:moveTo>
                <a:cubicBezTo>
                  <a:pt x="4406154" y="878573"/>
                  <a:pt x="4427138" y="885884"/>
                  <a:pt x="4441872" y="900507"/>
                </a:cubicBezTo>
                <a:cubicBezTo>
                  <a:pt x="4456606" y="915129"/>
                  <a:pt x="4463973" y="935611"/>
                  <a:pt x="4463973" y="961954"/>
                </a:cubicBezTo>
                <a:cubicBezTo>
                  <a:pt x="4463973" y="981079"/>
                  <a:pt x="4460755" y="996761"/>
                  <a:pt x="4454318" y="1009002"/>
                </a:cubicBezTo>
                <a:cubicBezTo>
                  <a:pt x="4447881" y="1021244"/>
                  <a:pt x="4438580" y="1030769"/>
                  <a:pt x="4426413" y="1037577"/>
                </a:cubicBezTo>
                <a:cubicBezTo>
                  <a:pt x="4414246" y="1044386"/>
                  <a:pt x="4399084" y="1047791"/>
                  <a:pt x="4380927" y="1047791"/>
                </a:cubicBezTo>
                <a:cubicBezTo>
                  <a:pt x="4362473" y="1047791"/>
                  <a:pt x="4347199" y="1044851"/>
                  <a:pt x="4335107" y="1038973"/>
                </a:cubicBezTo>
                <a:cubicBezTo>
                  <a:pt x="4323015" y="1033094"/>
                  <a:pt x="4313211" y="1023792"/>
                  <a:pt x="4305695" y="1011067"/>
                </a:cubicBezTo>
                <a:cubicBezTo>
                  <a:pt x="4298179" y="998343"/>
                  <a:pt x="4294421" y="982418"/>
                  <a:pt x="4294421" y="963294"/>
                </a:cubicBezTo>
                <a:cubicBezTo>
                  <a:pt x="4294421" y="936579"/>
                  <a:pt x="4301862" y="915780"/>
                  <a:pt x="4316745" y="900897"/>
                </a:cubicBezTo>
                <a:cubicBezTo>
                  <a:pt x="4331628" y="886014"/>
                  <a:pt x="4352352" y="878573"/>
                  <a:pt x="4378918" y="878573"/>
                </a:cubicBezTo>
                <a:close/>
                <a:moveTo>
                  <a:pt x="3787029" y="878573"/>
                </a:moveTo>
                <a:cubicBezTo>
                  <a:pt x="3807641" y="878573"/>
                  <a:pt x="3823845" y="882740"/>
                  <a:pt x="3835640" y="891075"/>
                </a:cubicBezTo>
                <a:cubicBezTo>
                  <a:pt x="3847434" y="899409"/>
                  <a:pt x="3856196" y="912208"/>
                  <a:pt x="3861926" y="929472"/>
                </a:cubicBezTo>
                <a:lnTo>
                  <a:pt x="3817278" y="939407"/>
                </a:lnTo>
                <a:cubicBezTo>
                  <a:pt x="3815715" y="934421"/>
                  <a:pt x="3814078" y="930775"/>
                  <a:pt x="3812367" y="928468"/>
                </a:cubicBezTo>
                <a:cubicBezTo>
                  <a:pt x="3809539" y="924598"/>
                  <a:pt x="3806079" y="921622"/>
                  <a:pt x="3801986" y="919538"/>
                </a:cubicBezTo>
                <a:cubicBezTo>
                  <a:pt x="3797893" y="917454"/>
                  <a:pt x="3793317" y="916413"/>
                  <a:pt x="3788256" y="916413"/>
                </a:cubicBezTo>
                <a:cubicBezTo>
                  <a:pt x="3776797" y="916413"/>
                  <a:pt x="3768016" y="921021"/>
                  <a:pt x="3761914" y="930238"/>
                </a:cubicBezTo>
                <a:cubicBezTo>
                  <a:pt x="3757300" y="937076"/>
                  <a:pt x="3754993" y="947815"/>
                  <a:pt x="3754993" y="962456"/>
                </a:cubicBezTo>
                <a:cubicBezTo>
                  <a:pt x="3754993" y="980593"/>
                  <a:pt x="3757747" y="993024"/>
                  <a:pt x="3763253" y="999750"/>
                </a:cubicBezTo>
                <a:cubicBezTo>
                  <a:pt x="3768760" y="1006476"/>
                  <a:pt x="3776499" y="1009840"/>
                  <a:pt x="3786470" y="1009840"/>
                </a:cubicBezTo>
                <a:cubicBezTo>
                  <a:pt x="3796144" y="1009840"/>
                  <a:pt x="3803456" y="1007123"/>
                  <a:pt x="3808404" y="1001691"/>
                </a:cubicBezTo>
                <a:cubicBezTo>
                  <a:pt x="3813353" y="996259"/>
                  <a:pt x="3816943" y="988371"/>
                  <a:pt x="3819175" y="978028"/>
                </a:cubicBezTo>
                <a:lnTo>
                  <a:pt x="3863489" y="991422"/>
                </a:lnTo>
                <a:cubicBezTo>
                  <a:pt x="3860512" y="1003849"/>
                  <a:pt x="3855824" y="1014230"/>
                  <a:pt x="3849425" y="1022564"/>
                </a:cubicBezTo>
                <a:cubicBezTo>
                  <a:pt x="3843025" y="1030899"/>
                  <a:pt x="3835081" y="1037187"/>
                  <a:pt x="3825594" y="1041428"/>
                </a:cubicBezTo>
                <a:cubicBezTo>
                  <a:pt x="3816106" y="1045670"/>
                  <a:pt x="3804032" y="1047791"/>
                  <a:pt x="3789373" y="1047791"/>
                </a:cubicBezTo>
                <a:cubicBezTo>
                  <a:pt x="3771588" y="1047791"/>
                  <a:pt x="3757058" y="1045207"/>
                  <a:pt x="3745785" y="1040038"/>
                </a:cubicBezTo>
                <a:cubicBezTo>
                  <a:pt x="3734511" y="1034870"/>
                  <a:pt x="3724781" y="1025779"/>
                  <a:pt x="3716596" y="1012765"/>
                </a:cubicBezTo>
                <a:cubicBezTo>
                  <a:pt x="3708410" y="999752"/>
                  <a:pt x="3704317" y="983094"/>
                  <a:pt x="3704317" y="962791"/>
                </a:cubicBezTo>
                <a:cubicBezTo>
                  <a:pt x="3704317" y="935723"/>
                  <a:pt x="3711517" y="914920"/>
                  <a:pt x="3725916" y="900381"/>
                </a:cubicBezTo>
                <a:cubicBezTo>
                  <a:pt x="3740315" y="885842"/>
                  <a:pt x="3760686" y="878573"/>
                  <a:pt x="3787029" y="878573"/>
                </a:cubicBezTo>
                <a:close/>
                <a:moveTo>
                  <a:pt x="2950168" y="878573"/>
                </a:moveTo>
                <a:cubicBezTo>
                  <a:pt x="2977404" y="878573"/>
                  <a:pt x="2998388" y="885884"/>
                  <a:pt x="3013122" y="900507"/>
                </a:cubicBezTo>
                <a:cubicBezTo>
                  <a:pt x="3027856" y="915129"/>
                  <a:pt x="3035223" y="935611"/>
                  <a:pt x="3035223" y="961954"/>
                </a:cubicBezTo>
                <a:cubicBezTo>
                  <a:pt x="3035223" y="981079"/>
                  <a:pt x="3032005" y="996761"/>
                  <a:pt x="3025568" y="1009002"/>
                </a:cubicBezTo>
                <a:cubicBezTo>
                  <a:pt x="3019131" y="1021244"/>
                  <a:pt x="3009830" y="1030769"/>
                  <a:pt x="2997663" y="1037577"/>
                </a:cubicBezTo>
                <a:cubicBezTo>
                  <a:pt x="2985496" y="1044386"/>
                  <a:pt x="2970334" y="1047791"/>
                  <a:pt x="2952177" y="1047791"/>
                </a:cubicBezTo>
                <a:cubicBezTo>
                  <a:pt x="2933723" y="1047791"/>
                  <a:pt x="2918449" y="1044851"/>
                  <a:pt x="2906357" y="1038973"/>
                </a:cubicBezTo>
                <a:cubicBezTo>
                  <a:pt x="2894264" y="1033094"/>
                  <a:pt x="2884460" y="1023792"/>
                  <a:pt x="2876945" y="1011067"/>
                </a:cubicBezTo>
                <a:cubicBezTo>
                  <a:pt x="2869429" y="998343"/>
                  <a:pt x="2865671" y="982418"/>
                  <a:pt x="2865671" y="963294"/>
                </a:cubicBezTo>
                <a:cubicBezTo>
                  <a:pt x="2865671" y="936579"/>
                  <a:pt x="2873112" y="915780"/>
                  <a:pt x="2887995" y="900897"/>
                </a:cubicBezTo>
                <a:cubicBezTo>
                  <a:pt x="2902878" y="886014"/>
                  <a:pt x="2923602" y="878573"/>
                  <a:pt x="2950168" y="878573"/>
                </a:cubicBezTo>
                <a:close/>
                <a:moveTo>
                  <a:pt x="1624445" y="878573"/>
                </a:moveTo>
                <a:cubicBezTo>
                  <a:pt x="1645355" y="878573"/>
                  <a:pt x="1661298" y="882461"/>
                  <a:pt x="1672274" y="890237"/>
                </a:cubicBezTo>
                <a:cubicBezTo>
                  <a:pt x="1683251" y="898014"/>
                  <a:pt x="1689780" y="910385"/>
                  <a:pt x="1691864" y="927351"/>
                </a:cubicBezTo>
                <a:lnTo>
                  <a:pt x="1644201" y="930142"/>
                </a:lnTo>
                <a:cubicBezTo>
                  <a:pt x="1642936" y="922775"/>
                  <a:pt x="1640277" y="917417"/>
                  <a:pt x="1636221" y="914069"/>
                </a:cubicBezTo>
                <a:cubicBezTo>
                  <a:pt x="1632165" y="910720"/>
                  <a:pt x="1626566" y="909046"/>
                  <a:pt x="1619422" y="909046"/>
                </a:cubicBezTo>
                <a:cubicBezTo>
                  <a:pt x="1613543" y="909046"/>
                  <a:pt x="1609115" y="910292"/>
                  <a:pt x="1606139" y="912785"/>
                </a:cubicBezTo>
                <a:cubicBezTo>
                  <a:pt x="1603162" y="915278"/>
                  <a:pt x="1601674" y="918310"/>
                  <a:pt x="1601674" y="921882"/>
                </a:cubicBezTo>
                <a:cubicBezTo>
                  <a:pt x="1601674" y="924487"/>
                  <a:pt x="1602902" y="926831"/>
                  <a:pt x="1605358" y="928914"/>
                </a:cubicBezTo>
                <a:cubicBezTo>
                  <a:pt x="1607738" y="931072"/>
                  <a:pt x="1613394" y="933081"/>
                  <a:pt x="1622324" y="934942"/>
                </a:cubicBezTo>
                <a:cubicBezTo>
                  <a:pt x="1644425" y="939704"/>
                  <a:pt x="1660256" y="944523"/>
                  <a:pt x="1669819" y="949397"/>
                </a:cubicBezTo>
                <a:cubicBezTo>
                  <a:pt x="1679381" y="954271"/>
                  <a:pt x="1686339" y="960317"/>
                  <a:pt x="1690692" y="967535"/>
                </a:cubicBezTo>
                <a:cubicBezTo>
                  <a:pt x="1695045" y="974753"/>
                  <a:pt x="1697222" y="982827"/>
                  <a:pt x="1697222" y="991757"/>
                </a:cubicBezTo>
                <a:cubicBezTo>
                  <a:pt x="1697222" y="1002249"/>
                  <a:pt x="1694319" y="1011923"/>
                  <a:pt x="1688515" y="1020778"/>
                </a:cubicBezTo>
                <a:cubicBezTo>
                  <a:pt x="1682711" y="1029634"/>
                  <a:pt x="1674599" y="1036350"/>
                  <a:pt x="1664182" y="1040926"/>
                </a:cubicBezTo>
                <a:cubicBezTo>
                  <a:pt x="1653764" y="1045503"/>
                  <a:pt x="1640630" y="1047791"/>
                  <a:pt x="1624780" y="1047791"/>
                </a:cubicBezTo>
                <a:cubicBezTo>
                  <a:pt x="1596949" y="1047791"/>
                  <a:pt x="1577676" y="1042433"/>
                  <a:pt x="1566960" y="1031717"/>
                </a:cubicBezTo>
                <a:cubicBezTo>
                  <a:pt x="1556244" y="1021002"/>
                  <a:pt x="1550179" y="1007384"/>
                  <a:pt x="1548766" y="990864"/>
                </a:cubicBezTo>
                <a:lnTo>
                  <a:pt x="1596874" y="987850"/>
                </a:lnTo>
                <a:cubicBezTo>
                  <a:pt x="1597916" y="995664"/>
                  <a:pt x="1600037" y="1001617"/>
                  <a:pt x="1603237" y="1005710"/>
                </a:cubicBezTo>
                <a:cubicBezTo>
                  <a:pt x="1608445" y="1012332"/>
                  <a:pt x="1615887" y="1015644"/>
                  <a:pt x="1625561" y="1015644"/>
                </a:cubicBezTo>
                <a:cubicBezTo>
                  <a:pt x="1632779" y="1015644"/>
                  <a:pt x="1638341" y="1013951"/>
                  <a:pt x="1642248" y="1010565"/>
                </a:cubicBezTo>
                <a:cubicBezTo>
                  <a:pt x="1646155" y="1007179"/>
                  <a:pt x="1648108" y="1003254"/>
                  <a:pt x="1648108" y="998789"/>
                </a:cubicBezTo>
                <a:cubicBezTo>
                  <a:pt x="1648108" y="994548"/>
                  <a:pt x="1646248" y="990752"/>
                  <a:pt x="1642528" y="987404"/>
                </a:cubicBezTo>
                <a:cubicBezTo>
                  <a:pt x="1638807" y="984055"/>
                  <a:pt x="1630175" y="980893"/>
                  <a:pt x="1616632" y="977916"/>
                </a:cubicBezTo>
                <a:cubicBezTo>
                  <a:pt x="1594456" y="972930"/>
                  <a:pt x="1578643" y="966307"/>
                  <a:pt x="1569193" y="958047"/>
                </a:cubicBezTo>
                <a:cubicBezTo>
                  <a:pt x="1559667" y="949787"/>
                  <a:pt x="1554905" y="939258"/>
                  <a:pt x="1554905" y="926459"/>
                </a:cubicBezTo>
                <a:cubicBezTo>
                  <a:pt x="1554905" y="918050"/>
                  <a:pt x="1557342" y="910106"/>
                  <a:pt x="1562216" y="902627"/>
                </a:cubicBezTo>
                <a:cubicBezTo>
                  <a:pt x="1567090" y="895149"/>
                  <a:pt x="1574420" y="889270"/>
                  <a:pt x="1584205" y="884991"/>
                </a:cubicBezTo>
                <a:cubicBezTo>
                  <a:pt x="1593991" y="880712"/>
                  <a:pt x="1607404" y="878573"/>
                  <a:pt x="1624445" y="878573"/>
                </a:cubicBezTo>
                <a:close/>
                <a:moveTo>
                  <a:pt x="1010863" y="878573"/>
                </a:moveTo>
                <a:cubicBezTo>
                  <a:pt x="1028946" y="878573"/>
                  <a:pt x="1042471" y="880210"/>
                  <a:pt x="1051438" y="883484"/>
                </a:cubicBezTo>
                <a:cubicBezTo>
                  <a:pt x="1060405" y="886759"/>
                  <a:pt x="1067846" y="891837"/>
                  <a:pt x="1073762" y="898721"/>
                </a:cubicBezTo>
                <a:cubicBezTo>
                  <a:pt x="1079678" y="905604"/>
                  <a:pt x="1084125" y="914329"/>
                  <a:pt x="1087101" y="924896"/>
                </a:cubicBezTo>
                <a:lnTo>
                  <a:pt x="1038323" y="933602"/>
                </a:lnTo>
                <a:cubicBezTo>
                  <a:pt x="1036313" y="927426"/>
                  <a:pt x="1032909" y="922701"/>
                  <a:pt x="1028109" y="919426"/>
                </a:cubicBezTo>
                <a:cubicBezTo>
                  <a:pt x="1023309" y="916152"/>
                  <a:pt x="1017189" y="914515"/>
                  <a:pt x="1009747" y="914515"/>
                </a:cubicBezTo>
                <a:cubicBezTo>
                  <a:pt x="998660" y="914515"/>
                  <a:pt x="989823" y="918366"/>
                  <a:pt x="983237" y="926068"/>
                </a:cubicBezTo>
                <a:cubicBezTo>
                  <a:pt x="976652" y="933770"/>
                  <a:pt x="973359" y="945955"/>
                  <a:pt x="973359" y="962624"/>
                </a:cubicBezTo>
                <a:cubicBezTo>
                  <a:pt x="973359" y="980334"/>
                  <a:pt x="976689" y="992985"/>
                  <a:pt x="983349" y="1000575"/>
                </a:cubicBezTo>
                <a:cubicBezTo>
                  <a:pt x="990009" y="1008165"/>
                  <a:pt x="999292" y="1011960"/>
                  <a:pt x="1011199" y="1011960"/>
                </a:cubicBezTo>
                <a:cubicBezTo>
                  <a:pt x="1016854" y="1011960"/>
                  <a:pt x="1022249" y="1011142"/>
                  <a:pt x="1027384" y="1009505"/>
                </a:cubicBezTo>
                <a:cubicBezTo>
                  <a:pt x="1032518" y="1007868"/>
                  <a:pt x="1038396" y="1005077"/>
                  <a:pt x="1045019" y="1001133"/>
                </a:cubicBezTo>
                <a:lnTo>
                  <a:pt x="1045019" y="985729"/>
                </a:lnTo>
                <a:lnTo>
                  <a:pt x="1011199" y="985729"/>
                </a:lnTo>
                <a:lnTo>
                  <a:pt x="1011199" y="951685"/>
                </a:lnTo>
                <a:lnTo>
                  <a:pt x="1089333" y="951685"/>
                </a:lnTo>
                <a:lnTo>
                  <a:pt x="1089333" y="1021448"/>
                </a:lnTo>
                <a:cubicBezTo>
                  <a:pt x="1074376" y="1031643"/>
                  <a:pt x="1061149" y="1038582"/>
                  <a:pt x="1049652" y="1042266"/>
                </a:cubicBezTo>
                <a:cubicBezTo>
                  <a:pt x="1038155" y="1045949"/>
                  <a:pt x="1024519" y="1047791"/>
                  <a:pt x="1008743" y="1047791"/>
                </a:cubicBezTo>
                <a:cubicBezTo>
                  <a:pt x="989321" y="1047791"/>
                  <a:pt x="973489" y="1044479"/>
                  <a:pt x="961248" y="1037856"/>
                </a:cubicBezTo>
                <a:cubicBezTo>
                  <a:pt x="949007" y="1031234"/>
                  <a:pt x="939519" y="1021374"/>
                  <a:pt x="932784" y="1008277"/>
                </a:cubicBezTo>
                <a:cubicBezTo>
                  <a:pt x="926050" y="995180"/>
                  <a:pt x="922683" y="980148"/>
                  <a:pt x="922683" y="963182"/>
                </a:cubicBezTo>
                <a:cubicBezTo>
                  <a:pt x="922683" y="945323"/>
                  <a:pt x="926366" y="929789"/>
                  <a:pt x="933733" y="916580"/>
                </a:cubicBezTo>
                <a:cubicBezTo>
                  <a:pt x="941101" y="903372"/>
                  <a:pt x="951891" y="893344"/>
                  <a:pt x="966103" y="886498"/>
                </a:cubicBezTo>
                <a:cubicBezTo>
                  <a:pt x="977191" y="881215"/>
                  <a:pt x="992111" y="878573"/>
                  <a:pt x="1010863" y="878573"/>
                </a:cubicBezTo>
                <a:close/>
                <a:moveTo>
                  <a:pt x="1460012" y="431673"/>
                </a:moveTo>
                <a:lnTo>
                  <a:pt x="1610050" y="431673"/>
                </a:lnTo>
                <a:lnTo>
                  <a:pt x="1685488" y="603504"/>
                </a:lnTo>
                <a:lnTo>
                  <a:pt x="1534612" y="603504"/>
                </a:lnTo>
                <a:close/>
                <a:moveTo>
                  <a:pt x="939909" y="431673"/>
                </a:moveTo>
                <a:lnTo>
                  <a:pt x="1089946" y="431673"/>
                </a:lnTo>
                <a:lnTo>
                  <a:pt x="1015346" y="603504"/>
                </a:lnTo>
                <a:lnTo>
                  <a:pt x="864471" y="603504"/>
                </a:lnTo>
                <a:close/>
                <a:moveTo>
                  <a:pt x="7555723" y="391440"/>
                </a:moveTo>
                <a:lnTo>
                  <a:pt x="7714719" y="391440"/>
                </a:lnTo>
                <a:lnTo>
                  <a:pt x="7714719" y="425806"/>
                </a:lnTo>
                <a:lnTo>
                  <a:pt x="7889824" y="425806"/>
                </a:lnTo>
                <a:lnTo>
                  <a:pt x="7889824" y="494538"/>
                </a:lnTo>
                <a:lnTo>
                  <a:pt x="7765771" y="494538"/>
                </a:lnTo>
                <a:lnTo>
                  <a:pt x="7889824" y="568300"/>
                </a:lnTo>
                <a:lnTo>
                  <a:pt x="7889824" y="600990"/>
                </a:lnTo>
                <a:lnTo>
                  <a:pt x="7728955" y="600990"/>
                </a:lnTo>
                <a:lnTo>
                  <a:pt x="7637735" y="540639"/>
                </a:lnTo>
                <a:lnTo>
                  <a:pt x="7546516" y="600990"/>
                </a:lnTo>
                <a:lnTo>
                  <a:pt x="7386485" y="600990"/>
                </a:lnTo>
                <a:lnTo>
                  <a:pt x="7386485" y="568300"/>
                </a:lnTo>
                <a:lnTo>
                  <a:pt x="7508863" y="494538"/>
                </a:lnTo>
                <a:lnTo>
                  <a:pt x="7381455" y="494538"/>
                </a:lnTo>
                <a:lnTo>
                  <a:pt x="7381455" y="425806"/>
                </a:lnTo>
                <a:lnTo>
                  <a:pt x="7555723" y="425806"/>
                </a:lnTo>
                <a:close/>
                <a:moveTo>
                  <a:pt x="7542809" y="290856"/>
                </a:moveTo>
                <a:lnTo>
                  <a:pt x="7542809" y="312649"/>
                </a:lnTo>
                <a:lnTo>
                  <a:pt x="7727213" y="312649"/>
                </a:lnTo>
                <a:lnTo>
                  <a:pt x="7727213" y="290856"/>
                </a:lnTo>
                <a:close/>
                <a:moveTo>
                  <a:pt x="4428897" y="236373"/>
                </a:moveTo>
                <a:lnTo>
                  <a:pt x="5032400" y="236373"/>
                </a:lnTo>
                <a:lnTo>
                  <a:pt x="5032400" y="311811"/>
                </a:lnTo>
                <a:lnTo>
                  <a:pt x="4905833" y="389763"/>
                </a:lnTo>
                <a:lnTo>
                  <a:pt x="5164836" y="389763"/>
                </a:lnTo>
                <a:lnTo>
                  <a:pt x="5164836" y="465201"/>
                </a:lnTo>
                <a:lnTo>
                  <a:pt x="4822851" y="465201"/>
                </a:lnTo>
                <a:lnTo>
                  <a:pt x="4822851" y="522199"/>
                </a:lnTo>
                <a:lnTo>
                  <a:pt x="4806925" y="604342"/>
                </a:lnTo>
                <a:lnTo>
                  <a:pt x="4654372" y="604342"/>
                </a:lnTo>
                <a:lnTo>
                  <a:pt x="4671975" y="511302"/>
                </a:lnTo>
                <a:lnTo>
                  <a:pt x="4671975" y="465201"/>
                </a:lnTo>
                <a:lnTo>
                  <a:pt x="4336695" y="465201"/>
                </a:lnTo>
                <a:lnTo>
                  <a:pt x="4336695" y="389763"/>
                </a:lnTo>
                <a:lnTo>
                  <a:pt x="4684547" y="389763"/>
                </a:lnTo>
                <a:lnTo>
                  <a:pt x="4816983" y="311811"/>
                </a:lnTo>
                <a:lnTo>
                  <a:pt x="4428897" y="311811"/>
                </a:lnTo>
                <a:close/>
                <a:moveTo>
                  <a:pt x="1062914" y="227152"/>
                </a:moveTo>
                <a:lnTo>
                  <a:pt x="1062914" y="320193"/>
                </a:lnTo>
                <a:lnTo>
                  <a:pt x="1486205" y="320193"/>
                </a:lnTo>
                <a:lnTo>
                  <a:pt x="1486205" y="227152"/>
                </a:lnTo>
                <a:close/>
                <a:moveTo>
                  <a:pt x="2354657" y="218770"/>
                </a:moveTo>
                <a:lnTo>
                  <a:pt x="2354657" y="274092"/>
                </a:lnTo>
                <a:lnTo>
                  <a:pt x="2407463" y="274092"/>
                </a:lnTo>
                <a:lnTo>
                  <a:pt x="2407463" y="218770"/>
                </a:lnTo>
                <a:close/>
                <a:moveTo>
                  <a:pt x="2151812" y="218770"/>
                </a:moveTo>
                <a:lnTo>
                  <a:pt x="2151812" y="274092"/>
                </a:lnTo>
                <a:lnTo>
                  <a:pt x="2203781" y="274092"/>
                </a:lnTo>
                <a:lnTo>
                  <a:pt x="2203781" y="218770"/>
                </a:lnTo>
                <a:close/>
                <a:moveTo>
                  <a:pt x="7542809" y="211227"/>
                </a:moveTo>
                <a:lnTo>
                  <a:pt x="7542809" y="233020"/>
                </a:lnTo>
                <a:lnTo>
                  <a:pt x="7727213" y="233020"/>
                </a:lnTo>
                <a:lnTo>
                  <a:pt x="7727213" y="211227"/>
                </a:lnTo>
                <a:close/>
                <a:moveTo>
                  <a:pt x="7298055" y="181890"/>
                </a:moveTo>
                <a:lnTo>
                  <a:pt x="7357567" y="181890"/>
                </a:lnTo>
                <a:lnTo>
                  <a:pt x="7365111" y="600151"/>
                </a:lnTo>
                <a:lnTo>
                  <a:pt x="7304761" y="600151"/>
                </a:lnTo>
                <a:close/>
                <a:moveTo>
                  <a:pt x="7070903" y="181890"/>
                </a:moveTo>
                <a:lnTo>
                  <a:pt x="7130415" y="181890"/>
                </a:lnTo>
                <a:lnTo>
                  <a:pt x="7122871" y="600151"/>
                </a:lnTo>
                <a:lnTo>
                  <a:pt x="7062521" y="600151"/>
                </a:lnTo>
                <a:close/>
                <a:moveTo>
                  <a:pt x="8168183" y="179375"/>
                </a:moveTo>
                <a:lnTo>
                  <a:pt x="8231048" y="179375"/>
                </a:lnTo>
                <a:lnTo>
                  <a:pt x="8240267" y="600151"/>
                </a:lnTo>
                <a:lnTo>
                  <a:pt x="8178241" y="600151"/>
                </a:lnTo>
                <a:close/>
                <a:moveTo>
                  <a:pt x="7934325" y="179375"/>
                </a:moveTo>
                <a:lnTo>
                  <a:pt x="7996352" y="179375"/>
                </a:lnTo>
                <a:lnTo>
                  <a:pt x="7987131" y="600151"/>
                </a:lnTo>
                <a:lnTo>
                  <a:pt x="7925105" y="600151"/>
                </a:lnTo>
                <a:close/>
                <a:moveTo>
                  <a:pt x="912039" y="151714"/>
                </a:moveTo>
                <a:lnTo>
                  <a:pt x="1637081" y="151714"/>
                </a:lnTo>
                <a:lnTo>
                  <a:pt x="1637081" y="395631"/>
                </a:lnTo>
                <a:lnTo>
                  <a:pt x="1349578" y="395631"/>
                </a:lnTo>
                <a:lnTo>
                  <a:pt x="1349578" y="516331"/>
                </a:lnTo>
                <a:lnTo>
                  <a:pt x="1327786" y="603504"/>
                </a:lnTo>
                <a:lnTo>
                  <a:pt x="1178586" y="603504"/>
                </a:lnTo>
                <a:lnTo>
                  <a:pt x="1203732" y="504597"/>
                </a:lnTo>
                <a:lnTo>
                  <a:pt x="1203732" y="395631"/>
                </a:lnTo>
                <a:lnTo>
                  <a:pt x="912039" y="395631"/>
                </a:lnTo>
                <a:close/>
                <a:moveTo>
                  <a:pt x="7391933" y="144171"/>
                </a:moveTo>
                <a:lnTo>
                  <a:pt x="7878089" y="144171"/>
                </a:lnTo>
                <a:lnTo>
                  <a:pt x="7878089" y="379705"/>
                </a:lnTo>
                <a:lnTo>
                  <a:pt x="7391933" y="379705"/>
                </a:lnTo>
                <a:close/>
                <a:moveTo>
                  <a:pt x="6072226" y="113157"/>
                </a:moveTo>
                <a:lnTo>
                  <a:pt x="6072226" y="285826"/>
                </a:lnTo>
                <a:lnTo>
                  <a:pt x="6285967" y="285826"/>
                </a:lnTo>
                <a:lnTo>
                  <a:pt x="6285967" y="113157"/>
                </a:lnTo>
                <a:close/>
                <a:moveTo>
                  <a:pt x="5405476" y="113157"/>
                </a:moveTo>
                <a:lnTo>
                  <a:pt x="5405476" y="285826"/>
                </a:lnTo>
                <a:lnTo>
                  <a:pt x="5619217" y="285826"/>
                </a:lnTo>
                <a:lnTo>
                  <a:pt x="5619217" y="113157"/>
                </a:lnTo>
                <a:close/>
                <a:moveTo>
                  <a:pt x="4349268" y="106452"/>
                </a:moveTo>
                <a:lnTo>
                  <a:pt x="5151425" y="106452"/>
                </a:lnTo>
                <a:lnTo>
                  <a:pt x="5151425" y="223800"/>
                </a:lnTo>
                <a:lnTo>
                  <a:pt x="5000549" y="223800"/>
                </a:lnTo>
                <a:lnTo>
                  <a:pt x="5000549" y="181890"/>
                </a:lnTo>
                <a:lnTo>
                  <a:pt x="4500144" y="181890"/>
                </a:lnTo>
                <a:lnTo>
                  <a:pt x="4500144" y="223800"/>
                </a:lnTo>
                <a:lnTo>
                  <a:pt x="4349268" y="223800"/>
                </a:lnTo>
                <a:close/>
                <a:moveTo>
                  <a:pt x="2354657" y="85497"/>
                </a:moveTo>
                <a:lnTo>
                  <a:pt x="2354657" y="143332"/>
                </a:lnTo>
                <a:lnTo>
                  <a:pt x="2407463" y="143332"/>
                </a:lnTo>
                <a:lnTo>
                  <a:pt x="2407463" y="85497"/>
                </a:lnTo>
                <a:close/>
                <a:moveTo>
                  <a:pt x="2151812" y="85497"/>
                </a:moveTo>
                <a:lnTo>
                  <a:pt x="2151812" y="143332"/>
                </a:lnTo>
                <a:lnTo>
                  <a:pt x="2203781" y="143332"/>
                </a:lnTo>
                <a:lnTo>
                  <a:pt x="2203781" y="85497"/>
                </a:lnTo>
                <a:close/>
                <a:moveTo>
                  <a:pt x="5917159" y="35205"/>
                </a:moveTo>
                <a:lnTo>
                  <a:pt x="6441034" y="35205"/>
                </a:lnTo>
                <a:lnTo>
                  <a:pt x="6441034" y="365455"/>
                </a:lnTo>
                <a:lnTo>
                  <a:pt x="6072226" y="365455"/>
                </a:lnTo>
                <a:lnTo>
                  <a:pt x="6072226" y="595960"/>
                </a:lnTo>
                <a:lnTo>
                  <a:pt x="5917159" y="595960"/>
                </a:lnTo>
                <a:close/>
                <a:moveTo>
                  <a:pt x="5250409" y="35205"/>
                </a:moveTo>
                <a:lnTo>
                  <a:pt x="5774284" y="35205"/>
                </a:lnTo>
                <a:lnTo>
                  <a:pt x="5774284" y="365455"/>
                </a:lnTo>
                <a:lnTo>
                  <a:pt x="5405476" y="365455"/>
                </a:lnTo>
                <a:lnTo>
                  <a:pt x="5405476" y="595960"/>
                </a:lnTo>
                <a:lnTo>
                  <a:pt x="5250409" y="595960"/>
                </a:lnTo>
                <a:close/>
                <a:moveTo>
                  <a:pt x="6538341" y="34366"/>
                </a:moveTo>
                <a:lnTo>
                  <a:pt x="7009409" y="34366"/>
                </a:lnTo>
                <a:lnTo>
                  <a:pt x="7009409" y="112319"/>
                </a:lnTo>
                <a:lnTo>
                  <a:pt x="6850989" y="112319"/>
                </a:lnTo>
                <a:lnTo>
                  <a:pt x="6850989" y="597637"/>
                </a:lnTo>
                <a:lnTo>
                  <a:pt x="6696761" y="597637"/>
                </a:lnTo>
                <a:lnTo>
                  <a:pt x="6696761" y="112319"/>
                </a:lnTo>
                <a:lnTo>
                  <a:pt x="6538341" y="112319"/>
                </a:lnTo>
                <a:close/>
                <a:moveTo>
                  <a:pt x="2653436" y="31852"/>
                </a:moveTo>
                <a:lnTo>
                  <a:pt x="3380994" y="31852"/>
                </a:lnTo>
                <a:lnTo>
                  <a:pt x="3380994" y="107290"/>
                </a:lnTo>
                <a:lnTo>
                  <a:pt x="3092653" y="107290"/>
                </a:lnTo>
                <a:lnTo>
                  <a:pt x="3092653" y="524713"/>
                </a:lnTo>
                <a:lnTo>
                  <a:pt x="3409493" y="524713"/>
                </a:lnTo>
                <a:lnTo>
                  <a:pt x="3409493" y="600151"/>
                </a:lnTo>
                <a:lnTo>
                  <a:pt x="2624938" y="600151"/>
                </a:lnTo>
                <a:lnTo>
                  <a:pt x="2624938" y="524713"/>
                </a:lnTo>
                <a:lnTo>
                  <a:pt x="2941777" y="524713"/>
                </a:lnTo>
                <a:lnTo>
                  <a:pt x="2941777" y="107290"/>
                </a:lnTo>
                <a:lnTo>
                  <a:pt x="2653436" y="107290"/>
                </a:lnTo>
                <a:close/>
                <a:moveTo>
                  <a:pt x="1724330" y="16764"/>
                </a:moveTo>
                <a:lnTo>
                  <a:pt x="1989202" y="16764"/>
                </a:lnTo>
                <a:lnTo>
                  <a:pt x="1989202" y="92202"/>
                </a:lnTo>
                <a:lnTo>
                  <a:pt x="1932204" y="92202"/>
                </a:lnTo>
                <a:lnTo>
                  <a:pt x="1932204" y="268224"/>
                </a:lnTo>
                <a:lnTo>
                  <a:pt x="1988364" y="268224"/>
                </a:lnTo>
                <a:lnTo>
                  <a:pt x="1988364" y="343662"/>
                </a:lnTo>
                <a:lnTo>
                  <a:pt x="1932204" y="343662"/>
                </a:lnTo>
                <a:lnTo>
                  <a:pt x="1932204" y="517170"/>
                </a:lnTo>
                <a:lnTo>
                  <a:pt x="1989202" y="516331"/>
                </a:lnTo>
                <a:lnTo>
                  <a:pt x="1989202" y="591769"/>
                </a:lnTo>
                <a:lnTo>
                  <a:pt x="1724330" y="596799"/>
                </a:lnTo>
                <a:lnTo>
                  <a:pt x="1724330" y="521361"/>
                </a:lnTo>
                <a:lnTo>
                  <a:pt x="1781328" y="520522"/>
                </a:lnTo>
                <a:lnTo>
                  <a:pt x="1781328" y="343662"/>
                </a:lnTo>
                <a:lnTo>
                  <a:pt x="1725169" y="343662"/>
                </a:lnTo>
                <a:lnTo>
                  <a:pt x="1725169" y="268224"/>
                </a:lnTo>
                <a:lnTo>
                  <a:pt x="1781328" y="268224"/>
                </a:lnTo>
                <a:lnTo>
                  <a:pt x="1781328" y="92202"/>
                </a:lnTo>
                <a:lnTo>
                  <a:pt x="1724330" y="92202"/>
                </a:lnTo>
                <a:close/>
                <a:moveTo>
                  <a:pt x="2010156" y="10059"/>
                </a:moveTo>
                <a:lnTo>
                  <a:pt x="2549957" y="10059"/>
                </a:lnTo>
                <a:lnTo>
                  <a:pt x="2549957" y="349530"/>
                </a:lnTo>
                <a:lnTo>
                  <a:pt x="2354657" y="349530"/>
                </a:lnTo>
                <a:lnTo>
                  <a:pt x="2354657" y="399822"/>
                </a:lnTo>
                <a:lnTo>
                  <a:pt x="2549119" y="399822"/>
                </a:lnTo>
                <a:lnTo>
                  <a:pt x="2549119" y="475260"/>
                </a:lnTo>
                <a:lnTo>
                  <a:pt x="2354657" y="475260"/>
                </a:lnTo>
                <a:lnTo>
                  <a:pt x="2354657" y="523875"/>
                </a:lnTo>
                <a:lnTo>
                  <a:pt x="2556662" y="523875"/>
                </a:lnTo>
                <a:lnTo>
                  <a:pt x="2556662" y="599313"/>
                </a:lnTo>
                <a:lnTo>
                  <a:pt x="2002613" y="599313"/>
                </a:lnTo>
                <a:lnTo>
                  <a:pt x="2002613" y="523875"/>
                </a:lnTo>
                <a:lnTo>
                  <a:pt x="2203781" y="523875"/>
                </a:lnTo>
                <a:lnTo>
                  <a:pt x="2203781" y="475260"/>
                </a:lnTo>
                <a:lnTo>
                  <a:pt x="2010156" y="475260"/>
                </a:lnTo>
                <a:lnTo>
                  <a:pt x="2010156" y="399822"/>
                </a:lnTo>
                <a:lnTo>
                  <a:pt x="2203781" y="399822"/>
                </a:lnTo>
                <a:lnTo>
                  <a:pt x="2203781" y="349530"/>
                </a:lnTo>
                <a:lnTo>
                  <a:pt x="2010156" y="349530"/>
                </a:lnTo>
                <a:close/>
                <a:moveTo>
                  <a:pt x="451790" y="6706"/>
                </a:moveTo>
                <a:lnTo>
                  <a:pt x="602666" y="6706"/>
                </a:lnTo>
                <a:lnTo>
                  <a:pt x="602666" y="130759"/>
                </a:lnTo>
                <a:lnTo>
                  <a:pt x="812216" y="75438"/>
                </a:lnTo>
                <a:lnTo>
                  <a:pt x="812216" y="158420"/>
                </a:lnTo>
                <a:lnTo>
                  <a:pt x="602666" y="214579"/>
                </a:lnTo>
                <a:lnTo>
                  <a:pt x="602666" y="518846"/>
                </a:lnTo>
                <a:lnTo>
                  <a:pt x="815569" y="518846"/>
                </a:lnTo>
                <a:lnTo>
                  <a:pt x="815569" y="594284"/>
                </a:lnTo>
                <a:lnTo>
                  <a:pt x="451790" y="594284"/>
                </a:lnTo>
                <a:close/>
                <a:moveTo>
                  <a:pt x="187757" y="6706"/>
                </a:moveTo>
                <a:lnTo>
                  <a:pt x="338633" y="6706"/>
                </a:lnTo>
                <a:lnTo>
                  <a:pt x="338633" y="600990"/>
                </a:lnTo>
                <a:lnTo>
                  <a:pt x="187757" y="600990"/>
                </a:lnTo>
                <a:lnTo>
                  <a:pt x="187757" y="486994"/>
                </a:lnTo>
                <a:lnTo>
                  <a:pt x="0" y="555727"/>
                </a:lnTo>
                <a:lnTo>
                  <a:pt x="0" y="466039"/>
                </a:lnTo>
                <a:lnTo>
                  <a:pt x="187757" y="397307"/>
                </a:lnTo>
                <a:lnTo>
                  <a:pt x="187757" y="190272"/>
                </a:lnTo>
                <a:lnTo>
                  <a:pt x="0" y="190272"/>
                </a:lnTo>
                <a:lnTo>
                  <a:pt x="0" y="114834"/>
                </a:lnTo>
                <a:lnTo>
                  <a:pt x="187757" y="114834"/>
                </a:lnTo>
                <a:close/>
                <a:moveTo>
                  <a:pt x="8754085" y="5029"/>
                </a:moveTo>
                <a:lnTo>
                  <a:pt x="8754085" y="81306"/>
                </a:lnTo>
                <a:lnTo>
                  <a:pt x="8402879" y="86335"/>
                </a:lnTo>
                <a:lnTo>
                  <a:pt x="8402040" y="128245"/>
                </a:lnTo>
                <a:lnTo>
                  <a:pt x="8743188" y="128245"/>
                </a:lnTo>
                <a:lnTo>
                  <a:pt x="8743188" y="375514"/>
                </a:lnTo>
                <a:lnTo>
                  <a:pt x="8668588" y="462687"/>
                </a:lnTo>
                <a:lnTo>
                  <a:pt x="8757437" y="559080"/>
                </a:lnTo>
                <a:lnTo>
                  <a:pt x="8757437" y="600151"/>
                </a:lnTo>
                <a:lnTo>
                  <a:pt x="8619972" y="600151"/>
                </a:lnTo>
                <a:lnTo>
                  <a:pt x="8583930" y="560756"/>
                </a:lnTo>
                <a:lnTo>
                  <a:pt x="8550402" y="600151"/>
                </a:lnTo>
                <a:lnTo>
                  <a:pt x="8409584" y="600151"/>
                </a:lnTo>
                <a:lnTo>
                  <a:pt x="8409584" y="559080"/>
                </a:lnTo>
                <a:lnTo>
                  <a:pt x="8494242" y="464363"/>
                </a:lnTo>
                <a:lnTo>
                  <a:pt x="8419643" y="382219"/>
                </a:lnTo>
                <a:lnTo>
                  <a:pt x="8419643" y="231343"/>
                </a:lnTo>
                <a:lnTo>
                  <a:pt x="8558784" y="231343"/>
                </a:lnTo>
                <a:lnTo>
                  <a:pt x="8558784" y="342824"/>
                </a:lnTo>
                <a:lnTo>
                  <a:pt x="8580577" y="367132"/>
                </a:lnTo>
                <a:lnTo>
                  <a:pt x="8602370" y="342824"/>
                </a:lnTo>
                <a:lnTo>
                  <a:pt x="8602370" y="203683"/>
                </a:lnTo>
                <a:lnTo>
                  <a:pt x="8400364" y="203683"/>
                </a:lnTo>
                <a:lnTo>
                  <a:pt x="8392820" y="600151"/>
                </a:lnTo>
                <a:lnTo>
                  <a:pt x="8251164" y="600151"/>
                </a:lnTo>
                <a:lnTo>
                  <a:pt x="8262061" y="11735"/>
                </a:lnTo>
                <a:close/>
                <a:moveTo>
                  <a:pt x="4968697" y="4191"/>
                </a:moveTo>
                <a:lnTo>
                  <a:pt x="5126279" y="4191"/>
                </a:lnTo>
                <a:lnTo>
                  <a:pt x="5082693" y="88849"/>
                </a:lnTo>
                <a:lnTo>
                  <a:pt x="4925949" y="88849"/>
                </a:lnTo>
                <a:close/>
                <a:moveTo>
                  <a:pt x="4641800" y="4191"/>
                </a:moveTo>
                <a:lnTo>
                  <a:pt x="4799381" y="4191"/>
                </a:lnTo>
                <a:lnTo>
                  <a:pt x="4842129" y="88849"/>
                </a:lnTo>
                <a:lnTo>
                  <a:pt x="4685386" y="88849"/>
                </a:lnTo>
                <a:close/>
                <a:moveTo>
                  <a:pt x="4374414" y="4191"/>
                </a:moveTo>
                <a:lnTo>
                  <a:pt x="4531995" y="4191"/>
                </a:lnTo>
                <a:lnTo>
                  <a:pt x="4575581" y="88849"/>
                </a:lnTo>
                <a:lnTo>
                  <a:pt x="4418000" y="88849"/>
                </a:lnTo>
                <a:close/>
                <a:moveTo>
                  <a:pt x="3808552" y="3353"/>
                </a:moveTo>
                <a:lnTo>
                  <a:pt x="3959428" y="3353"/>
                </a:lnTo>
                <a:lnTo>
                  <a:pt x="3959428" y="106452"/>
                </a:lnTo>
                <a:lnTo>
                  <a:pt x="4286326" y="106452"/>
                </a:lnTo>
                <a:lnTo>
                  <a:pt x="4286326" y="181890"/>
                </a:lnTo>
                <a:lnTo>
                  <a:pt x="3983736" y="181890"/>
                </a:lnTo>
                <a:lnTo>
                  <a:pt x="4272077" y="563271"/>
                </a:lnTo>
                <a:lnTo>
                  <a:pt x="4272077" y="600990"/>
                </a:lnTo>
                <a:lnTo>
                  <a:pt x="4109466" y="600990"/>
                </a:lnTo>
                <a:lnTo>
                  <a:pt x="3883990" y="295885"/>
                </a:lnTo>
                <a:lnTo>
                  <a:pt x="3658514" y="600990"/>
                </a:lnTo>
                <a:lnTo>
                  <a:pt x="3495903" y="600990"/>
                </a:lnTo>
                <a:lnTo>
                  <a:pt x="3495903" y="563271"/>
                </a:lnTo>
                <a:lnTo>
                  <a:pt x="3784244" y="181890"/>
                </a:lnTo>
                <a:lnTo>
                  <a:pt x="3481654" y="181890"/>
                </a:lnTo>
                <a:lnTo>
                  <a:pt x="3481654" y="106452"/>
                </a:lnTo>
                <a:lnTo>
                  <a:pt x="3808552" y="106452"/>
                </a:lnTo>
                <a:close/>
                <a:moveTo>
                  <a:pt x="1199541" y="2515"/>
                </a:moveTo>
                <a:lnTo>
                  <a:pt x="1349578" y="2515"/>
                </a:lnTo>
                <a:lnTo>
                  <a:pt x="1349578" y="37719"/>
                </a:lnTo>
                <a:lnTo>
                  <a:pt x="1688212" y="37719"/>
                </a:lnTo>
                <a:lnTo>
                  <a:pt x="1688212" y="113157"/>
                </a:lnTo>
                <a:lnTo>
                  <a:pt x="860070" y="113157"/>
                </a:lnTo>
                <a:lnTo>
                  <a:pt x="860070" y="37719"/>
                </a:lnTo>
                <a:lnTo>
                  <a:pt x="1199541" y="37719"/>
                </a:lnTo>
                <a:close/>
                <a:moveTo>
                  <a:pt x="8011439" y="1677"/>
                </a:moveTo>
                <a:lnTo>
                  <a:pt x="8152257" y="1677"/>
                </a:lnTo>
                <a:lnTo>
                  <a:pt x="8152257" y="75438"/>
                </a:lnTo>
                <a:lnTo>
                  <a:pt x="8240267" y="75438"/>
                </a:lnTo>
                <a:lnTo>
                  <a:pt x="8240267" y="150876"/>
                </a:lnTo>
                <a:lnTo>
                  <a:pt x="8152257" y="150876"/>
                </a:lnTo>
                <a:lnTo>
                  <a:pt x="8152257" y="600151"/>
                </a:lnTo>
                <a:lnTo>
                  <a:pt x="8011439" y="600151"/>
                </a:lnTo>
                <a:lnTo>
                  <a:pt x="8011439" y="150876"/>
                </a:lnTo>
                <a:lnTo>
                  <a:pt x="7929295" y="150876"/>
                </a:lnTo>
                <a:lnTo>
                  <a:pt x="7929295" y="75438"/>
                </a:lnTo>
                <a:lnTo>
                  <a:pt x="8011439" y="75438"/>
                </a:lnTo>
                <a:close/>
                <a:moveTo>
                  <a:pt x="7143826" y="1677"/>
                </a:moveTo>
                <a:lnTo>
                  <a:pt x="7284643" y="1677"/>
                </a:lnTo>
                <a:lnTo>
                  <a:pt x="7284643" y="81306"/>
                </a:lnTo>
                <a:lnTo>
                  <a:pt x="7367625" y="81306"/>
                </a:lnTo>
                <a:lnTo>
                  <a:pt x="7367625" y="156744"/>
                </a:lnTo>
                <a:lnTo>
                  <a:pt x="7284643" y="156744"/>
                </a:lnTo>
                <a:lnTo>
                  <a:pt x="7284643" y="600151"/>
                </a:lnTo>
                <a:lnTo>
                  <a:pt x="7143826" y="600151"/>
                </a:lnTo>
                <a:lnTo>
                  <a:pt x="7143826" y="156744"/>
                </a:lnTo>
                <a:lnTo>
                  <a:pt x="7060006" y="156744"/>
                </a:lnTo>
                <a:lnTo>
                  <a:pt x="7060006" y="81306"/>
                </a:lnTo>
                <a:lnTo>
                  <a:pt x="7143826" y="81306"/>
                </a:lnTo>
                <a:close/>
                <a:moveTo>
                  <a:pt x="7433843" y="0"/>
                </a:moveTo>
                <a:lnTo>
                  <a:pt x="7584719" y="0"/>
                </a:lnTo>
                <a:lnTo>
                  <a:pt x="7584719" y="25984"/>
                </a:lnTo>
                <a:lnTo>
                  <a:pt x="7690332" y="25984"/>
                </a:lnTo>
                <a:lnTo>
                  <a:pt x="7690332" y="0"/>
                </a:lnTo>
                <a:lnTo>
                  <a:pt x="7836179" y="0"/>
                </a:lnTo>
                <a:lnTo>
                  <a:pt x="7836179" y="25984"/>
                </a:lnTo>
                <a:lnTo>
                  <a:pt x="7889824" y="25984"/>
                </a:lnTo>
                <a:lnTo>
                  <a:pt x="7889824" y="101422"/>
                </a:lnTo>
                <a:lnTo>
                  <a:pt x="7836179" y="101422"/>
                </a:lnTo>
                <a:lnTo>
                  <a:pt x="7836179" y="127407"/>
                </a:lnTo>
                <a:lnTo>
                  <a:pt x="7690332" y="127407"/>
                </a:lnTo>
                <a:lnTo>
                  <a:pt x="7690332" y="101422"/>
                </a:lnTo>
                <a:lnTo>
                  <a:pt x="7584719" y="101422"/>
                </a:lnTo>
                <a:lnTo>
                  <a:pt x="7584719" y="127407"/>
                </a:lnTo>
                <a:lnTo>
                  <a:pt x="7433843" y="127407"/>
                </a:lnTo>
                <a:lnTo>
                  <a:pt x="7433843" y="101422"/>
                </a:lnTo>
                <a:lnTo>
                  <a:pt x="7381037" y="101422"/>
                </a:lnTo>
                <a:lnTo>
                  <a:pt x="7381037" y="25984"/>
                </a:lnTo>
                <a:lnTo>
                  <a:pt x="7433843" y="259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dist" eaLnBrk="0" fontAlgn="base" hangingPunct="0"/>
            <a:endParaRPr lang="zh-CN" altLang="en-US" dirty="0">
              <a:solidFill>
                <a:schemeClr val="bg1"/>
              </a:solidFill>
              <a:latin typeface="Arial Black" panose="020B0A040201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版本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任意多边形: 形状 5"/>
          <p:cNvSpPr/>
          <p:nvPr userDrawn="1"/>
        </p:nvSpPr>
        <p:spPr>
          <a:xfrm>
            <a:off x="10962308" y="0"/>
            <a:ext cx="806209" cy="1400908"/>
          </a:xfrm>
          <a:custGeom>
            <a:avLst/>
            <a:gdLst>
              <a:gd name="connsiteX0" fmla="*/ 2 w 806209"/>
              <a:gd name="connsiteY0" fmla="*/ 0 h 1400908"/>
              <a:gd name="connsiteX1" fmla="*/ 806209 w 806209"/>
              <a:gd name="connsiteY1" fmla="*/ 0 h 1400908"/>
              <a:gd name="connsiteX2" fmla="*/ 806209 w 806209"/>
              <a:gd name="connsiteY2" fmla="*/ 1179275 h 1400908"/>
              <a:gd name="connsiteX3" fmla="*/ 806209 w 806209"/>
              <a:gd name="connsiteY3" fmla="*/ 1190694 h 1400908"/>
              <a:gd name="connsiteX4" fmla="*/ 806209 w 806209"/>
              <a:gd name="connsiteY4" fmla="*/ 1400908 h 1400908"/>
              <a:gd name="connsiteX5" fmla="*/ 400516 w 806209"/>
              <a:gd name="connsiteY5" fmla="*/ 1195861 h 1400908"/>
              <a:gd name="connsiteX6" fmla="*/ 0 w 806209"/>
              <a:gd name="connsiteY6" fmla="*/ 1398292 h 1400908"/>
              <a:gd name="connsiteX7" fmla="*/ 0 w 806209"/>
              <a:gd name="connsiteY7" fmla="*/ 1176659 h 1400908"/>
              <a:gd name="connsiteX8" fmla="*/ 2 w 806209"/>
              <a:gd name="connsiteY8" fmla="*/ 1176659 h 1400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06209" h="1400908">
                <a:moveTo>
                  <a:pt x="2" y="0"/>
                </a:moveTo>
                <a:lnTo>
                  <a:pt x="806209" y="0"/>
                </a:lnTo>
                <a:lnTo>
                  <a:pt x="806209" y="1179275"/>
                </a:lnTo>
                <a:lnTo>
                  <a:pt x="806209" y="1190694"/>
                </a:lnTo>
                <a:lnTo>
                  <a:pt x="806209" y="1400908"/>
                </a:lnTo>
                <a:lnTo>
                  <a:pt x="400516" y="1195861"/>
                </a:lnTo>
                <a:lnTo>
                  <a:pt x="0" y="1398292"/>
                </a:lnTo>
                <a:lnTo>
                  <a:pt x="0" y="1176659"/>
                </a:lnTo>
                <a:lnTo>
                  <a:pt x="2" y="11766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360000" rtlCol="0" anchor="b" anchorCtr="0">
            <a:noAutofit/>
          </a:bodyPr>
          <a:lstStyle/>
          <a:p>
            <a:pPr algn="ctr" eaLnBrk="0" fontAlgn="base" hangingPunct="0"/>
            <a:r>
              <a:rPr lang="en-US" altLang="zh-CN" dirty="0"/>
              <a:t>V5.5</a:t>
            </a:r>
            <a:endParaRPr lang="zh-CN" altLang="en-US" dirty="0"/>
          </a:p>
        </p:txBody>
      </p:sp>
    </p:spTree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/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5" name="文本占位符 12"/>
          <p:cNvSpPr>
            <a:spLocks noGrp="1"/>
          </p:cNvSpPr>
          <p:nvPr>
            <p:ph type="body" sz="quarter" idx="12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90" name="文本框 189"/>
          <p:cNvSpPr txBox="1"/>
          <p:nvPr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/>
          <p:cNvSpPr>
            <a:spLocks noGrp="1"/>
          </p:cNvSpPr>
          <p:nvPr>
            <p:ph type="body" sz="quarter" idx="13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</p:txBody>
      </p:sp>
      <p:grpSp>
        <p:nvGrpSpPr>
          <p:cNvPr id="192" name="组合 191"/>
          <p:cNvGrpSpPr/>
          <p:nvPr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9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10" name="组合 209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6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211" name="组合 210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3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4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  <p:grpSp>
          <p:nvGrpSpPr>
            <p:cNvPr id="194" name="组合 193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7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6" name="组合 195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dirty="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5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2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3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</p:grpSp>
      <p:grpSp>
        <p:nvGrpSpPr>
          <p:cNvPr id="2" name="组合 1"/>
          <p:cNvGrpSpPr/>
          <p:nvPr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/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3" name="文本占位符 12"/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/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</a:fld>
            <a:endParaRPr lang="zh-CN" altLang="en-US" dirty="0"/>
          </a:p>
        </p:txBody>
      </p:sp>
      <p:sp>
        <p:nvSpPr>
          <p:cNvPr id="191" name="TextBox 189_1"/>
          <p:cNvSpPr txBox="1"/>
          <p:nvPr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/>
          <p:cNvGrpSpPr/>
          <p:nvPr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10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11" name="组合 210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7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212" name="组合 211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4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5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  <p:grpSp>
          <p:nvGrpSpPr>
            <p:cNvPr id="195" name="组合 194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8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6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3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4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9" name="组合 198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1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</p:grpSp>
      <p:grpSp>
        <p:nvGrpSpPr>
          <p:cNvPr id="122" name="组合 121"/>
          <p:cNvGrpSpPr/>
          <p:nvPr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4" name="组合 123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7" name="任意多边形: 形状 126"/>
          <p:cNvSpPr/>
          <p:nvPr/>
        </p:nvSpPr>
        <p:spPr>
          <a:xfrm>
            <a:off x="8212214" y="-731905"/>
            <a:ext cx="7909979" cy="7614571"/>
          </a:xfrm>
          <a:custGeom>
            <a:avLst/>
            <a:gdLst>
              <a:gd name="connsiteX0" fmla="*/ 0 w 7909979"/>
              <a:gd name="connsiteY0" fmla="*/ 5616073 h 7614571"/>
              <a:gd name="connsiteX1" fmla="*/ 761518 w 7909979"/>
              <a:gd name="connsiteY1" fmla="*/ 5734264 h 7614571"/>
              <a:gd name="connsiteX2" fmla="*/ 2580699 w 7909979"/>
              <a:gd name="connsiteY2" fmla="*/ 5720162 h 7614571"/>
              <a:gd name="connsiteX3" fmla="*/ 2845282 w 7909979"/>
              <a:gd name="connsiteY3" fmla="*/ 5763140 h 7614571"/>
              <a:gd name="connsiteX4" fmla="*/ 3424815 w 7909979"/>
              <a:gd name="connsiteY4" fmla="*/ 5830294 h 7614571"/>
              <a:gd name="connsiteX5" fmla="*/ 3243501 w 7909979"/>
              <a:gd name="connsiteY5" fmla="*/ 6549511 h 7614571"/>
              <a:gd name="connsiteX6" fmla="*/ 3955326 w 7909979"/>
              <a:gd name="connsiteY6" fmla="*/ 6670388 h 7614571"/>
              <a:gd name="connsiteX7" fmla="*/ 4667821 w 7909979"/>
              <a:gd name="connsiteY7" fmla="*/ 6551526 h 7614571"/>
              <a:gd name="connsiteX8" fmla="*/ 4489865 w 7909979"/>
              <a:gd name="connsiteY8" fmla="*/ 5832308 h 7614571"/>
              <a:gd name="connsiteX9" fmla="*/ 5069398 w 7909979"/>
              <a:gd name="connsiteY9" fmla="*/ 5765155 h 7614571"/>
              <a:gd name="connsiteX10" fmla="*/ 5333981 w 7909979"/>
              <a:gd name="connsiteY10" fmla="*/ 5722176 h 7614571"/>
              <a:gd name="connsiteX11" fmla="*/ 7153162 w 7909979"/>
              <a:gd name="connsiteY11" fmla="*/ 5736278 h 7614571"/>
              <a:gd name="connsiteX12" fmla="*/ 7151819 w 7909979"/>
              <a:gd name="connsiteY12" fmla="*/ 5736278 h 7614571"/>
              <a:gd name="connsiteX13" fmla="*/ 7909979 w 7909979"/>
              <a:gd name="connsiteY13" fmla="*/ 5616073 h 7614571"/>
              <a:gd name="connsiteX14" fmla="*/ 7433192 w 7909979"/>
              <a:gd name="connsiteY14" fmla="*/ 6147932 h 7614571"/>
              <a:gd name="connsiteX15" fmla="*/ 4432114 w 7909979"/>
              <a:gd name="connsiteY15" fmla="*/ 6697921 h 7614571"/>
              <a:gd name="connsiteX16" fmla="*/ 4628201 w 7909979"/>
              <a:gd name="connsiteY16" fmla="*/ 7468847 h 7614571"/>
              <a:gd name="connsiteX17" fmla="*/ 3956668 w 7909979"/>
              <a:gd name="connsiteY17" fmla="*/ 7614571 h 7614571"/>
              <a:gd name="connsiteX18" fmla="*/ 3285136 w 7909979"/>
              <a:gd name="connsiteY18" fmla="*/ 7468847 h 7614571"/>
              <a:gd name="connsiteX19" fmla="*/ 3477866 w 7909979"/>
              <a:gd name="connsiteY19" fmla="*/ 6697921 h 7614571"/>
              <a:gd name="connsiteX20" fmla="*/ 476788 w 7909979"/>
              <a:gd name="connsiteY20" fmla="*/ 6147932 h 7614571"/>
              <a:gd name="connsiteX21" fmla="*/ 0 w 7909979"/>
              <a:gd name="connsiteY21" fmla="*/ 5616073 h 7614571"/>
              <a:gd name="connsiteX22" fmla="*/ 439853 w 7909979"/>
              <a:gd name="connsiteY22" fmla="*/ 4674577 h 7614571"/>
              <a:gd name="connsiteX23" fmla="*/ 860232 w 7909979"/>
              <a:gd name="connsiteY23" fmla="*/ 4720242 h 7614571"/>
              <a:gd name="connsiteX24" fmla="*/ 1224874 w 7909979"/>
              <a:gd name="connsiteY24" fmla="*/ 4720242 h 7614571"/>
              <a:gd name="connsiteX25" fmla="*/ 1642567 w 7909979"/>
              <a:gd name="connsiteY25" fmla="*/ 4716213 h 7614571"/>
              <a:gd name="connsiteX26" fmla="*/ 2273136 w 7909979"/>
              <a:gd name="connsiteY26" fmla="*/ 4732329 h 7614571"/>
              <a:gd name="connsiteX27" fmla="*/ 2954742 w 7909979"/>
              <a:gd name="connsiteY27" fmla="*/ 4890812 h 7614571"/>
              <a:gd name="connsiteX28" fmla="*/ 3436902 w 7909979"/>
              <a:gd name="connsiteY28" fmla="*/ 4924389 h 7614571"/>
              <a:gd name="connsiteX29" fmla="*/ 3274391 w 7909979"/>
              <a:gd name="connsiteY29" fmla="*/ 5616073 h 7614571"/>
              <a:gd name="connsiteX30" fmla="*/ 3945923 w 7909979"/>
              <a:gd name="connsiteY30" fmla="*/ 5695315 h 7614571"/>
              <a:gd name="connsiteX31" fmla="*/ 3962040 w 7909979"/>
              <a:gd name="connsiteY31" fmla="*/ 5695315 h 7614571"/>
              <a:gd name="connsiteX32" fmla="*/ 4633572 w 7909979"/>
              <a:gd name="connsiteY32" fmla="*/ 5615402 h 7614571"/>
              <a:gd name="connsiteX33" fmla="*/ 4475091 w 7909979"/>
              <a:gd name="connsiteY33" fmla="*/ 4925732 h 7614571"/>
              <a:gd name="connsiteX34" fmla="*/ 4956579 w 7909979"/>
              <a:gd name="connsiteY34" fmla="*/ 4892827 h 7614571"/>
              <a:gd name="connsiteX35" fmla="*/ 5638185 w 7909979"/>
              <a:gd name="connsiteY35" fmla="*/ 4734344 h 7614571"/>
              <a:gd name="connsiteX36" fmla="*/ 6268754 w 7909979"/>
              <a:gd name="connsiteY36" fmla="*/ 4718227 h 7614571"/>
              <a:gd name="connsiteX37" fmla="*/ 6686447 w 7909979"/>
              <a:gd name="connsiteY37" fmla="*/ 4722256 h 7614571"/>
              <a:gd name="connsiteX38" fmla="*/ 7051089 w 7909979"/>
              <a:gd name="connsiteY38" fmla="*/ 4722256 h 7614571"/>
              <a:gd name="connsiteX39" fmla="*/ 7049746 w 7909979"/>
              <a:gd name="connsiteY39" fmla="*/ 4720913 h 7614571"/>
              <a:gd name="connsiteX40" fmla="*/ 7470125 w 7909979"/>
              <a:gd name="connsiteY40" fmla="*/ 4675249 h 7614571"/>
              <a:gd name="connsiteX41" fmla="*/ 7067206 w 7909979"/>
              <a:gd name="connsiteY41" fmla="*/ 5072127 h 7614571"/>
              <a:gd name="connsiteX42" fmla="*/ 6480958 w 7909979"/>
              <a:gd name="connsiteY42" fmla="*/ 5340743 h 7614571"/>
              <a:gd name="connsiteX43" fmla="*/ 5055295 w 7909979"/>
              <a:gd name="connsiteY43" fmla="*/ 5657037 h 7614571"/>
              <a:gd name="connsiteX44" fmla="*/ 4416667 w 7909979"/>
              <a:gd name="connsiteY44" fmla="*/ 5728892 h 7614571"/>
              <a:gd name="connsiteX45" fmla="*/ 4354215 w 7909979"/>
              <a:gd name="connsiteY45" fmla="*/ 5734936 h 7614571"/>
              <a:gd name="connsiteX46" fmla="*/ 4534185 w 7909979"/>
              <a:gd name="connsiteY46" fmla="*/ 6462212 h 7614571"/>
              <a:gd name="connsiteX47" fmla="*/ 3955325 w 7909979"/>
              <a:gd name="connsiteY47" fmla="*/ 6560256 h 7614571"/>
              <a:gd name="connsiteX48" fmla="*/ 3377136 w 7909979"/>
              <a:gd name="connsiteY48" fmla="*/ 6462212 h 7614571"/>
              <a:gd name="connsiteX49" fmla="*/ 3555763 w 7909979"/>
              <a:gd name="connsiteY49" fmla="*/ 5734264 h 7614571"/>
              <a:gd name="connsiteX50" fmla="*/ 3493311 w 7909979"/>
              <a:gd name="connsiteY50" fmla="*/ 5728221 h 7614571"/>
              <a:gd name="connsiteX51" fmla="*/ 2854683 w 7909979"/>
              <a:gd name="connsiteY51" fmla="*/ 5656366 h 7614571"/>
              <a:gd name="connsiteX52" fmla="*/ 1429020 w 7909979"/>
              <a:gd name="connsiteY52" fmla="*/ 5340071 h 7614571"/>
              <a:gd name="connsiteX53" fmla="*/ 842772 w 7909979"/>
              <a:gd name="connsiteY53" fmla="*/ 5071456 h 7614571"/>
              <a:gd name="connsiteX54" fmla="*/ 439853 w 7909979"/>
              <a:gd name="connsiteY54" fmla="*/ 4674577 h 7614571"/>
              <a:gd name="connsiteX55" fmla="*/ 7068549 w 7909979"/>
              <a:gd name="connsiteY55" fmla="*/ 3632350 h 7614571"/>
              <a:gd name="connsiteX56" fmla="*/ 6672345 w 7909979"/>
              <a:gd name="connsiteY56" fmla="*/ 4068177 h 7614571"/>
              <a:gd name="connsiteX57" fmla="*/ 6086769 w 7909979"/>
              <a:gd name="connsiteY57" fmla="*/ 4446925 h 7614571"/>
              <a:gd name="connsiteX58" fmla="*/ 4933748 w 7909979"/>
              <a:gd name="connsiteY58" fmla="*/ 4782694 h 7614571"/>
              <a:gd name="connsiteX59" fmla="*/ 4436142 w 7909979"/>
              <a:gd name="connsiteY59" fmla="*/ 4814256 h 7614571"/>
              <a:gd name="connsiteX60" fmla="*/ 4403237 w 7909979"/>
              <a:gd name="connsiteY60" fmla="*/ 4814256 h 7614571"/>
              <a:gd name="connsiteX61" fmla="*/ 4336084 w 7909979"/>
              <a:gd name="connsiteY61" fmla="*/ 4814256 h 7614571"/>
              <a:gd name="connsiteX62" fmla="*/ 4499938 w 7909979"/>
              <a:gd name="connsiteY62" fmla="*/ 5521386 h 7614571"/>
              <a:gd name="connsiteX63" fmla="*/ 3959354 w 7909979"/>
              <a:gd name="connsiteY63" fmla="*/ 5588540 h 7614571"/>
              <a:gd name="connsiteX64" fmla="*/ 3951967 w 7909979"/>
              <a:gd name="connsiteY64" fmla="*/ 5588540 h 7614571"/>
              <a:gd name="connsiteX65" fmla="*/ 3945252 w 7909979"/>
              <a:gd name="connsiteY65" fmla="*/ 5588540 h 7614571"/>
              <a:gd name="connsiteX66" fmla="*/ 3408026 w 7909979"/>
              <a:gd name="connsiteY66" fmla="*/ 5521386 h 7614571"/>
              <a:gd name="connsiteX67" fmla="*/ 3572552 w 7909979"/>
              <a:gd name="connsiteY67" fmla="*/ 4814928 h 7614571"/>
              <a:gd name="connsiteX68" fmla="*/ 3505398 w 7909979"/>
              <a:gd name="connsiteY68" fmla="*/ 4814928 h 7614571"/>
              <a:gd name="connsiteX69" fmla="*/ 3471822 w 7909979"/>
              <a:gd name="connsiteY69" fmla="*/ 4814928 h 7614571"/>
              <a:gd name="connsiteX70" fmla="*/ 2974216 w 7909979"/>
              <a:gd name="connsiteY70" fmla="*/ 4783366 h 7614571"/>
              <a:gd name="connsiteX71" fmla="*/ 1821195 w 7909979"/>
              <a:gd name="connsiteY71" fmla="*/ 4447597 h 7614571"/>
              <a:gd name="connsiteX72" fmla="*/ 1234948 w 7909979"/>
              <a:gd name="connsiteY72" fmla="*/ 4068177 h 7614571"/>
              <a:gd name="connsiteX73" fmla="*/ 839415 w 7909979"/>
              <a:gd name="connsiteY73" fmla="*/ 3633020 h 7614571"/>
              <a:gd name="connsiteX74" fmla="*/ 1255094 w 7909979"/>
              <a:gd name="connsiteY74" fmla="*/ 3680028 h 7614571"/>
              <a:gd name="connsiteX75" fmla="*/ 1416261 w 7909979"/>
              <a:gd name="connsiteY75" fmla="*/ 3687415 h 7614571"/>
              <a:gd name="connsiteX76" fmla="*/ 2173078 w 7909979"/>
              <a:gd name="connsiteY76" fmla="*/ 3727037 h 7614571"/>
              <a:gd name="connsiteX77" fmla="*/ 2257691 w 7909979"/>
              <a:gd name="connsiteY77" fmla="*/ 3772029 h 7614571"/>
              <a:gd name="connsiteX78" fmla="*/ 3113895 w 7909979"/>
              <a:gd name="connsiteY78" fmla="*/ 4045345 h 7614571"/>
              <a:gd name="connsiteX79" fmla="*/ 3267005 w 7909979"/>
              <a:gd name="connsiteY79" fmla="*/ 4055418 h 7614571"/>
              <a:gd name="connsiteX80" fmla="*/ 3454362 w 7909979"/>
              <a:gd name="connsiteY80" fmla="*/ 4045345 h 7614571"/>
              <a:gd name="connsiteX81" fmla="*/ 3307296 w 7909979"/>
              <a:gd name="connsiteY81" fmla="*/ 4660474 h 7614571"/>
              <a:gd name="connsiteX82" fmla="*/ 3955325 w 7909979"/>
              <a:gd name="connsiteY82" fmla="*/ 4700766 h 7614571"/>
              <a:gd name="connsiteX83" fmla="*/ 4604025 w 7909979"/>
              <a:gd name="connsiteY83" fmla="*/ 4657788 h 7614571"/>
              <a:gd name="connsiteX84" fmla="*/ 4456288 w 7909979"/>
              <a:gd name="connsiteY84" fmla="*/ 4042659 h 7614571"/>
              <a:gd name="connsiteX85" fmla="*/ 4644317 w 7909979"/>
              <a:gd name="connsiteY85" fmla="*/ 4052732 h 7614571"/>
              <a:gd name="connsiteX86" fmla="*/ 4797427 w 7909979"/>
              <a:gd name="connsiteY86" fmla="*/ 4042659 h 7614571"/>
              <a:gd name="connsiteX87" fmla="*/ 5652959 w 7909979"/>
              <a:gd name="connsiteY87" fmla="*/ 3769343 h 7614571"/>
              <a:gd name="connsiteX88" fmla="*/ 5738243 w 7909979"/>
              <a:gd name="connsiteY88" fmla="*/ 3724350 h 7614571"/>
              <a:gd name="connsiteX89" fmla="*/ 6495060 w 7909979"/>
              <a:gd name="connsiteY89" fmla="*/ 3684729 h 7614571"/>
              <a:gd name="connsiteX90" fmla="*/ 6656228 w 7909979"/>
              <a:gd name="connsiteY90" fmla="*/ 3677343 h 7614571"/>
              <a:gd name="connsiteX91" fmla="*/ 6653542 w 7909979"/>
              <a:gd name="connsiteY91" fmla="*/ 3679357 h 7614571"/>
              <a:gd name="connsiteX92" fmla="*/ 7068549 w 7909979"/>
              <a:gd name="connsiteY92" fmla="*/ 3632350 h 7614571"/>
              <a:gd name="connsiteX93" fmla="*/ 3949952 w 7909979"/>
              <a:gd name="connsiteY93" fmla="*/ 958285 h 7614571"/>
              <a:gd name="connsiteX94" fmla="*/ 3815646 w 7909979"/>
              <a:gd name="connsiteY94" fmla="*/ 1148331 h 7614571"/>
              <a:gd name="connsiteX95" fmla="*/ 3815646 w 7909979"/>
              <a:gd name="connsiteY95" fmla="*/ 1157731 h 7614571"/>
              <a:gd name="connsiteX96" fmla="*/ 3702157 w 7909979"/>
              <a:gd name="connsiteY96" fmla="*/ 1743984 h 7614571"/>
              <a:gd name="connsiteX97" fmla="*/ 3693427 w 7909979"/>
              <a:gd name="connsiteY97" fmla="*/ 1787635 h 7614571"/>
              <a:gd name="connsiteX98" fmla="*/ 3608814 w 7909979"/>
              <a:gd name="connsiteY98" fmla="*/ 1787635 h 7614571"/>
              <a:gd name="connsiteX99" fmla="*/ 1568027 w 7909979"/>
              <a:gd name="connsiteY99" fmla="*/ 1492829 h 7614571"/>
              <a:gd name="connsiteX100" fmla="*/ 1745983 w 7909979"/>
              <a:gd name="connsiteY100" fmla="*/ 1931344 h 7614571"/>
              <a:gd name="connsiteX101" fmla="*/ 2234187 w 7909979"/>
              <a:gd name="connsiteY101" fmla="*/ 2234208 h 7614571"/>
              <a:gd name="connsiteX102" fmla="*/ 2274479 w 7909979"/>
              <a:gd name="connsiteY102" fmla="*/ 2242266 h 7614571"/>
              <a:gd name="connsiteX103" fmla="*/ 2274479 w 7909979"/>
              <a:gd name="connsiteY103" fmla="*/ 2283230 h 7614571"/>
              <a:gd name="connsiteX104" fmla="*/ 2452435 w 7909979"/>
              <a:gd name="connsiteY104" fmla="*/ 2639144 h 7614571"/>
              <a:gd name="connsiteX105" fmla="*/ 2827822 w 7909979"/>
              <a:gd name="connsiteY105" fmla="*/ 2758007 h 7614571"/>
              <a:gd name="connsiteX106" fmla="*/ 2878187 w 7909979"/>
              <a:gd name="connsiteY106" fmla="*/ 2758007 h 7614571"/>
              <a:gd name="connsiteX107" fmla="*/ 2920493 w 7909979"/>
              <a:gd name="connsiteY107" fmla="*/ 2753307 h 7614571"/>
              <a:gd name="connsiteX108" fmla="*/ 2935267 w 7909979"/>
              <a:gd name="connsiteY108" fmla="*/ 2793598 h 7614571"/>
              <a:gd name="connsiteX109" fmla="*/ 3215967 w 7909979"/>
              <a:gd name="connsiteY109" fmla="*/ 3025950 h 7614571"/>
              <a:gd name="connsiteX110" fmla="*/ 3359675 w 7909979"/>
              <a:gd name="connsiteY110" fmla="*/ 3047441 h 7614571"/>
              <a:gd name="connsiteX111" fmla="*/ 3545690 w 7909979"/>
              <a:gd name="connsiteY111" fmla="*/ 3015206 h 7614571"/>
              <a:gd name="connsiteX112" fmla="*/ 3644405 w 7909979"/>
              <a:gd name="connsiteY112" fmla="*/ 2974242 h 7614571"/>
              <a:gd name="connsiteX113" fmla="*/ 3499354 w 7909979"/>
              <a:gd name="connsiteY113" fmla="*/ 3567882 h 7614571"/>
              <a:gd name="connsiteX114" fmla="*/ 4411295 w 7909979"/>
              <a:gd name="connsiteY114" fmla="*/ 3567882 h 7614571"/>
              <a:gd name="connsiteX115" fmla="*/ 4266244 w 7909979"/>
              <a:gd name="connsiteY115" fmla="*/ 2973570 h 7614571"/>
              <a:gd name="connsiteX116" fmla="*/ 4364959 w 7909979"/>
              <a:gd name="connsiteY116" fmla="*/ 3015206 h 7614571"/>
              <a:gd name="connsiteX117" fmla="*/ 4551645 w 7909979"/>
              <a:gd name="connsiteY117" fmla="*/ 3046768 h 7614571"/>
              <a:gd name="connsiteX118" fmla="*/ 4695353 w 7909979"/>
              <a:gd name="connsiteY118" fmla="*/ 3025279 h 7614571"/>
              <a:gd name="connsiteX119" fmla="*/ 4976054 w 7909979"/>
              <a:gd name="connsiteY119" fmla="*/ 2792927 h 7614571"/>
              <a:gd name="connsiteX120" fmla="*/ 4990827 w 7909979"/>
              <a:gd name="connsiteY120" fmla="*/ 2753307 h 7614571"/>
              <a:gd name="connsiteX121" fmla="*/ 5035820 w 7909979"/>
              <a:gd name="connsiteY121" fmla="*/ 2761364 h 7614571"/>
              <a:gd name="connsiteX122" fmla="*/ 5086185 w 7909979"/>
              <a:gd name="connsiteY122" fmla="*/ 2761364 h 7614571"/>
              <a:gd name="connsiteX123" fmla="*/ 5461572 w 7909979"/>
              <a:gd name="connsiteY123" fmla="*/ 2642502 h 7614571"/>
              <a:gd name="connsiteX124" fmla="*/ 5639528 w 7909979"/>
              <a:gd name="connsiteY124" fmla="*/ 2283900 h 7614571"/>
              <a:gd name="connsiteX125" fmla="*/ 5639528 w 7909979"/>
              <a:gd name="connsiteY125" fmla="*/ 2242938 h 7614571"/>
              <a:gd name="connsiteX126" fmla="*/ 5679820 w 7909979"/>
              <a:gd name="connsiteY126" fmla="*/ 2234879 h 7614571"/>
              <a:gd name="connsiteX127" fmla="*/ 6164666 w 7909979"/>
              <a:gd name="connsiteY127" fmla="*/ 1931344 h 7614571"/>
              <a:gd name="connsiteX128" fmla="*/ 6342622 w 7909979"/>
              <a:gd name="connsiteY128" fmla="*/ 1492829 h 7614571"/>
              <a:gd name="connsiteX129" fmla="*/ 4301835 w 7909979"/>
              <a:gd name="connsiteY129" fmla="*/ 1787635 h 7614571"/>
              <a:gd name="connsiteX130" fmla="*/ 4218565 w 7909979"/>
              <a:gd name="connsiteY130" fmla="*/ 1787635 h 7614571"/>
              <a:gd name="connsiteX131" fmla="*/ 4209835 w 7909979"/>
              <a:gd name="connsiteY131" fmla="*/ 1743984 h 7614571"/>
              <a:gd name="connsiteX132" fmla="*/ 4096346 w 7909979"/>
              <a:gd name="connsiteY132" fmla="*/ 1157731 h 7614571"/>
              <a:gd name="connsiteX133" fmla="*/ 4096346 w 7909979"/>
              <a:gd name="connsiteY133" fmla="*/ 1148331 h 7614571"/>
              <a:gd name="connsiteX134" fmla="*/ 3962040 w 7909979"/>
              <a:gd name="connsiteY134" fmla="*/ 958285 h 7614571"/>
              <a:gd name="connsiteX135" fmla="*/ 4863482 w 7909979"/>
              <a:gd name="connsiteY135" fmla="*/ 920396 h 7614571"/>
              <a:gd name="connsiteX136" fmla="*/ 5005601 w 7909979"/>
              <a:gd name="connsiteY136" fmla="*/ 934781 h 7614571"/>
              <a:gd name="connsiteX137" fmla="*/ 5268170 w 7909979"/>
              <a:gd name="connsiteY137" fmla="*/ 1104680 h 7614571"/>
              <a:gd name="connsiteX138" fmla="*/ 4956579 w 7909979"/>
              <a:gd name="connsiteY138" fmla="*/ 1122140 h 7614571"/>
              <a:gd name="connsiteX139" fmla="*/ 4724229 w 7909979"/>
              <a:gd name="connsiteY139" fmla="*/ 952241 h 7614571"/>
              <a:gd name="connsiteX140" fmla="*/ 4863482 w 7909979"/>
              <a:gd name="connsiteY140" fmla="*/ 920396 h 7614571"/>
              <a:gd name="connsiteX141" fmla="*/ 5293017 w 7909979"/>
              <a:gd name="connsiteY141" fmla="*/ 634604 h 7614571"/>
              <a:gd name="connsiteX142" fmla="*/ 5561630 w 7909979"/>
              <a:gd name="connsiteY142" fmla="*/ 671539 h 7614571"/>
              <a:gd name="connsiteX143" fmla="*/ 5309134 w 7909979"/>
              <a:gd name="connsiteY143" fmla="*/ 816591 h 7614571"/>
              <a:gd name="connsiteX144" fmla="*/ 5036492 w 7909979"/>
              <a:gd name="connsiteY144" fmla="*/ 729962 h 7614571"/>
              <a:gd name="connsiteX145" fmla="*/ 5294360 w 7909979"/>
              <a:gd name="connsiteY145" fmla="*/ 635276 h 7614571"/>
              <a:gd name="connsiteX146" fmla="*/ 4771237 w 7909979"/>
              <a:gd name="connsiteY146" fmla="*/ 300179 h 7614571"/>
              <a:gd name="connsiteX147" fmla="*/ 4824288 w 7909979"/>
              <a:gd name="connsiteY147" fmla="*/ 612443 h 7614571"/>
              <a:gd name="connsiteX148" fmla="*/ 4826974 w 7909979"/>
              <a:gd name="connsiteY148" fmla="*/ 612443 h 7614571"/>
              <a:gd name="connsiteX149" fmla="*/ 4692667 w 7909979"/>
              <a:gd name="connsiteY149" fmla="*/ 873000 h 7614571"/>
              <a:gd name="connsiteX150" fmla="*/ 4625514 w 7909979"/>
              <a:gd name="connsiteY150" fmla="*/ 582224 h 7614571"/>
              <a:gd name="connsiteX151" fmla="*/ 4771237 w 7909979"/>
              <a:gd name="connsiteY151" fmla="*/ 300179 h 7614571"/>
              <a:gd name="connsiteX152" fmla="*/ 5468959 w 7909979"/>
              <a:gd name="connsiteY152" fmla="*/ 0 h 7614571"/>
              <a:gd name="connsiteX153" fmla="*/ 5417923 w 7909979"/>
              <a:gd name="connsiteY153" fmla="*/ 301521 h 7614571"/>
              <a:gd name="connsiteX154" fmla="*/ 5260113 w 7909979"/>
              <a:gd name="connsiteY154" fmla="*/ 465376 h 7614571"/>
              <a:gd name="connsiteX155" fmla="*/ 5199003 w 7909979"/>
              <a:gd name="connsiteY155" fmla="*/ 566778 h 7614571"/>
              <a:gd name="connsiteX156" fmla="*/ 4405252 w 7909979"/>
              <a:gd name="connsiteY156" fmla="*/ 1114753 h 7614571"/>
              <a:gd name="connsiteX157" fmla="*/ 4639616 w 7909979"/>
              <a:gd name="connsiteY157" fmla="*/ 1130870 h 7614571"/>
              <a:gd name="connsiteX158" fmla="*/ 4640960 w 7909979"/>
              <a:gd name="connsiteY158" fmla="*/ 1129527 h 7614571"/>
              <a:gd name="connsiteX159" fmla="*/ 4898828 w 7909979"/>
              <a:gd name="connsiteY159" fmla="*/ 1314872 h 7614571"/>
              <a:gd name="connsiteX160" fmla="*/ 4594624 w 7909979"/>
              <a:gd name="connsiteY160" fmla="*/ 1319573 h 7614571"/>
              <a:gd name="connsiteX161" fmla="*/ 4380405 w 7909979"/>
              <a:gd name="connsiteY161" fmla="*/ 1124155 h 7614571"/>
              <a:gd name="connsiteX162" fmla="*/ 4212787 w 7909979"/>
              <a:gd name="connsiteY162" fmla="*/ 1185719 h 7614571"/>
              <a:gd name="connsiteX163" fmla="*/ 4219216 w 7909979"/>
              <a:gd name="connsiteY163" fmla="*/ 1218663 h 7614571"/>
              <a:gd name="connsiteX164" fmla="*/ 4308551 w 7909979"/>
              <a:gd name="connsiteY164" fmla="*/ 1678846 h 7614571"/>
              <a:gd name="connsiteX165" fmla="*/ 6383585 w 7909979"/>
              <a:gd name="connsiteY165" fmla="*/ 1367252 h 7614571"/>
              <a:gd name="connsiteX166" fmla="*/ 6455439 w 7909979"/>
              <a:gd name="connsiteY166" fmla="*/ 1343076 h 7614571"/>
              <a:gd name="connsiteX167" fmla="*/ 6455439 w 7909979"/>
              <a:gd name="connsiteY167" fmla="*/ 1414259 h 7614571"/>
              <a:gd name="connsiteX168" fmla="*/ 6249951 w 7909979"/>
              <a:gd name="connsiteY168" fmla="*/ 1996483 h 7614571"/>
              <a:gd name="connsiteX169" fmla="*/ 5739586 w 7909979"/>
              <a:gd name="connsiteY169" fmla="*/ 2328895 h 7614571"/>
              <a:gd name="connsiteX170" fmla="*/ 5526710 w 7909979"/>
              <a:gd name="connsiteY170" fmla="*/ 2723759 h 7614571"/>
              <a:gd name="connsiteX171" fmla="*/ 5428666 w 7909979"/>
              <a:gd name="connsiteY171" fmla="*/ 2790912 h 7614571"/>
              <a:gd name="connsiteX172" fmla="*/ 6409104 w 7909979"/>
              <a:gd name="connsiteY172" fmla="*/ 2641160 h 7614571"/>
              <a:gd name="connsiteX173" fmla="*/ 6486330 w 7909979"/>
              <a:gd name="connsiteY173" fmla="*/ 2626385 h 7614571"/>
              <a:gd name="connsiteX174" fmla="*/ 6480958 w 7909979"/>
              <a:gd name="connsiteY174" fmla="*/ 2626385 h 7614571"/>
              <a:gd name="connsiteX175" fmla="*/ 6691147 w 7909979"/>
              <a:gd name="connsiteY175" fmla="*/ 2582736 h 7614571"/>
              <a:gd name="connsiteX176" fmla="*/ 6365454 w 7909979"/>
              <a:gd name="connsiteY176" fmla="*/ 3062214 h 7614571"/>
              <a:gd name="connsiteX177" fmla="*/ 5598564 w 7909979"/>
              <a:gd name="connsiteY177" fmla="*/ 3673313 h 7614571"/>
              <a:gd name="connsiteX178" fmla="*/ 4775937 w 7909979"/>
              <a:gd name="connsiteY178" fmla="*/ 3935213 h 7614571"/>
              <a:gd name="connsiteX179" fmla="*/ 4641631 w 7909979"/>
              <a:gd name="connsiteY179" fmla="*/ 3944615 h 7614571"/>
              <a:gd name="connsiteX180" fmla="*/ 4391149 w 7909979"/>
              <a:gd name="connsiteY180" fmla="*/ 3926483 h 7614571"/>
              <a:gd name="connsiteX181" fmla="*/ 4311908 w 7909979"/>
              <a:gd name="connsiteY181" fmla="*/ 3914395 h 7614571"/>
              <a:gd name="connsiteX182" fmla="*/ 4465689 w 7909979"/>
              <a:gd name="connsiteY182" fmla="*/ 4557729 h 7614571"/>
              <a:gd name="connsiteX183" fmla="*/ 3952638 w 7909979"/>
              <a:gd name="connsiteY183" fmla="*/ 4589962 h 7614571"/>
              <a:gd name="connsiteX184" fmla="*/ 3440259 w 7909979"/>
              <a:gd name="connsiteY184" fmla="*/ 4557729 h 7614571"/>
              <a:gd name="connsiteX185" fmla="*/ 3594040 w 7909979"/>
              <a:gd name="connsiteY185" fmla="*/ 3914395 h 7614571"/>
              <a:gd name="connsiteX186" fmla="*/ 3514799 w 7909979"/>
              <a:gd name="connsiteY186" fmla="*/ 3926483 h 7614571"/>
              <a:gd name="connsiteX187" fmla="*/ 3264318 w 7909979"/>
              <a:gd name="connsiteY187" fmla="*/ 3944615 h 7614571"/>
              <a:gd name="connsiteX188" fmla="*/ 3130011 w 7909979"/>
              <a:gd name="connsiteY188" fmla="*/ 3935213 h 7614571"/>
              <a:gd name="connsiteX189" fmla="*/ 2307384 w 7909979"/>
              <a:gd name="connsiteY189" fmla="*/ 3673313 h 7614571"/>
              <a:gd name="connsiteX190" fmla="*/ 1540494 w 7909979"/>
              <a:gd name="connsiteY190" fmla="*/ 3062214 h 7614571"/>
              <a:gd name="connsiteX191" fmla="*/ 1214801 w 7909979"/>
              <a:gd name="connsiteY191" fmla="*/ 2582736 h 7614571"/>
              <a:gd name="connsiteX192" fmla="*/ 1424991 w 7909979"/>
              <a:gd name="connsiteY192" fmla="*/ 2626385 h 7614571"/>
              <a:gd name="connsiteX193" fmla="*/ 1502217 w 7909979"/>
              <a:gd name="connsiteY193" fmla="*/ 2641160 h 7614571"/>
              <a:gd name="connsiteX194" fmla="*/ 2482654 w 7909979"/>
              <a:gd name="connsiteY194" fmla="*/ 2790241 h 7614571"/>
              <a:gd name="connsiteX195" fmla="*/ 2384610 w 7909979"/>
              <a:gd name="connsiteY195" fmla="*/ 2726444 h 7614571"/>
              <a:gd name="connsiteX196" fmla="*/ 2171735 w 7909979"/>
              <a:gd name="connsiteY196" fmla="*/ 2331581 h 7614571"/>
              <a:gd name="connsiteX197" fmla="*/ 1661370 w 7909979"/>
              <a:gd name="connsiteY197" fmla="*/ 1999169 h 7614571"/>
              <a:gd name="connsiteX198" fmla="*/ 1455881 w 7909979"/>
              <a:gd name="connsiteY198" fmla="*/ 1416946 h 7614571"/>
              <a:gd name="connsiteX199" fmla="*/ 1455881 w 7909979"/>
              <a:gd name="connsiteY199" fmla="*/ 1343076 h 7614571"/>
              <a:gd name="connsiteX200" fmla="*/ 1531764 w 7909979"/>
              <a:gd name="connsiteY200" fmla="*/ 1365908 h 7614571"/>
              <a:gd name="connsiteX201" fmla="*/ 3606799 w 7909979"/>
              <a:gd name="connsiteY201" fmla="*/ 1678846 h 7614571"/>
              <a:gd name="connsiteX202" fmla="*/ 3712230 w 7909979"/>
              <a:gd name="connsiteY202" fmla="*/ 1136243 h 7614571"/>
              <a:gd name="connsiteX203" fmla="*/ 3712230 w 7909979"/>
              <a:gd name="connsiteY203" fmla="*/ 1127513 h 7614571"/>
              <a:gd name="connsiteX204" fmla="*/ 3953310 w 7909979"/>
              <a:gd name="connsiteY204" fmla="*/ 849496 h 7614571"/>
              <a:gd name="connsiteX205" fmla="*/ 3962040 w 7909979"/>
              <a:gd name="connsiteY205" fmla="*/ 849496 h 7614571"/>
              <a:gd name="connsiteX206" fmla="*/ 4196590 w 7909979"/>
              <a:gd name="connsiteY206" fmla="*/ 1096286 h 7614571"/>
              <a:gd name="connsiteX207" fmla="*/ 4198223 w 7909979"/>
              <a:gd name="connsiteY207" fmla="*/ 1104094 h 7614571"/>
              <a:gd name="connsiteX208" fmla="*/ 4252227 w 7909979"/>
              <a:gd name="connsiteY208" fmla="*/ 1085878 h 7614571"/>
              <a:gd name="connsiteX209" fmla="*/ 4356230 w 7909979"/>
              <a:gd name="connsiteY209" fmla="*/ 1044242 h 7614571"/>
              <a:gd name="connsiteX210" fmla="*/ 4289077 w 7909979"/>
              <a:gd name="connsiteY210" fmla="*/ 756824 h 7614571"/>
              <a:gd name="connsiteX211" fmla="*/ 4448230 w 7909979"/>
              <a:gd name="connsiteY211" fmla="*/ 480821 h 7614571"/>
              <a:gd name="connsiteX212" fmla="*/ 4499266 w 7909979"/>
              <a:gd name="connsiteY212" fmla="*/ 790401 h 7614571"/>
              <a:gd name="connsiteX213" fmla="*/ 4360259 w 7909979"/>
              <a:gd name="connsiteY213" fmla="*/ 1042227 h 7614571"/>
              <a:gd name="connsiteX214" fmla="*/ 4988142 w 7909979"/>
              <a:gd name="connsiteY214" fmla="*/ 671538 h 7614571"/>
              <a:gd name="connsiteX215" fmla="*/ 4925689 w 7909979"/>
              <a:gd name="connsiteY215" fmla="*/ 392850 h 7614571"/>
              <a:gd name="connsiteX216" fmla="*/ 5059996 w 7909979"/>
              <a:gd name="connsiteY216" fmla="*/ 124235 h 7614571"/>
              <a:gd name="connsiteX217" fmla="*/ 5109689 w 7909979"/>
              <a:gd name="connsiteY217" fmla="*/ 424412 h 7614571"/>
              <a:gd name="connsiteX218" fmla="*/ 4991500 w 7909979"/>
              <a:gd name="connsiteY218" fmla="*/ 671538 h 7614571"/>
              <a:gd name="connsiteX219" fmla="*/ 5184901 w 7909979"/>
              <a:gd name="connsiteY219" fmla="*/ 494924 h 7614571"/>
              <a:gd name="connsiteX220" fmla="*/ 5229222 w 7909979"/>
              <a:gd name="connsiteY220" fmla="*/ 442544 h 7614571"/>
              <a:gd name="connsiteX221" fmla="*/ 5267500 w 7909979"/>
              <a:gd name="connsiteY221" fmla="*/ 201461 h 7614571"/>
              <a:gd name="connsiteX222" fmla="*/ 5468959 w 7909979"/>
              <a:gd name="connsiteY222" fmla="*/ 0 h 7614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909979" h="7614571">
                <a:moveTo>
                  <a:pt x="0" y="5616073"/>
                </a:moveTo>
                <a:cubicBezTo>
                  <a:pt x="250124" y="5676512"/>
                  <a:pt x="504841" y="5716045"/>
                  <a:pt x="761518" y="5734264"/>
                </a:cubicBezTo>
                <a:cubicBezTo>
                  <a:pt x="1251736" y="5753739"/>
                  <a:pt x="1945429" y="5712103"/>
                  <a:pt x="2580699" y="5720162"/>
                </a:cubicBezTo>
                <a:cubicBezTo>
                  <a:pt x="2682772" y="5738965"/>
                  <a:pt x="2774100" y="5753739"/>
                  <a:pt x="2845282" y="5763140"/>
                </a:cubicBezTo>
                <a:cubicBezTo>
                  <a:pt x="3015852" y="5786644"/>
                  <a:pt x="3299910" y="5816863"/>
                  <a:pt x="3424815" y="5830294"/>
                </a:cubicBezTo>
                <a:lnTo>
                  <a:pt x="3243501" y="6549511"/>
                </a:lnTo>
                <a:lnTo>
                  <a:pt x="3955326" y="6670388"/>
                </a:lnTo>
                <a:lnTo>
                  <a:pt x="4667821" y="6551526"/>
                </a:lnTo>
                <a:lnTo>
                  <a:pt x="4489865" y="5832308"/>
                </a:lnTo>
                <a:cubicBezTo>
                  <a:pt x="4614770" y="5816863"/>
                  <a:pt x="4898828" y="5786644"/>
                  <a:pt x="5069398" y="5765155"/>
                </a:cubicBezTo>
                <a:cubicBezTo>
                  <a:pt x="5140580" y="5755753"/>
                  <a:pt x="5231909" y="5740979"/>
                  <a:pt x="5333981" y="5722176"/>
                </a:cubicBezTo>
                <a:cubicBezTo>
                  <a:pt x="5969251" y="5714118"/>
                  <a:pt x="6662944" y="5755753"/>
                  <a:pt x="7153162" y="5736278"/>
                </a:cubicBezTo>
                <a:lnTo>
                  <a:pt x="7151819" y="5736278"/>
                </a:lnTo>
                <a:cubicBezTo>
                  <a:pt x="7407405" y="5717214"/>
                  <a:pt x="7661042" y="5677009"/>
                  <a:pt x="7909979" y="5616073"/>
                </a:cubicBezTo>
                <a:cubicBezTo>
                  <a:pt x="7909979" y="5616073"/>
                  <a:pt x="7687702" y="5973331"/>
                  <a:pt x="7433192" y="6147932"/>
                </a:cubicBezTo>
                <a:cubicBezTo>
                  <a:pt x="6453694" y="6430965"/>
                  <a:pt x="5448323" y="6615215"/>
                  <a:pt x="4432114" y="6697921"/>
                </a:cubicBezTo>
                <a:lnTo>
                  <a:pt x="4628201" y="7468847"/>
                </a:lnTo>
                <a:lnTo>
                  <a:pt x="3956668" y="7614571"/>
                </a:lnTo>
                <a:lnTo>
                  <a:pt x="3285136" y="7468847"/>
                </a:lnTo>
                <a:lnTo>
                  <a:pt x="3477866" y="6697921"/>
                </a:lnTo>
                <a:cubicBezTo>
                  <a:pt x="2461656" y="6615215"/>
                  <a:pt x="1456285" y="6430965"/>
                  <a:pt x="476788" y="6147932"/>
                </a:cubicBezTo>
                <a:cubicBezTo>
                  <a:pt x="222277" y="5976689"/>
                  <a:pt x="0" y="5616073"/>
                  <a:pt x="0" y="5616073"/>
                </a:cubicBezTo>
                <a:close/>
                <a:moveTo>
                  <a:pt x="439853" y="4674577"/>
                </a:moveTo>
                <a:cubicBezTo>
                  <a:pt x="578620" y="4700425"/>
                  <a:pt x="719150" y="4715695"/>
                  <a:pt x="860232" y="4720242"/>
                </a:cubicBezTo>
                <a:cubicBezTo>
                  <a:pt x="960291" y="4724271"/>
                  <a:pt x="1083181" y="4720242"/>
                  <a:pt x="1224874" y="4720242"/>
                </a:cubicBezTo>
                <a:cubicBezTo>
                  <a:pt x="1350451" y="4716213"/>
                  <a:pt x="1492816" y="4716213"/>
                  <a:pt x="1642567" y="4716213"/>
                </a:cubicBezTo>
                <a:cubicBezTo>
                  <a:pt x="1816494" y="4716213"/>
                  <a:pt x="2036085" y="4718898"/>
                  <a:pt x="2273136" y="4732329"/>
                </a:cubicBezTo>
                <a:cubicBezTo>
                  <a:pt x="2496857" y="4799147"/>
                  <a:pt x="2724493" y="4852071"/>
                  <a:pt x="2954742" y="4890812"/>
                </a:cubicBezTo>
                <a:cubicBezTo>
                  <a:pt x="3114432" y="4913692"/>
                  <a:pt x="3275580" y="4924920"/>
                  <a:pt x="3436902" y="4924389"/>
                </a:cubicBezTo>
                <a:lnTo>
                  <a:pt x="3274391" y="5616073"/>
                </a:lnTo>
                <a:lnTo>
                  <a:pt x="3945923" y="5695315"/>
                </a:lnTo>
                <a:lnTo>
                  <a:pt x="3962040" y="5695315"/>
                </a:lnTo>
                <a:lnTo>
                  <a:pt x="4633572" y="5615402"/>
                </a:lnTo>
                <a:lnTo>
                  <a:pt x="4475091" y="4925732"/>
                </a:lnTo>
                <a:cubicBezTo>
                  <a:pt x="4636171" y="4926451"/>
                  <a:pt x="4797090" y="4915451"/>
                  <a:pt x="4956579" y="4892827"/>
                </a:cubicBezTo>
                <a:cubicBezTo>
                  <a:pt x="5186828" y="4854086"/>
                  <a:pt x="5414464" y="4801162"/>
                  <a:pt x="5638185" y="4734344"/>
                </a:cubicBezTo>
                <a:cubicBezTo>
                  <a:pt x="5875236" y="4718227"/>
                  <a:pt x="6094827" y="4718227"/>
                  <a:pt x="6268754" y="4718227"/>
                </a:cubicBezTo>
                <a:cubicBezTo>
                  <a:pt x="6417834" y="4718227"/>
                  <a:pt x="6560870" y="4722256"/>
                  <a:pt x="6686447" y="4722256"/>
                </a:cubicBezTo>
                <a:cubicBezTo>
                  <a:pt x="6827468" y="4722256"/>
                  <a:pt x="6951031" y="4722256"/>
                  <a:pt x="7051089" y="4722256"/>
                </a:cubicBezTo>
                <a:lnTo>
                  <a:pt x="7049746" y="4720913"/>
                </a:lnTo>
                <a:cubicBezTo>
                  <a:pt x="7190835" y="4716367"/>
                  <a:pt x="7331387" y="4701096"/>
                  <a:pt x="7470125" y="4675249"/>
                </a:cubicBezTo>
                <a:cubicBezTo>
                  <a:pt x="7356233" y="4826781"/>
                  <a:pt x="7220450" y="4960531"/>
                  <a:pt x="7067206" y="5072127"/>
                </a:cubicBezTo>
                <a:cubicBezTo>
                  <a:pt x="6880050" y="5178741"/>
                  <a:pt x="6683895" y="5268626"/>
                  <a:pt x="6480958" y="5340743"/>
                </a:cubicBezTo>
                <a:cubicBezTo>
                  <a:pt x="6012887" y="5476139"/>
                  <a:pt x="5536710" y="5581785"/>
                  <a:pt x="5055295" y="5657037"/>
                </a:cubicBezTo>
                <a:cubicBezTo>
                  <a:pt x="4835032" y="5685242"/>
                  <a:pt x="4420697" y="5728892"/>
                  <a:pt x="4416667" y="5728892"/>
                </a:cubicBezTo>
                <a:lnTo>
                  <a:pt x="4354215" y="5734936"/>
                </a:lnTo>
                <a:lnTo>
                  <a:pt x="4534185" y="6462212"/>
                </a:lnTo>
                <a:lnTo>
                  <a:pt x="3955325" y="6560256"/>
                </a:lnTo>
                <a:lnTo>
                  <a:pt x="3377136" y="6462212"/>
                </a:lnTo>
                <a:lnTo>
                  <a:pt x="3555763" y="5734264"/>
                </a:lnTo>
                <a:lnTo>
                  <a:pt x="3493311" y="5728221"/>
                </a:lnTo>
                <a:cubicBezTo>
                  <a:pt x="3489281" y="5727549"/>
                  <a:pt x="3074946" y="5684570"/>
                  <a:pt x="2854683" y="5656366"/>
                </a:cubicBezTo>
                <a:cubicBezTo>
                  <a:pt x="2373268" y="5581113"/>
                  <a:pt x="1897092" y="5475467"/>
                  <a:pt x="1429020" y="5340071"/>
                </a:cubicBezTo>
                <a:cubicBezTo>
                  <a:pt x="1226083" y="5267955"/>
                  <a:pt x="1029902" y="5178069"/>
                  <a:pt x="842772" y="5071456"/>
                </a:cubicBezTo>
                <a:cubicBezTo>
                  <a:pt x="689542" y="4959860"/>
                  <a:pt x="553749" y="4826110"/>
                  <a:pt x="439853" y="4674577"/>
                </a:cubicBezTo>
                <a:close/>
                <a:moveTo>
                  <a:pt x="7068549" y="3632350"/>
                </a:moveTo>
                <a:cubicBezTo>
                  <a:pt x="6958821" y="3796459"/>
                  <a:pt x="6825253" y="3943338"/>
                  <a:pt x="6672345" y="4068177"/>
                </a:cubicBezTo>
                <a:cubicBezTo>
                  <a:pt x="6494637" y="4219596"/>
                  <a:pt x="6297751" y="4346940"/>
                  <a:pt x="6086769" y="4446925"/>
                </a:cubicBezTo>
                <a:cubicBezTo>
                  <a:pt x="5719219" y="4610028"/>
                  <a:pt x="5331402" y="4722967"/>
                  <a:pt x="4933748" y="4782694"/>
                </a:cubicBezTo>
                <a:cubicBezTo>
                  <a:pt x="4768860" y="4805238"/>
                  <a:pt x="4602555" y="4815787"/>
                  <a:pt x="4436142" y="4814256"/>
                </a:cubicBezTo>
                <a:lnTo>
                  <a:pt x="4403237" y="4814256"/>
                </a:lnTo>
                <a:lnTo>
                  <a:pt x="4336084" y="4814256"/>
                </a:lnTo>
                <a:lnTo>
                  <a:pt x="4499938" y="5521386"/>
                </a:lnTo>
                <a:lnTo>
                  <a:pt x="3959354" y="5588540"/>
                </a:lnTo>
                <a:lnTo>
                  <a:pt x="3951967" y="5588540"/>
                </a:lnTo>
                <a:lnTo>
                  <a:pt x="3945252" y="5588540"/>
                </a:lnTo>
                <a:lnTo>
                  <a:pt x="3408026" y="5521386"/>
                </a:lnTo>
                <a:lnTo>
                  <a:pt x="3572552" y="4814928"/>
                </a:lnTo>
                <a:lnTo>
                  <a:pt x="3505398" y="4814928"/>
                </a:lnTo>
                <a:lnTo>
                  <a:pt x="3471822" y="4814928"/>
                </a:lnTo>
                <a:cubicBezTo>
                  <a:pt x="3305409" y="4816418"/>
                  <a:pt x="3139104" y="4805869"/>
                  <a:pt x="2974216" y="4783366"/>
                </a:cubicBezTo>
                <a:cubicBezTo>
                  <a:pt x="2576602" y="4723471"/>
                  <a:pt x="2188806" y="4610539"/>
                  <a:pt x="1821195" y="4447597"/>
                </a:cubicBezTo>
                <a:cubicBezTo>
                  <a:pt x="1610099" y="4347174"/>
                  <a:pt x="1413024" y="4219623"/>
                  <a:pt x="1234948" y="4068177"/>
                </a:cubicBezTo>
                <a:cubicBezTo>
                  <a:pt x="1082429" y="3943358"/>
                  <a:pt x="949150" y="3796728"/>
                  <a:pt x="839415" y="3633020"/>
                </a:cubicBezTo>
                <a:cubicBezTo>
                  <a:pt x="986481" y="3655181"/>
                  <a:pt x="1201371" y="3680028"/>
                  <a:pt x="1255094" y="3680028"/>
                </a:cubicBezTo>
                <a:lnTo>
                  <a:pt x="1416261" y="3687415"/>
                </a:lnTo>
                <a:cubicBezTo>
                  <a:pt x="1611677" y="3696817"/>
                  <a:pt x="1864845" y="3708233"/>
                  <a:pt x="2173078" y="3727037"/>
                </a:cubicBezTo>
                <a:lnTo>
                  <a:pt x="2257691" y="3772029"/>
                </a:lnTo>
                <a:cubicBezTo>
                  <a:pt x="2526761" y="3908036"/>
                  <a:pt x="2815788" y="4000298"/>
                  <a:pt x="3113895" y="4045345"/>
                </a:cubicBezTo>
                <a:cubicBezTo>
                  <a:pt x="3164609" y="4052497"/>
                  <a:pt x="3215787" y="4055861"/>
                  <a:pt x="3267005" y="4055418"/>
                </a:cubicBezTo>
                <a:cubicBezTo>
                  <a:pt x="3329591" y="4055338"/>
                  <a:pt x="3392131" y="4051980"/>
                  <a:pt x="3454362" y="4045345"/>
                </a:cubicBezTo>
                <a:lnTo>
                  <a:pt x="3307296" y="4660474"/>
                </a:lnTo>
                <a:lnTo>
                  <a:pt x="3955325" y="4700766"/>
                </a:lnTo>
                <a:lnTo>
                  <a:pt x="4604025" y="4657788"/>
                </a:lnTo>
                <a:lnTo>
                  <a:pt x="4456288" y="4042659"/>
                </a:lnTo>
                <a:cubicBezTo>
                  <a:pt x="4518747" y="4049273"/>
                  <a:pt x="4581509" y="4052631"/>
                  <a:pt x="4644317" y="4052732"/>
                </a:cubicBezTo>
                <a:cubicBezTo>
                  <a:pt x="4695535" y="4053175"/>
                  <a:pt x="4746712" y="4049811"/>
                  <a:pt x="4797427" y="4042659"/>
                </a:cubicBezTo>
                <a:cubicBezTo>
                  <a:pt x="5095346" y="3997713"/>
                  <a:pt x="5384165" y="3905443"/>
                  <a:pt x="5652959" y="3769343"/>
                </a:cubicBezTo>
                <a:lnTo>
                  <a:pt x="5738243" y="3724350"/>
                </a:lnTo>
                <a:cubicBezTo>
                  <a:pt x="6045805" y="3705547"/>
                  <a:pt x="6299644" y="3694130"/>
                  <a:pt x="6495060" y="3684729"/>
                </a:cubicBezTo>
                <a:lnTo>
                  <a:pt x="6656228" y="3677343"/>
                </a:lnTo>
                <a:lnTo>
                  <a:pt x="6653542" y="3679357"/>
                </a:lnTo>
                <a:cubicBezTo>
                  <a:pt x="6707264" y="3676671"/>
                  <a:pt x="6922155" y="3654510"/>
                  <a:pt x="7068549" y="3632350"/>
                </a:cubicBezTo>
                <a:close/>
                <a:moveTo>
                  <a:pt x="3949952" y="958285"/>
                </a:moveTo>
                <a:cubicBezTo>
                  <a:pt x="3863996" y="958285"/>
                  <a:pt x="3833777" y="1054314"/>
                  <a:pt x="3815646" y="1148331"/>
                </a:cubicBezTo>
                <a:lnTo>
                  <a:pt x="3815646" y="1157731"/>
                </a:lnTo>
                <a:cubicBezTo>
                  <a:pt x="3806244" y="1206754"/>
                  <a:pt x="3702157" y="1743984"/>
                  <a:pt x="3702157" y="1743984"/>
                </a:cubicBezTo>
                <a:lnTo>
                  <a:pt x="3693427" y="1787635"/>
                </a:lnTo>
                <a:lnTo>
                  <a:pt x="3608814" y="1787635"/>
                </a:lnTo>
                <a:cubicBezTo>
                  <a:pt x="2917760" y="1790240"/>
                  <a:pt x="2230097" y="1690905"/>
                  <a:pt x="1568027" y="1492829"/>
                </a:cubicBezTo>
                <a:cubicBezTo>
                  <a:pt x="1583150" y="1653266"/>
                  <a:pt x="1645025" y="1805740"/>
                  <a:pt x="1745983" y="1931344"/>
                </a:cubicBezTo>
                <a:cubicBezTo>
                  <a:pt x="1872587" y="2081399"/>
                  <a:pt x="2043512" y="2187435"/>
                  <a:pt x="2234187" y="2234208"/>
                </a:cubicBezTo>
                <a:lnTo>
                  <a:pt x="2274479" y="2242266"/>
                </a:lnTo>
                <a:lnTo>
                  <a:pt x="2274479" y="2283230"/>
                </a:lnTo>
                <a:cubicBezTo>
                  <a:pt x="2289246" y="2419356"/>
                  <a:pt x="2352397" y="2545654"/>
                  <a:pt x="2452435" y="2639144"/>
                </a:cubicBezTo>
                <a:cubicBezTo>
                  <a:pt x="2560955" y="2719233"/>
                  <a:pt x="2692985" y="2761043"/>
                  <a:pt x="2827822" y="2758007"/>
                </a:cubicBezTo>
                <a:cubicBezTo>
                  <a:pt x="2858712" y="2758007"/>
                  <a:pt x="2878187" y="2758007"/>
                  <a:pt x="2878187" y="2758007"/>
                </a:cubicBezTo>
                <a:lnTo>
                  <a:pt x="2920493" y="2753307"/>
                </a:lnTo>
                <a:lnTo>
                  <a:pt x="2935267" y="2793598"/>
                </a:lnTo>
                <a:cubicBezTo>
                  <a:pt x="2991266" y="2907652"/>
                  <a:pt x="3093460" y="2992246"/>
                  <a:pt x="3215967" y="3025950"/>
                </a:cubicBezTo>
                <a:cubicBezTo>
                  <a:pt x="3262505" y="3040363"/>
                  <a:pt x="3310962" y="3047608"/>
                  <a:pt x="3359675" y="3047441"/>
                </a:cubicBezTo>
                <a:cubicBezTo>
                  <a:pt x="3423061" y="3047352"/>
                  <a:pt x="3485971" y="3036446"/>
                  <a:pt x="3545690" y="3015206"/>
                </a:cubicBezTo>
                <a:lnTo>
                  <a:pt x="3644405" y="2974242"/>
                </a:lnTo>
                <a:lnTo>
                  <a:pt x="3499354" y="3567882"/>
                </a:lnTo>
                <a:lnTo>
                  <a:pt x="4411295" y="3567882"/>
                </a:lnTo>
                <a:lnTo>
                  <a:pt x="4266244" y="2973570"/>
                </a:lnTo>
                <a:lnTo>
                  <a:pt x="4364959" y="3015206"/>
                </a:lnTo>
                <a:cubicBezTo>
                  <a:pt x="4424934" y="3036299"/>
                  <a:pt x="4488071" y="3046969"/>
                  <a:pt x="4551645" y="3046768"/>
                </a:cubicBezTo>
                <a:cubicBezTo>
                  <a:pt x="4600358" y="3046936"/>
                  <a:pt x="4648816" y="3039690"/>
                  <a:pt x="4695353" y="3025279"/>
                </a:cubicBezTo>
                <a:cubicBezTo>
                  <a:pt x="4817901" y="2991656"/>
                  <a:pt x="4920122" y="2907041"/>
                  <a:pt x="4976054" y="2792927"/>
                </a:cubicBezTo>
                <a:lnTo>
                  <a:pt x="4990827" y="2753307"/>
                </a:lnTo>
                <a:lnTo>
                  <a:pt x="5035820" y="2761364"/>
                </a:lnTo>
                <a:cubicBezTo>
                  <a:pt x="5035820" y="2761364"/>
                  <a:pt x="5055294" y="2761364"/>
                  <a:pt x="5086185" y="2761364"/>
                </a:cubicBezTo>
                <a:cubicBezTo>
                  <a:pt x="5221022" y="2764400"/>
                  <a:pt x="5353052" y="2722590"/>
                  <a:pt x="5461572" y="2642502"/>
                </a:cubicBezTo>
                <a:cubicBezTo>
                  <a:pt x="5562187" y="2548333"/>
                  <a:pt x="5625385" y="2420982"/>
                  <a:pt x="5639528" y="2283900"/>
                </a:cubicBezTo>
                <a:lnTo>
                  <a:pt x="5639528" y="2242938"/>
                </a:lnTo>
                <a:lnTo>
                  <a:pt x="5679820" y="2234879"/>
                </a:lnTo>
                <a:cubicBezTo>
                  <a:pt x="5869145" y="2186769"/>
                  <a:pt x="6038680" y="2080634"/>
                  <a:pt x="6164666" y="1931344"/>
                </a:cubicBezTo>
                <a:cubicBezTo>
                  <a:pt x="6265624" y="1805740"/>
                  <a:pt x="6327499" y="1653266"/>
                  <a:pt x="6342622" y="1492829"/>
                </a:cubicBezTo>
                <a:cubicBezTo>
                  <a:pt x="5680551" y="1690905"/>
                  <a:pt x="4992889" y="1790240"/>
                  <a:pt x="4301835" y="1787635"/>
                </a:cubicBezTo>
                <a:lnTo>
                  <a:pt x="4218565" y="1787635"/>
                </a:lnTo>
                <a:lnTo>
                  <a:pt x="4209835" y="1743984"/>
                </a:lnTo>
                <a:cubicBezTo>
                  <a:pt x="4209835" y="1743984"/>
                  <a:pt x="4105076" y="1204068"/>
                  <a:pt x="4096346" y="1157731"/>
                </a:cubicBezTo>
                <a:lnTo>
                  <a:pt x="4096346" y="1148331"/>
                </a:lnTo>
                <a:cubicBezTo>
                  <a:pt x="4078887" y="1054314"/>
                  <a:pt x="4047996" y="958285"/>
                  <a:pt x="3962040" y="958285"/>
                </a:cubicBezTo>
                <a:close/>
                <a:moveTo>
                  <a:pt x="4863482" y="920396"/>
                </a:moveTo>
                <a:cubicBezTo>
                  <a:pt x="4911011" y="917447"/>
                  <a:pt x="4959017" y="922203"/>
                  <a:pt x="5005601" y="934781"/>
                </a:cubicBezTo>
                <a:cubicBezTo>
                  <a:pt x="5105505" y="969493"/>
                  <a:pt x="5195571" y="1027769"/>
                  <a:pt x="5268170" y="1104680"/>
                </a:cubicBezTo>
                <a:cubicBezTo>
                  <a:pt x="5165876" y="1126894"/>
                  <a:pt x="5060714" y="1132791"/>
                  <a:pt x="4956579" y="1122140"/>
                </a:cubicBezTo>
                <a:cubicBezTo>
                  <a:pt x="4827645" y="1108038"/>
                  <a:pt x="4724229" y="952241"/>
                  <a:pt x="4724229" y="952241"/>
                </a:cubicBezTo>
                <a:cubicBezTo>
                  <a:pt x="4768902" y="933999"/>
                  <a:pt x="4815953" y="923345"/>
                  <a:pt x="4863482" y="920396"/>
                </a:cubicBezTo>
                <a:close/>
                <a:moveTo>
                  <a:pt x="5293017" y="634604"/>
                </a:moveTo>
                <a:cubicBezTo>
                  <a:pt x="5383466" y="639017"/>
                  <a:pt x="5473351" y="651376"/>
                  <a:pt x="5561630" y="671539"/>
                </a:cubicBezTo>
                <a:cubicBezTo>
                  <a:pt x="5493336" y="743386"/>
                  <a:pt x="5405600" y="793785"/>
                  <a:pt x="5309134" y="816591"/>
                </a:cubicBezTo>
                <a:cubicBezTo>
                  <a:pt x="5189601" y="841438"/>
                  <a:pt x="5036492" y="729962"/>
                  <a:pt x="5036492" y="729962"/>
                </a:cubicBezTo>
                <a:cubicBezTo>
                  <a:pt x="5108702" y="669168"/>
                  <a:pt x="5199963" y="635657"/>
                  <a:pt x="5294360" y="635276"/>
                </a:cubicBezTo>
                <a:close/>
                <a:moveTo>
                  <a:pt x="4771237" y="300179"/>
                </a:moveTo>
                <a:cubicBezTo>
                  <a:pt x="4801308" y="401778"/>
                  <a:pt x="4819124" y="506612"/>
                  <a:pt x="4824288" y="612443"/>
                </a:cubicBezTo>
                <a:lnTo>
                  <a:pt x="4826974" y="612443"/>
                </a:lnTo>
                <a:cubicBezTo>
                  <a:pt x="4826974" y="744065"/>
                  <a:pt x="4692667" y="873000"/>
                  <a:pt x="4692667" y="873000"/>
                </a:cubicBezTo>
                <a:cubicBezTo>
                  <a:pt x="4639831" y="785721"/>
                  <a:pt x="4616301" y="683834"/>
                  <a:pt x="4625514" y="582224"/>
                </a:cubicBezTo>
                <a:cubicBezTo>
                  <a:pt x="4646050" y="476184"/>
                  <a:pt x="4696630" y="378282"/>
                  <a:pt x="4771237" y="300179"/>
                </a:cubicBezTo>
                <a:close/>
                <a:moveTo>
                  <a:pt x="5468959" y="0"/>
                </a:moveTo>
                <a:cubicBezTo>
                  <a:pt x="5467321" y="102512"/>
                  <a:pt x="5450109" y="204179"/>
                  <a:pt x="5417923" y="301521"/>
                </a:cubicBezTo>
                <a:cubicBezTo>
                  <a:pt x="5394110" y="377973"/>
                  <a:pt x="5335613" y="438706"/>
                  <a:pt x="5260113" y="465376"/>
                </a:cubicBezTo>
                <a:cubicBezTo>
                  <a:pt x="5245594" y="502374"/>
                  <a:pt x="5224931" y="536656"/>
                  <a:pt x="5199003" y="566778"/>
                </a:cubicBezTo>
                <a:cubicBezTo>
                  <a:pt x="5036492" y="760181"/>
                  <a:pt x="4741018" y="969701"/>
                  <a:pt x="4405252" y="1114753"/>
                </a:cubicBezTo>
                <a:cubicBezTo>
                  <a:pt x="4482767" y="1091733"/>
                  <a:pt x="4565983" y="1097455"/>
                  <a:pt x="4639616" y="1130870"/>
                </a:cubicBezTo>
                <a:lnTo>
                  <a:pt x="4640960" y="1129527"/>
                </a:lnTo>
                <a:cubicBezTo>
                  <a:pt x="4736801" y="1176239"/>
                  <a:pt x="4824006" y="1238914"/>
                  <a:pt x="4898828" y="1314872"/>
                </a:cubicBezTo>
                <a:cubicBezTo>
                  <a:pt x="4898828" y="1314872"/>
                  <a:pt x="4800784" y="1365909"/>
                  <a:pt x="4594624" y="1319573"/>
                </a:cubicBezTo>
                <a:cubicBezTo>
                  <a:pt x="4495976" y="1292630"/>
                  <a:pt x="4416272" y="1219923"/>
                  <a:pt x="4380405" y="1124155"/>
                </a:cubicBezTo>
                <a:lnTo>
                  <a:pt x="4212787" y="1185719"/>
                </a:lnTo>
                <a:lnTo>
                  <a:pt x="4219216" y="1218663"/>
                </a:lnTo>
                <a:cubicBezTo>
                  <a:pt x="4244084" y="1346182"/>
                  <a:pt x="4289916" y="1581640"/>
                  <a:pt x="4308551" y="1678846"/>
                </a:cubicBezTo>
                <a:cubicBezTo>
                  <a:pt x="5012202" y="1683250"/>
                  <a:pt x="5712262" y="1578128"/>
                  <a:pt x="6383585" y="1367252"/>
                </a:cubicBezTo>
                <a:lnTo>
                  <a:pt x="6455439" y="1343076"/>
                </a:lnTo>
                <a:lnTo>
                  <a:pt x="6455439" y="1414259"/>
                </a:lnTo>
                <a:cubicBezTo>
                  <a:pt x="6454439" y="1625934"/>
                  <a:pt x="6382034" y="1831077"/>
                  <a:pt x="6249951" y="1996483"/>
                </a:cubicBezTo>
                <a:cubicBezTo>
                  <a:pt x="6117310" y="2156288"/>
                  <a:pt x="5939373" y="2272183"/>
                  <a:pt x="5739586" y="2328895"/>
                </a:cubicBezTo>
                <a:cubicBezTo>
                  <a:pt x="5717445" y="2481515"/>
                  <a:pt x="5642039" y="2621383"/>
                  <a:pt x="5526710" y="2723759"/>
                </a:cubicBezTo>
                <a:cubicBezTo>
                  <a:pt x="5496384" y="2749405"/>
                  <a:pt x="5463532" y="2771902"/>
                  <a:pt x="5428666" y="2790912"/>
                </a:cubicBezTo>
                <a:cubicBezTo>
                  <a:pt x="5890009" y="2738532"/>
                  <a:pt x="6241221" y="2672721"/>
                  <a:pt x="6409104" y="2641160"/>
                </a:cubicBezTo>
                <a:lnTo>
                  <a:pt x="6486330" y="2626385"/>
                </a:lnTo>
                <a:lnTo>
                  <a:pt x="6480958" y="2626385"/>
                </a:lnTo>
                <a:cubicBezTo>
                  <a:pt x="6556841" y="2613626"/>
                  <a:pt x="6630038" y="2597509"/>
                  <a:pt x="6691147" y="2582736"/>
                </a:cubicBezTo>
                <a:cubicBezTo>
                  <a:pt x="6600524" y="2754039"/>
                  <a:pt x="6491299" y="2914831"/>
                  <a:pt x="6365454" y="3062214"/>
                </a:cubicBezTo>
                <a:cubicBezTo>
                  <a:pt x="6152760" y="3314631"/>
                  <a:pt x="5892097" y="3522338"/>
                  <a:pt x="5598564" y="3673313"/>
                </a:cubicBezTo>
                <a:cubicBezTo>
                  <a:pt x="5339950" y="3803619"/>
                  <a:pt x="5062285" y="3892026"/>
                  <a:pt x="4775937" y="3935213"/>
                </a:cubicBezTo>
                <a:cubicBezTo>
                  <a:pt x="4731468" y="3941693"/>
                  <a:pt x="4686569" y="3944836"/>
                  <a:pt x="4641631" y="3944615"/>
                </a:cubicBezTo>
                <a:cubicBezTo>
                  <a:pt x="4557837" y="3943869"/>
                  <a:pt x="4474177" y="3937812"/>
                  <a:pt x="4391149" y="3926483"/>
                </a:cubicBezTo>
                <a:lnTo>
                  <a:pt x="4311908" y="3914395"/>
                </a:lnTo>
                <a:lnTo>
                  <a:pt x="4465689" y="4557729"/>
                </a:lnTo>
                <a:lnTo>
                  <a:pt x="3952638" y="4589962"/>
                </a:lnTo>
                <a:lnTo>
                  <a:pt x="3440259" y="4557729"/>
                </a:lnTo>
                <a:lnTo>
                  <a:pt x="3594040" y="3914395"/>
                </a:lnTo>
                <a:lnTo>
                  <a:pt x="3514799" y="3926483"/>
                </a:lnTo>
                <a:cubicBezTo>
                  <a:pt x="3431771" y="3937812"/>
                  <a:pt x="3348112" y="3943869"/>
                  <a:pt x="3264318" y="3944615"/>
                </a:cubicBezTo>
                <a:cubicBezTo>
                  <a:pt x="3219379" y="3944836"/>
                  <a:pt x="3174480" y="3941693"/>
                  <a:pt x="3130011" y="3935213"/>
                </a:cubicBezTo>
                <a:cubicBezTo>
                  <a:pt x="2843663" y="3892019"/>
                  <a:pt x="2565998" y="3803619"/>
                  <a:pt x="2307384" y="3673313"/>
                </a:cubicBezTo>
                <a:cubicBezTo>
                  <a:pt x="2013696" y="3522579"/>
                  <a:pt x="1752994" y="3314833"/>
                  <a:pt x="1540494" y="3062214"/>
                </a:cubicBezTo>
                <a:cubicBezTo>
                  <a:pt x="1414649" y="2914831"/>
                  <a:pt x="1305424" y="2754039"/>
                  <a:pt x="1214801" y="2582736"/>
                </a:cubicBezTo>
                <a:cubicBezTo>
                  <a:pt x="1275910" y="2597509"/>
                  <a:pt x="1351122" y="2613626"/>
                  <a:pt x="1424991" y="2626385"/>
                </a:cubicBezTo>
                <a:lnTo>
                  <a:pt x="1502217" y="2641160"/>
                </a:lnTo>
                <a:cubicBezTo>
                  <a:pt x="1670100" y="2672721"/>
                  <a:pt x="2020640" y="2738532"/>
                  <a:pt x="2482654" y="2790241"/>
                </a:cubicBezTo>
                <a:cubicBezTo>
                  <a:pt x="2447775" y="2772566"/>
                  <a:pt x="2414903" y="2751178"/>
                  <a:pt x="2384610" y="2726444"/>
                </a:cubicBezTo>
                <a:cubicBezTo>
                  <a:pt x="2269275" y="2624069"/>
                  <a:pt x="2193875" y="2484201"/>
                  <a:pt x="2171735" y="2331581"/>
                </a:cubicBezTo>
                <a:cubicBezTo>
                  <a:pt x="1971947" y="2274869"/>
                  <a:pt x="1794011" y="2158974"/>
                  <a:pt x="1661370" y="1999169"/>
                </a:cubicBezTo>
                <a:cubicBezTo>
                  <a:pt x="1529286" y="1833763"/>
                  <a:pt x="1456882" y="1628620"/>
                  <a:pt x="1455881" y="1416946"/>
                </a:cubicBezTo>
                <a:lnTo>
                  <a:pt x="1455881" y="1343076"/>
                </a:lnTo>
                <a:lnTo>
                  <a:pt x="1531764" y="1365908"/>
                </a:lnTo>
                <a:cubicBezTo>
                  <a:pt x="2203021" y="1577242"/>
                  <a:pt x="2903073" y="1682813"/>
                  <a:pt x="3606799" y="1678846"/>
                </a:cubicBezTo>
                <a:cubicBezTo>
                  <a:pt x="3631646" y="1549239"/>
                  <a:pt x="3704843" y="1173848"/>
                  <a:pt x="3712230" y="1136243"/>
                </a:cubicBezTo>
                <a:lnTo>
                  <a:pt x="3712230" y="1127513"/>
                </a:lnTo>
                <a:cubicBezTo>
                  <a:pt x="3724989" y="1058344"/>
                  <a:pt x="3765952" y="849496"/>
                  <a:pt x="3953310" y="849496"/>
                </a:cubicBezTo>
                <a:lnTo>
                  <a:pt x="3962040" y="849496"/>
                </a:lnTo>
                <a:cubicBezTo>
                  <a:pt x="4125977" y="849496"/>
                  <a:pt x="4177318" y="1010937"/>
                  <a:pt x="4196590" y="1096286"/>
                </a:cubicBezTo>
                <a:lnTo>
                  <a:pt x="4198223" y="1104094"/>
                </a:lnTo>
                <a:lnTo>
                  <a:pt x="4252227" y="1085878"/>
                </a:lnTo>
                <a:cubicBezTo>
                  <a:pt x="4287566" y="1072951"/>
                  <a:pt x="4322654" y="1059016"/>
                  <a:pt x="4356230" y="1044242"/>
                </a:cubicBezTo>
                <a:cubicBezTo>
                  <a:pt x="4301917" y="958816"/>
                  <a:pt x="4278238" y="857474"/>
                  <a:pt x="4289077" y="756824"/>
                </a:cubicBezTo>
                <a:cubicBezTo>
                  <a:pt x="4313621" y="651091"/>
                  <a:pt x="4369016" y="555028"/>
                  <a:pt x="4448230" y="480821"/>
                </a:cubicBezTo>
                <a:cubicBezTo>
                  <a:pt x="4478489" y="581390"/>
                  <a:pt x="4495640" y="685439"/>
                  <a:pt x="4499266" y="790401"/>
                </a:cubicBezTo>
                <a:cubicBezTo>
                  <a:pt x="4503296" y="907920"/>
                  <a:pt x="4383763" y="1020738"/>
                  <a:pt x="4360259" y="1042227"/>
                </a:cubicBezTo>
                <a:cubicBezTo>
                  <a:pt x="4584880" y="946681"/>
                  <a:pt x="4795977" y="822050"/>
                  <a:pt x="4988142" y="671538"/>
                </a:cubicBezTo>
                <a:cubicBezTo>
                  <a:pt x="4938925" y="587368"/>
                  <a:pt x="4917101" y="489975"/>
                  <a:pt x="4925689" y="392850"/>
                </a:cubicBezTo>
                <a:cubicBezTo>
                  <a:pt x="4944432" y="292505"/>
                  <a:pt x="4990969" y="199437"/>
                  <a:pt x="5059996" y="124235"/>
                </a:cubicBezTo>
                <a:cubicBezTo>
                  <a:pt x="5087878" y="222088"/>
                  <a:pt x="5104545" y="322794"/>
                  <a:pt x="5109689" y="424412"/>
                </a:cubicBezTo>
                <a:cubicBezTo>
                  <a:pt x="5115733" y="537231"/>
                  <a:pt x="5009631" y="652735"/>
                  <a:pt x="4991500" y="671538"/>
                </a:cubicBezTo>
                <a:cubicBezTo>
                  <a:pt x="5060318" y="617613"/>
                  <a:pt x="5124967" y="558574"/>
                  <a:pt x="5184901" y="494924"/>
                </a:cubicBezTo>
                <a:cubicBezTo>
                  <a:pt x="5200642" y="478306"/>
                  <a:pt x="5215436" y="460818"/>
                  <a:pt x="5229222" y="442544"/>
                </a:cubicBezTo>
                <a:cubicBezTo>
                  <a:pt x="5213045" y="360186"/>
                  <a:pt x="5226610" y="274759"/>
                  <a:pt x="5267500" y="201461"/>
                </a:cubicBezTo>
                <a:cubicBezTo>
                  <a:pt x="5312197" y="115084"/>
                  <a:pt x="5382580" y="44696"/>
                  <a:pt x="5468959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382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PA-矩形 7"/>
          <p:cNvSpPr/>
          <p:nvPr>
            <p:custDataLst>
              <p:tags r:id="rId3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1">
                  <a:lumMod val="95000"/>
                  <a:lumOff val="5000"/>
                </a:schemeClr>
              </a:gs>
              <a:gs pos="100000">
                <a:schemeClr val="accent1">
                  <a:alpha val="54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任意多边形: 形状 51"/>
          <p:cNvSpPr/>
          <p:nvPr/>
        </p:nvSpPr>
        <p:spPr>
          <a:xfrm>
            <a:off x="246270" y="0"/>
            <a:ext cx="7536857" cy="6859978"/>
          </a:xfrm>
          <a:custGeom>
            <a:avLst/>
            <a:gdLst>
              <a:gd name="connsiteX0" fmla="*/ 6061826 w 7536857"/>
              <a:gd name="connsiteY0" fmla="*/ 0 h 6859978"/>
              <a:gd name="connsiteX1" fmla="*/ 6369661 w 7536857"/>
              <a:gd name="connsiteY1" fmla="*/ 0 h 6859978"/>
              <a:gd name="connsiteX2" fmla="*/ 6432300 w 7536857"/>
              <a:gd name="connsiteY2" fmla="*/ 80240 h 6859978"/>
              <a:gd name="connsiteX3" fmla="*/ 7536857 w 7536857"/>
              <a:gd name="connsiteY3" fmla="*/ 3429000 h 6859978"/>
              <a:gd name="connsiteX4" fmla="*/ 6432300 w 7536857"/>
              <a:gd name="connsiteY4" fmla="*/ 6777760 h 6859978"/>
              <a:gd name="connsiteX5" fmla="*/ 6368118 w 7536857"/>
              <a:gd name="connsiteY5" fmla="*/ 6859978 h 6859978"/>
              <a:gd name="connsiteX6" fmla="*/ 0 w 7536857"/>
              <a:gd name="connsiteY6" fmla="*/ 6859978 h 6859978"/>
              <a:gd name="connsiteX7" fmla="*/ 0 w 7536857"/>
              <a:gd name="connsiteY7" fmla="*/ 6858000 h 6859978"/>
              <a:gd name="connsiteX8" fmla="*/ 6061826 w 7536857"/>
              <a:gd name="connsiteY8" fmla="*/ 6858000 h 6859978"/>
              <a:gd name="connsiteX9" fmla="*/ 6145280 w 7536857"/>
              <a:gd name="connsiteY9" fmla="*/ 6755583 h 6859978"/>
              <a:gd name="connsiteX10" fmla="*/ 7290589 w 7536857"/>
              <a:gd name="connsiteY10" fmla="*/ 3429000 h 6859978"/>
              <a:gd name="connsiteX11" fmla="*/ 6145280 w 7536857"/>
              <a:gd name="connsiteY11" fmla="*/ 102417 h 6859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36857" h="6859978">
                <a:moveTo>
                  <a:pt x="6061826" y="0"/>
                </a:moveTo>
                <a:lnTo>
                  <a:pt x="6369661" y="0"/>
                </a:lnTo>
                <a:lnTo>
                  <a:pt x="6432300" y="80240"/>
                </a:lnTo>
                <a:cubicBezTo>
                  <a:pt x="7126033" y="1014054"/>
                  <a:pt x="7536857" y="2173231"/>
                  <a:pt x="7536857" y="3429000"/>
                </a:cubicBezTo>
                <a:cubicBezTo>
                  <a:pt x="7536857" y="4684771"/>
                  <a:pt x="7126033" y="5843946"/>
                  <a:pt x="6432300" y="6777760"/>
                </a:cubicBezTo>
                <a:lnTo>
                  <a:pt x="6368118" y="6859978"/>
                </a:lnTo>
                <a:lnTo>
                  <a:pt x="0" y="6859978"/>
                </a:lnTo>
                <a:lnTo>
                  <a:pt x="0" y="6858000"/>
                </a:lnTo>
                <a:lnTo>
                  <a:pt x="6061826" y="6858000"/>
                </a:lnTo>
                <a:lnTo>
                  <a:pt x="6145280" y="6755583"/>
                </a:lnTo>
                <a:cubicBezTo>
                  <a:pt x="6864608" y="5827953"/>
                  <a:pt x="7290589" y="4676454"/>
                  <a:pt x="7290589" y="3429000"/>
                </a:cubicBezTo>
                <a:cubicBezTo>
                  <a:pt x="7290589" y="2181547"/>
                  <a:pt x="6864608" y="1030047"/>
                  <a:pt x="6145280" y="102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90500" sx="101000" sy="101000" algn="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任意多边形: 形状 39"/>
          <p:cNvSpPr/>
          <p:nvPr/>
        </p:nvSpPr>
        <p:spPr>
          <a:xfrm>
            <a:off x="189674" y="0"/>
            <a:ext cx="7536857" cy="6858000"/>
          </a:xfrm>
          <a:custGeom>
            <a:avLst/>
            <a:gdLst>
              <a:gd name="connsiteX0" fmla="*/ 0 w 7536857"/>
              <a:gd name="connsiteY0" fmla="*/ 0 h 6858000"/>
              <a:gd name="connsiteX1" fmla="*/ 6351816 w 7536857"/>
              <a:gd name="connsiteY1" fmla="*/ 0 h 6858000"/>
              <a:gd name="connsiteX2" fmla="*/ 6432300 w 7536857"/>
              <a:gd name="connsiteY2" fmla="*/ 102417 h 6858000"/>
              <a:gd name="connsiteX3" fmla="*/ 7536857 w 7536857"/>
              <a:gd name="connsiteY3" fmla="*/ 3429000 h 6858000"/>
              <a:gd name="connsiteX4" fmla="*/ 6432300 w 7536857"/>
              <a:gd name="connsiteY4" fmla="*/ 6755583 h 6858000"/>
              <a:gd name="connsiteX5" fmla="*/ 6351816 w 7536857"/>
              <a:gd name="connsiteY5" fmla="*/ 6858000 h 6858000"/>
              <a:gd name="connsiteX6" fmla="*/ 0 w 7536857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36857" h="6858000">
                <a:moveTo>
                  <a:pt x="0" y="0"/>
                </a:moveTo>
                <a:lnTo>
                  <a:pt x="6351816" y="0"/>
                </a:lnTo>
                <a:lnTo>
                  <a:pt x="6432300" y="102417"/>
                </a:lnTo>
                <a:cubicBezTo>
                  <a:pt x="7126033" y="1030047"/>
                  <a:pt x="7536857" y="2181547"/>
                  <a:pt x="7536857" y="3429000"/>
                </a:cubicBezTo>
                <a:cubicBezTo>
                  <a:pt x="7536857" y="4676454"/>
                  <a:pt x="7126033" y="5827953"/>
                  <a:pt x="6432300" y="6755583"/>
                </a:cubicBezTo>
                <a:lnTo>
                  <a:pt x="635181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6" name="任意多边形: 形状 45"/>
          <p:cNvSpPr/>
          <p:nvPr userDrawn="1"/>
        </p:nvSpPr>
        <p:spPr>
          <a:xfrm>
            <a:off x="-16050" y="0"/>
            <a:ext cx="7552909" cy="6858000"/>
          </a:xfrm>
          <a:custGeom>
            <a:avLst/>
            <a:gdLst>
              <a:gd name="connsiteX0" fmla="*/ 0 w 7552909"/>
              <a:gd name="connsiteY0" fmla="*/ 0 h 6858000"/>
              <a:gd name="connsiteX1" fmla="*/ 6324146 w 7552909"/>
              <a:gd name="connsiteY1" fmla="*/ 0 h 6858000"/>
              <a:gd name="connsiteX2" fmla="*/ 6407600 w 7552909"/>
              <a:gd name="connsiteY2" fmla="*/ 102417 h 6858000"/>
              <a:gd name="connsiteX3" fmla="*/ 7552909 w 7552909"/>
              <a:gd name="connsiteY3" fmla="*/ 3429000 h 6858000"/>
              <a:gd name="connsiteX4" fmla="*/ 6407600 w 7552909"/>
              <a:gd name="connsiteY4" fmla="*/ 6755583 h 6858000"/>
              <a:gd name="connsiteX5" fmla="*/ 6324146 w 7552909"/>
              <a:gd name="connsiteY5" fmla="*/ 6858000 h 6858000"/>
              <a:gd name="connsiteX6" fmla="*/ 0 w 7552909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52909" h="6858000">
                <a:moveTo>
                  <a:pt x="0" y="0"/>
                </a:moveTo>
                <a:lnTo>
                  <a:pt x="6324146" y="0"/>
                </a:lnTo>
                <a:lnTo>
                  <a:pt x="6407600" y="102417"/>
                </a:lnTo>
                <a:cubicBezTo>
                  <a:pt x="7126928" y="1030047"/>
                  <a:pt x="7552909" y="2181547"/>
                  <a:pt x="7552909" y="3429000"/>
                </a:cubicBezTo>
                <a:cubicBezTo>
                  <a:pt x="7552909" y="4676454"/>
                  <a:pt x="7126928" y="5827953"/>
                  <a:pt x="6407600" y="6755583"/>
                </a:cubicBezTo>
                <a:lnTo>
                  <a:pt x="63241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76200" sx="101000" sy="101000" algn="l" rotWithShape="0">
              <a:prstClr val="black">
                <a:alpha val="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" name="标题 47"/>
          <p:cNvSpPr>
            <a:spLocks noGrp="1"/>
          </p:cNvSpPr>
          <p:nvPr>
            <p:ph type="title" hasCustomPrompt="1"/>
          </p:nvPr>
        </p:nvSpPr>
        <p:spPr>
          <a:xfrm>
            <a:off x="671368" y="2616692"/>
            <a:ext cx="7015008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微软雅黑" panose="020B0503020204020204" charset="-122"/>
                <a:ea typeface="微软雅黑" panose="020B0503020204020204" charset="-122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  <a:endParaRPr lang="zh-CN" altLang="en-US" dirty="0"/>
          </a:p>
        </p:txBody>
      </p:sp>
      <p:sp>
        <p:nvSpPr>
          <p:cNvPr id="13" name="文本占位符 87"/>
          <p:cNvSpPr>
            <a:spLocks noGrp="1"/>
          </p:cNvSpPr>
          <p:nvPr>
            <p:ph type="body" sz="quarter" idx="13" hasCustomPrompt="1"/>
          </p:nvPr>
        </p:nvSpPr>
        <p:spPr>
          <a:xfrm>
            <a:off x="671367" y="2352090"/>
            <a:ext cx="5137927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  <a:endParaRPr lang="zh-CN" altLang="en-US" dirty="0"/>
          </a:p>
        </p:txBody>
      </p:sp>
      <p:sp>
        <p:nvSpPr>
          <p:cNvPr id="14" name="文本占位符 53"/>
          <p:cNvSpPr>
            <a:spLocks noGrp="1"/>
          </p:cNvSpPr>
          <p:nvPr>
            <p:ph type="body" sz="quarter" idx="16" hasCustomPrompt="1"/>
          </p:nvPr>
        </p:nvSpPr>
        <p:spPr>
          <a:xfrm>
            <a:off x="671366" y="4094394"/>
            <a:ext cx="6221139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39" name="文本框 38"/>
          <p:cNvSpPr txBox="1"/>
          <p:nvPr/>
        </p:nvSpPr>
        <p:spPr>
          <a:xfrm>
            <a:off x="700962" y="616225"/>
            <a:ext cx="2449979" cy="288221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4" name="任意多边形: 形状 123"/>
          <p:cNvSpPr/>
          <p:nvPr/>
        </p:nvSpPr>
        <p:spPr>
          <a:xfrm>
            <a:off x="8249789" y="2190199"/>
            <a:ext cx="3242958" cy="2476997"/>
          </a:xfrm>
          <a:custGeom>
            <a:avLst/>
            <a:gdLst>
              <a:gd name="connsiteX0" fmla="*/ 54514 w 3242958"/>
              <a:gd name="connsiteY0" fmla="*/ 2417671 h 2476997"/>
              <a:gd name="connsiteX1" fmla="*/ 53384 w 3242958"/>
              <a:gd name="connsiteY1" fmla="*/ 2451846 h 2476997"/>
              <a:gd name="connsiteX2" fmla="*/ 83040 w 3242958"/>
              <a:gd name="connsiteY2" fmla="*/ 2451846 h 2476997"/>
              <a:gd name="connsiteX3" fmla="*/ 97445 w 3242958"/>
              <a:gd name="connsiteY3" fmla="*/ 2447327 h 2476997"/>
              <a:gd name="connsiteX4" fmla="*/ 102248 w 3242958"/>
              <a:gd name="connsiteY4" fmla="*/ 2433770 h 2476997"/>
              <a:gd name="connsiteX5" fmla="*/ 97445 w 3242958"/>
              <a:gd name="connsiteY5" fmla="*/ 2421624 h 2476997"/>
              <a:gd name="connsiteX6" fmla="*/ 82758 w 3242958"/>
              <a:gd name="connsiteY6" fmla="*/ 2417671 h 2476997"/>
              <a:gd name="connsiteX7" fmla="*/ 52536 w 3242958"/>
              <a:gd name="connsiteY7" fmla="*/ 2367114 h 2476997"/>
              <a:gd name="connsiteX8" fmla="*/ 53384 w 3242958"/>
              <a:gd name="connsiteY8" fmla="*/ 2395358 h 2476997"/>
              <a:gd name="connsiteX9" fmla="*/ 81628 w 3242958"/>
              <a:gd name="connsiteY9" fmla="*/ 2395358 h 2476997"/>
              <a:gd name="connsiteX10" fmla="*/ 95467 w 3242958"/>
              <a:gd name="connsiteY10" fmla="*/ 2391687 h 2476997"/>
              <a:gd name="connsiteX11" fmla="*/ 99986 w 3242958"/>
              <a:gd name="connsiteY11" fmla="*/ 2380390 h 2476997"/>
              <a:gd name="connsiteX12" fmla="*/ 95185 w 3242958"/>
              <a:gd name="connsiteY12" fmla="*/ 2370503 h 2476997"/>
              <a:gd name="connsiteX13" fmla="*/ 80780 w 3242958"/>
              <a:gd name="connsiteY13" fmla="*/ 2367114 h 2476997"/>
              <a:gd name="connsiteX14" fmla="*/ 2925216 w 3242958"/>
              <a:gd name="connsiteY14" fmla="*/ 2364572 h 2476997"/>
              <a:gd name="connsiteX15" fmla="*/ 2901776 w 3242958"/>
              <a:gd name="connsiteY15" fmla="*/ 2376436 h 2476997"/>
              <a:gd name="connsiteX16" fmla="*/ 2893301 w 3242958"/>
              <a:gd name="connsiteY16" fmla="*/ 2409765 h 2476997"/>
              <a:gd name="connsiteX17" fmla="*/ 2901776 w 3242958"/>
              <a:gd name="connsiteY17" fmla="*/ 2442243 h 2476997"/>
              <a:gd name="connsiteX18" fmla="*/ 2925216 w 3242958"/>
              <a:gd name="connsiteY18" fmla="*/ 2454107 h 2476997"/>
              <a:gd name="connsiteX19" fmla="*/ 2948659 w 3242958"/>
              <a:gd name="connsiteY19" fmla="*/ 2442243 h 2476997"/>
              <a:gd name="connsiteX20" fmla="*/ 2957131 w 3242958"/>
              <a:gd name="connsiteY20" fmla="*/ 2409765 h 2476997"/>
              <a:gd name="connsiteX21" fmla="*/ 2948659 w 3242958"/>
              <a:gd name="connsiteY21" fmla="*/ 2376436 h 2476997"/>
              <a:gd name="connsiteX22" fmla="*/ 2925216 w 3242958"/>
              <a:gd name="connsiteY22" fmla="*/ 2364572 h 2476997"/>
              <a:gd name="connsiteX23" fmla="*/ 2684296 w 3242958"/>
              <a:gd name="connsiteY23" fmla="*/ 2364572 h 2476997"/>
              <a:gd name="connsiteX24" fmla="*/ 2660856 w 3242958"/>
              <a:gd name="connsiteY24" fmla="*/ 2376436 h 2476997"/>
              <a:gd name="connsiteX25" fmla="*/ 2652381 w 3242958"/>
              <a:gd name="connsiteY25" fmla="*/ 2409765 h 2476997"/>
              <a:gd name="connsiteX26" fmla="*/ 2660856 w 3242958"/>
              <a:gd name="connsiteY26" fmla="*/ 2442243 h 2476997"/>
              <a:gd name="connsiteX27" fmla="*/ 2684296 w 3242958"/>
              <a:gd name="connsiteY27" fmla="*/ 2454107 h 2476997"/>
              <a:gd name="connsiteX28" fmla="*/ 2707739 w 3242958"/>
              <a:gd name="connsiteY28" fmla="*/ 2442243 h 2476997"/>
              <a:gd name="connsiteX29" fmla="*/ 2716211 w 3242958"/>
              <a:gd name="connsiteY29" fmla="*/ 2409765 h 2476997"/>
              <a:gd name="connsiteX30" fmla="*/ 2707739 w 3242958"/>
              <a:gd name="connsiteY30" fmla="*/ 2376436 h 2476997"/>
              <a:gd name="connsiteX31" fmla="*/ 2684296 w 3242958"/>
              <a:gd name="connsiteY31" fmla="*/ 2364572 h 2476997"/>
              <a:gd name="connsiteX32" fmla="*/ 1793767 w 3242958"/>
              <a:gd name="connsiteY32" fmla="*/ 2364572 h 2476997"/>
              <a:gd name="connsiteX33" fmla="*/ 1770327 w 3242958"/>
              <a:gd name="connsiteY33" fmla="*/ 2376435 h 2476997"/>
              <a:gd name="connsiteX34" fmla="*/ 1761852 w 3242958"/>
              <a:gd name="connsiteY34" fmla="*/ 2409762 h 2476997"/>
              <a:gd name="connsiteX35" fmla="*/ 1770327 w 3242958"/>
              <a:gd name="connsiteY35" fmla="*/ 2442243 h 2476997"/>
              <a:gd name="connsiteX36" fmla="*/ 1793767 w 3242958"/>
              <a:gd name="connsiteY36" fmla="*/ 2454106 h 2476997"/>
              <a:gd name="connsiteX37" fmla="*/ 1817211 w 3242958"/>
              <a:gd name="connsiteY37" fmla="*/ 2442243 h 2476997"/>
              <a:gd name="connsiteX38" fmla="*/ 1825967 w 3242958"/>
              <a:gd name="connsiteY38" fmla="*/ 2409762 h 2476997"/>
              <a:gd name="connsiteX39" fmla="*/ 1817211 w 3242958"/>
              <a:gd name="connsiteY39" fmla="*/ 2376435 h 2476997"/>
              <a:gd name="connsiteX40" fmla="*/ 1793767 w 3242958"/>
              <a:gd name="connsiteY40" fmla="*/ 2364572 h 2476997"/>
              <a:gd name="connsiteX41" fmla="*/ 3133325 w 3242958"/>
              <a:gd name="connsiteY41" fmla="*/ 2345769 h 2476997"/>
              <a:gd name="connsiteX42" fmla="*/ 3148012 w 3242958"/>
              <a:gd name="connsiteY42" fmla="*/ 2345769 h 2476997"/>
              <a:gd name="connsiteX43" fmla="*/ 3162417 w 3242958"/>
              <a:gd name="connsiteY43" fmla="*/ 2345769 h 2476997"/>
              <a:gd name="connsiteX44" fmla="*/ 3186990 w 3242958"/>
              <a:gd name="connsiteY44" fmla="*/ 2401127 h 2476997"/>
              <a:gd name="connsiteX45" fmla="*/ 3210148 w 3242958"/>
              <a:gd name="connsiteY45" fmla="*/ 2345769 h 2476997"/>
              <a:gd name="connsiteX46" fmla="*/ 3223987 w 3242958"/>
              <a:gd name="connsiteY46" fmla="*/ 2345769 h 2476997"/>
              <a:gd name="connsiteX47" fmla="*/ 3237826 w 3242958"/>
              <a:gd name="connsiteY47" fmla="*/ 2345769 h 2476997"/>
              <a:gd name="connsiteX48" fmla="*/ 3198851 w 3242958"/>
              <a:gd name="connsiteY48" fmla="*/ 2424851 h 2476997"/>
              <a:gd name="connsiteX49" fmla="*/ 3198851 w 3242958"/>
              <a:gd name="connsiteY49" fmla="*/ 2473712 h 2476997"/>
              <a:gd name="connsiteX50" fmla="*/ 3186705 w 3242958"/>
              <a:gd name="connsiteY50" fmla="*/ 2473712 h 2476997"/>
              <a:gd name="connsiteX51" fmla="*/ 3174278 w 3242958"/>
              <a:gd name="connsiteY51" fmla="*/ 2473712 h 2476997"/>
              <a:gd name="connsiteX52" fmla="*/ 3174278 w 3242958"/>
              <a:gd name="connsiteY52" fmla="*/ 2425418 h 2476997"/>
              <a:gd name="connsiteX53" fmla="*/ 2768133 w 3242958"/>
              <a:gd name="connsiteY53" fmla="*/ 2345769 h 2476997"/>
              <a:gd name="connsiteX54" fmla="*/ 2780279 w 3242958"/>
              <a:gd name="connsiteY54" fmla="*/ 2345769 h 2476997"/>
              <a:gd name="connsiteX55" fmla="*/ 2792706 w 3242958"/>
              <a:gd name="connsiteY55" fmla="*/ 2345769 h 2476997"/>
              <a:gd name="connsiteX56" fmla="*/ 2792706 w 3242958"/>
              <a:gd name="connsiteY56" fmla="*/ 2450836 h 2476997"/>
              <a:gd name="connsiteX57" fmla="*/ 2851453 w 3242958"/>
              <a:gd name="connsiteY57" fmla="*/ 2450836 h 2476997"/>
              <a:gd name="connsiteX58" fmla="*/ 2851453 w 3242958"/>
              <a:gd name="connsiteY58" fmla="*/ 2462133 h 2476997"/>
              <a:gd name="connsiteX59" fmla="*/ 2851453 w 3242958"/>
              <a:gd name="connsiteY59" fmla="*/ 2473712 h 2476997"/>
              <a:gd name="connsiteX60" fmla="*/ 2768133 w 3242958"/>
              <a:gd name="connsiteY60" fmla="*/ 2473712 h 2476997"/>
              <a:gd name="connsiteX61" fmla="*/ 2507723 w 3242958"/>
              <a:gd name="connsiteY61" fmla="*/ 2345769 h 2476997"/>
              <a:gd name="connsiteX62" fmla="*/ 2520714 w 3242958"/>
              <a:gd name="connsiteY62" fmla="*/ 2345769 h 2476997"/>
              <a:gd name="connsiteX63" fmla="*/ 2533426 w 3242958"/>
              <a:gd name="connsiteY63" fmla="*/ 2345769 h 2476997"/>
              <a:gd name="connsiteX64" fmla="*/ 2580875 w 3242958"/>
              <a:gd name="connsiteY64" fmla="*/ 2435583 h 2476997"/>
              <a:gd name="connsiteX65" fmla="*/ 2580875 w 3242958"/>
              <a:gd name="connsiteY65" fmla="*/ 2345769 h 2476997"/>
              <a:gd name="connsiteX66" fmla="*/ 2592173 w 3242958"/>
              <a:gd name="connsiteY66" fmla="*/ 2345769 h 2476997"/>
              <a:gd name="connsiteX67" fmla="*/ 2603752 w 3242958"/>
              <a:gd name="connsiteY67" fmla="*/ 2345769 h 2476997"/>
              <a:gd name="connsiteX68" fmla="*/ 2603752 w 3242958"/>
              <a:gd name="connsiteY68" fmla="*/ 2473712 h 2476997"/>
              <a:gd name="connsiteX69" fmla="*/ 2591606 w 3242958"/>
              <a:gd name="connsiteY69" fmla="*/ 2473712 h 2476997"/>
              <a:gd name="connsiteX70" fmla="*/ 2579179 w 3242958"/>
              <a:gd name="connsiteY70" fmla="*/ 2473712 h 2476997"/>
              <a:gd name="connsiteX71" fmla="*/ 2530600 w 3242958"/>
              <a:gd name="connsiteY71" fmla="*/ 2381355 h 2476997"/>
              <a:gd name="connsiteX72" fmla="*/ 2530600 w 3242958"/>
              <a:gd name="connsiteY72" fmla="*/ 2473712 h 2476997"/>
              <a:gd name="connsiteX73" fmla="*/ 2519302 w 3242958"/>
              <a:gd name="connsiteY73" fmla="*/ 2473712 h 2476997"/>
              <a:gd name="connsiteX74" fmla="*/ 2507723 w 3242958"/>
              <a:gd name="connsiteY74" fmla="*/ 2473712 h 2476997"/>
              <a:gd name="connsiteX75" fmla="*/ 2382887 w 3242958"/>
              <a:gd name="connsiteY75" fmla="*/ 2345769 h 2476997"/>
              <a:gd name="connsiteX76" fmla="*/ 2395314 w 3242958"/>
              <a:gd name="connsiteY76" fmla="*/ 2345769 h 2476997"/>
              <a:gd name="connsiteX77" fmla="*/ 2407741 w 3242958"/>
              <a:gd name="connsiteY77" fmla="*/ 2345769 h 2476997"/>
              <a:gd name="connsiteX78" fmla="*/ 2407741 w 3242958"/>
              <a:gd name="connsiteY78" fmla="*/ 2393500 h 2476997"/>
              <a:gd name="connsiteX79" fmla="*/ 2453779 w 3242958"/>
              <a:gd name="connsiteY79" fmla="*/ 2393500 h 2476997"/>
              <a:gd name="connsiteX80" fmla="*/ 2453779 w 3242958"/>
              <a:gd name="connsiteY80" fmla="*/ 2345769 h 2476997"/>
              <a:gd name="connsiteX81" fmla="*/ 2465925 w 3242958"/>
              <a:gd name="connsiteY81" fmla="*/ 2345769 h 2476997"/>
              <a:gd name="connsiteX82" fmla="*/ 2478349 w 3242958"/>
              <a:gd name="connsiteY82" fmla="*/ 2345769 h 2476997"/>
              <a:gd name="connsiteX83" fmla="*/ 2478349 w 3242958"/>
              <a:gd name="connsiteY83" fmla="*/ 2473712 h 2476997"/>
              <a:gd name="connsiteX84" fmla="*/ 2465925 w 3242958"/>
              <a:gd name="connsiteY84" fmla="*/ 2473712 h 2476997"/>
              <a:gd name="connsiteX85" fmla="*/ 2453779 w 3242958"/>
              <a:gd name="connsiteY85" fmla="*/ 2473712 h 2476997"/>
              <a:gd name="connsiteX86" fmla="*/ 2453779 w 3242958"/>
              <a:gd name="connsiteY86" fmla="*/ 2415814 h 2476997"/>
              <a:gd name="connsiteX87" fmla="*/ 2407741 w 3242958"/>
              <a:gd name="connsiteY87" fmla="*/ 2415814 h 2476997"/>
              <a:gd name="connsiteX88" fmla="*/ 2407741 w 3242958"/>
              <a:gd name="connsiteY88" fmla="*/ 2473712 h 2476997"/>
              <a:gd name="connsiteX89" fmla="*/ 2395314 w 3242958"/>
              <a:gd name="connsiteY89" fmla="*/ 2473712 h 2476997"/>
              <a:gd name="connsiteX90" fmla="*/ 2382887 w 3242958"/>
              <a:gd name="connsiteY90" fmla="*/ 2473712 h 2476997"/>
              <a:gd name="connsiteX91" fmla="*/ 2142813 w 3242958"/>
              <a:gd name="connsiteY91" fmla="*/ 2345769 h 2476997"/>
              <a:gd name="connsiteX92" fmla="*/ 2229522 w 3242958"/>
              <a:gd name="connsiteY92" fmla="*/ 2345769 h 2476997"/>
              <a:gd name="connsiteX93" fmla="*/ 2229522 w 3242958"/>
              <a:gd name="connsiteY93" fmla="*/ 2357067 h 2476997"/>
              <a:gd name="connsiteX94" fmla="*/ 2229522 w 3242958"/>
              <a:gd name="connsiteY94" fmla="*/ 2368364 h 2476997"/>
              <a:gd name="connsiteX95" fmla="*/ 2167386 w 3242958"/>
              <a:gd name="connsiteY95" fmla="*/ 2368364 h 2476997"/>
              <a:gd name="connsiteX96" fmla="*/ 2167386 w 3242958"/>
              <a:gd name="connsiteY96" fmla="*/ 2395478 h 2476997"/>
              <a:gd name="connsiteX97" fmla="*/ 2225003 w 3242958"/>
              <a:gd name="connsiteY97" fmla="*/ 2395478 h 2476997"/>
              <a:gd name="connsiteX98" fmla="*/ 2225003 w 3242958"/>
              <a:gd name="connsiteY98" fmla="*/ 2406494 h 2476997"/>
              <a:gd name="connsiteX99" fmla="*/ 2225003 w 3242958"/>
              <a:gd name="connsiteY99" fmla="*/ 2417507 h 2476997"/>
              <a:gd name="connsiteX100" fmla="*/ 2167386 w 3242958"/>
              <a:gd name="connsiteY100" fmla="*/ 2417507 h 2476997"/>
              <a:gd name="connsiteX101" fmla="*/ 2167386 w 3242958"/>
              <a:gd name="connsiteY101" fmla="*/ 2450836 h 2476997"/>
              <a:gd name="connsiteX102" fmla="*/ 2232345 w 3242958"/>
              <a:gd name="connsiteY102" fmla="*/ 2450836 h 2476997"/>
              <a:gd name="connsiteX103" fmla="*/ 2232345 w 3242958"/>
              <a:gd name="connsiteY103" fmla="*/ 2462133 h 2476997"/>
              <a:gd name="connsiteX104" fmla="*/ 2232345 w 3242958"/>
              <a:gd name="connsiteY104" fmla="*/ 2473712 h 2476997"/>
              <a:gd name="connsiteX105" fmla="*/ 2142813 w 3242958"/>
              <a:gd name="connsiteY105" fmla="*/ 2473712 h 2476997"/>
              <a:gd name="connsiteX106" fmla="*/ 1877039 w 3242958"/>
              <a:gd name="connsiteY106" fmla="*/ 2345769 h 2476997"/>
              <a:gd name="connsiteX107" fmla="*/ 1960922 w 3242958"/>
              <a:gd name="connsiteY107" fmla="*/ 2345769 h 2476997"/>
              <a:gd name="connsiteX108" fmla="*/ 1960922 w 3242958"/>
              <a:gd name="connsiteY108" fmla="*/ 2357067 h 2476997"/>
              <a:gd name="connsiteX109" fmla="*/ 1960922 w 3242958"/>
              <a:gd name="connsiteY109" fmla="*/ 2368364 h 2476997"/>
              <a:gd name="connsiteX110" fmla="*/ 1901612 w 3242958"/>
              <a:gd name="connsiteY110" fmla="*/ 2368364 h 2476997"/>
              <a:gd name="connsiteX111" fmla="*/ 1901612 w 3242958"/>
              <a:gd name="connsiteY111" fmla="*/ 2397456 h 2476997"/>
              <a:gd name="connsiteX112" fmla="*/ 1953298 w 3242958"/>
              <a:gd name="connsiteY112" fmla="*/ 2397456 h 2476997"/>
              <a:gd name="connsiteX113" fmla="*/ 1953298 w 3242958"/>
              <a:gd name="connsiteY113" fmla="*/ 2408472 h 2476997"/>
              <a:gd name="connsiteX114" fmla="*/ 1953298 w 3242958"/>
              <a:gd name="connsiteY114" fmla="*/ 2419484 h 2476997"/>
              <a:gd name="connsiteX115" fmla="*/ 1901612 w 3242958"/>
              <a:gd name="connsiteY115" fmla="*/ 2419484 h 2476997"/>
              <a:gd name="connsiteX116" fmla="*/ 1901612 w 3242958"/>
              <a:gd name="connsiteY116" fmla="*/ 2473712 h 2476997"/>
              <a:gd name="connsiteX117" fmla="*/ 1889466 w 3242958"/>
              <a:gd name="connsiteY117" fmla="*/ 2473712 h 2476997"/>
              <a:gd name="connsiteX118" fmla="*/ 1877039 w 3242958"/>
              <a:gd name="connsiteY118" fmla="*/ 2473712 h 2476997"/>
              <a:gd name="connsiteX119" fmla="*/ 1574832 w 3242958"/>
              <a:gd name="connsiteY119" fmla="*/ 2345769 h 2476997"/>
              <a:gd name="connsiteX120" fmla="*/ 1661541 w 3242958"/>
              <a:gd name="connsiteY120" fmla="*/ 2345769 h 2476997"/>
              <a:gd name="connsiteX121" fmla="*/ 1661541 w 3242958"/>
              <a:gd name="connsiteY121" fmla="*/ 2357067 h 2476997"/>
              <a:gd name="connsiteX122" fmla="*/ 1661541 w 3242958"/>
              <a:gd name="connsiteY122" fmla="*/ 2368364 h 2476997"/>
              <a:gd name="connsiteX123" fmla="*/ 1599405 w 3242958"/>
              <a:gd name="connsiteY123" fmla="*/ 2368364 h 2476997"/>
              <a:gd name="connsiteX124" fmla="*/ 1599405 w 3242958"/>
              <a:gd name="connsiteY124" fmla="*/ 2395478 h 2476997"/>
              <a:gd name="connsiteX125" fmla="*/ 1657022 w 3242958"/>
              <a:gd name="connsiteY125" fmla="*/ 2395478 h 2476997"/>
              <a:gd name="connsiteX126" fmla="*/ 1657022 w 3242958"/>
              <a:gd name="connsiteY126" fmla="*/ 2406494 h 2476997"/>
              <a:gd name="connsiteX127" fmla="*/ 1657022 w 3242958"/>
              <a:gd name="connsiteY127" fmla="*/ 2417507 h 2476997"/>
              <a:gd name="connsiteX128" fmla="*/ 1599405 w 3242958"/>
              <a:gd name="connsiteY128" fmla="*/ 2417507 h 2476997"/>
              <a:gd name="connsiteX129" fmla="*/ 1599405 w 3242958"/>
              <a:gd name="connsiteY129" fmla="*/ 2450836 h 2476997"/>
              <a:gd name="connsiteX130" fmla="*/ 1664082 w 3242958"/>
              <a:gd name="connsiteY130" fmla="*/ 2450836 h 2476997"/>
              <a:gd name="connsiteX131" fmla="*/ 1664082 w 3242958"/>
              <a:gd name="connsiteY131" fmla="*/ 2462133 h 2476997"/>
              <a:gd name="connsiteX132" fmla="*/ 1664082 w 3242958"/>
              <a:gd name="connsiteY132" fmla="*/ 2473712 h 2476997"/>
              <a:gd name="connsiteX133" fmla="*/ 1574832 w 3242958"/>
              <a:gd name="connsiteY133" fmla="*/ 2473712 h 2476997"/>
              <a:gd name="connsiteX134" fmla="*/ 1181960 w 3242958"/>
              <a:gd name="connsiteY134" fmla="*/ 2345769 h 2476997"/>
              <a:gd name="connsiteX135" fmla="*/ 1194387 w 3242958"/>
              <a:gd name="connsiteY135" fmla="*/ 2345769 h 2476997"/>
              <a:gd name="connsiteX136" fmla="*/ 1206815 w 3242958"/>
              <a:gd name="connsiteY136" fmla="*/ 2345769 h 2476997"/>
              <a:gd name="connsiteX137" fmla="*/ 1206815 w 3242958"/>
              <a:gd name="connsiteY137" fmla="*/ 2473712 h 2476997"/>
              <a:gd name="connsiteX138" fmla="*/ 1194387 w 3242958"/>
              <a:gd name="connsiteY138" fmla="*/ 2473712 h 2476997"/>
              <a:gd name="connsiteX139" fmla="*/ 1181960 w 3242958"/>
              <a:gd name="connsiteY139" fmla="*/ 2473712 h 2476997"/>
              <a:gd name="connsiteX140" fmla="*/ 835126 w 3242958"/>
              <a:gd name="connsiteY140" fmla="*/ 2345769 h 2476997"/>
              <a:gd name="connsiteX141" fmla="*/ 847835 w 3242958"/>
              <a:gd name="connsiteY141" fmla="*/ 2345769 h 2476997"/>
              <a:gd name="connsiteX142" fmla="*/ 860829 w 3242958"/>
              <a:gd name="connsiteY142" fmla="*/ 2345769 h 2476997"/>
              <a:gd name="connsiteX143" fmla="*/ 907997 w 3242958"/>
              <a:gd name="connsiteY143" fmla="*/ 2435583 h 2476997"/>
              <a:gd name="connsiteX144" fmla="*/ 907997 w 3242958"/>
              <a:gd name="connsiteY144" fmla="*/ 2345769 h 2476997"/>
              <a:gd name="connsiteX145" fmla="*/ 919576 w 3242958"/>
              <a:gd name="connsiteY145" fmla="*/ 2345769 h 2476997"/>
              <a:gd name="connsiteX146" fmla="*/ 931155 w 3242958"/>
              <a:gd name="connsiteY146" fmla="*/ 2345769 h 2476997"/>
              <a:gd name="connsiteX147" fmla="*/ 931155 w 3242958"/>
              <a:gd name="connsiteY147" fmla="*/ 2473712 h 2476997"/>
              <a:gd name="connsiteX148" fmla="*/ 918728 w 3242958"/>
              <a:gd name="connsiteY148" fmla="*/ 2473712 h 2476997"/>
              <a:gd name="connsiteX149" fmla="*/ 906582 w 3242958"/>
              <a:gd name="connsiteY149" fmla="*/ 2473712 h 2476997"/>
              <a:gd name="connsiteX150" fmla="*/ 858003 w 3242958"/>
              <a:gd name="connsiteY150" fmla="*/ 2381355 h 2476997"/>
              <a:gd name="connsiteX151" fmla="*/ 858003 w 3242958"/>
              <a:gd name="connsiteY151" fmla="*/ 2473712 h 2476997"/>
              <a:gd name="connsiteX152" fmla="*/ 846424 w 3242958"/>
              <a:gd name="connsiteY152" fmla="*/ 2473712 h 2476997"/>
              <a:gd name="connsiteX153" fmla="*/ 835126 w 3242958"/>
              <a:gd name="connsiteY153" fmla="*/ 2473712 h 2476997"/>
              <a:gd name="connsiteX154" fmla="*/ 782027 w 3242958"/>
              <a:gd name="connsiteY154" fmla="*/ 2345769 h 2476997"/>
              <a:gd name="connsiteX155" fmla="*/ 794454 w 3242958"/>
              <a:gd name="connsiteY155" fmla="*/ 2345769 h 2476997"/>
              <a:gd name="connsiteX156" fmla="*/ 806600 w 3242958"/>
              <a:gd name="connsiteY156" fmla="*/ 2345769 h 2476997"/>
              <a:gd name="connsiteX157" fmla="*/ 806600 w 3242958"/>
              <a:gd name="connsiteY157" fmla="*/ 2473712 h 2476997"/>
              <a:gd name="connsiteX158" fmla="*/ 794454 w 3242958"/>
              <a:gd name="connsiteY158" fmla="*/ 2473712 h 2476997"/>
              <a:gd name="connsiteX159" fmla="*/ 782027 w 3242958"/>
              <a:gd name="connsiteY159" fmla="*/ 2473712 h 2476997"/>
              <a:gd name="connsiteX160" fmla="*/ 471626 w 3242958"/>
              <a:gd name="connsiteY160" fmla="*/ 2345769 h 2476997"/>
              <a:gd name="connsiteX161" fmla="*/ 484335 w 3242958"/>
              <a:gd name="connsiteY161" fmla="*/ 2345769 h 2476997"/>
              <a:gd name="connsiteX162" fmla="*/ 497329 w 3242958"/>
              <a:gd name="connsiteY162" fmla="*/ 2345769 h 2476997"/>
              <a:gd name="connsiteX163" fmla="*/ 544497 w 3242958"/>
              <a:gd name="connsiteY163" fmla="*/ 2435583 h 2476997"/>
              <a:gd name="connsiteX164" fmla="*/ 544497 w 3242958"/>
              <a:gd name="connsiteY164" fmla="*/ 2345769 h 2476997"/>
              <a:gd name="connsiteX165" fmla="*/ 556076 w 3242958"/>
              <a:gd name="connsiteY165" fmla="*/ 2345769 h 2476997"/>
              <a:gd name="connsiteX166" fmla="*/ 567655 w 3242958"/>
              <a:gd name="connsiteY166" fmla="*/ 2345769 h 2476997"/>
              <a:gd name="connsiteX167" fmla="*/ 567655 w 3242958"/>
              <a:gd name="connsiteY167" fmla="*/ 2473712 h 2476997"/>
              <a:gd name="connsiteX168" fmla="*/ 555228 w 3242958"/>
              <a:gd name="connsiteY168" fmla="*/ 2473712 h 2476997"/>
              <a:gd name="connsiteX169" fmla="*/ 543082 w 3242958"/>
              <a:gd name="connsiteY169" fmla="*/ 2473712 h 2476997"/>
              <a:gd name="connsiteX170" fmla="*/ 494503 w 3242958"/>
              <a:gd name="connsiteY170" fmla="*/ 2381355 h 2476997"/>
              <a:gd name="connsiteX171" fmla="*/ 494503 w 3242958"/>
              <a:gd name="connsiteY171" fmla="*/ 2473712 h 2476997"/>
              <a:gd name="connsiteX172" fmla="*/ 482924 w 3242958"/>
              <a:gd name="connsiteY172" fmla="*/ 2473712 h 2476997"/>
              <a:gd name="connsiteX173" fmla="*/ 471626 w 3242958"/>
              <a:gd name="connsiteY173" fmla="*/ 2473712 h 2476997"/>
              <a:gd name="connsiteX174" fmla="*/ 418528 w 3242958"/>
              <a:gd name="connsiteY174" fmla="*/ 2345769 h 2476997"/>
              <a:gd name="connsiteX175" fmla="*/ 430955 w 3242958"/>
              <a:gd name="connsiteY175" fmla="*/ 2345769 h 2476997"/>
              <a:gd name="connsiteX176" fmla="*/ 443101 w 3242958"/>
              <a:gd name="connsiteY176" fmla="*/ 2345769 h 2476997"/>
              <a:gd name="connsiteX177" fmla="*/ 443101 w 3242958"/>
              <a:gd name="connsiteY177" fmla="*/ 2473712 h 2476997"/>
              <a:gd name="connsiteX178" fmla="*/ 430955 w 3242958"/>
              <a:gd name="connsiteY178" fmla="*/ 2473712 h 2476997"/>
              <a:gd name="connsiteX179" fmla="*/ 418528 w 3242958"/>
              <a:gd name="connsiteY179" fmla="*/ 2473712 h 2476997"/>
              <a:gd name="connsiteX180" fmla="*/ 268552 w 3242958"/>
              <a:gd name="connsiteY180" fmla="*/ 2345769 h 2476997"/>
              <a:gd name="connsiteX181" fmla="*/ 280979 w 3242958"/>
              <a:gd name="connsiteY181" fmla="*/ 2345769 h 2476997"/>
              <a:gd name="connsiteX182" fmla="*/ 293125 w 3242958"/>
              <a:gd name="connsiteY182" fmla="*/ 2345769 h 2476997"/>
              <a:gd name="connsiteX183" fmla="*/ 293125 w 3242958"/>
              <a:gd name="connsiteY183" fmla="*/ 2473712 h 2476997"/>
              <a:gd name="connsiteX184" fmla="*/ 280979 w 3242958"/>
              <a:gd name="connsiteY184" fmla="*/ 2473712 h 2476997"/>
              <a:gd name="connsiteX185" fmla="*/ 268552 w 3242958"/>
              <a:gd name="connsiteY185" fmla="*/ 2473712 h 2476997"/>
              <a:gd name="connsiteX186" fmla="*/ 154732 w 3242958"/>
              <a:gd name="connsiteY186" fmla="*/ 2345769 h 2476997"/>
              <a:gd name="connsiteX187" fmla="*/ 241441 w 3242958"/>
              <a:gd name="connsiteY187" fmla="*/ 2345769 h 2476997"/>
              <a:gd name="connsiteX188" fmla="*/ 241441 w 3242958"/>
              <a:gd name="connsiteY188" fmla="*/ 2357067 h 2476997"/>
              <a:gd name="connsiteX189" fmla="*/ 241441 w 3242958"/>
              <a:gd name="connsiteY189" fmla="*/ 2368364 h 2476997"/>
              <a:gd name="connsiteX190" fmla="*/ 179305 w 3242958"/>
              <a:gd name="connsiteY190" fmla="*/ 2368364 h 2476997"/>
              <a:gd name="connsiteX191" fmla="*/ 179305 w 3242958"/>
              <a:gd name="connsiteY191" fmla="*/ 2395478 h 2476997"/>
              <a:gd name="connsiteX192" fmla="*/ 236922 w 3242958"/>
              <a:gd name="connsiteY192" fmla="*/ 2395478 h 2476997"/>
              <a:gd name="connsiteX193" fmla="*/ 236922 w 3242958"/>
              <a:gd name="connsiteY193" fmla="*/ 2406494 h 2476997"/>
              <a:gd name="connsiteX194" fmla="*/ 236922 w 3242958"/>
              <a:gd name="connsiteY194" fmla="*/ 2417507 h 2476997"/>
              <a:gd name="connsiteX195" fmla="*/ 179305 w 3242958"/>
              <a:gd name="connsiteY195" fmla="*/ 2417507 h 2476997"/>
              <a:gd name="connsiteX196" fmla="*/ 179305 w 3242958"/>
              <a:gd name="connsiteY196" fmla="*/ 2450836 h 2476997"/>
              <a:gd name="connsiteX197" fmla="*/ 243982 w 3242958"/>
              <a:gd name="connsiteY197" fmla="*/ 2450836 h 2476997"/>
              <a:gd name="connsiteX198" fmla="*/ 243982 w 3242958"/>
              <a:gd name="connsiteY198" fmla="*/ 2462133 h 2476997"/>
              <a:gd name="connsiteX199" fmla="*/ 243982 w 3242958"/>
              <a:gd name="connsiteY199" fmla="*/ 2473712 h 2476997"/>
              <a:gd name="connsiteX200" fmla="*/ 154732 w 3242958"/>
              <a:gd name="connsiteY200" fmla="*/ 2473712 h 2476997"/>
              <a:gd name="connsiteX201" fmla="*/ 1341303 w 3242958"/>
              <a:gd name="connsiteY201" fmla="*/ 2345648 h 2476997"/>
              <a:gd name="connsiteX202" fmla="*/ 1365875 w 3242958"/>
              <a:gd name="connsiteY202" fmla="*/ 2345648 h 2476997"/>
              <a:gd name="connsiteX203" fmla="*/ 1365875 w 3242958"/>
              <a:gd name="connsiteY203" fmla="*/ 2426427 h 2476997"/>
              <a:gd name="connsiteX204" fmla="*/ 1371524 w 3242958"/>
              <a:gd name="connsiteY204" fmla="*/ 2447044 h 2476997"/>
              <a:gd name="connsiteX205" fmla="*/ 1388752 w 3242958"/>
              <a:gd name="connsiteY205" fmla="*/ 2453823 h 2476997"/>
              <a:gd name="connsiteX206" fmla="*/ 1406547 w 3242958"/>
              <a:gd name="connsiteY206" fmla="*/ 2447608 h 2476997"/>
              <a:gd name="connsiteX207" fmla="*/ 1411629 w 3242958"/>
              <a:gd name="connsiteY207" fmla="*/ 2426427 h 2476997"/>
              <a:gd name="connsiteX208" fmla="*/ 1411629 w 3242958"/>
              <a:gd name="connsiteY208" fmla="*/ 2345648 h 2476997"/>
              <a:gd name="connsiteX209" fmla="*/ 1436484 w 3242958"/>
              <a:gd name="connsiteY209" fmla="*/ 2345648 h 2476997"/>
              <a:gd name="connsiteX210" fmla="*/ 1436484 w 3242958"/>
              <a:gd name="connsiteY210" fmla="*/ 2425012 h 2476997"/>
              <a:gd name="connsiteX211" fmla="*/ 1425186 w 3242958"/>
              <a:gd name="connsiteY211" fmla="*/ 2464554 h 2476997"/>
              <a:gd name="connsiteX212" fmla="*/ 1352882 w 3242958"/>
              <a:gd name="connsiteY212" fmla="*/ 2464554 h 2476997"/>
              <a:gd name="connsiteX213" fmla="*/ 1341303 w 3242958"/>
              <a:gd name="connsiteY213" fmla="*/ 2425579 h 2476997"/>
              <a:gd name="connsiteX214" fmla="*/ 2025884 w 3242958"/>
              <a:gd name="connsiteY214" fmla="*/ 2345487 h 2476997"/>
              <a:gd name="connsiteX215" fmla="*/ 2121631 w 3242958"/>
              <a:gd name="connsiteY215" fmla="*/ 2345487 h 2476997"/>
              <a:gd name="connsiteX216" fmla="*/ 2121631 w 3242958"/>
              <a:gd name="connsiteY216" fmla="*/ 2357066 h 2476997"/>
              <a:gd name="connsiteX217" fmla="*/ 2121631 w 3242958"/>
              <a:gd name="connsiteY217" fmla="*/ 2368364 h 2476997"/>
              <a:gd name="connsiteX218" fmla="*/ 2086042 w 3242958"/>
              <a:gd name="connsiteY218" fmla="*/ 2368364 h 2476997"/>
              <a:gd name="connsiteX219" fmla="*/ 2086042 w 3242958"/>
              <a:gd name="connsiteY219" fmla="*/ 2473715 h 2476997"/>
              <a:gd name="connsiteX220" fmla="*/ 2073897 w 3242958"/>
              <a:gd name="connsiteY220" fmla="*/ 2473715 h 2476997"/>
              <a:gd name="connsiteX221" fmla="*/ 2061473 w 3242958"/>
              <a:gd name="connsiteY221" fmla="*/ 2473715 h 2476997"/>
              <a:gd name="connsiteX222" fmla="*/ 2061473 w 3242958"/>
              <a:gd name="connsiteY222" fmla="*/ 2368364 h 2476997"/>
              <a:gd name="connsiteX223" fmla="*/ 2025884 w 3242958"/>
              <a:gd name="connsiteY223" fmla="*/ 2368364 h 2476997"/>
              <a:gd name="connsiteX224" fmla="*/ 2025884 w 3242958"/>
              <a:gd name="connsiteY224" fmla="*/ 2357066 h 2476997"/>
              <a:gd name="connsiteX225" fmla="*/ 1457901 w 3242958"/>
              <a:gd name="connsiteY225" fmla="*/ 2345487 h 2476997"/>
              <a:gd name="connsiteX226" fmla="*/ 1553648 w 3242958"/>
              <a:gd name="connsiteY226" fmla="*/ 2345487 h 2476997"/>
              <a:gd name="connsiteX227" fmla="*/ 1553648 w 3242958"/>
              <a:gd name="connsiteY227" fmla="*/ 2357066 h 2476997"/>
              <a:gd name="connsiteX228" fmla="*/ 1553648 w 3242958"/>
              <a:gd name="connsiteY228" fmla="*/ 2368364 h 2476997"/>
              <a:gd name="connsiteX229" fmla="*/ 1518059 w 3242958"/>
              <a:gd name="connsiteY229" fmla="*/ 2368364 h 2476997"/>
              <a:gd name="connsiteX230" fmla="*/ 1518059 w 3242958"/>
              <a:gd name="connsiteY230" fmla="*/ 2473715 h 2476997"/>
              <a:gd name="connsiteX231" fmla="*/ 1505632 w 3242958"/>
              <a:gd name="connsiteY231" fmla="*/ 2473715 h 2476997"/>
              <a:gd name="connsiteX232" fmla="*/ 1493487 w 3242958"/>
              <a:gd name="connsiteY232" fmla="*/ 2473715 h 2476997"/>
              <a:gd name="connsiteX233" fmla="*/ 1493487 w 3242958"/>
              <a:gd name="connsiteY233" fmla="*/ 2368364 h 2476997"/>
              <a:gd name="connsiteX234" fmla="*/ 1457901 w 3242958"/>
              <a:gd name="connsiteY234" fmla="*/ 2368364 h 2476997"/>
              <a:gd name="connsiteX235" fmla="*/ 1457901 w 3242958"/>
              <a:gd name="connsiteY235" fmla="*/ 2357066 h 2476997"/>
              <a:gd name="connsiteX236" fmla="*/ 1226020 w 3242958"/>
              <a:gd name="connsiteY236" fmla="*/ 2345487 h 2476997"/>
              <a:gd name="connsiteX237" fmla="*/ 1321767 w 3242958"/>
              <a:gd name="connsiteY237" fmla="*/ 2345487 h 2476997"/>
              <a:gd name="connsiteX238" fmla="*/ 1321767 w 3242958"/>
              <a:gd name="connsiteY238" fmla="*/ 2357066 h 2476997"/>
              <a:gd name="connsiteX239" fmla="*/ 1321767 w 3242958"/>
              <a:gd name="connsiteY239" fmla="*/ 2368364 h 2476997"/>
              <a:gd name="connsiteX240" fmla="*/ 1286178 w 3242958"/>
              <a:gd name="connsiteY240" fmla="*/ 2368364 h 2476997"/>
              <a:gd name="connsiteX241" fmla="*/ 1286178 w 3242958"/>
              <a:gd name="connsiteY241" fmla="*/ 2473715 h 2476997"/>
              <a:gd name="connsiteX242" fmla="*/ 1274033 w 3242958"/>
              <a:gd name="connsiteY242" fmla="*/ 2473715 h 2476997"/>
              <a:gd name="connsiteX243" fmla="*/ 1261606 w 3242958"/>
              <a:gd name="connsiteY243" fmla="*/ 2473715 h 2476997"/>
              <a:gd name="connsiteX244" fmla="*/ 1261606 w 3242958"/>
              <a:gd name="connsiteY244" fmla="*/ 2368364 h 2476997"/>
              <a:gd name="connsiteX245" fmla="*/ 1226020 w 3242958"/>
              <a:gd name="connsiteY245" fmla="*/ 2368364 h 2476997"/>
              <a:gd name="connsiteX246" fmla="*/ 1226020 w 3242958"/>
              <a:gd name="connsiteY246" fmla="*/ 2357066 h 2476997"/>
              <a:gd name="connsiteX247" fmla="*/ 1067007 w 3242958"/>
              <a:gd name="connsiteY247" fmla="*/ 2345487 h 2476997"/>
              <a:gd name="connsiteX248" fmla="*/ 1162754 w 3242958"/>
              <a:gd name="connsiteY248" fmla="*/ 2345487 h 2476997"/>
              <a:gd name="connsiteX249" fmla="*/ 1162754 w 3242958"/>
              <a:gd name="connsiteY249" fmla="*/ 2357066 h 2476997"/>
              <a:gd name="connsiteX250" fmla="*/ 1162754 w 3242958"/>
              <a:gd name="connsiteY250" fmla="*/ 2368364 h 2476997"/>
              <a:gd name="connsiteX251" fmla="*/ 1127165 w 3242958"/>
              <a:gd name="connsiteY251" fmla="*/ 2368364 h 2476997"/>
              <a:gd name="connsiteX252" fmla="*/ 1127165 w 3242958"/>
              <a:gd name="connsiteY252" fmla="*/ 2473715 h 2476997"/>
              <a:gd name="connsiteX253" fmla="*/ 1115023 w 3242958"/>
              <a:gd name="connsiteY253" fmla="*/ 2473715 h 2476997"/>
              <a:gd name="connsiteX254" fmla="*/ 1102593 w 3242958"/>
              <a:gd name="connsiteY254" fmla="*/ 2473715 h 2476997"/>
              <a:gd name="connsiteX255" fmla="*/ 1102593 w 3242958"/>
              <a:gd name="connsiteY255" fmla="*/ 2368364 h 2476997"/>
              <a:gd name="connsiteX256" fmla="*/ 1067007 w 3242958"/>
              <a:gd name="connsiteY256" fmla="*/ 2368364 h 2476997"/>
              <a:gd name="connsiteX257" fmla="*/ 1067007 w 3242958"/>
              <a:gd name="connsiteY257" fmla="*/ 2357066 h 2476997"/>
              <a:gd name="connsiteX258" fmla="*/ 29659 w 3242958"/>
              <a:gd name="connsiteY258" fmla="*/ 2345085 h 2476997"/>
              <a:gd name="connsiteX259" fmla="*/ 86147 w 3242958"/>
              <a:gd name="connsiteY259" fmla="*/ 2345085 h 2476997"/>
              <a:gd name="connsiteX260" fmla="*/ 112980 w 3242958"/>
              <a:gd name="connsiteY260" fmla="*/ 2353839 h 2476997"/>
              <a:gd name="connsiteX261" fmla="*/ 122581 w 3242958"/>
              <a:gd name="connsiteY261" fmla="*/ 2377564 h 2476997"/>
              <a:gd name="connsiteX262" fmla="*/ 111565 w 3242958"/>
              <a:gd name="connsiteY262" fmla="*/ 2401855 h 2476997"/>
              <a:gd name="connsiteX263" fmla="*/ 107613 w 3242958"/>
              <a:gd name="connsiteY263" fmla="*/ 2404396 h 2476997"/>
              <a:gd name="connsiteX264" fmla="*/ 114957 w 3242958"/>
              <a:gd name="connsiteY264" fmla="*/ 2408633 h 2476997"/>
              <a:gd name="connsiteX265" fmla="*/ 126255 w 3242958"/>
              <a:gd name="connsiteY265" fmla="*/ 2433206 h 2476997"/>
              <a:gd name="connsiteX266" fmla="*/ 114391 w 3242958"/>
              <a:gd name="connsiteY266" fmla="*/ 2464273 h 2476997"/>
              <a:gd name="connsiteX267" fmla="*/ 81628 w 3242958"/>
              <a:gd name="connsiteY267" fmla="*/ 2474723 h 2476997"/>
              <a:gd name="connsiteX268" fmla="*/ 29659 w 3242958"/>
              <a:gd name="connsiteY268" fmla="*/ 2474723 h 2476997"/>
              <a:gd name="connsiteX269" fmla="*/ 364065 w 3242958"/>
              <a:gd name="connsiteY269" fmla="*/ 2345084 h 2476997"/>
              <a:gd name="connsiteX270" fmla="*/ 388638 w 3242958"/>
              <a:gd name="connsiteY270" fmla="*/ 2345084 h 2476997"/>
              <a:gd name="connsiteX271" fmla="*/ 388638 w 3242958"/>
              <a:gd name="connsiteY271" fmla="*/ 2436030 h 2476997"/>
              <a:gd name="connsiteX272" fmla="*/ 379034 w 3242958"/>
              <a:gd name="connsiteY272" fmla="*/ 2464274 h 2476997"/>
              <a:gd name="connsiteX273" fmla="*/ 350790 w 3242958"/>
              <a:gd name="connsiteY273" fmla="*/ 2474157 h 2476997"/>
              <a:gd name="connsiteX274" fmla="*/ 322546 w 3242958"/>
              <a:gd name="connsiteY274" fmla="*/ 2463141 h 2476997"/>
              <a:gd name="connsiteX275" fmla="*/ 314075 w 3242958"/>
              <a:gd name="connsiteY275" fmla="*/ 2429249 h 2476997"/>
              <a:gd name="connsiteX276" fmla="*/ 314075 w 3242958"/>
              <a:gd name="connsiteY276" fmla="*/ 2421625 h 2476997"/>
              <a:gd name="connsiteX277" fmla="*/ 337515 w 3242958"/>
              <a:gd name="connsiteY277" fmla="*/ 2421625 h 2476997"/>
              <a:gd name="connsiteX278" fmla="*/ 337515 w 3242958"/>
              <a:gd name="connsiteY278" fmla="*/ 2429252 h 2476997"/>
              <a:gd name="connsiteX279" fmla="*/ 340622 w 3242958"/>
              <a:gd name="connsiteY279" fmla="*/ 2446480 h 2476997"/>
              <a:gd name="connsiteX280" fmla="*/ 351638 w 3242958"/>
              <a:gd name="connsiteY280" fmla="*/ 2452128 h 2476997"/>
              <a:gd name="connsiteX281" fmla="*/ 362087 w 3242958"/>
              <a:gd name="connsiteY281" fmla="*/ 2448173 h 2476997"/>
              <a:gd name="connsiteX282" fmla="*/ 365195 w 3242958"/>
              <a:gd name="connsiteY282" fmla="*/ 2434616 h 2476997"/>
              <a:gd name="connsiteX283" fmla="*/ 2923357 w 3242958"/>
              <a:gd name="connsiteY283" fmla="*/ 2342204 h 2476997"/>
              <a:gd name="connsiteX284" fmla="*/ 2963824 w 3242958"/>
              <a:gd name="connsiteY284" fmla="*/ 2357426 h 2476997"/>
              <a:gd name="connsiteX285" fmla="*/ 2966454 w 3242958"/>
              <a:gd name="connsiteY285" fmla="*/ 2360053 h 2476997"/>
              <a:gd name="connsiteX286" fmla="*/ 2981704 w 3242958"/>
              <a:gd name="connsiteY286" fmla="*/ 2410047 h 2476997"/>
              <a:gd name="connsiteX287" fmla="*/ 2966454 w 3242958"/>
              <a:gd name="connsiteY287" fmla="*/ 2458626 h 2476997"/>
              <a:gd name="connsiteX288" fmla="*/ 2886609 w 3242958"/>
              <a:gd name="connsiteY288" fmla="*/ 2461253 h 2476997"/>
              <a:gd name="connsiteX289" fmla="*/ 2883979 w 3242958"/>
              <a:gd name="connsiteY289" fmla="*/ 2458626 h 2476997"/>
              <a:gd name="connsiteX290" fmla="*/ 2868728 w 3242958"/>
              <a:gd name="connsiteY290" fmla="*/ 2410047 h 2476997"/>
              <a:gd name="connsiteX291" fmla="*/ 2883979 w 3242958"/>
              <a:gd name="connsiteY291" fmla="*/ 2360053 h 2476997"/>
              <a:gd name="connsiteX292" fmla="*/ 2923357 w 3242958"/>
              <a:gd name="connsiteY292" fmla="*/ 2342204 h 2476997"/>
              <a:gd name="connsiteX293" fmla="*/ 2682437 w 3242958"/>
              <a:gd name="connsiteY293" fmla="*/ 2342204 h 2476997"/>
              <a:gd name="connsiteX294" fmla="*/ 2722904 w 3242958"/>
              <a:gd name="connsiteY294" fmla="*/ 2357426 h 2476997"/>
              <a:gd name="connsiteX295" fmla="*/ 2725534 w 3242958"/>
              <a:gd name="connsiteY295" fmla="*/ 2360053 h 2476997"/>
              <a:gd name="connsiteX296" fmla="*/ 2740784 w 3242958"/>
              <a:gd name="connsiteY296" fmla="*/ 2410047 h 2476997"/>
              <a:gd name="connsiteX297" fmla="*/ 2725534 w 3242958"/>
              <a:gd name="connsiteY297" fmla="*/ 2458626 h 2476997"/>
              <a:gd name="connsiteX298" fmla="*/ 2645689 w 3242958"/>
              <a:gd name="connsiteY298" fmla="*/ 2461253 h 2476997"/>
              <a:gd name="connsiteX299" fmla="*/ 2643059 w 3242958"/>
              <a:gd name="connsiteY299" fmla="*/ 2458626 h 2476997"/>
              <a:gd name="connsiteX300" fmla="*/ 2627808 w 3242958"/>
              <a:gd name="connsiteY300" fmla="*/ 2410047 h 2476997"/>
              <a:gd name="connsiteX301" fmla="*/ 2643059 w 3242958"/>
              <a:gd name="connsiteY301" fmla="*/ 2360053 h 2476997"/>
              <a:gd name="connsiteX302" fmla="*/ 2682437 w 3242958"/>
              <a:gd name="connsiteY302" fmla="*/ 2342204 h 2476997"/>
              <a:gd name="connsiteX303" fmla="*/ 1791842 w 3242958"/>
              <a:gd name="connsiteY303" fmla="*/ 2342059 h 2476997"/>
              <a:gd name="connsiteX304" fmla="*/ 1832363 w 3242958"/>
              <a:gd name="connsiteY304" fmla="*/ 2357132 h 2476997"/>
              <a:gd name="connsiteX305" fmla="*/ 1835287 w 3242958"/>
              <a:gd name="connsiteY305" fmla="*/ 2360053 h 2476997"/>
              <a:gd name="connsiteX306" fmla="*/ 1850537 w 3242958"/>
              <a:gd name="connsiteY306" fmla="*/ 2410046 h 2476997"/>
              <a:gd name="connsiteX307" fmla="*/ 1835287 w 3242958"/>
              <a:gd name="connsiteY307" fmla="*/ 2458625 h 2476997"/>
              <a:gd name="connsiteX308" fmla="*/ 1755453 w 3242958"/>
              <a:gd name="connsiteY308" fmla="*/ 2461546 h 2476997"/>
              <a:gd name="connsiteX309" fmla="*/ 1752530 w 3242958"/>
              <a:gd name="connsiteY309" fmla="*/ 2458625 h 2476997"/>
              <a:gd name="connsiteX310" fmla="*/ 1737279 w 3242958"/>
              <a:gd name="connsiteY310" fmla="*/ 2410046 h 2476997"/>
              <a:gd name="connsiteX311" fmla="*/ 1752530 w 3242958"/>
              <a:gd name="connsiteY311" fmla="*/ 2360053 h 2476997"/>
              <a:gd name="connsiteX312" fmla="*/ 1791842 w 3242958"/>
              <a:gd name="connsiteY312" fmla="*/ 2342059 h 2476997"/>
              <a:gd name="connsiteX313" fmla="*/ 644794 w 3242958"/>
              <a:gd name="connsiteY313" fmla="*/ 2341922 h 2476997"/>
              <a:gd name="connsiteX314" fmla="*/ 684917 w 3242958"/>
              <a:gd name="connsiteY314" fmla="*/ 2353274 h 2476997"/>
              <a:gd name="connsiteX315" fmla="*/ 701297 w 3242958"/>
              <a:gd name="connsiteY315" fmla="*/ 2384907 h 2476997"/>
              <a:gd name="connsiteX316" fmla="*/ 676727 w 3242958"/>
              <a:gd name="connsiteY316" fmla="*/ 2384907 h 2476997"/>
              <a:gd name="connsiteX317" fmla="*/ 667970 w 3242958"/>
              <a:gd name="connsiteY317" fmla="*/ 2370221 h 2476997"/>
              <a:gd name="connsiteX318" fmla="*/ 651024 w 3242958"/>
              <a:gd name="connsiteY318" fmla="*/ 2364008 h 2476997"/>
              <a:gd name="connsiteX319" fmla="*/ 625887 w 3242958"/>
              <a:gd name="connsiteY319" fmla="*/ 2375869 h 2476997"/>
              <a:gd name="connsiteX320" fmla="*/ 616846 w 3242958"/>
              <a:gd name="connsiteY320" fmla="*/ 2409480 h 2476997"/>
              <a:gd name="connsiteX321" fmla="*/ 625603 w 3242958"/>
              <a:gd name="connsiteY321" fmla="*/ 2442528 h 2476997"/>
              <a:gd name="connsiteX322" fmla="*/ 651024 w 3242958"/>
              <a:gd name="connsiteY322" fmla="*/ 2454107 h 2476997"/>
              <a:gd name="connsiteX323" fmla="*/ 673337 w 3242958"/>
              <a:gd name="connsiteY323" fmla="*/ 2442243 h 2476997"/>
              <a:gd name="connsiteX324" fmla="*/ 679834 w 3242958"/>
              <a:gd name="connsiteY324" fmla="*/ 2426427 h 2476997"/>
              <a:gd name="connsiteX325" fmla="*/ 651587 w 3242958"/>
              <a:gd name="connsiteY325" fmla="*/ 2426427 h 2476997"/>
              <a:gd name="connsiteX326" fmla="*/ 651587 w 3242958"/>
              <a:gd name="connsiteY326" fmla="*/ 2404395 h 2476997"/>
              <a:gd name="connsiteX327" fmla="*/ 701015 w 3242958"/>
              <a:gd name="connsiteY327" fmla="*/ 2404395 h 2476997"/>
              <a:gd name="connsiteX328" fmla="*/ 701015 w 3242958"/>
              <a:gd name="connsiteY328" fmla="*/ 2473310 h 2476997"/>
              <a:gd name="connsiteX329" fmla="*/ 684635 w 3242958"/>
              <a:gd name="connsiteY329" fmla="*/ 2473310 h 2476997"/>
              <a:gd name="connsiteX330" fmla="*/ 682091 w 3242958"/>
              <a:gd name="connsiteY330" fmla="*/ 2456930 h 2476997"/>
              <a:gd name="connsiteX331" fmla="*/ 680679 w 3242958"/>
              <a:gd name="connsiteY331" fmla="*/ 2458908 h 2476997"/>
              <a:gd name="connsiteX332" fmla="*/ 647068 w 3242958"/>
              <a:gd name="connsiteY332" fmla="*/ 2476984 h 2476997"/>
              <a:gd name="connsiteX333" fmla="*/ 647353 w 3242958"/>
              <a:gd name="connsiteY333" fmla="*/ 2476699 h 2476997"/>
              <a:gd name="connsiteX334" fmla="*/ 606682 w 3242958"/>
              <a:gd name="connsiteY334" fmla="*/ 2458623 h 2476997"/>
              <a:gd name="connsiteX335" fmla="*/ 591428 w 3242958"/>
              <a:gd name="connsiteY335" fmla="*/ 2409762 h 2476997"/>
              <a:gd name="connsiteX336" fmla="*/ 607245 w 3242958"/>
              <a:gd name="connsiteY336" fmla="*/ 2360053 h 2476997"/>
              <a:gd name="connsiteX337" fmla="*/ 644794 w 3242958"/>
              <a:gd name="connsiteY337" fmla="*/ 2341922 h 2476997"/>
              <a:gd name="connsiteX338" fmla="*/ 3055545 w 3242958"/>
              <a:gd name="connsiteY338" fmla="*/ 2341892 h 2476997"/>
              <a:gd name="connsiteX339" fmla="*/ 3095808 w 3242958"/>
              <a:gd name="connsiteY339" fmla="*/ 2353275 h 2476997"/>
              <a:gd name="connsiteX340" fmla="*/ 3111907 w 3242958"/>
              <a:gd name="connsiteY340" fmla="*/ 2384908 h 2476997"/>
              <a:gd name="connsiteX341" fmla="*/ 3087334 w 3242958"/>
              <a:gd name="connsiteY341" fmla="*/ 2384908 h 2476997"/>
              <a:gd name="connsiteX342" fmla="*/ 3078862 w 3242958"/>
              <a:gd name="connsiteY342" fmla="*/ 2370221 h 2476997"/>
              <a:gd name="connsiteX343" fmla="*/ 3061634 w 3242958"/>
              <a:gd name="connsiteY343" fmla="*/ 2364006 h 2476997"/>
              <a:gd name="connsiteX344" fmla="*/ 3036780 w 3242958"/>
              <a:gd name="connsiteY344" fmla="*/ 2375870 h 2476997"/>
              <a:gd name="connsiteX345" fmla="*/ 3036780 w 3242958"/>
              <a:gd name="connsiteY345" fmla="*/ 2442525 h 2476997"/>
              <a:gd name="connsiteX346" fmla="*/ 3062198 w 3242958"/>
              <a:gd name="connsiteY346" fmla="*/ 2454104 h 2476997"/>
              <a:gd name="connsiteX347" fmla="*/ 3084511 w 3242958"/>
              <a:gd name="connsiteY347" fmla="*/ 2442243 h 2476997"/>
              <a:gd name="connsiteX348" fmla="*/ 3091005 w 3242958"/>
              <a:gd name="connsiteY348" fmla="*/ 2426427 h 2476997"/>
              <a:gd name="connsiteX349" fmla="*/ 3062761 w 3242958"/>
              <a:gd name="connsiteY349" fmla="*/ 2426427 h 2476997"/>
              <a:gd name="connsiteX350" fmla="*/ 3062761 w 3242958"/>
              <a:gd name="connsiteY350" fmla="*/ 2404395 h 2476997"/>
              <a:gd name="connsiteX351" fmla="*/ 3111907 w 3242958"/>
              <a:gd name="connsiteY351" fmla="*/ 2404395 h 2476997"/>
              <a:gd name="connsiteX352" fmla="*/ 3111907 w 3242958"/>
              <a:gd name="connsiteY352" fmla="*/ 2473310 h 2476997"/>
              <a:gd name="connsiteX353" fmla="*/ 3095524 w 3242958"/>
              <a:gd name="connsiteY353" fmla="*/ 2473310 h 2476997"/>
              <a:gd name="connsiteX354" fmla="*/ 3093264 w 3242958"/>
              <a:gd name="connsiteY354" fmla="*/ 2456927 h 2476997"/>
              <a:gd name="connsiteX355" fmla="*/ 3091853 w 3242958"/>
              <a:gd name="connsiteY355" fmla="*/ 2458905 h 2476997"/>
              <a:gd name="connsiteX356" fmla="*/ 3057960 w 3242958"/>
              <a:gd name="connsiteY356" fmla="*/ 2476981 h 2476997"/>
              <a:gd name="connsiteX357" fmla="*/ 3058808 w 3242958"/>
              <a:gd name="connsiteY357" fmla="*/ 2476699 h 2476997"/>
              <a:gd name="connsiteX358" fmla="*/ 3017853 w 3242958"/>
              <a:gd name="connsiteY358" fmla="*/ 2458623 h 2476997"/>
              <a:gd name="connsiteX359" fmla="*/ 3017853 w 3242958"/>
              <a:gd name="connsiteY359" fmla="*/ 2360053 h 2476997"/>
              <a:gd name="connsiteX360" fmla="*/ 3055545 w 3242958"/>
              <a:gd name="connsiteY360" fmla="*/ 2341892 h 2476997"/>
              <a:gd name="connsiteX361" fmla="*/ 2306675 w 3242958"/>
              <a:gd name="connsiteY361" fmla="*/ 2341692 h 2476997"/>
              <a:gd name="connsiteX362" fmla="*/ 2357514 w 3242958"/>
              <a:gd name="connsiteY362" fmla="*/ 2387449 h 2476997"/>
              <a:gd name="connsiteX363" fmla="*/ 2332941 w 3242958"/>
              <a:gd name="connsiteY363" fmla="*/ 2387449 h 2476997"/>
              <a:gd name="connsiteX364" fmla="*/ 2324751 w 3242958"/>
              <a:gd name="connsiteY364" fmla="*/ 2371066 h 2476997"/>
              <a:gd name="connsiteX365" fmla="*/ 2306956 w 3242958"/>
              <a:gd name="connsiteY365" fmla="*/ 2364854 h 2476997"/>
              <a:gd name="connsiteX366" fmla="*/ 2285491 w 3242958"/>
              <a:gd name="connsiteY366" fmla="*/ 2376718 h 2476997"/>
              <a:gd name="connsiteX367" fmla="*/ 2277583 w 3242958"/>
              <a:gd name="connsiteY367" fmla="*/ 2409762 h 2476997"/>
              <a:gd name="connsiteX368" fmla="*/ 2285491 w 3242958"/>
              <a:gd name="connsiteY368" fmla="*/ 2441962 h 2476997"/>
              <a:gd name="connsiteX369" fmla="*/ 2306956 w 3242958"/>
              <a:gd name="connsiteY369" fmla="*/ 2453541 h 2476997"/>
              <a:gd name="connsiteX370" fmla="*/ 2324751 w 3242958"/>
              <a:gd name="connsiteY370" fmla="*/ 2446762 h 2476997"/>
              <a:gd name="connsiteX371" fmla="*/ 2332941 w 3242958"/>
              <a:gd name="connsiteY371" fmla="*/ 2428405 h 2476997"/>
              <a:gd name="connsiteX372" fmla="*/ 2357514 w 3242958"/>
              <a:gd name="connsiteY372" fmla="*/ 2428402 h 2476997"/>
              <a:gd name="connsiteX373" fmla="*/ 2341697 w 3242958"/>
              <a:gd name="connsiteY373" fmla="*/ 2463706 h 2476997"/>
              <a:gd name="connsiteX374" fmla="*/ 2306675 w 3242958"/>
              <a:gd name="connsiteY374" fmla="*/ 2476699 h 2476997"/>
              <a:gd name="connsiteX375" fmla="*/ 2267133 w 3242958"/>
              <a:gd name="connsiteY375" fmla="*/ 2458623 h 2476997"/>
              <a:gd name="connsiteX376" fmla="*/ 2252447 w 3242958"/>
              <a:gd name="connsiteY376" fmla="*/ 2409759 h 2476997"/>
              <a:gd name="connsiteX377" fmla="*/ 2267133 w 3242958"/>
              <a:gd name="connsiteY377" fmla="*/ 2360050 h 2476997"/>
              <a:gd name="connsiteX378" fmla="*/ 2306675 w 3242958"/>
              <a:gd name="connsiteY378" fmla="*/ 2341692 h 2476997"/>
              <a:gd name="connsiteX379" fmla="*/ 1002095 w 3242958"/>
              <a:gd name="connsiteY379" fmla="*/ 2341132 h 2476997"/>
              <a:gd name="connsiteX380" fmla="*/ 1034294 w 3242958"/>
              <a:gd name="connsiteY380" fmla="*/ 2352430 h 2476997"/>
              <a:gd name="connsiteX381" fmla="*/ 1048133 w 3242958"/>
              <a:gd name="connsiteY381" fmla="*/ 2382930 h 2476997"/>
              <a:gd name="connsiteX382" fmla="*/ 1024123 w 3242958"/>
              <a:gd name="connsiteY382" fmla="*/ 2383496 h 2476997"/>
              <a:gd name="connsiteX383" fmla="*/ 1016781 w 3242958"/>
              <a:gd name="connsiteY383" fmla="*/ 2369091 h 2476997"/>
              <a:gd name="connsiteX384" fmla="*/ 999269 w 3242958"/>
              <a:gd name="connsiteY384" fmla="*/ 2363724 h 2476997"/>
              <a:gd name="connsiteX385" fmla="*/ 984582 w 3242958"/>
              <a:gd name="connsiteY385" fmla="*/ 2368243 h 2476997"/>
              <a:gd name="connsiteX386" fmla="*/ 979218 w 3242958"/>
              <a:gd name="connsiteY386" fmla="*/ 2380670 h 2476997"/>
              <a:gd name="connsiteX387" fmla="*/ 984867 w 3242958"/>
              <a:gd name="connsiteY387" fmla="*/ 2389709 h 2476997"/>
              <a:gd name="connsiteX388" fmla="*/ 1008025 w 3242958"/>
              <a:gd name="connsiteY388" fmla="*/ 2397053 h 2476997"/>
              <a:gd name="connsiteX389" fmla="*/ 1042199 w 3242958"/>
              <a:gd name="connsiteY389" fmla="*/ 2411458 h 2476997"/>
              <a:gd name="connsiteX390" fmla="*/ 1050955 w 3242958"/>
              <a:gd name="connsiteY390" fmla="*/ 2437443 h 2476997"/>
              <a:gd name="connsiteX391" fmla="*/ 1037965 w 3242958"/>
              <a:gd name="connsiteY391" fmla="*/ 2465687 h 2476997"/>
              <a:gd name="connsiteX392" fmla="*/ 1002661 w 3242958"/>
              <a:gd name="connsiteY392" fmla="*/ 2476136 h 2476997"/>
              <a:gd name="connsiteX393" fmla="*/ 967639 w 3242958"/>
              <a:gd name="connsiteY393" fmla="*/ 2464839 h 2476997"/>
              <a:gd name="connsiteX394" fmla="*/ 954082 w 3242958"/>
              <a:gd name="connsiteY394" fmla="*/ 2432924 h 2476997"/>
              <a:gd name="connsiteX395" fmla="*/ 977803 w 3242958"/>
              <a:gd name="connsiteY395" fmla="*/ 2432924 h 2476997"/>
              <a:gd name="connsiteX396" fmla="*/ 984582 w 3242958"/>
              <a:gd name="connsiteY396" fmla="*/ 2448740 h 2476997"/>
              <a:gd name="connsiteX397" fmla="*/ 1002661 w 3242958"/>
              <a:gd name="connsiteY397" fmla="*/ 2454104 h 2476997"/>
              <a:gd name="connsiteX398" fmla="*/ 1021019 w 3242958"/>
              <a:gd name="connsiteY398" fmla="*/ 2449870 h 2476997"/>
              <a:gd name="connsiteX399" fmla="*/ 1027515 w 3242958"/>
              <a:gd name="connsiteY399" fmla="*/ 2438573 h 2476997"/>
              <a:gd name="connsiteX400" fmla="*/ 1022712 w 3242958"/>
              <a:gd name="connsiteY400" fmla="*/ 2427838 h 2476997"/>
              <a:gd name="connsiteX401" fmla="*/ 1002943 w 3242958"/>
              <a:gd name="connsiteY401" fmla="*/ 2420778 h 2476997"/>
              <a:gd name="connsiteX402" fmla="*/ 965376 w 3242958"/>
              <a:gd name="connsiteY402" fmla="*/ 2406091 h 2476997"/>
              <a:gd name="connsiteX403" fmla="*/ 956056 w 3242958"/>
              <a:gd name="connsiteY403" fmla="*/ 2381803 h 2476997"/>
              <a:gd name="connsiteX404" fmla="*/ 968484 w 3242958"/>
              <a:gd name="connsiteY404" fmla="*/ 2352148 h 2476997"/>
              <a:gd name="connsiteX405" fmla="*/ 1002095 w 3242958"/>
              <a:gd name="connsiteY405" fmla="*/ 2341132 h 2476997"/>
              <a:gd name="connsiteX406" fmla="*/ 670511 w 3242958"/>
              <a:gd name="connsiteY406" fmla="*/ 2134384 h 2476997"/>
              <a:gd name="connsiteX407" fmla="*/ 687457 w 3242958"/>
              <a:gd name="connsiteY407" fmla="*/ 2155568 h 2476997"/>
              <a:gd name="connsiteX408" fmla="*/ 705818 w 3242958"/>
              <a:gd name="connsiteY408" fmla="*/ 2151049 h 2476997"/>
              <a:gd name="connsiteX409" fmla="*/ 726717 w 3242958"/>
              <a:gd name="connsiteY409" fmla="*/ 2151049 h 2476997"/>
              <a:gd name="connsiteX410" fmla="*/ 734061 w 3242958"/>
              <a:gd name="connsiteY410" fmla="*/ 2154438 h 2476997"/>
              <a:gd name="connsiteX411" fmla="*/ 732365 w 3242958"/>
              <a:gd name="connsiteY411" fmla="*/ 2166581 h 2476997"/>
              <a:gd name="connsiteX412" fmla="*/ 730387 w 3242958"/>
              <a:gd name="connsiteY412" fmla="*/ 2179856 h 2476997"/>
              <a:gd name="connsiteX413" fmla="*/ 730387 w 3242958"/>
              <a:gd name="connsiteY413" fmla="*/ 2179574 h 2476997"/>
              <a:gd name="connsiteX414" fmla="*/ 721068 w 3242958"/>
              <a:gd name="connsiteY414" fmla="*/ 2189742 h 2476997"/>
              <a:gd name="connsiteX415" fmla="*/ 711748 w 3242958"/>
              <a:gd name="connsiteY415" fmla="*/ 2196521 h 2476997"/>
              <a:gd name="connsiteX416" fmla="*/ 704970 w 3242958"/>
              <a:gd name="connsiteY416" fmla="*/ 2215445 h 2476997"/>
              <a:gd name="connsiteX417" fmla="*/ 691694 w 3242958"/>
              <a:gd name="connsiteY417" fmla="*/ 2224765 h 2476997"/>
              <a:gd name="connsiteX418" fmla="*/ 676441 w 3242958"/>
              <a:gd name="connsiteY418" fmla="*/ 2226176 h 2476997"/>
              <a:gd name="connsiteX419" fmla="*/ 656106 w 3242958"/>
              <a:gd name="connsiteY419" fmla="*/ 2234366 h 2476997"/>
              <a:gd name="connsiteX420" fmla="*/ 631817 w 3242958"/>
              <a:gd name="connsiteY420" fmla="*/ 2214597 h 2476997"/>
              <a:gd name="connsiteX421" fmla="*/ 634359 w 3242958"/>
              <a:gd name="connsiteY421" fmla="*/ 2199344 h 2476997"/>
              <a:gd name="connsiteX422" fmla="*/ 630688 w 3242958"/>
              <a:gd name="connsiteY422" fmla="*/ 2187483 h 2476997"/>
              <a:gd name="connsiteX423" fmla="*/ 638033 w 3242958"/>
              <a:gd name="connsiteY423" fmla="*/ 2173644 h 2476997"/>
              <a:gd name="connsiteX424" fmla="*/ 656672 w 3242958"/>
              <a:gd name="connsiteY424" fmla="*/ 2141726 h 2476997"/>
              <a:gd name="connsiteX425" fmla="*/ 670511 w 3242958"/>
              <a:gd name="connsiteY425" fmla="*/ 2134384 h 2476997"/>
              <a:gd name="connsiteX426" fmla="*/ 898439 w 3242958"/>
              <a:gd name="connsiteY426" fmla="*/ 2093432 h 2476997"/>
              <a:gd name="connsiteX427" fmla="*/ 912278 w 3242958"/>
              <a:gd name="connsiteY427" fmla="*/ 2096539 h 2476997"/>
              <a:gd name="connsiteX428" fmla="*/ 926117 w 3242958"/>
              <a:gd name="connsiteY428" fmla="*/ 2103599 h 2476997"/>
              <a:gd name="connsiteX429" fmla="*/ 939959 w 3242958"/>
              <a:gd name="connsiteY429" fmla="*/ 2103599 h 2476997"/>
              <a:gd name="connsiteX430" fmla="*/ 953513 w 3242958"/>
              <a:gd name="connsiteY430" fmla="*/ 2107837 h 2476997"/>
              <a:gd name="connsiteX431" fmla="*/ 965095 w 3242958"/>
              <a:gd name="connsiteY431" fmla="*/ 2106144 h 2476997"/>
              <a:gd name="connsiteX432" fmla="*/ 993339 w 3242958"/>
              <a:gd name="connsiteY432" fmla="*/ 2130713 h 2476997"/>
              <a:gd name="connsiteX433" fmla="*/ 993054 w 3242958"/>
              <a:gd name="connsiteY433" fmla="*/ 2132410 h 2476997"/>
              <a:gd name="connsiteX434" fmla="*/ 1000399 w 3242958"/>
              <a:gd name="connsiteY434" fmla="*/ 2143141 h 2476997"/>
              <a:gd name="connsiteX435" fmla="*/ 1000399 w 3242958"/>
              <a:gd name="connsiteY435" fmla="*/ 2157264 h 2476997"/>
              <a:gd name="connsiteX436" fmla="*/ 990513 w 3242958"/>
              <a:gd name="connsiteY436" fmla="*/ 2170255 h 2476997"/>
              <a:gd name="connsiteX437" fmla="*/ 982886 w 3242958"/>
              <a:gd name="connsiteY437" fmla="*/ 2186071 h 2476997"/>
              <a:gd name="connsiteX438" fmla="*/ 973567 w 3242958"/>
              <a:gd name="connsiteY438" fmla="*/ 2196521 h 2476997"/>
              <a:gd name="connsiteX439" fmla="*/ 958032 w 3242958"/>
              <a:gd name="connsiteY439" fmla="*/ 2202736 h 2476997"/>
              <a:gd name="connsiteX440" fmla="*/ 944759 w 3242958"/>
              <a:gd name="connsiteY440" fmla="*/ 2202736 h 2476997"/>
              <a:gd name="connsiteX441" fmla="*/ 930636 w 3242958"/>
              <a:gd name="connsiteY441" fmla="*/ 2209233 h 2476997"/>
              <a:gd name="connsiteX442" fmla="*/ 919623 w 3242958"/>
              <a:gd name="connsiteY442" fmla="*/ 2197651 h 2476997"/>
              <a:gd name="connsiteX443" fmla="*/ 919620 w 3242958"/>
              <a:gd name="connsiteY443" fmla="*/ 2182401 h 2476997"/>
              <a:gd name="connsiteX444" fmla="*/ 908322 w 3242958"/>
              <a:gd name="connsiteY444" fmla="*/ 2161499 h 2476997"/>
              <a:gd name="connsiteX445" fmla="*/ 899287 w 3242958"/>
              <a:gd name="connsiteY445" fmla="*/ 2143707 h 2476997"/>
              <a:gd name="connsiteX446" fmla="*/ 893920 w 3242958"/>
              <a:gd name="connsiteY446" fmla="*/ 2123653 h 2476997"/>
              <a:gd name="connsiteX447" fmla="*/ 893920 w 3242958"/>
              <a:gd name="connsiteY447" fmla="*/ 2111508 h 2476997"/>
              <a:gd name="connsiteX448" fmla="*/ 898439 w 3242958"/>
              <a:gd name="connsiteY448" fmla="*/ 2093432 h 2476997"/>
              <a:gd name="connsiteX449" fmla="*/ 850990 w 3242958"/>
              <a:gd name="connsiteY449" fmla="*/ 1995425 h 2476997"/>
              <a:gd name="connsiteX450" fmla="*/ 838278 w 3242958"/>
              <a:gd name="connsiteY450" fmla="*/ 1997403 h 2476997"/>
              <a:gd name="connsiteX451" fmla="*/ 825287 w 3242958"/>
              <a:gd name="connsiteY451" fmla="*/ 2001637 h 2476997"/>
              <a:gd name="connsiteX452" fmla="*/ 815683 w 3242958"/>
              <a:gd name="connsiteY452" fmla="*/ 2007852 h 2476997"/>
              <a:gd name="connsiteX453" fmla="*/ 790265 w 3242958"/>
              <a:gd name="connsiteY453" fmla="*/ 2018583 h 2476997"/>
              <a:gd name="connsiteX454" fmla="*/ 782638 w 3242958"/>
              <a:gd name="connsiteY454" fmla="*/ 2031577 h 2476997"/>
              <a:gd name="connsiteX455" fmla="*/ 793654 w 3242958"/>
              <a:gd name="connsiteY455" fmla="*/ 2042593 h 2476997"/>
              <a:gd name="connsiteX456" fmla="*/ 812860 w 3242958"/>
              <a:gd name="connsiteY456" fmla="*/ 2036659 h 2476997"/>
              <a:gd name="connsiteX457" fmla="*/ 830936 w 3242958"/>
              <a:gd name="connsiteY457" fmla="*/ 2022539 h 2476997"/>
              <a:gd name="connsiteX458" fmla="*/ 846186 w 3242958"/>
              <a:gd name="connsiteY458" fmla="*/ 2009264 h 2476997"/>
              <a:gd name="connsiteX459" fmla="*/ 850990 w 3242958"/>
              <a:gd name="connsiteY459" fmla="*/ 1995425 h 2476997"/>
              <a:gd name="connsiteX460" fmla="*/ 1447218 w 3242958"/>
              <a:gd name="connsiteY460" fmla="*/ 1962098 h 2476997"/>
              <a:gd name="connsiteX461" fmla="*/ 1427164 w 3242958"/>
              <a:gd name="connsiteY461" fmla="*/ 1965206 h 2476997"/>
              <a:gd name="connsiteX462" fmla="*/ 1422363 w 3242958"/>
              <a:gd name="connsiteY462" fmla="*/ 1975937 h 2476997"/>
              <a:gd name="connsiteX463" fmla="*/ 1424056 w 3242958"/>
              <a:gd name="connsiteY463" fmla="*/ 1986105 h 2476997"/>
              <a:gd name="connsiteX464" fmla="*/ 1441287 w 3242958"/>
              <a:gd name="connsiteY464" fmla="*/ 1987801 h 2476997"/>
              <a:gd name="connsiteX465" fmla="*/ 1452867 w 3242958"/>
              <a:gd name="connsiteY465" fmla="*/ 1968029 h 2476997"/>
              <a:gd name="connsiteX466" fmla="*/ 1452887 w 3242958"/>
              <a:gd name="connsiteY466" fmla="*/ 1967142 h 2476997"/>
              <a:gd name="connsiteX467" fmla="*/ 1447218 w 3242958"/>
              <a:gd name="connsiteY467" fmla="*/ 1962098 h 2476997"/>
              <a:gd name="connsiteX468" fmla="*/ 1505965 w 3242958"/>
              <a:gd name="connsiteY468" fmla="*/ 1944589 h 2476997"/>
              <a:gd name="connsiteX469" fmla="*/ 1490430 w 3242958"/>
              <a:gd name="connsiteY469" fmla="*/ 1949953 h 2476997"/>
              <a:gd name="connsiteX470" fmla="*/ 1488452 w 3242958"/>
              <a:gd name="connsiteY470" fmla="*/ 1965206 h 2476997"/>
              <a:gd name="connsiteX471" fmla="*/ 1498057 w 3242958"/>
              <a:gd name="connsiteY471" fmla="*/ 1974244 h 2476997"/>
              <a:gd name="connsiteX472" fmla="*/ 1515566 w 3242958"/>
              <a:gd name="connsiteY472" fmla="*/ 1961250 h 2476997"/>
              <a:gd name="connsiteX473" fmla="*/ 1515851 w 3242958"/>
              <a:gd name="connsiteY473" fmla="*/ 1961250 h 2476997"/>
              <a:gd name="connsiteX474" fmla="*/ 1515851 w 3242958"/>
              <a:gd name="connsiteY474" fmla="*/ 1948260 h 2476997"/>
              <a:gd name="connsiteX475" fmla="*/ 1505965 w 3242958"/>
              <a:gd name="connsiteY475" fmla="*/ 1944589 h 2476997"/>
              <a:gd name="connsiteX476" fmla="*/ 885446 w 3242958"/>
              <a:gd name="connsiteY476" fmla="*/ 1928206 h 2476997"/>
              <a:gd name="connsiteX477" fmla="*/ 900133 w 3242958"/>
              <a:gd name="connsiteY477" fmla="*/ 1933855 h 2476997"/>
              <a:gd name="connsiteX478" fmla="*/ 916513 w 3242958"/>
              <a:gd name="connsiteY478" fmla="*/ 1933855 h 2476997"/>
              <a:gd name="connsiteX479" fmla="*/ 940804 w 3242958"/>
              <a:gd name="connsiteY479" fmla="*/ 1949671 h 2476997"/>
              <a:gd name="connsiteX480" fmla="*/ 947301 w 3242958"/>
              <a:gd name="connsiteY480" fmla="*/ 1969441 h 2476997"/>
              <a:gd name="connsiteX481" fmla="*/ 947301 w 3242958"/>
              <a:gd name="connsiteY481" fmla="*/ 1984975 h 2476997"/>
              <a:gd name="connsiteX482" fmla="*/ 926965 w 3242958"/>
              <a:gd name="connsiteY482" fmla="*/ 2005593 h 2476997"/>
              <a:gd name="connsiteX483" fmla="*/ 927813 w 3242958"/>
              <a:gd name="connsiteY483" fmla="*/ 2009264 h 2476997"/>
              <a:gd name="connsiteX484" fmla="*/ 917927 w 3242958"/>
              <a:gd name="connsiteY484" fmla="*/ 2025647 h 2476997"/>
              <a:gd name="connsiteX485" fmla="*/ 886012 w 3242958"/>
              <a:gd name="connsiteY485" fmla="*/ 2082134 h 2476997"/>
              <a:gd name="connsiteX486" fmla="*/ 871889 w 3242958"/>
              <a:gd name="connsiteY486" fmla="*/ 2099928 h 2476997"/>
              <a:gd name="connsiteX487" fmla="*/ 861439 w 3242958"/>
              <a:gd name="connsiteY487" fmla="*/ 2101340 h 2476997"/>
              <a:gd name="connsiteX488" fmla="*/ 851553 w 3242958"/>
              <a:gd name="connsiteY488" fmla="*/ 2112637 h 2476997"/>
              <a:gd name="connsiteX489" fmla="*/ 854942 w 3242958"/>
              <a:gd name="connsiteY489" fmla="*/ 2132973 h 2476997"/>
              <a:gd name="connsiteX490" fmla="*/ 854942 w 3242958"/>
              <a:gd name="connsiteY490" fmla="*/ 2223353 h 2476997"/>
              <a:gd name="connsiteX491" fmla="*/ 837714 w 3242958"/>
              <a:gd name="connsiteY491" fmla="*/ 2248771 h 2476997"/>
              <a:gd name="connsiteX492" fmla="*/ 819354 w 3242958"/>
              <a:gd name="connsiteY492" fmla="*/ 2267132 h 2476997"/>
              <a:gd name="connsiteX493" fmla="*/ 802692 w 3242958"/>
              <a:gd name="connsiteY493" fmla="*/ 2275888 h 2476997"/>
              <a:gd name="connsiteX494" fmla="*/ 795065 w 3242958"/>
              <a:gd name="connsiteY494" fmla="*/ 2270521 h 2476997"/>
              <a:gd name="connsiteX495" fmla="*/ 782920 w 3242958"/>
              <a:gd name="connsiteY495" fmla="*/ 2265154 h 2476997"/>
              <a:gd name="connsiteX496" fmla="*/ 773600 w 3242958"/>
              <a:gd name="connsiteY496" fmla="*/ 2257809 h 2476997"/>
              <a:gd name="connsiteX497" fmla="*/ 757783 w 3242958"/>
              <a:gd name="connsiteY497" fmla="*/ 2250185 h 2476997"/>
              <a:gd name="connsiteX498" fmla="*/ 749312 w 3242958"/>
              <a:gd name="connsiteY498" fmla="*/ 2234084 h 2476997"/>
              <a:gd name="connsiteX499" fmla="*/ 725302 w 3242958"/>
              <a:gd name="connsiteY499" fmla="*/ 2209514 h 2476997"/>
              <a:gd name="connsiteX500" fmla="*/ 740555 w 3242958"/>
              <a:gd name="connsiteY500" fmla="*/ 2203299 h 2476997"/>
              <a:gd name="connsiteX501" fmla="*/ 763432 w 3242958"/>
              <a:gd name="connsiteY501" fmla="*/ 2210926 h 2476997"/>
              <a:gd name="connsiteX502" fmla="*/ 781508 w 3242958"/>
              <a:gd name="connsiteY502" fmla="*/ 2189742 h 2476997"/>
              <a:gd name="connsiteX503" fmla="*/ 781508 w 3242958"/>
              <a:gd name="connsiteY503" fmla="*/ 2174774 h 2476997"/>
              <a:gd name="connsiteX504" fmla="*/ 781508 w 3242958"/>
              <a:gd name="connsiteY504" fmla="*/ 2154438 h 2476997"/>
              <a:gd name="connsiteX505" fmla="*/ 784616 w 3242958"/>
              <a:gd name="connsiteY505" fmla="*/ 2126194 h 2476997"/>
              <a:gd name="connsiteX506" fmla="*/ 779531 w 3242958"/>
              <a:gd name="connsiteY506" fmla="*/ 2116875 h 2476997"/>
              <a:gd name="connsiteX507" fmla="*/ 764844 w 3242958"/>
              <a:gd name="connsiteY507" fmla="*/ 2112919 h 2476997"/>
              <a:gd name="connsiteX508" fmla="*/ 753264 w 3242958"/>
              <a:gd name="connsiteY508" fmla="*/ 2114897 h 2476997"/>
              <a:gd name="connsiteX509" fmla="*/ 734907 w 3242958"/>
              <a:gd name="connsiteY509" fmla="*/ 2113201 h 2476997"/>
              <a:gd name="connsiteX510" fmla="*/ 728128 w 3242958"/>
              <a:gd name="connsiteY510" fmla="*/ 2107270 h 2476997"/>
              <a:gd name="connsiteX511" fmla="*/ 724172 w 3242958"/>
              <a:gd name="connsiteY511" fmla="*/ 2093432 h 2476997"/>
              <a:gd name="connsiteX512" fmla="*/ 721068 w 3242958"/>
              <a:gd name="connsiteY512" fmla="*/ 2086087 h 2476997"/>
              <a:gd name="connsiteX513" fmla="*/ 719372 w 3242958"/>
              <a:gd name="connsiteY513" fmla="*/ 2071685 h 2476997"/>
              <a:gd name="connsiteX514" fmla="*/ 714853 w 3242958"/>
              <a:gd name="connsiteY514" fmla="*/ 2050783 h 2476997"/>
              <a:gd name="connsiteX515" fmla="*/ 710334 w 3242958"/>
              <a:gd name="connsiteY515" fmla="*/ 2022539 h 2476997"/>
              <a:gd name="connsiteX516" fmla="*/ 710334 w 3242958"/>
              <a:gd name="connsiteY516" fmla="*/ 1994295 h 2476997"/>
              <a:gd name="connsiteX517" fmla="*/ 726714 w 3242958"/>
              <a:gd name="connsiteY517" fmla="*/ 1963510 h 2476997"/>
              <a:gd name="connsiteX518" fmla="*/ 742530 w 3242958"/>
              <a:gd name="connsiteY518" fmla="*/ 1956450 h 2476997"/>
              <a:gd name="connsiteX519" fmla="*/ 756654 w 3242958"/>
              <a:gd name="connsiteY519" fmla="*/ 1963792 h 2476997"/>
              <a:gd name="connsiteX520" fmla="*/ 763151 w 3242958"/>
              <a:gd name="connsiteY520" fmla="*/ 1972548 h 2476997"/>
              <a:gd name="connsiteX521" fmla="*/ 791394 w 3242958"/>
              <a:gd name="connsiteY521" fmla="*/ 1964073 h 2476997"/>
              <a:gd name="connsiteX522" fmla="*/ 812860 w 3242958"/>
              <a:gd name="connsiteY522" fmla="*/ 1958143 h 2476997"/>
              <a:gd name="connsiteX523" fmla="*/ 828676 w 3242958"/>
              <a:gd name="connsiteY523" fmla="*/ 1952494 h 2476997"/>
              <a:gd name="connsiteX524" fmla="*/ 840819 w 3242958"/>
              <a:gd name="connsiteY524" fmla="*/ 1949105 h 2476997"/>
              <a:gd name="connsiteX525" fmla="*/ 857202 w 3242958"/>
              <a:gd name="connsiteY525" fmla="*/ 1942326 h 2476997"/>
              <a:gd name="connsiteX526" fmla="*/ 867088 w 3242958"/>
              <a:gd name="connsiteY526" fmla="*/ 1936111 h 2476997"/>
              <a:gd name="connsiteX527" fmla="*/ 875560 w 3242958"/>
              <a:gd name="connsiteY527" fmla="*/ 1931592 h 2476997"/>
              <a:gd name="connsiteX528" fmla="*/ 885446 w 3242958"/>
              <a:gd name="connsiteY528" fmla="*/ 1928206 h 2476997"/>
              <a:gd name="connsiteX529" fmla="*/ 3235613 w 3242958"/>
              <a:gd name="connsiteY529" fmla="*/ 1913519 h 2476997"/>
              <a:gd name="connsiteX530" fmla="*/ 3237591 w 3242958"/>
              <a:gd name="connsiteY530" fmla="*/ 1915778 h 2476997"/>
              <a:gd name="connsiteX531" fmla="*/ 3235956 w 3242958"/>
              <a:gd name="connsiteY531" fmla="*/ 1914997 h 2476997"/>
              <a:gd name="connsiteX532" fmla="*/ 1441287 w 3242958"/>
              <a:gd name="connsiteY532" fmla="*/ 1897139 h 2476997"/>
              <a:gd name="connsiteX533" fmla="*/ 1425186 w 3242958"/>
              <a:gd name="connsiteY533" fmla="*/ 1909000 h 2476997"/>
              <a:gd name="connsiteX534" fmla="*/ 1426882 w 3242958"/>
              <a:gd name="connsiteY534" fmla="*/ 1925383 h 2476997"/>
              <a:gd name="connsiteX535" fmla="*/ 1434224 w 3242958"/>
              <a:gd name="connsiteY535" fmla="*/ 1929899 h 2476997"/>
              <a:gd name="connsiteX536" fmla="*/ 1453715 w 3242958"/>
              <a:gd name="connsiteY536" fmla="*/ 1911541 h 2476997"/>
              <a:gd name="connsiteX537" fmla="*/ 1441287 w 3242958"/>
              <a:gd name="connsiteY537" fmla="*/ 1897139 h 2476997"/>
              <a:gd name="connsiteX538" fmla="*/ 242333 w 3242958"/>
              <a:gd name="connsiteY538" fmla="*/ 1879345 h 2476997"/>
              <a:gd name="connsiteX539" fmla="*/ 244593 w 3242958"/>
              <a:gd name="connsiteY539" fmla="*/ 1883016 h 2476997"/>
              <a:gd name="connsiteX540" fmla="*/ 242333 w 3242958"/>
              <a:gd name="connsiteY540" fmla="*/ 1879501 h 2476997"/>
              <a:gd name="connsiteX541" fmla="*/ 1537032 w 3242958"/>
              <a:gd name="connsiteY541" fmla="*/ 1873129 h 2476997"/>
              <a:gd name="connsiteX542" fmla="*/ 1498057 w 3242958"/>
              <a:gd name="connsiteY542" fmla="*/ 1888664 h 2476997"/>
              <a:gd name="connsiteX543" fmla="*/ 1503424 w 3242958"/>
              <a:gd name="connsiteY543" fmla="*/ 1907304 h 2476997"/>
              <a:gd name="connsiteX544" fmla="*/ 1524607 w 3242958"/>
              <a:gd name="connsiteY544" fmla="*/ 1907304 h 2476997"/>
              <a:gd name="connsiteX545" fmla="*/ 1538374 w 3242958"/>
              <a:gd name="connsiteY545" fmla="*/ 1887637 h 2476997"/>
              <a:gd name="connsiteX546" fmla="*/ 1538443 w 3242958"/>
              <a:gd name="connsiteY546" fmla="*/ 1888383 h 2476997"/>
              <a:gd name="connsiteX547" fmla="*/ 1538446 w 3242958"/>
              <a:gd name="connsiteY547" fmla="*/ 1887535 h 2476997"/>
              <a:gd name="connsiteX548" fmla="*/ 1538374 w 3242958"/>
              <a:gd name="connsiteY548" fmla="*/ 1887637 h 2476997"/>
              <a:gd name="connsiteX549" fmla="*/ 2095977 w 3242958"/>
              <a:gd name="connsiteY549" fmla="*/ 1869741 h 2476997"/>
              <a:gd name="connsiteX550" fmla="*/ 2107275 w 3242958"/>
              <a:gd name="connsiteY550" fmla="*/ 1876238 h 2476997"/>
              <a:gd name="connsiteX551" fmla="*/ 2123655 w 3242958"/>
              <a:gd name="connsiteY551" fmla="*/ 1892336 h 2476997"/>
              <a:gd name="connsiteX552" fmla="*/ 2129022 w 3242958"/>
              <a:gd name="connsiteY552" fmla="*/ 1907871 h 2476997"/>
              <a:gd name="connsiteX553" fmla="*/ 2135519 w 3242958"/>
              <a:gd name="connsiteY553" fmla="*/ 1918320 h 2476997"/>
              <a:gd name="connsiteX554" fmla="*/ 2108968 w 3242958"/>
              <a:gd name="connsiteY554" fmla="*/ 1942893 h 2476997"/>
              <a:gd name="connsiteX555" fmla="*/ 2088069 w 3242958"/>
              <a:gd name="connsiteY555" fmla="*/ 1960687 h 2476997"/>
              <a:gd name="connsiteX556" fmla="*/ 2072252 w 3242958"/>
              <a:gd name="connsiteY556" fmla="*/ 1971419 h 2476997"/>
              <a:gd name="connsiteX557" fmla="*/ 2040053 w 3242958"/>
              <a:gd name="connsiteY557" fmla="*/ 1994014 h 2476997"/>
              <a:gd name="connsiteX558" fmla="*/ 2047679 w 3242958"/>
              <a:gd name="connsiteY558" fmla="*/ 2020562 h 2476997"/>
              <a:gd name="connsiteX559" fmla="*/ 2042594 w 3242958"/>
              <a:gd name="connsiteY559" fmla="*/ 2032707 h 2476997"/>
              <a:gd name="connsiteX560" fmla="*/ 2038360 w 3242958"/>
              <a:gd name="connsiteY560" fmla="*/ 2044286 h 2476997"/>
              <a:gd name="connsiteX561" fmla="*/ 2034970 w 3242958"/>
              <a:gd name="connsiteY561" fmla="*/ 2056150 h 2476997"/>
              <a:gd name="connsiteX562" fmla="*/ 2032711 w 3242958"/>
              <a:gd name="connsiteY562" fmla="*/ 2068859 h 2476997"/>
              <a:gd name="connsiteX563" fmla="*/ 2034404 w 3242958"/>
              <a:gd name="connsiteY563" fmla="*/ 2101622 h 2476997"/>
              <a:gd name="connsiteX564" fmla="*/ 2093718 w 3242958"/>
              <a:gd name="connsiteY564" fmla="*/ 2101622 h 2476997"/>
              <a:gd name="connsiteX565" fmla="*/ 2108968 w 3242958"/>
              <a:gd name="connsiteY565" fmla="*/ 2095410 h 2476997"/>
              <a:gd name="connsiteX566" fmla="*/ 2123655 w 3242958"/>
              <a:gd name="connsiteY566" fmla="*/ 2093998 h 2476997"/>
              <a:gd name="connsiteX567" fmla="*/ 2139756 w 3242958"/>
              <a:gd name="connsiteY567" fmla="*/ 2098236 h 2476997"/>
              <a:gd name="connsiteX568" fmla="*/ 2155288 w 3242958"/>
              <a:gd name="connsiteY568" fmla="*/ 2106989 h 2476997"/>
              <a:gd name="connsiteX569" fmla="*/ 2175905 w 3242958"/>
              <a:gd name="connsiteY569" fmla="*/ 2123372 h 2476997"/>
              <a:gd name="connsiteX570" fmla="*/ 2177644 w 3242958"/>
              <a:gd name="connsiteY570" fmla="*/ 2135787 h 2476997"/>
              <a:gd name="connsiteX571" fmla="*/ 2177319 w 3242958"/>
              <a:gd name="connsiteY571" fmla="*/ 2134951 h 2476997"/>
              <a:gd name="connsiteX572" fmla="*/ 2177883 w 3242958"/>
              <a:gd name="connsiteY572" fmla="*/ 2137492 h 2476997"/>
              <a:gd name="connsiteX573" fmla="*/ 2177644 w 3242958"/>
              <a:gd name="connsiteY573" fmla="*/ 2135787 h 2476997"/>
              <a:gd name="connsiteX574" fmla="*/ 2179297 w 3242958"/>
              <a:gd name="connsiteY574" fmla="*/ 2140037 h 2476997"/>
              <a:gd name="connsiteX575" fmla="*/ 2180709 w 3242958"/>
              <a:gd name="connsiteY575" fmla="*/ 2147660 h 2476997"/>
              <a:gd name="connsiteX576" fmla="*/ 2175623 w 3242958"/>
              <a:gd name="connsiteY576" fmla="*/ 2159806 h 2476997"/>
              <a:gd name="connsiteX577" fmla="*/ 2165174 w 3242958"/>
              <a:gd name="connsiteY577" fmla="*/ 2169974 h 2476997"/>
              <a:gd name="connsiteX578" fmla="*/ 2145402 w 3242958"/>
              <a:gd name="connsiteY578" fmla="*/ 2171385 h 2476997"/>
              <a:gd name="connsiteX579" fmla="*/ 2123655 w 3242958"/>
              <a:gd name="connsiteY579" fmla="*/ 2167432 h 2476997"/>
              <a:gd name="connsiteX580" fmla="*/ 2101341 w 3242958"/>
              <a:gd name="connsiteY580" fmla="*/ 2169407 h 2476997"/>
              <a:gd name="connsiteX581" fmla="*/ 2064626 w 3242958"/>
              <a:gd name="connsiteY581" fmla="*/ 2166303 h 2476997"/>
              <a:gd name="connsiteX582" fmla="*/ 2031297 w 3242958"/>
              <a:gd name="connsiteY582" fmla="*/ 2166303 h 2476997"/>
              <a:gd name="connsiteX583" fmla="*/ 1997122 w 3242958"/>
              <a:gd name="connsiteY583" fmla="*/ 2168844 h 2476997"/>
              <a:gd name="connsiteX584" fmla="*/ 1964644 w 3242958"/>
              <a:gd name="connsiteY584" fmla="*/ 2173645 h 2476997"/>
              <a:gd name="connsiteX585" fmla="*/ 1927359 w 3242958"/>
              <a:gd name="connsiteY585" fmla="*/ 2173645 h 2476997"/>
              <a:gd name="connsiteX586" fmla="*/ 1861552 w 3242958"/>
              <a:gd name="connsiteY586" fmla="*/ 2187202 h 2476997"/>
              <a:gd name="connsiteX587" fmla="*/ 1781058 w 3242958"/>
              <a:gd name="connsiteY587" fmla="*/ 2217705 h 2476997"/>
              <a:gd name="connsiteX588" fmla="*/ 1750273 w 3242958"/>
              <a:gd name="connsiteY588" fmla="*/ 2189461 h 2476997"/>
              <a:gd name="connsiteX589" fmla="*/ 1750273 w 3242958"/>
              <a:gd name="connsiteY589" fmla="*/ 2172515 h 2476997"/>
              <a:gd name="connsiteX590" fmla="*/ 1748295 w 3242958"/>
              <a:gd name="connsiteY590" fmla="*/ 2151616 h 2476997"/>
              <a:gd name="connsiteX591" fmla="*/ 1781621 w 3242958"/>
              <a:gd name="connsiteY591" fmla="*/ 2132973 h 2476997"/>
              <a:gd name="connsiteX592" fmla="*/ 1801393 w 3242958"/>
              <a:gd name="connsiteY592" fmla="*/ 2134951 h 2476997"/>
              <a:gd name="connsiteX593" fmla="*/ 1842628 w 3242958"/>
              <a:gd name="connsiteY593" fmla="*/ 2119416 h 2476997"/>
              <a:gd name="connsiteX594" fmla="*/ 1858729 w 3242958"/>
              <a:gd name="connsiteY594" fmla="*/ 2116027 h 2476997"/>
              <a:gd name="connsiteX595" fmla="*/ 1903919 w 3242958"/>
              <a:gd name="connsiteY595" fmla="*/ 2097388 h 2476997"/>
              <a:gd name="connsiteX596" fmla="*/ 1938941 w 3242958"/>
              <a:gd name="connsiteY596" fmla="*/ 2036944 h 2476997"/>
              <a:gd name="connsiteX597" fmla="*/ 1942612 w 3242958"/>
              <a:gd name="connsiteY597" fmla="*/ 2016891 h 2476997"/>
              <a:gd name="connsiteX598" fmla="*/ 1938941 w 3242958"/>
              <a:gd name="connsiteY598" fmla="*/ 2001077 h 2476997"/>
              <a:gd name="connsiteX599" fmla="*/ 1921429 w 3242958"/>
              <a:gd name="connsiteY599" fmla="*/ 2003900 h 2476997"/>
              <a:gd name="connsiteX600" fmla="*/ 1899400 w 3242958"/>
              <a:gd name="connsiteY600" fmla="*/ 2005311 h 2476997"/>
              <a:gd name="connsiteX601" fmla="*/ 1892337 w 3242958"/>
              <a:gd name="connsiteY601" fmla="*/ 1984976 h 2476997"/>
              <a:gd name="connsiteX602" fmla="*/ 1879064 w 3242958"/>
              <a:gd name="connsiteY602" fmla="*/ 1960687 h 2476997"/>
              <a:gd name="connsiteX603" fmla="*/ 1875675 w 3242958"/>
              <a:gd name="connsiteY603" fmla="*/ 1940915 h 2476997"/>
              <a:gd name="connsiteX604" fmla="*/ 1873979 w 3242958"/>
              <a:gd name="connsiteY604" fmla="*/ 1921991 h 2476997"/>
              <a:gd name="connsiteX605" fmla="*/ 1890362 w 3242958"/>
              <a:gd name="connsiteY605" fmla="*/ 1907871 h 2476997"/>
              <a:gd name="connsiteX606" fmla="*/ 1920581 w 3242958"/>
              <a:gd name="connsiteY606" fmla="*/ 1914931 h 2476997"/>
              <a:gd name="connsiteX607" fmla="*/ 1992321 w 3242958"/>
              <a:gd name="connsiteY607" fmla="*/ 1903070 h 2476997"/>
              <a:gd name="connsiteX608" fmla="*/ 2004749 w 3242958"/>
              <a:gd name="connsiteY608" fmla="*/ 1899396 h 2476997"/>
              <a:gd name="connsiteX609" fmla="*/ 2013787 w 3242958"/>
              <a:gd name="connsiteY609" fmla="*/ 1896292 h 2476997"/>
              <a:gd name="connsiteX610" fmla="*/ 2067449 w 3242958"/>
              <a:gd name="connsiteY610" fmla="*/ 1873412 h 2476997"/>
              <a:gd name="connsiteX611" fmla="*/ 2082702 w 3242958"/>
              <a:gd name="connsiteY611" fmla="*/ 1871719 h 2476997"/>
              <a:gd name="connsiteX612" fmla="*/ 2095977 w 3242958"/>
              <a:gd name="connsiteY612" fmla="*/ 1869741 h 2476997"/>
              <a:gd name="connsiteX613" fmla="*/ 1339887 w 3242958"/>
              <a:gd name="connsiteY613" fmla="*/ 1851101 h 2476997"/>
              <a:gd name="connsiteX614" fmla="*/ 1355422 w 3242958"/>
              <a:gd name="connsiteY614" fmla="*/ 1871436 h 2476997"/>
              <a:gd name="connsiteX615" fmla="*/ 1351751 w 3242958"/>
              <a:gd name="connsiteY615" fmla="*/ 1891490 h 2476997"/>
              <a:gd name="connsiteX616" fmla="*/ 1344688 w 3242958"/>
              <a:gd name="connsiteY616" fmla="*/ 1914930 h 2476997"/>
              <a:gd name="connsiteX617" fmla="*/ 1332260 w 3242958"/>
              <a:gd name="connsiteY617" fmla="*/ 1931595 h 2476997"/>
              <a:gd name="connsiteX618" fmla="*/ 1311080 w 3242958"/>
              <a:gd name="connsiteY618" fmla="*/ 1954756 h 2476997"/>
              <a:gd name="connsiteX619" fmla="*/ 1308820 w 3242958"/>
              <a:gd name="connsiteY619" fmla="*/ 1980456 h 2476997"/>
              <a:gd name="connsiteX620" fmla="*/ 1310513 w 3242958"/>
              <a:gd name="connsiteY620" fmla="*/ 1998250 h 2476997"/>
              <a:gd name="connsiteX621" fmla="*/ 1324070 w 3242958"/>
              <a:gd name="connsiteY621" fmla="*/ 1998250 h 2476997"/>
              <a:gd name="connsiteX622" fmla="*/ 1328589 w 3242958"/>
              <a:gd name="connsiteY622" fmla="*/ 2010678 h 2476997"/>
              <a:gd name="connsiteX623" fmla="*/ 1337064 w 3242958"/>
              <a:gd name="connsiteY623" fmla="*/ 2030450 h 2476997"/>
              <a:gd name="connsiteX624" fmla="*/ 1333956 w 3242958"/>
              <a:gd name="connsiteY624" fmla="*/ 2038640 h 2476997"/>
              <a:gd name="connsiteX625" fmla="*/ 1293852 w 3242958"/>
              <a:gd name="connsiteY625" fmla="*/ 2076769 h 2476997"/>
              <a:gd name="connsiteX626" fmla="*/ 1295545 w 3242958"/>
              <a:gd name="connsiteY626" fmla="*/ 2092020 h 2476997"/>
              <a:gd name="connsiteX627" fmla="*/ 1310795 w 3242958"/>
              <a:gd name="connsiteY627" fmla="*/ 2092020 h 2476997"/>
              <a:gd name="connsiteX628" fmla="*/ 1309665 w 3242958"/>
              <a:gd name="connsiteY628" fmla="*/ 2092868 h 2476997"/>
              <a:gd name="connsiteX629" fmla="*/ 1323222 w 3242958"/>
              <a:gd name="connsiteY629" fmla="*/ 2101906 h 2476997"/>
              <a:gd name="connsiteX630" fmla="*/ 1327460 w 3242958"/>
              <a:gd name="connsiteY630" fmla="*/ 2116592 h 2476997"/>
              <a:gd name="connsiteX631" fmla="*/ 1289048 w 3242958"/>
              <a:gd name="connsiteY631" fmla="*/ 2162631 h 2476997"/>
              <a:gd name="connsiteX632" fmla="*/ 1226348 w 3242958"/>
              <a:gd name="connsiteY632" fmla="*/ 2193979 h 2476997"/>
              <a:gd name="connsiteX633" fmla="*/ 1195560 w 3242958"/>
              <a:gd name="connsiteY633" fmla="*/ 2222223 h 2476997"/>
              <a:gd name="connsiteX634" fmla="*/ 1183418 w 3242958"/>
              <a:gd name="connsiteY634" fmla="*/ 2222223 h 2476997"/>
              <a:gd name="connsiteX635" fmla="*/ 1166187 w 3242958"/>
              <a:gd name="connsiteY635" fmla="*/ 2217422 h 2476997"/>
              <a:gd name="connsiteX636" fmla="*/ 1158845 w 3242958"/>
              <a:gd name="connsiteY636" fmla="*/ 2202454 h 2476997"/>
              <a:gd name="connsiteX637" fmla="*/ 1148110 w 3242958"/>
              <a:gd name="connsiteY637" fmla="*/ 2187200 h 2476997"/>
              <a:gd name="connsiteX638" fmla="*/ 1143310 w 3242958"/>
              <a:gd name="connsiteY638" fmla="*/ 2158957 h 2476997"/>
              <a:gd name="connsiteX639" fmla="*/ 1171554 w 3242958"/>
              <a:gd name="connsiteY639" fmla="*/ 2132691 h 2476997"/>
              <a:gd name="connsiteX640" fmla="*/ 1187088 w 3242958"/>
              <a:gd name="connsiteY640" fmla="*/ 2121393 h 2476997"/>
              <a:gd name="connsiteX641" fmla="*/ 1198104 w 3242958"/>
              <a:gd name="connsiteY641" fmla="*/ 2110096 h 2476997"/>
              <a:gd name="connsiteX642" fmla="*/ 1200927 w 3242958"/>
              <a:gd name="connsiteY642" fmla="*/ 2098798 h 2476997"/>
              <a:gd name="connsiteX643" fmla="*/ 1204316 w 3242958"/>
              <a:gd name="connsiteY643" fmla="*/ 2084393 h 2476997"/>
              <a:gd name="connsiteX644" fmla="*/ 1199234 w 3242958"/>
              <a:gd name="connsiteY644" fmla="*/ 2073096 h 2476997"/>
              <a:gd name="connsiteX645" fmla="*/ 1192737 w 3242958"/>
              <a:gd name="connsiteY645" fmla="*/ 2063212 h 2476997"/>
              <a:gd name="connsiteX646" fmla="*/ 1180592 w 3242958"/>
              <a:gd name="connsiteY646" fmla="*/ 2041747 h 2476997"/>
              <a:gd name="connsiteX647" fmla="*/ 1200079 w 3242958"/>
              <a:gd name="connsiteY647" fmla="*/ 2021412 h 2476997"/>
              <a:gd name="connsiteX648" fmla="*/ 1213639 w 3242958"/>
              <a:gd name="connsiteY648" fmla="*/ 2021412 h 2476997"/>
              <a:gd name="connsiteX649" fmla="*/ 1231994 w 3242958"/>
              <a:gd name="connsiteY649" fmla="*/ 2006159 h 2476997"/>
              <a:gd name="connsiteX650" fmla="*/ 1235950 w 3242958"/>
              <a:gd name="connsiteY650" fmla="*/ 1977915 h 2476997"/>
              <a:gd name="connsiteX651" fmla="*/ 1221544 w 3242958"/>
              <a:gd name="connsiteY651" fmla="*/ 1964639 h 2476997"/>
              <a:gd name="connsiteX652" fmla="*/ 1204883 w 3242958"/>
              <a:gd name="connsiteY652" fmla="*/ 1958427 h 2476997"/>
              <a:gd name="connsiteX653" fmla="*/ 1194430 w 3242958"/>
              <a:gd name="connsiteY653" fmla="*/ 1946563 h 2476997"/>
              <a:gd name="connsiteX654" fmla="*/ 1185395 w 3242958"/>
              <a:gd name="connsiteY654" fmla="*/ 1940633 h 2476997"/>
              <a:gd name="connsiteX655" fmla="*/ 1180592 w 3242958"/>
              <a:gd name="connsiteY655" fmla="*/ 1920864 h 2476997"/>
              <a:gd name="connsiteX656" fmla="*/ 1189911 w 3242958"/>
              <a:gd name="connsiteY656" fmla="*/ 1914930 h 2476997"/>
              <a:gd name="connsiteX657" fmla="*/ 1196975 w 3242958"/>
              <a:gd name="connsiteY657" fmla="*/ 1904199 h 2476997"/>
              <a:gd name="connsiteX658" fmla="*/ 1211661 w 3242958"/>
              <a:gd name="connsiteY658" fmla="*/ 1895443 h 2476997"/>
              <a:gd name="connsiteX659" fmla="*/ 1231149 w 3242958"/>
              <a:gd name="connsiteY659" fmla="*/ 1893183 h 2476997"/>
              <a:gd name="connsiteX660" fmla="*/ 1315880 w 3242958"/>
              <a:gd name="connsiteY660" fmla="*/ 1852794 h 2476997"/>
              <a:gd name="connsiteX661" fmla="*/ 1339887 w 3242958"/>
              <a:gd name="connsiteY661" fmla="*/ 1851101 h 2476997"/>
              <a:gd name="connsiteX662" fmla="*/ 2533932 w 3242958"/>
              <a:gd name="connsiteY662" fmla="*/ 1850321 h 2476997"/>
              <a:gd name="connsiteX663" fmla="*/ 2543923 w 3242958"/>
              <a:gd name="connsiteY663" fmla="*/ 1851380 h 2476997"/>
              <a:gd name="connsiteX664" fmla="*/ 2563692 w 3242958"/>
              <a:gd name="connsiteY664" fmla="*/ 1867763 h 2476997"/>
              <a:gd name="connsiteX665" fmla="*/ 2568211 w 3242958"/>
              <a:gd name="connsiteY665" fmla="*/ 1881883 h 2476997"/>
              <a:gd name="connsiteX666" fmla="*/ 2571037 w 3242958"/>
              <a:gd name="connsiteY666" fmla="*/ 1895159 h 2476997"/>
              <a:gd name="connsiteX667" fmla="*/ 2560587 w 3242958"/>
              <a:gd name="connsiteY667" fmla="*/ 1920295 h 2476997"/>
              <a:gd name="connsiteX668" fmla="*/ 2560587 w 3242958"/>
              <a:gd name="connsiteY668" fmla="*/ 1934982 h 2476997"/>
              <a:gd name="connsiteX669" fmla="*/ 2570755 w 3242958"/>
              <a:gd name="connsiteY669" fmla="*/ 1932440 h 2476997"/>
              <a:gd name="connsiteX670" fmla="*/ 2583182 w 3242958"/>
              <a:gd name="connsiteY670" fmla="*/ 1926792 h 2476997"/>
              <a:gd name="connsiteX671" fmla="*/ 2598151 w 3242958"/>
              <a:gd name="connsiteY671" fmla="*/ 1921709 h 2476997"/>
              <a:gd name="connsiteX672" fmla="*/ 2615660 w 3242958"/>
              <a:gd name="connsiteY672" fmla="*/ 1909564 h 2476997"/>
              <a:gd name="connsiteX673" fmla="*/ 2642493 w 3242958"/>
              <a:gd name="connsiteY673" fmla="*/ 1909564 h 2476997"/>
              <a:gd name="connsiteX674" fmla="*/ 2665654 w 3242958"/>
              <a:gd name="connsiteY674" fmla="*/ 1916906 h 2476997"/>
              <a:gd name="connsiteX675" fmla="*/ 2681752 w 3242958"/>
              <a:gd name="connsiteY675" fmla="*/ 1947691 h 2476997"/>
              <a:gd name="connsiteX676" fmla="*/ 2675537 w 3242958"/>
              <a:gd name="connsiteY676" fmla="*/ 1955317 h 2476997"/>
              <a:gd name="connsiteX677" fmla="*/ 2662828 w 3242958"/>
              <a:gd name="connsiteY677" fmla="*/ 1964922 h 2476997"/>
              <a:gd name="connsiteX678" fmla="*/ 2633173 w 3242958"/>
              <a:gd name="connsiteY678" fmla="*/ 1977631 h 2476997"/>
              <a:gd name="connsiteX679" fmla="*/ 2615660 w 3242958"/>
              <a:gd name="connsiteY679" fmla="*/ 1984975 h 2476997"/>
              <a:gd name="connsiteX680" fmla="*/ 2595891 w 3242958"/>
              <a:gd name="connsiteY680" fmla="*/ 1987517 h 2476997"/>
              <a:gd name="connsiteX681" fmla="*/ 2565388 w 3242958"/>
              <a:gd name="connsiteY681" fmla="*/ 1999096 h 2476997"/>
              <a:gd name="connsiteX682" fmla="*/ 2555502 w 3242958"/>
              <a:gd name="connsiteY682" fmla="*/ 2013783 h 2476997"/>
              <a:gd name="connsiteX683" fmla="*/ 2558891 w 3242958"/>
              <a:gd name="connsiteY683" fmla="*/ 2037226 h 2476997"/>
              <a:gd name="connsiteX684" fmla="*/ 2609167 w 3242958"/>
              <a:gd name="connsiteY684" fmla="*/ 2088628 h 2476997"/>
              <a:gd name="connsiteX685" fmla="*/ 2646448 w 3242958"/>
              <a:gd name="connsiteY685" fmla="*/ 2130429 h 2476997"/>
              <a:gd name="connsiteX686" fmla="*/ 2684575 w 3242958"/>
              <a:gd name="connsiteY686" fmla="*/ 2156413 h 2476997"/>
              <a:gd name="connsiteX687" fmla="*/ 2706325 w 3242958"/>
              <a:gd name="connsiteY687" fmla="*/ 2165169 h 2476997"/>
              <a:gd name="connsiteX688" fmla="*/ 2722705 w 3242958"/>
              <a:gd name="connsiteY688" fmla="*/ 2175903 h 2476997"/>
              <a:gd name="connsiteX689" fmla="*/ 2760553 w 3242958"/>
              <a:gd name="connsiteY689" fmla="*/ 2190024 h 2476997"/>
              <a:gd name="connsiteX690" fmla="*/ 2773544 w 3242958"/>
              <a:gd name="connsiteY690" fmla="*/ 2195954 h 2476997"/>
              <a:gd name="connsiteX691" fmla="*/ 2773262 w 3242958"/>
              <a:gd name="connsiteY691" fmla="*/ 2197932 h 2476997"/>
              <a:gd name="connsiteX692" fmla="*/ 2769025 w 3242958"/>
              <a:gd name="connsiteY692" fmla="*/ 2207818 h 2476997"/>
              <a:gd name="connsiteX693" fmla="*/ 2767332 w 3242958"/>
              <a:gd name="connsiteY693" fmla="*/ 2221657 h 2476997"/>
              <a:gd name="connsiteX694" fmla="*/ 2745582 w 3242958"/>
              <a:gd name="connsiteY694" fmla="*/ 2232954 h 2476997"/>
              <a:gd name="connsiteX695" fmla="*/ 2736829 w 3242958"/>
              <a:gd name="connsiteY695" fmla="*/ 2240581 h 2476997"/>
              <a:gd name="connsiteX696" fmla="*/ 2727791 w 3242958"/>
              <a:gd name="connsiteY696" fmla="*/ 2242274 h 2476997"/>
              <a:gd name="connsiteX697" fmla="*/ 2707737 w 3242958"/>
              <a:gd name="connsiteY697" fmla="*/ 2242274 h 2476997"/>
              <a:gd name="connsiteX698" fmla="*/ 2687119 w 3242958"/>
              <a:gd name="connsiteY698" fmla="*/ 2242274 h 2476997"/>
              <a:gd name="connsiteX699" fmla="*/ 2669043 w 3242958"/>
              <a:gd name="connsiteY699" fmla="*/ 2238885 h 2476997"/>
              <a:gd name="connsiteX700" fmla="*/ 2640800 w 3242958"/>
              <a:gd name="connsiteY700" fmla="*/ 2234932 h 2476997"/>
              <a:gd name="connsiteX701" fmla="*/ 2624698 w 3242958"/>
              <a:gd name="connsiteY701" fmla="*/ 2223916 h 2476997"/>
              <a:gd name="connsiteX702" fmla="*/ 2600410 w 3242958"/>
              <a:gd name="connsiteY702" fmla="*/ 2179856 h 2476997"/>
              <a:gd name="connsiteX703" fmla="*/ 2572166 w 3242958"/>
              <a:gd name="connsiteY703" fmla="*/ 2144552 h 2476997"/>
              <a:gd name="connsiteX704" fmla="*/ 2554090 w 3242958"/>
              <a:gd name="connsiteY704" fmla="*/ 2125062 h 2476997"/>
              <a:gd name="connsiteX705" fmla="*/ 2515397 w 3242958"/>
              <a:gd name="connsiteY705" fmla="*/ 2091172 h 2476997"/>
              <a:gd name="connsiteX706" fmla="*/ 2488565 w 3242958"/>
              <a:gd name="connsiteY706" fmla="*/ 2131843 h 2476997"/>
              <a:gd name="connsiteX707" fmla="*/ 2449587 w 3242958"/>
              <a:gd name="connsiteY707" fmla="*/ 2169688 h 2476997"/>
              <a:gd name="connsiteX708" fmla="*/ 2410045 w 3242958"/>
              <a:gd name="connsiteY708" fmla="*/ 2193976 h 2476997"/>
              <a:gd name="connsiteX709" fmla="*/ 2380390 w 3242958"/>
              <a:gd name="connsiteY709" fmla="*/ 2210078 h 2476997"/>
              <a:gd name="connsiteX710" fmla="*/ 2352146 w 3242958"/>
              <a:gd name="connsiteY710" fmla="*/ 2217138 h 2476997"/>
              <a:gd name="connsiteX711" fmla="*/ 2337178 w 3242958"/>
              <a:gd name="connsiteY711" fmla="*/ 2219964 h 2476997"/>
              <a:gd name="connsiteX712" fmla="*/ 2327010 w 3242958"/>
              <a:gd name="connsiteY712" fmla="*/ 2211207 h 2476997"/>
              <a:gd name="connsiteX713" fmla="*/ 2319383 w 3242958"/>
              <a:gd name="connsiteY713" fmla="*/ 2195672 h 2476997"/>
              <a:gd name="connsiteX714" fmla="*/ 2306393 w 3242958"/>
              <a:gd name="connsiteY714" fmla="*/ 2191153 h 2476997"/>
              <a:gd name="connsiteX715" fmla="*/ 2314864 w 3242958"/>
              <a:gd name="connsiteY715" fmla="*/ 2181552 h 2476997"/>
              <a:gd name="connsiteX716" fmla="*/ 2334070 w 3242958"/>
              <a:gd name="connsiteY716" fmla="*/ 2170536 h 2476997"/>
              <a:gd name="connsiteX717" fmla="*/ 2347064 w 3242958"/>
              <a:gd name="connsiteY717" fmla="*/ 2160650 h 2476997"/>
              <a:gd name="connsiteX718" fmla="*/ 2356384 w 3242958"/>
              <a:gd name="connsiteY718" fmla="*/ 2156413 h 2476997"/>
              <a:gd name="connsiteX719" fmla="*/ 2417954 w 3242958"/>
              <a:gd name="connsiteY719" fmla="*/ 2097666 h 2476997"/>
              <a:gd name="connsiteX720" fmla="*/ 2441678 w 3242958"/>
              <a:gd name="connsiteY720" fmla="*/ 2055865 h 2476997"/>
              <a:gd name="connsiteX721" fmla="*/ 2446482 w 3242958"/>
              <a:gd name="connsiteY721" fmla="*/ 2038637 h 2476997"/>
              <a:gd name="connsiteX722" fmla="*/ 2434336 w 3242958"/>
              <a:gd name="connsiteY722" fmla="*/ 2038637 h 2476997"/>
              <a:gd name="connsiteX723" fmla="*/ 2424732 w 3242958"/>
              <a:gd name="connsiteY723" fmla="*/ 2038637 h 2476997"/>
              <a:gd name="connsiteX724" fmla="*/ 2412305 w 3242958"/>
              <a:gd name="connsiteY724" fmla="*/ 2042026 h 2476997"/>
              <a:gd name="connsiteX725" fmla="*/ 2400162 w 3242958"/>
              <a:gd name="connsiteY725" fmla="*/ 2042026 h 2476997"/>
              <a:gd name="connsiteX726" fmla="*/ 2381520 w 3242958"/>
              <a:gd name="connsiteY726" fmla="*/ 2033270 h 2476997"/>
              <a:gd name="connsiteX727" fmla="*/ 2359773 w 3242958"/>
              <a:gd name="connsiteY727" fmla="*/ 2005026 h 2476997"/>
              <a:gd name="connsiteX728" fmla="*/ 2365703 w 3242958"/>
              <a:gd name="connsiteY728" fmla="*/ 1988362 h 2476997"/>
              <a:gd name="connsiteX729" fmla="*/ 2375871 w 3242958"/>
              <a:gd name="connsiteY729" fmla="*/ 1977912 h 2476997"/>
              <a:gd name="connsiteX730" fmla="*/ 2388865 w 3242958"/>
              <a:gd name="connsiteY730" fmla="*/ 1972830 h 2476997"/>
              <a:gd name="connsiteX731" fmla="*/ 2399881 w 3242958"/>
              <a:gd name="connsiteY731" fmla="*/ 1965770 h 2476997"/>
              <a:gd name="connsiteX732" fmla="*/ 2426428 w 3242958"/>
              <a:gd name="connsiteY732" fmla="*/ 1965767 h 2476997"/>
              <a:gd name="connsiteX733" fmla="*/ 2470207 w 3242958"/>
              <a:gd name="connsiteY733" fmla="*/ 1950235 h 2476997"/>
              <a:gd name="connsiteX734" fmla="*/ 2478679 w 3242958"/>
              <a:gd name="connsiteY734" fmla="*/ 1909845 h 2476997"/>
              <a:gd name="connsiteX735" fmla="*/ 2481504 w 3242958"/>
              <a:gd name="connsiteY735" fmla="*/ 1884143 h 2476997"/>
              <a:gd name="connsiteX736" fmla="*/ 2481504 w 3242958"/>
              <a:gd name="connsiteY736" fmla="*/ 1862114 h 2476997"/>
              <a:gd name="connsiteX737" fmla="*/ 2488283 w 3242958"/>
              <a:gd name="connsiteY737" fmla="*/ 1854206 h 2476997"/>
              <a:gd name="connsiteX738" fmla="*/ 2505793 w 3242958"/>
              <a:gd name="connsiteY738" fmla="*/ 1855617 h 2476997"/>
              <a:gd name="connsiteX739" fmla="*/ 2519068 w 3242958"/>
              <a:gd name="connsiteY739" fmla="*/ 1851380 h 2476997"/>
              <a:gd name="connsiteX740" fmla="*/ 2533932 w 3242958"/>
              <a:gd name="connsiteY740" fmla="*/ 1850321 h 2476997"/>
              <a:gd name="connsiteX741" fmla="*/ 153646 w 3242958"/>
              <a:gd name="connsiteY741" fmla="*/ 1845168 h 2476997"/>
              <a:gd name="connsiteX742" fmla="*/ 166074 w 3242958"/>
              <a:gd name="connsiteY742" fmla="*/ 1852231 h 2476997"/>
              <a:gd name="connsiteX743" fmla="*/ 186409 w 3242958"/>
              <a:gd name="connsiteY743" fmla="*/ 1854206 h 2476997"/>
              <a:gd name="connsiteX744" fmla="*/ 206745 w 3242958"/>
              <a:gd name="connsiteY744" fmla="*/ 1854206 h 2476997"/>
              <a:gd name="connsiteX745" fmla="*/ 220302 w 3242958"/>
              <a:gd name="connsiteY745" fmla="*/ 1857595 h 2476997"/>
              <a:gd name="connsiteX746" fmla="*/ 231881 w 3242958"/>
              <a:gd name="connsiteY746" fmla="*/ 1863244 h 2476997"/>
              <a:gd name="connsiteX747" fmla="*/ 242333 w 3242958"/>
              <a:gd name="connsiteY747" fmla="*/ 1879501 h 2476997"/>
              <a:gd name="connsiteX748" fmla="*/ 242333 w 3242958"/>
              <a:gd name="connsiteY748" fmla="*/ 1892336 h 2476997"/>
              <a:gd name="connsiteX749" fmla="*/ 242333 w 3242958"/>
              <a:gd name="connsiteY749" fmla="*/ 1912108 h 2476997"/>
              <a:gd name="connsiteX750" fmla="*/ 232165 w 3242958"/>
              <a:gd name="connsiteY750" fmla="*/ 1933574 h 2476997"/>
              <a:gd name="connsiteX751" fmla="*/ 229340 w 3242958"/>
              <a:gd name="connsiteY751" fmla="*/ 1955884 h 2476997"/>
              <a:gd name="connsiteX752" fmla="*/ 227080 w 3242958"/>
              <a:gd name="connsiteY752" fmla="*/ 1996273 h 2476997"/>
              <a:gd name="connsiteX753" fmla="*/ 223409 w 3242958"/>
              <a:gd name="connsiteY753" fmla="*/ 2020846 h 2476997"/>
              <a:gd name="connsiteX754" fmla="*/ 221998 w 3242958"/>
              <a:gd name="connsiteY754" fmla="*/ 2041748 h 2476997"/>
              <a:gd name="connsiteX755" fmla="*/ 226798 w 3242958"/>
              <a:gd name="connsiteY755" fmla="*/ 2055869 h 2476997"/>
              <a:gd name="connsiteX756" fmla="*/ 228210 w 3242958"/>
              <a:gd name="connsiteY756" fmla="*/ 2064059 h 2476997"/>
              <a:gd name="connsiteX757" fmla="*/ 230751 w 3242958"/>
              <a:gd name="connsiteY757" fmla="*/ 2076768 h 2476997"/>
              <a:gd name="connsiteX758" fmla="*/ 223127 w 3242958"/>
              <a:gd name="connsiteY758" fmla="*/ 2105012 h 2476997"/>
              <a:gd name="connsiteX759" fmla="*/ 213523 w 3242958"/>
              <a:gd name="connsiteY759" fmla="*/ 2119983 h 2476997"/>
              <a:gd name="connsiteX760" fmla="*/ 185279 w 3242958"/>
              <a:gd name="connsiteY760" fmla="*/ 2137774 h 2476997"/>
              <a:gd name="connsiteX761" fmla="*/ 159862 w 3242958"/>
              <a:gd name="connsiteY761" fmla="*/ 2161784 h 2476997"/>
              <a:gd name="connsiteX762" fmla="*/ 131618 w 3242958"/>
              <a:gd name="connsiteY762" fmla="*/ 2174211 h 2476997"/>
              <a:gd name="connsiteX763" fmla="*/ 96877 w 3242958"/>
              <a:gd name="connsiteY763" fmla="*/ 2194262 h 2476997"/>
              <a:gd name="connsiteX764" fmla="*/ 75978 w 3242958"/>
              <a:gd name="connsiteY764" fmla="*/ 2203303 h 2476997"/>
              <a:gd name="connsiteX765" fmla="*/ 42931 w 3242958"/>
              <a:gd name="connsiteY765" fmla="*/ 2227028 h 2476997"/>
              <a:gd name="connsiteX766" fmla="*/ 22032 w 3242958"/>
              <a:gd name="connsiteY766" fmla="*/ 2207819 h 2476997"/>
              <a:gd name="connsiteX767" fmla="*/ 8475 w 3242958"/>
              <a:gd name="connsiteY767" fmla="*/ 2197651 h 2476997"/>
              <a:gd name="connsiteX768" fmla="*/ 4801 w 3242958"/>
              <a:gd name="connsiteY768" fmla="*/ 2180423 h 2476997"/>
              <a:gd name="connsiteX769" fmla="*/ 0 w 3242958"/>
              <a:gd name="connsiteY769" fmla="*/ 2165737 h 2476997"/>
              <a:gd name="connsiteX770" fmla="*/ 8190 w 3242958"/>
              <a:gd name="connsiteY770" fmla="*/ 2154157 h 2476997"/>
              <a:gd name="connsiteX771" fmla="*/ 20902 w 3242958"/>
              <a:gd name="connsiteY771" fmla="*/ 2154157 h 2476997"/>
              <a:gd name="connsiteX772" fmla="*/ 40671 w 3242958"/>
              <a:gd name="connsiteY772" fmla="*/ 2142578 h 2476997"/>
              <a:gd name="connsiteX773" fmla="*/ 61573 w 3242958"/>
              <a:gd name="connsiteY773" fmla="*/ 2134670 h 2476997"/>
              <a:gd name="connsiteX774" fmla="*/ 98007 w 3242958"/>
              <a:gd name="connsiteY774" fmla="*/ 2114334 h 2476997"/>
              <a:gd name="connsiteX775" fmla="*/ 114953 w 3242958"/>
              <a:gd name="connsiteY775" fmla="*/ 2097670 h 2476997"/>
              <a:gd name="connsiteX776" fmla="*/ 114953 w 3242958"/>
              <a:gd name="connsiteY776" fmla="*/ 2059258 h 2476997"/>
              <a:gd name="connsiteX777" fmla="*/ 105915 w 3242958"/>
              <a:gd name="connsiteY777" fmla="*/ 2053609 h 2476997"/>
              <a:gd name="connsiteX778" fmla="*/ 88687 w 3242958"/>
              <a:gd name="connsiteY778" fmla="*/ 2055869 h 2476997"/>
              <a:gd name="connsiteX779" fmla="*/ 72586 w 3242958"/>
              <a:gd name="connsiteY779" fmla="*/ 2061518 h 2476997"/>
              <a:gd name="connsiteX780" fmla="*/ 60443 w 3242958"/>
              <a:gd name="connsiteY780" fmla="*/ 2063211 h 2476997"/>
              <a:gd name="connsiteX781" fmla="*/ 52535 w 3242958"/>
              <a:gd name="connsiteY781" fmla="*/ 2056714 h 2476997"/>
              <a:gd name="connsiteX782" fmla="*/ 48861 w 3242958"/>
              <a:gd name="connsiteY782" fmla="*/ 2036663 h 2476997"/>
              <a:gd name="connsiteX783" fmla="*/ 45472 w 3242958"/>
              <a:gd name="connsiteY783" fmla="*/ 2022824 h 2476997"/>
              <a:gd name="connsiteX784" fmla="*/ 47168 w 3242958"/>
              <a:gd name="connsiteY784" fmla="*/ 1994580 h 2476997"/>
              <a:gd name="connsiteX785" fmla="*/ 63551 w 3242958"/>
              <a:gd name="connsiteY785" fmla="*/ 1978197 h 2476997"/>
              <a:gd name="connsiteX786" fmla="*/ 86428 w 3242958"/>
              <a:gd name="connsiteY786" fmla="*/ 1971137 h 2476997"/>
              <a:gd name="connsiteX787" fmla="*/ 103089 w 3242958"/>
              <a:gd name="connsiteY787" fmla="*/ 1971137 h 2476997"/>
              <a:gd name="connsiteX788" fmla="*/ 125969 w 3242958"/>
              <a:gd name="connsiteY788" fmla="*/ 1960688 h 2476997"/>
              <a:gd name="connsiteX789" fmla="*/ 137266 w 3242958"/>
              <a:gd name="connsiteY789" fmla="*/ 1939786 h 2476997"/>
              <a:gd name="connsiteX790" fmla="*/ 144045 w 3242958"/>
              <a:gd name="connsiteY790" fmla="*/ 1894877 h 2476997"/>
              <a:gd name="connsiteX791" fmla="*/ 132747 w 3242958"/>
              <a:gd name="connsiteY791" fmla="*/ 1866633 h 2476997"/>
              <a:gd name="connsiteX792" fmla="*/ 132747 w 3242958"/>
              <a:gd name="connsiteY792" fmla="*/ 1858443 h 2476997"/>
              <a:gd name="connsiteX793" fmla="*/ 145738 w 3242958"/>
              <a:gd name="connsiteY793" fmla="*/ 1848557 h 2476997"/>
              <a:gd name="connsiteX794" fmla="*/ 153646 w 3242958"/>
              <a:gd name="connsiteY794" fmla="*/ 1845168 h 2476997"/>
              <a:gd name="connsiteX795" fmla="*/ 397676 w 3242958"/>
              <a:gd name="connsiteY795" fmla="*/ 1819750 h 2476997"/>
              <a:gd name="connsiteX796" fmla="*/ 410104 w 3242958"/>
              <a:gd name="connsiteY796" fmla="*/ 1827094 h 2476997"/>
              <a:gd name="connsiteX797" fmla="*/ 420553 w 3242958"/>
              <a:gd name="connsiteY797" fmla="*/ 1829351 h 2476997"/>
              <a:gd name="connsiteX798" fmla="*/ 428743 w 3242958"/>
              <a:gd name="connsiteY798" fmla="*/ 1838674 h 2476997"/>
              <a:gd name="connsiteX799" fmla="*/ 434958 w 3242958"/>
              <a:gd name="connsiteY799" fmla="*/ 1863529 h 2476997"/>
              <a:gd name="connsiteX800" fmla="*/ 416316 w 3242958"/>
              <a:gd name="connsiteY800" fmla="*/ 1898269 h 2476997"/>
              <a:gd name="connsiteX801" fmla="*/ 412926 w 3242958"/>
              <a:gd name="connsiteY801" fmla="*/ 1915779 h 2476997"/>
              <a:gd name="connsiteX802" fmla="*/ 428180 w 3242958"/>
              <a:gd name="connsiteY802" fmla="*/ 1921146 h 2476997"/>
              <a:gd name="connsiteX803" fmla="*/ 443430 w 3242958"/>
              <a:gd name="connsiteY803" fmla="*/ 1912390 h 2476997"/>
              <a:gd name="connsiteX804" fmla="*/ 468284 w 3242958"/>
              <a:gd name="connsiteY804" fmla="*/ 1921146 h 2476997"/>
              <a:gd name="connsiteX805" fmla="*/ 482405 w 3242958"/>
              <a:gd name="connsiteY805" fmla="*/ 1947130 h 2476997"/>
              <a:gd name="connsiteX806" fmla="*/ 485230 w 3242958"/>
              <a:gd name="connsiteY806" fmla="*/ 1965488 h 2476997"/>
              <a:gd name="connsiteX807" fmla="*/ 476759 w 3242958"/>
              <a:gd name="connsiteY807" fmla="*/ 1975092 h 2476997"/>
              <a:gd name="connsiteX808" fmla="*/ 459249 w 3242958"/>
              <a:gd name="connsiteY808" fmla="*/ 1979330 h 2476997"/>
              <a:gd name="connsiteX809" fmla="*/ 444278 w 3242958"/>
              <a:gd name="connsiteY809" fmla="*/ 1990061 h 2476997"/>
              <a:gd name="connsiteX810" fmla="*/ 423661 w 3242958"/>
              <a:gd name="connsiteY810" fmla="*/ 2001640 h 2476997"/>
              <a:gd name="connsiteX811" fmla="*/ 390616 w 3242958"/>
              <a:gd name="connsiteY811" fmla="*/ 2017457 h 2476997"/>
              <a:gd name="connsiteX812" fmla="*/ 379034 w 3242958"/>
              <a:gd name="connsiteY812" fmla="*/ 2054175 h 2476997"/>
              <a:gd name="connsiteX813" fmla="*/ 379034 w 3242958"/>
              <a:gd name="connsiteY813" fmla="*/ 2071685 h 2476997"/>
              <a:gd name="connsiteX814" fmla="*/ 388354 w 3242958"/>
              <a:gd name="connsiteY814" fmla="*/ 2101907 h 2476997"/>
              <a:gd name="connsiteX815" fmla="*/ 413775 w 3242958"/>
              <a:gd name="connsiteY815" fmla="*/ 2113204 h 2476997"/>
              <a:gd name="connsiteX816" fmla="*/ 431569 w 3242958"/>
              <a:gd name="connsiteY816" fmla="*/ 2115745 h 2476997"/>
              <a:gd name="connsiteX817" fmla="*/ 444559 w 3242958"/>
              <a:gd name="connsiteY817" fmla="*/ 2118287 h 2476997"/>
              <a:gd name="connsiteX818" fmla="*/ 457268 w 3242958"/>
              <a:gd name="connsiteY818" fmla="*/ 2123372 h 2476997"/>
              <a:gd name="connsiteX819" fmla="*/ 477041 w 3242958"/>
              <a:gd name="connsiteY819" fmla="*/ 2125350 h 2476997"/>
              <a:gd name="connsiteX820" fmla="*/ 478170 w 3242958"/>
              <a:gd name="connsiteY820" fmla="*/ 2124502 h 2476997"/>
              <a:gd name="connsiteX821" fmla="*/ 489186 w 3242958"/>
              <a:gd name="connsiteY821" fmla="*/ 2149920 h 2476997"/>
              <a:gd name="connsiteX822" fmla="*/ 479300 w 3242958"/>
              <a:gd name="connsiteY822" fmla="*/ 2178164 h 2476997"/>
              <a:gd name="connsiteX823" fmla="*/ 471110 w 3242958"/>
              <a:gd name="connsiteY823" fmla="*/ 2196806 h 2476997"/>
              <a:gd name="connsiteX824" fmla="*/ 449645 w 3242958"/>
              <a:gd name="connsiteY824" fmla="*/ 2199914 h 2476997"/>
              <a:gd name="connsiteX825" fmla="*/ 428743 w 3242958"/>
              <a:gd name="connsiteY825" fmla="*/ 2204996 h 2476997"/>
              <a:gd name="connsiteX826" fmla="*/ 414056 w 3242958"/>
              <a:gd name="connsiteY826" fmla="*/ 2198499 h 2476997"/>
              <a:gd name="connsiteX827" fmla="*/ 391461 w 3242958"/>
              <a:gd name="connsiteY827" fmla="*/ 2196240 h 2476997"/>
              <a:gd name="connsiteX828" fmla="*/ 368866 w 3242958"/>
              <a:gd name="connsiteY828" fmla="*/ 2196240 h 2476997"/>
              <a:gd name="connsiteX829" fmla="*/ 349945 w 3242958"/>
              <a:gd name="connsiteY829" fmla="*/ 2190876 h 2476997"/>
              <a:gd name="connsiteX830" fmla="*/ 321701 w 3242958"/>
              <a:gd name="connsiteY830" fmla="*/ 2189461 h 2476997"/>
              <a:gd name="connsiteX831" fmla="*/ 307860 w 3242958"/>
              <a:gd name="connsiteY831" fmla="*/ 2181553 h 2476997"/>
              <a:gd name="connsiteX832" fmla="*/ 294869 w 3242958"/>
              <a:gd name="connsiteY832" fmla="*/ 2160654 h 2476997"/>
              <a:gd name="connsiteX833" fmla="*/ 292891 w 3242958"/>
              <a:gd name="connsiteY833" fmla="*/ 2136647 h 2476997"/>
              <a:gd name="connsiteX834" fmla="*/ 286961 w 3242958"/>
              <a:gd name="connsiteY834" fmla="*/ 2108404 h 2476997"/>
              <a:gd name="connsiteX835" fmla="*/ 286961 w 3242958"/>
              <a:gd name="connsiteY835" fmla="*/ 2090327 h 2476997"/>
              <a:gd name="connsiteX836" fmla="*/ 284701 w 3242958"/>
              <a:gd name="connsiteY836" fmla="*/ 2073099 h 2476997"/>
              <a:gd name="connsiteX837" fmla="*/ 281875 w 3242958"/>
              <a:gd name="connsiteY837" fmla="*/ 2046267 h 2476997"/>
              <a:gd name="connsiteX838" fmla="*/ 289220 w 3242958"/>
              <a:gd name="connsiteY838" fmla="*/ 2003052 h 2476997"/>
              <a:gd name="connsiteX839" fmla="*/ 295151 w 3242958"/>
              <a:gd name="connsiteY839" fmla="*/ 1989495 h 2476997"/>
              <a:gd name="connsiteX840" fmla="*/ 300233 w 3242958"/>
              <a:gd name="connsiteY840" fmla="*/ 1967184 h 2476997"/>
              <a:gd name="connsiteX841" fmla="*/ 305037 w 3242958"/>
              <a:gd name="connsiteY841" fmla="*/ 1944589 h 2476997"/>
              <a:gd name="connsiteX842" fmla="*/ 307015 w 3242958"/>
              <a:gd name="connsiteY842" fmla="*/ 1909282 h 2476997"/>
              <a:gd name="connsiteX843" fmla="*/ 312097 w 3242958"/>
              <a:gd name="connsiteY843" fmla="*/ 1887817 h 2476997"/>
              <a:gd name="connsiteX844" fmla="*/ 319724 w 3242958"/>
              <a:gd name="connsiteY844" fmla="*/ 1852794 h 2476997"/>
              <a:gd name="connsiteX845" fmla="*/ 319724 w 3242958"/>
              <a:gd name="connsiteY845" fmla="*/ 1829351 h 2476997"/>
              <a:gd name="connsiteX846" fmla="*/ 333281 w 3242958"/>
              <a:gd name="connsiteY846" fmla="*/ 1820031 h 2476997"/>
              <a:gd name="connsiteX847" fmla="*/ 351357 w 3242958"/>
              <a:gd name="connsiteY847" fmla="*/ 1823421 h 2476997"/>
              <a:gd name="connsiteX848" fmla="*/ 366607 w 3242958"/>
              <a:gd name="connsiteY848" fmla="*/ 1820313 h 2476997"/>
              <a:gd name="connsiteX849" fmla="*/ 380164 w 3242958"/>
              <a:gd name="connsiteY849" fmla="*/ 1822857 h 2476997"/>
              <a:gd name="connsiteX850" fmla="*/ 397676 w 3242958"/>
              <a:gd name="connsiteY850" fmla="*/ 1819750 h 2476997"/>
              <a:gd name="connsiteX851" fmla="*/ 1560757 w 3242958"/>
              <a:gd name="connsiteY851" fmla="*/ 1817490 h 2476997"/>
              <a:gd name="connsiteX852" fmla="*/ 1578551 w 3242958"/>
              <a:gd name="connsiteY852" fmla="*/ 1823986 h 2476997"/>
              <a:gd name="connsiteX853" fmla="*/ 1612725 w 3242958"/>
              <a:gd name="connsiteY853" fmla="*/ 1826528 h 2476997"/>
              <a:gd name="connsiteX854" fmla="*/ 1612725 w 3242958"/>
              <a:gd name="connsiteY854" fmla="*/ 1823986 h 2476997"/>
              <a:gd name="connsiteX855" fmla="*/ 1618656 w 3242958"/>
              <a:gd name="connsiteY855" fmla="*/ 1838107 h 2476997"/>
              <a:gd name="connsiteX856" fmla="*/ 1630520 w 3242958"/>
              <a:gd name="connsiteY856" fmla="*/ 1862114 h 2476997"/>
              <a:gd name="connsiteX857" fmla="*/ 1620918 w 3242958"/>
              <a:gd name="connsiteY857" fmla="*/ 1882449 h 2476997"/>
              <a:gd name="connsiteX858" fmla="*/ 1616399 w 3242958"/>
              <a:gd name="connsiteY858" fmla="*/ 1901092 h 2476997"/>
              <a:gd name="connsiteX859" fmla="*/ 1600298 w 3242958"/>
              <a:gd name="connsiteY859" fmla="*/ 1931313 h 2476997"/>
              <a:gd name="connsiteX860" fmla="*/ 1584766 w 3242958"/>
              <a:gd name="connsiteY860" fmla="*/ 1949108 h 2476997"/>
              <a:gd name="connsiteX861" fmla="*/ 1550589 w 3242958"/>
              <a:gd name="connsiteY861" fmla="*/ 2020564 h 2476997"/>
              <a:gd name="connsiteX862" fmla="*/ 1539010 w 3242958"/>
              <a:gd name="connsiteY862" fmla="*/ 2032143 h 2476997"/>
              <a:gd name="connsiteX863" fmla="*/ 1524889 w 3242958"/>
              <a:gd name="connsiteY863" fmla="*/ 2032143 h 2476997"/>
              <a:gd name="connsiteX864" fmla="*/ 1510202 w 3242958"/>
              <a:gd name="connsiteY864" fmla="*/ 2036944 h 2476997"/>
              <a:gd name="connsiteX865" fmla="*/ 1488452 w 3242958"/>
              <a:gd name="connsiteY865" fmla="*/ 2043722 h 2476997"/>
              <a:gd name="connsiteX866" fmla="*/ 1488452 w 3242958"/>
              <a:gd name="connsiteY866" fmla="*/ 2060669 h 2476997"/>
              <a:gd name="connsiteX867" fmla="*/ 1505117 w 3242958"/>
              <a:gd name="connsiteY867" fmla="*/ 2057564 h 2476997"/>
              <a:gd name="connsiteX868" fmla="*/ 1518392 w 3242958"/>
              <a:gd name="connsiteY868" fmla="*/ 2051349 h 2476997"/>
              <a:gd name="connsiteX869" fmla="*/ 1536750 w 3242958"/>
              <a:gd name="connsiteY869" fmla="*/ 2057279 h 2476997"/>
              <a:gd name="connsiteX870" fmla="*/ 1544095 w 3242958"/>
              <a:gd name="connsiteY870" fmla="*/ 2065754 h 2476997"/>
              <a:gd name="connsiteX871" fmla="*/ 1548896 w 3242958"/>
              <a:gd name="connsiteY871" fmla="*/ 2088912 h 2476997"/>
              <a:gd name="connsiteX872" fmla="*/ 1546070 w 3242958"/>
              <a:gd name="connsiteY872" fmla="*/ 2098517 h 2476997"/>
              <a:gd name="connsiteX873" fmla="*/ 1529408 w 3242958"/>
              <a:gd name="connsiteY873" fmla="*/ 2110378 h 2476997"/>
              <a:gd name="connsiteX874" fmla="*/ 1510199 w 3242958"/>
              <a:gd name="connsiteY874" fmla="*/ 2117438 h 2476997"/>
              <a:gd name="connsiteX875" fmla="*/ 1504269 w 3242958"/>
              <a:gd name="connsiteY875" fmla="*/ 2128454 h 2476997"/>
              <a:gd name="connsiteX876" fmla="*/ 1513592 w 3242958"/>
              <a:gd name="connsiteY876" fmla="*/ 2135799 h 2476997"/>
              <a:gd name="connsiteX877" fmla="*/ 1539010 w 3242958"/>
              <a:gd name="connsiteY877" fmla="*/ 2130998 h 2476997"/>
              <a:gd name="connsiteX878" fmla="*/ 1558215 w 3242958"/>
              <a:gd name="connsiteY878" fmla="*/ 2130998 h 2476997"/>
              <a:gd name="connsiteX879" fmla="*/ 1581940 w 3242958"/>
              <a:gd name="connsiteY879" fmla="*/ 2126194 h 2476997"/>
              <a:gd name="connsiteX880" fmla="*/ 1602558 w 3242958"/>
              <a:gd name="connsiteY880" fmla="*/ 2126194 h 2476997"/>
              <a:gd name="connsiteX881" fmla="*/ 1618940 w 3242958"/>
              <a:gd name="connsiteY881" fmla="*/ 2154438 h 2476997"/>
              <a:gd name="connsiteX882" fmla="*/ 1588719 w 3242958"/>
              <a:gd name="connsiteY882" fmla="*/ 2197935 h 2476997"/>
              <a:gd name="connsiteX883" fmla="*/ 1560475 w 3242958"/>
              <a:gd name="connsiteY883" fmla="*/ 2193131 h 2476997"/>
              <a:gd name="connsiteX884" fmla="*/ 1515285 w 3242958"/>
              <a:gd name="connsiteY884" fmla="*/ 2194827 h 2476997"/>
              <a:gd name="connsiteX885" fmla="*/ 1490430 w 3242958"/>
              <a:gd name="connsiteY885" fmla="*/ 2194827 h 2476997"/>
              <a:gd name="connsiteX886" fmla="*/ 1468683 w 3242958"/>
              <a:gd name="connsiteY886" fmla="*/ 2197087 h 2476997"/>
              <a:gd name="connsiteX887" fmla="*/ 1444392 w 3242958"/>
              <a:gd name="connsiteY887" fmla="*/ 2201043 h 2476997"/>
              <a:gd name="connsiteX888" fmla="*/ 1416148 w 3242958"/>
              <a:gd name="connsiteY888" fmla="*/ 2206973 h 2476997"/>
              <a:gd name="connsiteX889" fmla="*/ 1385363 w 3242958"/>
              <a:gd name="connsiteY889" fmla="*/ 2210078 h 2476997"/>
              <a:gd name="connsiteX890" fmla="*/ 1353730 w 3242958"/>
              <a:gd name="connsiteY890" fmla="*/ 2217986 h 2476997"/>
              <a:gd name="connsiteX891" fmla="*/ 1333961 w 3242958"/>
              <a:gd name="connsiteY891" fmla="*/ 2207821 h 2476997"/>
              <a:gd name="connsiteX892" fmla="*/ 1329442 w 3242958"/>
              <a:gd name="connsiteY892" fmla="*/ 2181270 h 2476997"/>
              <a:gd name="connsiteX893" fmla="*/ 1329442 w 3242958"/>
              <a:gd name="connsiteY893" fmla="*/ 2169125 h 2476997"/>
              <a:gd name="connsiteX894" fmla="*/ 1336220 w 3242958"/>
              <a:gd name="connsiteY894" fmla="*/ 2155004 h 2476997"/>
              <a:gd name="connsiteX895" fmla="*/ 1343562 w 3242958"/>
              <a:gd name="connsiteY895" fmla="*/ 2149071 h 2476997"/>
              <a:gd name="connsiteX896" fmla="*/ 1352600 w 3242958"/>
              <a:gd name="connsiteY896" fmla="*/ 2153590 h 2476997"/>
              <a:gd name="connsiteX897" fmla="*/ 1380844 w 3242958"/>
              <a:gd name="connsiteY897" fmla="*/ 2144270 h 2476997"/>
              <a:gd name="connsiteX898" fmla="*/ 1415018 w 3242958"/>
              <a:gd name="connsiteY898" fmla="*/ 2129302 h 2476997"/>
              <a:gd name="connsiteX899" fmla="*/ 1409370 w 3242958"/>
              <a:gd name="connsiteY899" fmla="*/ 2119700 h 2476997"/>
              <a:gd name="connsiteX900" fmla="*/ 1395531 w 3242958"/>
              <a:gd name="connsiteY900" fmla="*/ 2117723 h 2476997"/>
              <a:gd name="connsiteX901" fmla="*/ 1383670 w 3242958"/>
              <a:gd name="connsiteY901" fmla="*/ 2111789 h 2476997"/>
              <a:gd name="connsiteX902" fmla="*/ 1383670 w 3242958"/>
              <a:gd name="connsiteY902" fmla="*/ 2100492 h 2476997"/>
              <a:gd name="connsiteX903" fmla="*/ 1385363 w 3242958"/>
              <a:gd name="connsiteY903" fmla="*/ 2086371 h 2476997"/>
              <a:gd name="connsiteX904" fmla="*/ 1392990 w 3242958"/>
              <a:gd name="connsiteY904" fmla="*/ 2076203 h 2476997"/>
              <a:gd name="connsiteX905" fmla="*/ 1400616 w 3242958"/>
              <a:gd name="connsiteY905" fmla="*/ 2078745 h 2476997"/>
              <a:gd name="connsiteX906" fmla="*/ 1409088 w 3242958"/>
              <a:gd name="connsiteY906" fmla="*/ 2077333 h 2476997"/>
              <a:gd name="connsiteX907" fmla="*/ 1417278 w 3242958"/>
              <a:gd name="connsiteY907" fmla="*/ 2077333 h 2476997"/>
              <a:gd name="connsiteX908" fmla="*/ 1424623 w 3242958"/>
              <a:gd name="connsiteY908" fmla="*/ 2070836 h 2476997"/>
              <a:gd name="connsiteX909" fmla="*/ 1426601 w 3242958"/>
              <a:gd name="connsiteY909" fmla="*/ 2054175 h 2476997"/>
              <a:gd name="connsiteX910" fmla="*/ 1416714 w 3242958"/>
              <a:gd name="connsiteY910" fmla="*/ 2054172 h 2476997"/>
              <a:gd name="connsiteX911" fmla="*/ 1403721 w 3242958"/>
              <a:gd name="connsiteY911" fmla="*/ 2057846 h 2476997"/>
              <a:gd name="connsiteX912" fmla="*/ 1391860 w 3242958"/>
              <a:gd name="connsiteY912" fmla="*/ 2060387 h 2476997"/>
              <a:gd name="connsiteX913" fmla="*/ 1382255 w 3242958"/>
              <a:gd name="connsiteY913" fmla="*/ 2058975 h 2476997"/>
              <a:gd name="connsiteX914" fmla="*/ 1377455 w 3242958"/>
              <a:gd name="connsiteY914" fmla="*/ 2051631 h 2476997"/>
              <a:gd name="connsiteX915" fmla="*/ 1373784 w 3242958"/>
              <a:gd name="connsiteY915" fmla="*/ 2040615 h 2476997"/>
              <a:gd name="connsiteX916" fmla="*/ 1365309 w 3242958"/>
              <a:gd name="connsiteY916" fmla="*/ 2024798 h 2476997"/>
              <a:gd name="connsiteX917" fmla="*/ 1360508 w 3242958"/>
              <a:gd name="connsiteY917" fmla="*/ 2007007 h 2476997"/>
              <a:gd name="connsiteX918" fmla="*/ 1369828 w 3242958"/>
              <a:gd name="connsiteY918" fmla="*/ 1980174 h 2476997"/>
              <a:gd name="connsiteX919" fmla="*/ 1365309 w 3242958"/>
              <a:gd name="connsiteY919" fmla="*/ 1936962 h 2476997"/>
              <a:gd name="connsiteX920" fmla="*/ 1359942 w 3242958"/>
              <a:gd name="connsiteY920" fmla="*/ 1918320 h 2476997"/>
              <a:gd name="connsiteX921" fmla="*/ 1361920 w 3242958"/>
              <a:gd name="connsiteY921" fmla="*/ 1904481 h 2476997"/>
              <a:gd name="connsiteX922" fmla="*/ 1366724 w 3242958"/>
              <a:gd name="connsiteY922" fmla="*/ 1880474 h 2476997"/>
              <a:gd name="connsiteX923" fmla="*/ 1378584 w 3242958"/>
              <a:gd name="connsiteY923" fmla="*/ 1856183 h 2476997"/>
              <a:gd name="connsiteX924" fmla="*/ 1393835 w 3242958"/>
              <a:gd name="connsiteY924" fmla="*/ 1865221 h 2476997"/>
              <a:gd name="connsiteX925" fmla="*/ 1408240 w 3242958"/>
              <a:gd name="connsiteY925" fmla="*/ 1863810 h 2476997"/>
              <a:gd name="connsiteX926" fmla="*/ 1426882 w 3242958"/>
              <a:gd name="connsiteY926" fmla="*/ 1857879 h 2476997"/>
              <a:gd name="connsiteX927" fmla="*/ 1459079 w 3242958"/>
              <a:gd name="connsiteY927" fmla="*/ 1844604 h 2476997"/>
              <a:gd name="connsiteX928" fmla="*/ 1484500 w 3242958"/>
              <a:gd name="connsiteY928" fmla="*/ 1842062 h 2476997"/>
              <a:gd name="connsiteX929" fmla="*/ 1560757 w 3242958"/>
              <a:gd name="connsiteY929" fmla="*/ 1817490 h 2476997"/>
              <a:gd name="connsiteX930" fmla="*/ 840821 w 3242958"/>
              <a:gd name="connsiteY930" fmla="*/ 1744338 h 2476997"/>
              <a:gd name="connsiteX931" fmla="*/ 853812 w 3242958"/>
              <a:gd name="connsiteY931" fmla="*/ 1745749 h 2476997"/>
              <a:gd name="connsiteX932" fmla="*/ 869913 w 3242958"/>
              <a:gd name="connsiteY932" fmla="*/ 1745749 h 2476997"/>
              <a:gd name="connsiteX933" fmla="*/ 878384 w 3242958"/>
              <a:gd name="connsiteY933" fmla="*/ 1752246 h 2476997"/>
              <a:gd name="connsiteX934" fmla="*/ 893353 w 3242958"/>
              <a:gd name="connsiteY934" fmla="*/ 1756765 h 2476997"/>
              <a:gd name="connsiteX935" fmla="*/ 898157 w 3242958"/>
              <a:gd name="connsiteY935" fmla="*/ 1774277 h 2476997"/>
              <a:gd name="connsiteX936" fmla="*/ 909736 w 3242958"/>
              <a:gd name="connsiteY936" fmla="*/ 1799977 h 2476997"/>
              <a:gd name="connsiteX937" fmla="*/ 895331 w 3242958"/>
              <a:gd name="connsiteY937" fmla="*/ 1826243 h 2476997"/>
              <a:gd name="connsiteX938" fmla="*/ 898157 w 3242958"/>
              <a:gd name="connsiteY938" fmla="*/ 1834999 h 2476997"/>
              <a:gd name="connsiteX939" fmla="*/ 948995 w 3242958"/>
              <a:gd name="connsiteY939" fmla="*/ 1823138 h 2476997"/>
              <a:gd name="connsiteX940" fmla="*/ 977239 w 3242958"/>
              <a:gd name="connsiteY940" fmla="*/ 1816360 h 2476997"/>
              <a:gd name="connsiteX941" fmla="*/ 989948 w 3242958"/>
              <a:gd name="connsiteY941" fmla="*/ 1821724 h 2476997"/>
              <a:gd name="connsiteX942" fmla="*/ 1002939 w 3242958"/>
              <a:gd name="connsiteY942" fmla="*/ 1825961 h 2476997"/>
              <a:gd name="connsiteX943" fmla="*/ 1018192 w 3242958"/>
              <a:gd name="connsiteY943" fmla="*/ 1839518 h 2476997"/>
              <a:gd name="connsiteX944" fmla="*/ 1017628 w 3242958"/>
              <a:gd name="connsiteY944" fmla="*/ 1837259 h 2476997"/>
              <a:gd name="connsiteX945" fmla="*/ 1024689 w 3242958"/>
              <a:gd name="connsiteY945" fmla="*/ 1844885 h 2476997"/>
              <a:gd name="connsiteX946" fmla="*/ 1024689 w 3242958"/>
              <a:gd name="connsiteY946" fmla="*/ 1860702 h 2476997"/>
              <a:gd name="connsiteX947" fmla="*/ 996445 w 3242958"/>
              <a:gd name="connsiteY947" fmla="*/ 1884708 h 2476997"/>
              <a:gd name="connsiteX948" fmla="*/ 981476 w 3242958"/>
              <a:gd name="connsiteY948" fmla="*/ 1879907 h 2476997"/>
              <a:gd name="connsiteX949" fmla="*/ 955774 w 3242958"/>
              <a:gd name="connsiteY949" fmla="*/ 1881885 h 2476997"/>
              <a:gd name="connsiteX950" fmla="*/ 935438 w 3242958"/>
              <a:gd name="connsiteY950" fmla="*/ 1884145 h 2476997"/>
              <a:gd name="connsiteX951" fmla="*/ 917081 w 3242958"/>
              <a:gd name="connsiteY951" fmla="*/ 1889794 h 2476997"/>
              <a:gd name="connsiteX952" fmla="*/ 898438 w 3242958"/>
              <a:gd name="connsiteY952" fmla="*/ 1896572 h 2476997"/>
              <a:gd name="connsiteX953" fmla="*/ 880644 w 3242958"/>
              <a:gd name="connsiteY953" fmla="*/ 1896572 h 2476997"/>
              <a:gd name="connsiteX954" fmla="*/ 854660 w 3242958"/>
              <a:gd name="connsiteY954" fmla="*/ 1907588 h 2476997"/>
              <a:gd name="connsiteX955" fmla="*/ 793935 w 3242958"/>
              <a:gd name="connsiteY955" fmla="*/ 1922556 h 2476997"/>
              <a:gd name="connsiteX956" fmla="*/ 777273 w 3242958"/>
              <a:gd name="connsiteY956" fmla="*/ 1927075 h 2476997"/>
              <a:gd name="connsiteX957" fmla="*/ 760609 w 3242958"/>
              <a:gd name="connsiteY957" fmla="*/ 1931310 h 2476997"/>
              <a:gd name="connsiteX958" fmla="*/ 745355 w 3242958"/>
              <a:gd name="connsiteY958" fmla="*/ 1935265 h 2476997"/>
              <a:gd name="connsiteX959" fmla="*/ 732365 w 3242958"/>
              <a:gd name="connsiteY959" fmla="*/ 1936958 h 2476997"/>
              <a:gd name="connsiteX960" fmla="*/ 718244 w 3242958"/>
              <a:gd name="connsiteY960" fmla="*/ 1940914 h 2476997"/>
              <a:gd name="connsiteX961" fmla="*/ 706099 w 3242958"/>
              <a:gd name="connsiteY961" fmla="*/ 1940914 h 2476997"/>
              <a:gd name="connsiteX962" fmla="*/ 696213 w 3242958"/>
              <a:gd name="connsiteY962" fmla="*/ 1940914 h 2476997"/>
              <a:gd name="connsiteX963" fmla="*/ 680396 w 3242958"/>
              <a:gd name="connsiteY963" fmla="*/ 1945151 h 2476997"/>
              <a:gd name="connsiteX964" fmla="*/ 667121 w 3242958"/>
              <a:gd name="connsiteY964" fmla="*/ 1949670 h 2476997"/>
              <a:gd name="connsiteX965" fmla="*/ 655542 w 3242958"/>
              <a:gd name="connsiteY965" fmla="*/ 1956449 h 2476997"/>
              <a:gd name="connsiteX966" fmla="*/ 646222 w 3242958"/>
              <a:gd name="connsiteY966" fmla="*/ 1949670 h 2476997"/>
              <a:gd name="connsiteX967" fmla="*/ 628991 w 3242958"/>
              <a:gd name="connsiteY967" fmla="*/ 1949670 h 2476997"/>
              <a:gd name="connsiteX968" fmla="*/ 624475 w 3242958"/>
              <a:gd name="connsiteY968" fmla="*/ 1931594 h 2476997"/>
              <a:gd name="connsiteX969" fmla="*/ 624475 w 3242958"/>
              <a:gd name="connsiteY969" fmla="*/ 1916341 h 2476997"/>
              <a:gd name="connsiteX970" fmla="*/ 627864 w 3242958"/>
              <a:gd name="connsiteY970" fmla="*/ 1904480 h 2476997"/>
              <a:gd name="connsiteX971" fmla="*/ 662038 w 3242958"/>
              <a:gd name="connsiteY971" fmla="*/ 1886968 h 2476997"/>
              <a:gd name="connsiteX972" fmla="*/ 671076 w 3242958"/>
              <a:gd name="connsiteY972" fmla="*/ 1892335 h 2476997"/>
              <a:gd name="connsiteX973" fmla="*/ 690846 w 3242958"/>
              <a:gd name="connsiteY973" fmla="*/ 1885556 h 2476997"/>
              <a:gd name="connsiteX974" fmla="*/ 737732 w 3242958"/>
              <a:gd name="connsiteY974" fmla="*/ 1876237 h 2476997"/>
              <a:gd name="connsiteX975" fmla="*/ 757783 w 3242958"/>
              <a:gd name="connsiteY975" fmla="*/ 1873411 h 2476997"/>
              <a:gd name="connsiteX976" fmla="*/ 794501 w 3242958"/>
              <a:gd name="connsiteY976" fmla="*/ 1862113 h 2476997"/>
              <a:gd name="connsiteX977" fmla="*/ 809470 w 3242958"/>
              <a:gd name="connsiteY977" fmla="*/ 1853357 h 2476997"/>
              <a:gd name="connsiteX978" fmla="*/ 807776 w 3242958"/>
              <a:gd name="connsiteY978" fmla="*/ 1843192 h 2476997"/>
              <a:gd name="connsiteX979" fmla="*/ 797324 w 3242958"/>
              <a:gd name="connsiteY979" fmla="*/ 1839800 h 2476997"/>
              <a:gd name="connsiteX980" fmla="*/ 787159 w 3242958"/>
              <a:gd name="connsiteY980" fmla="*/ 1832176 h 2476997"/>
              <a:gd name="connsiteX981" fmla="*/ 789700 w 3242958"/>
              <a:gd name="connsiteY981" fmla="*/ 1821442 h 2476997"/>
              <a:gd name="connsiteX982" fmla="*/ 793371 w 3242958"/>
              <a:gd name="connsiteY982" fmla="*/ 1811274 h 2476997"/>
              <a:gd name="connsiteX983" fmla="*/ 797609 w 3242958"/>
              <a:gd name="connsiteY983" fmla="*/ 1798847 h 2476997"/>
              <a:gd name="connsiteX984" fmla="*/ 784615 w 3242958"/>
              <a:gd name="connsiteY984" fmla="*/ 1767214 h 2476997"/>
              <a:gd name="connsiteX985" fmla="*/ 788571 w 3242958"/>
              <a:gd name="connsiteY985" fmla="*/ 1756483 h 2476997"/>
              <a:gd name="connsiteX986" fmla="*/ 807776 w 3242958"/>
              <a:gd name="connsiteY986" fmla="*/ 1753094 h 2476997"/>
              <a:gd name="connsiteX987" fmla="*/ 819074 w 3242958"/>
              <a:gd name="connsiteY987" fmla="*/ 1748575 h 2476997"/>
              <a:gd name="connsiteX988" fmla="*/ 829805 w 3242958"/>
              <a:gd name="connsiteY988" fmla="*/ 1748575 h 2476997"/>
              <a:gd name="connsiteX989" fmla="*/ 840821 w 3242958"/>
              <a:gd name="connsiteY989" fmla="*/ 1744338 h 2476997"/>
              <a:gd name="connsiteX990" fmla="*/ 3094394 w 3242958"/>
              <a:gd name="connsiteY990" fmla="*/ 1740385 h 2476997"/>
              <a:gd name="connsiteX991" fmla="*/ 3112470 w 3242958"/>
              <a:gd name="connsiteY991" fmla="*/ 1754224 h 2476997"/>
              <a:gd name="connsiteX992" fmla="*/ 3104844 w 3242958"/>
              <a:gd name="connsiteY992" fmla="*/ 1776537 h 2476997"/>
              <a:gd name="connsiteX993" fmla="*/ 3090157 w 3242958"/>
              <a:gd name="connsiteY993" fmla="*/ 1796024 h 2476997"/>
              <a:gd name="connsiteX994" fmla="*/ 3090160 w 3242958"/>
              <a:gd name="connsiteY994" fmla="*/ 1813537 h 2476997"/>
              <a:gd name="connsiteX995" fmla="*/ 3099761 w 3242958"/>
              <a:gd name="connsiteY995" fmla="*/ 1827376 h 2476997"/>
              <a:gd name="connsiteX996" fmla="*/ 3079426 w 3242958"/>
              <a:gd name="connsiteY996" fmla="*/ 1868047 h 2476997"/>
              <a:gd name="connsiteX997" fmla="*/ 3064173 w 3242958"/>
              <a:gd name="connsiteY997" fmla="*/ 1890076 h 2476997"/>
              <a:gd name="connsiteX998" fmla="*/ 3082533 w 3242958"/>
              <a:gd name="connsiteY998" fmla="*/ 1899962 h 2476997"/>
              <a:gd name="connsiteX999" fmla="*/ 3091572 w 3242958"/>
              <a:gd name="connsiteY999" fmla="*/ 1914367 h 2476997"/>
              <a:gd name="connsiteX1000" fmla="*/ 3107951 w 3242958"/>
              <a:gd name="connsiteY1000" fmla="*/ 1897139 h 2476997"/>
              <a:gd name="connsiteX1001" fmla="*/ 3093265 w 3242958"/>
              <a:gd name="connsiteY1001" fmla="*/ 1892335 h 2476997"/>
              <a:gd name="connsiteX1002" fmla="*/ 3089875 w 3242958"/>
              <a:gd name="connsiteY1002" fmla="*/ 1875674 h 2476997"/>
              <a:gd name="connsiteX1003" fmla="*/ 3099480 w 3242958"/>
              <a:gd name="connsiteY1003" fmla="*/ 1868329 h 2476997"/>
              <a:gd name="connsiteX1004" fmla="*/ 3107388 w 3242958"/>
              <a:gd name="connsiteY1004" fmla="*/ 1858724 h 2476997"/>
              <a:gd name="connsiteX1005" fmla="*/ 3107388 w 3242958"/>
              <a:gd name="connsiteY1005" fmla="*/ 1842626 h 2476997"/>
              <a:gd name="connsiteX1006" fmla="*/ 3121227 w 3242958"/>
              <a:gd name="connsiteY1006" fmla="*/ 1835847 h 2476997"/>
              <a:gd name="connsiteX1007" fmla="*/ 3129135 w 3242958"/>
              <a:gd name="connsiteY1007" fmla="*/ 1823702 h 2476997"/>
              <a:gd name="connsiteX1008" fmla="*/ 3132806 w 3242958"/>
              <a:gd name="connsiteY1008" fmla="*/ 1810711 h 2476997"/>
              <a:gd name="connsiteX1009" fmla="*/ 3122920 w 3242958"/>
              <a:gd name="connsiteY1009" fmla="*/ 1786986 h 2476997"/>
              <a:gd name="connsiteX1010" fmla="*/ 3172629 w 3242958"/>
              <a:gd name="connsiteY1010" fmla="*/ 1760720 h 2476997"/>
              <a:gd name="connsiteX1011" fmla="*/ 3177148 w 3242958"/>
              <a:gd name="connsiteY1011" fmla="*/ 1754505 h 2476997"/>
              <a:gd name="connsiteX1012" fmla="*/ 3191835 w 3242958"/>
              <a:gd name="connsiteY1012" fmla="*/ 1752530 h 2476997"/>
              <a:gd name="connsiteX1013" fmla="*/ 3207936 w 3242958"/>
              <a:gd name="connsiteY1013" fmla="*/ 1762698 h 2476997"/>
              <a:gd name="connsiteX1014" fmla="*/ 3211888 w 3242958"/>
              <a:gd name="connsiteY1014" fmla="*/ 1774277 h 2476997"/>
              <a:gd name="connsiteX1015" fmla="*/ 3210195 w 3242958"/>
              <a:gd name="connsiteY1015" fmla="*/ 1795176 h 2476997"/>
              <a:gd name="connsiteX1016" fmla="*/ 3188445 w 3242958"/>
              <a:gd name="connsiteY1016" fmla="*/ 1813252 h 2476997"/>
              <a:gd name="connsiteX1017" fmla="*/ 3171217 w 3242958"/>
              <a:gd name="connsiteY1017" fmla="*/ 1854490 h 2476997"/>
              <a:gd name="connsiteX1018" fmla="*/ 3166135 w 3242958"/>
              <a:gd name="connsiteY1018" fmla="*/ 1868895 h 2476997"/>
              <a:gd name="connsiteX1019" fmla="*/ 3161898 w 3242958"/>
              <a:gd name="connsiteY1019" fmla="*/ 1885557 h 2476997"/>
              <a:gd name="connsiteX1020" fmla="*/ 3158227 w 3242958"/>
              <a:gd name="connsiteY1020" fmla="*/ 1907022 h 2476997"/>
              <a:gd name="connsiteX1021" fmla="*/ 3168395 w 3242958"/>
              <a:gd name="connsiteY1021" fmla="*/ 1910130 h 2476997"/>
              <a:gd name="connsiteX1022" fmla="*/ 3187600 w 3242958"/>
              <a:gd name="connsiteY1022" fmla="*/ 1899395 h 2476997"/>
              <a:gd name="connsiteX1023" fmla="*/ 3200873 w 3242958"/>
              <a:gd name="connsiteY1023" fmla="*/ 1899395 h 2476997"/>
              <a:gd name="connsiteX1024" fmla="*/ 3211607 w 3242958"/>
              <a:gd name="connsiteY1024" fmla="*/ 1907304 h 2476997"/>
              <a:gd name="connsiteX1025" fmla="*/ 3223752 w 3242958"/>
              <a:gd name="connsiteY1025" fmla="*/ 1910978 h 2476997"/>
              <a:gd name="connsiteX1026" fmla="*/ 3230354 w 3242958"/>
              <a:gd name="connsiteY1026" fmla="*/ 1912319 h 2476997"/>
              <a:gd name="connsiteX1027" fmla="*/ 3235956 w 3242958"/>
              <a:gd name="connsiteY1027" fmla="*/ 1914997 h 2476997"/>
              <a:gd name="connsiteX1028" fmla="*/ 3242958 w 3242958"/>
              <a:gd name="connsiteY1028" fmla="*/ 1945152 h 2476997"/>
              <a:gd name="connsiteX1029" fmla="*/ 3235332 w 3242958"/>
              <a:gd name="connsiteY1029" fmla="*/ 1973396 h 2476997"/>
              <a:gd name="connsiteX1030" fmla="*/ 3192119 w 3242958"/>
              <a:gd name="connsiteY1030" fmla="*/ 1984975 h 2476997"/>
              <a:gd name="connsiteX1031" fmla="*/ 3178844 w 3242958"/>
              <a:gd name="connsiteY1031" fmla="*/ 1990624 h 2476997"/>
              <a:gd name="connsiteX1032" fmla="*/ 3162179 w 3242958"/>
              <a:gd name="connsiteY1032" fmla="*/ 1988930 h 2476997"/>
              <a:gd name="connsiteX1033" fmla="*/ 3140714 w 3242958"/>
              <a:gd name="connsiteY1033" fmla="*/ 1988930 h 2476997"/>
              <a:gd name="connsiteX1034" fmla="*/ 3103999 w 3242958"/>
              <a:gd name="connsiteY1034" fmla="*/ 2014915 h 2476997"/>
              <a:gd name="connsiteX1035" fmla="*/ 3090442 w 3242958"/>
              <a:gd name="connsiteY1035" fmla="*/ 2029320 h 2476997"/>
              <a:gd name="connsiteX1036" fmla="*/ 3072081 w 3242958"/>
              <a:gd name="connsiteY1036" fmla="*/ 2047678 h 2476997"/>
              <a:gd name="connsiteX1037" fmla="*/ 3068692 w 3242958"/>
              <a:gd name="connsiteY1037" fmla="*/ 2068013 h 2476997"/>
              <a:gd name="connsiteX1038" fmla="*/ 3078860 w 3242958"/>
              <a:gd name="connsiteY1038" fmla="*/ 2069991 h 2476997"/>
              <a:gd name="connsiteX1039" fmla="*/ 3097502 w 3242958"/>
              <a:gd name="connsiteY1039" fmla="*/ 2062646 h 2476997"/>
              <a:gd name="connsiteX1040" fmla="*/ 3109648 w 3242958"/>
              <a:gd name="connsiteY1040" fmla="*/ 2056149 h 2476997"/>
              <a:gd name="connsiteX1041" fmla="*/ 3130828 w 3242958"/>
              <a:gd name="connsiteY1041" fmla="*/ 2066883 h 2476997"/>
              <a:gd name="connsiteX1042" fmla="*/ 3151448 w 3242958"/>
              <a:gd name="connsiteY1042" fmla="*/ 2075355 h 2476997"/>
              <a:gd name="connsiteX1043" fmla="*/ 3159638 w 3242958"/>
              <a:gd name="connsiteY1043" fmla="*/ 2083548 h 2476997"/>
              <a:gd name="connsiteX1044" fmla="*/ 3154271 w 3242958"/>
              <a:gd name="connsiteY1044" fmla="*/ 2105295 h 2476997"/>
              <a:gd name="connsiteX1045" fmla="*/ 3141844 w 3242958"/>
              <a:gd name="connsiteY1045" fmla="*/ 2115744 h 2476997"/>
              <a:gd name="connsiteX1046" fmla="*/ 3120097 w 3242958"/>
              <a:gd name="connsiteY1046" fmla="*/ 2119697 h 2476997"/>
              <a:gd name="connsiteX1047" fmla="*/ 3105410 w 3242958"/>
              <a:gd name="connsiteY1047" fmla="*/ 2124782 h 2476997"/>
              <a:gd name="connsiteX1048" fmla="*/ 3071518 w 3242958"/>
              <a:gd name="connsiteY1048" fmla="*/ 2140036 h 2476997"/>
              <a:gd name="connsiteX1049" fmla="*/ 3072929 w 3242958"/>
              <a:gd name="connsiteY1049" fmla="*/ 2163760 h 2476997"/>
              <a:gd name="connsiteX1050" fmla="*/ 3070388 w 3242958"/>
              <a:gd name="connsiteY1050" fmla="*/ 2183811 h 2476997"/>
              <a:gd name="connsiteX1051" fmla="*/ 3065587 w 3242958"/>
              <a:gd name="connsiteY1051" fmla="*/ 2206973 h 2476997"/>
              <a:gd name="connsiteX1052" fmla="*/ 3056831 w 3242958"/>
              <a:gd name="connsiteY1052" fmla="*/ 2222223 h 2476997"/>
              <a:gd name="connsiteX1053" fmla="*/ 3039885 w 3242958"/>
              <a:gd name="connsiteY1053" fmla="*/ 2255552 h 2476997"/>
              <a:gd name="connsiteX1054" fmla="*/ 3015030 w 3242958"/>
              <a:gd name="connsiteY1054" fmla="*/ 2264305 h 2476997"/>
              <a:gd name="connsiteX1055" fmla="*/ 2994976 w 3242958"/>
              <a:gd name="connsiteY1055" fmla="*/ 2269954 h 2476997"/>
              <a:gd name="connsiteX1056" fmla="*/ 2964758 w 3242958"/>
              <a:gd name="connsiteY1056" fmla="*/ 2269954 h 2476997"/>
              <a:gd name="connsiteX1057" fmla="*/ 2963062 w 3242958"/>
              <a:gd name="connsiteY1057" fmla="*/ 2251881 h 2476997"/>
              <a:gd name="connsiteX1058" fmla="*/ 2934818 w 3242958"/>
              <a:gd name="connsiteY1058" fmla="*/ 2223637 h 2476997"/>
              <a:gd name="connsiteX1059" fmla="*/ 2950353 w 3242958"/>
              <a:gd name="connsiteY1059" fmla="*/ 2215729 h 2476997"/>
              <a:gd name="connsiteX1060" fmla="*/ 2987916 w 3242958"/>
              <a:gd name="connsiteY1060" fmla="*/ 2208947 h 2476997"/>
              <a:gd name="connsiteX1061" fmla="*/ 3017571 w 3242958"/>
              <a:gd name="connsiteY1061" fmla="*/ 2158393 h 2476997"/>
              <a:gd name="connsiteX1062" fmla="*/ 3009381 w 3242958"/>
              <a:gd name="connsiteY1062" fmla="*/ 2146529 h 2476997"/>
              <a:gd name="connsiteX1063" fmla="*/ 2981138 w 3242958"/>
              <a:gd name="connsiteY1063" fmla="*/ 2151615 h 2476997"/>
              <a:gd name="connsiteX1064" fmla="*/ 2952894 w 3242958"/>
              <a:gd name="connsiteY1064" fmla="*/ 2156416 h 2476997"/>
              <a:gd name="connsiteX1065" fmla="*/ 2929451 w 3242958"/>
              <a:gd name="connsiteY1065" fmla="*/ 2164887 h 2476997"/>
              <a:gd name="connsiteX1066" fmla="*/ 2908270 w 3242958"/>
              <a:gd name="connsiteY1066" fmla="*/ 2159805 h 2476997"/>
              <a:gd name="connsiteX1067" fmla="*/ 2898948 w 3242958"/>
              <a:gd name="connsiteY1067" fmla="*/ 2155567 h 2476997"/>
              <a:gd name="connsiteX1068" fmla="*/ 2896688 w 3242958"/>
              <a:gd name="connsiteY1068" fmla="*/ 2140033 h 2476997"/>
              <a:gd name="connsiteX1069" fmla="*/ 2900925 w 3242958"/>
              <a:gd name="connsiteY1069" fmla="*/ 2118852 h 2476997"/>
              <a:gd name="connsiteX1070" fmla="*/ 2926343 w 3242958"/>
              <a:gd name="connsiteY1070" fmla="*/ 2103035 h 2476997"/>
              <a:gd name="connsiteX1071" fmla="*/ 2945267 w 3242958"/>
              <a:gd name="connsiteY1071" fmla="*/ 2107836 h 2476997"/>
              <a:gd name="connsiteX1072" fmla="*/ 2963343 w 3242958"/>
              <a:gd name="connsiteY1072" fmla="*/ 2096539 h 2476997"/>
              <a:gd name="connsiteX1073" fmla="*/ 2985657 w 3242958"/>
              <a:gd name="connsiteY1073" fmla="*/ 2090608 h 2476997"/>
              <a:gd name="connsiteX1074" fmla="*/ 2999214 w 3242958"/>
              <a:gd name="connsiteY1074" fmla="*/ 2083830 h 2476997"/>
              <a:gd name="connsiteX1075" fmla="*/ 3004014 w 3242958"/>
              <a:gd name="connsiteY1075" fmla="*/ 2075921 h 2476997"/>
              <a:gd name="connsiteX1076" fmla="*/ 3006274 w 3242958"/>
              <a:gd name="connsiteY1076" fmla="*/ 2059257 h 2476997"/>
              <a:gd name="connsiteX1077" fmla="*/ 3012489 w 3242958"/>
              <a:gd name="connsiteY1077" fmla="*/ 2042874 h 2476997"/>
              <a:gd name="connsiteX1078" fmla="*/ 2999495 w 3242958"/>
              <a:gd name="connsiteY1078" fmla="*/ 2042877 h 2476997"/>
              <a:gd name="connsiteX1079" fmla="*/ 2985375 w 3242958"/>
              <a:gd name="connsiteY1079" fmla="*/ 2052197 h 2476997"/>
              <a:gd name="connsiteX1080" fmla="*/ 2968992 w 3242958"/>
              <a:gd name="connsiteY1080" fmla="*/ 2060668 h 2476997"/>
              <a:gd name="connsiteX1081" fmla="*/ 2955435 w 3242958"/>
              <a:gd name="connsiteY1081" fmla="*/ 2060668 h 2476997"/>
              <a:gd name="connsiteX1082" fmla="*/ 2950068 w 3242958"/>
              <a:gd name="connsiteY1082" fmla="*/ 2048241 h 2476997"/>
              <a:gd name="connsiteX1083" fmla="*/ 2954024 w 3242958"/>
              <a:gd name="connsiteY1083" fmla="*/ 2029883 h 2476997"/>
              <a:gd name="connsiteX1084" fmla="*/ 2968429 w 3242958"/>
              <a:gd name="connsiteY1084" fmla="*/ 1995991 h 2476997"/>
              <a:gd name="connsiteX1085" fmla="*/ 2988480 w 3242958"/>
              <a:gd name="connsiteY1085" fmla="*/ 1994579 h 2476997"/>
              <a:gd name="connsiteX1086" fmla="*/ 2995824 w 3242958"/>
              <a:gd name="connsiteY1086" fmla="*/ 1989779 h 2476997"/>
              <a:gd name="connsiteX1087" fmla="*/ 3014464 w 3242958"/>
              <a:gd name="connsiteY1087" fmla="*/ 1987801 h 2476997"/>
              <a:gd name="connsiteX1088" fmla="*/ 3035929 w 3242958"/>
              <a:gd name="connsiteY1088" fmla="*/ 1982715 h 2476997"/>
              <a:gd name="connsiteX1089" fmla="*/ 3051746 w 3242958"/>
              <a:gd name="connsiteY1089" fmla="*/ 1979892 h 2476997"/>
              <a:gd name="connsiteX1090" fmla="*/ 3065021 w 3242958"/>
              <a:gd name="connsiteY1090" fmla="*/ 1975089 h 2476997"/>
              <a:gd name="connsiteX1091" fmla="*/ 3072929 w 3242958"/>
              <a:gd name="connsiteY1091" fmla="*/ 1969443 h 2476997"/>
              <a:gd name="connsiteX1092" fmla="*/ 3091572 w 3242958"/>
              <a:gd name="connsiteY1092" fmla="*/ 1969443 h 2476997"/>
              <a:gd name="connsiteX1093" fmla="*/ 3106822 w 3242958"/>
              <a:gd name="connsiteY1093" fmla="*/ 1969440 h 2476997"/>
              <a:gd name="connsiteX1094" fmla="*/ 3122356 w 3242958"/>
              <a:gd name="connsiteY1094" fmla="*/ 1973114 h 2476997"/>
              <a:gd name="connsiteX1095" fmla="*/ 3139866 w 3242958"/>
              <a:gd name="connsiteY1095" fmla="*/ 1964924 h 2476997"/>
              <a:gd name="connsiteX1096" fmla="*/ 3149189 w 3242958"/>
              <a:gd name="connsiteY1096" fmla="*/ 1946563 h 2476997"/>
              <a:gd name="connsiteX1097" fmla="*/ 3126594 w 3242958"/>
              <a:gd name="connsiteY1097" fmla="*/ 1949107 h 2476997"/>
              <a:gd name="connsiteX1098" fmla="*/ 3102587 w 3242958"/>
              <a:gd name="connsiteY1098" fmla="*/ 1952494 h 2476997"/>
              <a:gd name="connsiteX1099" fmla="*/ 3065021 w 3242958"/>
              <a:gd name="connsiteY1099" fmla="*/ 1956449 h 2476997"/>
              <a:gd name="connsiteX1100" fmla="*/ 3046100 w 3242958"/>
              <a:gd name="connsiteY1100" fmla="*/ 1960968 h 2476997"/>
              <a:gd name="connsiteX1101" fmla="*/ 3027176 w 3242958"/>
              <a:gd name="connsiteY1101" fmla="*/ 1964921 h 2476997"/>
              <a:gd name="connsiteX1102" fmla="*/ 2996391 w 3242958"/>
              <a:gd name="connsiteY1102" fmla="*/ 1968877 h 2476997"/>
              <a:gd name="connsiteX1103" fmla="*/ 2972948 w 3242958"/>
              <a:gd name="connsiteY1103" fmla="*/ 1973677 h 2476997"/>
              <a:gd name="connsiteX1104" fmla="*/ 2944704 w 3242958"/>
              <a:gd name="connsiteY1104" fmla="*/ 1984693 h 2476997"/>
              <a:gd name="connsiteX1105" fmla="*/ 2927191 w 3242958"/>
              <a:gd name="connsiteY1105" fmla="*/ 2007570 h 2476997"/>
              <a:gd name="connsiteX1106" fmla="*/ 2919001 w 3242958"/>
              <a:gd name="connsiteY1106" fmla="*/ 2017456 h 2476997"/>
              <a:gd name="connsiteX1107" fmla="*/ 2883131 w 3242958"/>
              <a:gd name="connsiteY1107" fmla="*/ 2045700 h 2476997"/>
              <a:gd name="connsiteX1108" fmla="*/ 2869574 w 3242958"/>
              <a:gd name="connsiteY1108" fmla="*/ 2040051 h 2476997"/>
              <a:gd name="connsiteX1109" fmla="*/ 2858843 w 3242958"/>
              <a:gd name="connsiteY1109" fmla="*/ 2007288 h 2476997"/>
              <a:gd name="connsiteX1110" fmla="*/ 2858843 w 3242958"/>
              <a:gd name="connsiteY1110" fmla="*/ 1974525 h 2476997"/>
              <a:gd name="connsiteX1111" fmla="*/ 2864210 w 3242958"/>
              <a:gd name="connsiteY1111" fmla="*/ 1961250 h 2476997"/>
              <a:gd name="connsiteX1112" fmla="*/ 2873530 w 3242958"/>
              <a:gd name="connsiteY1112" fmla="*/ 1955038 h 2476997"/>
              <a:gd name="connsiteX1113" fmla="*/ 2896406 w 3242958"/>
              <a:gd name="connsiteY1113" fmla="*/ 1917190 h 2476997"/>
              <a:gd name="connsiteX1114" fmla="*/ 2902900 w 3242958"/>
              <a:gd name="connsiteY1114" fmla="*/ 1917190 h 2476997"/>
              <a:gd name="connsiteX1115" fmla="*/ 2907704 w 3242958"/>
              <a:gd name="connsiteY1115" fmla="*/ 1945434 h 2476997"/>
              <a:gd name="connsiteX1116" fmla="*/ 2908134 w 3242958"/>
              <a:gd name="connsiteY1116" fmla="*/ 1948763 h 2476997"/>
              <a:gd name="connsiteX1117" fmla="*/ 2917590 w 3242958"/>
              <a:gd name="connsiteY1117" fmla="*/ 1953060 h 2476997"/>
              <a:gd name="connsiteX1118" fmla="*/ 2937359 w 3242958"/>
              <a:gd name="connsiteY1118" fmla="*/ 1945434 h 2476997"/>
              <a:gd name="connsiteX1119" fmla="*/ 2943856 w 3242958"/>
              <a:gd name="connsiteY1119" fmla="*/ 1938655 h 2476997"/>
              <a:gd name="connsiteX1120" fmla="*/ 2938771 w 3242958"/>
              <a:gd name="connsiteY1120" fmla="*/ 1925098 h 2476997"/>
              <a:gd name="connsiteX1121" fmla="*/ 2935381 w 3242958"/>
              <a:gd name="connsiteY1121" fmla="*/ 1905047 h 2476997"/>
              <a:gd name="connsiteX1122" fmla="*/ 2938489 w 3242958"/>
              <a:gd name="connsiteY1122" fmla="*/ 1864658 h 2476997"/>
              <a:gd name="connsiteX1123" fmla="*/ 2935381 w 3242958"/>
              <a:gd name="connsiteY1123" fmla="*/ 1821442 h 2476997"/>
              <a:gd name="connsiteX1124" fmla="*/ 2931710 w 3242958"/>
              <a:gd name="connsiteY1124" fmla="*/ 1796872 h 2476997"/>
              <a:gd name="connsiteX1125" fmla="*/ 2939619 w 3242958"/>
              <a:gd name="connsiteY1125" fmla="*/ 1782749 h 2476997"/>
              <a:gd name="connsiteX1126" fmla="*/ 2951482 w 3242958"/>
              <a:gd name="connsiteY1126" fmla="*/ 1782749 h 2476997"/>
              <a:gd name="connsiteX1127" fmla="*/ 2957413 w 3242958"/>
              <a:gd name="connsiteY1127" fmla="*/ 1778796 h 2476997"/>
              <a:gd name="connsiteX1128" fmla="*/ 2962495 w 3242958"/>
              <a:gd name="connsiteY1128" fmla="*/ 1786705 h 2476997"/>
              <a:gd name="connsiteX1129" fmla="*/ 2964758 w 3242958"/>
              <a:gd name="connsiteY1129" fmla="*/ 1800543 h 2476997"/>
              <a:gd name="connsiteX1130" fmla="*/ 2966169 w 3242958"/>
              <a:gd name="connsiteY1130" fmla="*/ 1817771 h 2476997"/>
              <a:gd name="connsiteX1131" fmla="*/ 2966169 w 3242958"/>
              <a:gd name="connsiteY1131" fmla="*/ 1828505 h 2476997"/>
              <a:gd name="connsiteX1132" fmla="*/ 2966169 w 3242958"/>
              <a:gd name="connsiteY1132" fmla="*/ 1840366 h 2476997"/>
              <a:gd name="connsiteX1133" fmla="*/ 2966169 w 3242958"/>
              <a:gd name="connsiteY1133" fmla="*/ 1855053 h 2476997"/>
              <a:gd name="connsiteX1134" fmla="*/ 2967862 w 3242958"/>
              <a:gd name="connsiteY1134" fmla="*/ 1883297 h 2476997"/>
              <a:gd name="connsiteX1135" fmla="*/ 2971533 w 3242958"/>
              <a:gd name="connsiteY1135" fmla="*/ 1902785 h 2476997"/>
              <a:gd name="connsiteX1136" fmla="*/ 2971533 w 3242958"/>
              <a:gd name="connsiteY1136" fmla="*/ 1917190 h 2476997"/>
              <a:gd name="connsiteX1137" fmla="*/ 2965885 w 3242958"/>
              <a:gd name="connsiteY1137" fmla="*/ 1934418 h 2476997"/>
              <a:gd name="connsiteX1138" fmla="*/ 2974077 w 3242958"/>
              <a:gd name="connsiteY1138" fmla="*/ 1942611 h 2476997"/>
              <a:gd name="connsiteX1139" fmla="*/ 2990176 w 3242958"/>
              <a:gd name="connsiteY1139" fmla="*/ 1938373 h 2476997"/>
              <a:gd name="connsiteX1140" fmla="*/ 3004299 w 3242958"/>
              <a:gd name="connsiteY1140" fmla="*/ 1938373 h 2476997"/>
              <a:gd name="connsiteX1141" fmla="*/ 3027176 w 3242958"/>
              <a:gd name="connsiteY1141" fmla="*/ 1934418 h 2476997"/>
              <a:gd name="connsiteX1142" fmla="*/ 3039603 w 3242958"/>
              <a:gd name="connsiteY1142" fmla="*/ 1930183 h 2476997"/>
              <a:gd name="connsiteX1143" fmla="*/ 3049489 w 3242958"/>
              <a:gd name="connsiteY1143" fmla="*/ 1923687 h 2476997"/>
              <a:gd name="connsiteX1144" fmla="*/ 3050900 w 3242958"/>
              <a:gd name="connsiteY1144" fmla="*/ 1916345 h 2476997"/>
              <a:gd name="connsiteX1145" fmla="*/ 3037062 w 3242958"/>
              <a:gd name="connsiteY1145" fmla="*/ 1914930 h 2476997"/>
              <a:gd name="connsiteX1146" fmla="*/ 3024635 w 3242958"/>
              <a:gd name="connsiteY1146" fmla="*/ 1920016 h 2476997"/>
              <a:gd name="connsiteX1147" fmla="*/ 3020961 w 3242958"/>
              <a:gd name="connsiteY1147" fmla="*/ 1908718 h 2476997"/>
              <a:gd name="connsiteX1148" fmla="*/ 3013619 w 3242958"/>
              <a:gd name="connsiteY1148" fmla="*/ 1899114 h 2476997"/>
              <a:gd name="connsiteX1149" fmla="*/ 3008533 w 3242958"/>
              <a:gd name="connsiteY1149" fmla="*/ 1913237 h 2476997"/>
              <a:gd name="connsiteX1150" fmla="*/ 3002603 w 3242958"/>
              <a:gd name="connsiteY1150" fmla="*/ 1921427 h 2476997"/>
              <a:gd name="connsiteX1151" fmla="*/ 2994128 w 3242958"/>
              <a:gd name="connsiteY1151" fmla="*/ 1926228 h 2476997"/>
              <a:gd name="connsiteX1152" fmla="*/ 2985657 w 3242958"/>
              <a:gd name="connsiteY1152" fmla="*/ 1910130 h 2476997"/>
              <a:gd name="connsiteX1153" fmla="*/ 2985657 w 3242958"/>
              <a:gd name="connsiteY1153" fmla="*/ 1876803 h 2476997"/>
              <a:gd name="connsiteX1154" fmla="*/ 2981983 w 3242958"/>
              <a:gd name="connsiteY1154" fmla="*/ 1854490 h 2476997"/>
              <a:gd name="connsiteX1155" fmla="*/ 2981983 w 3242958"/>
              <a:gd name="connsiteY1155" fmla="*/ 1822290 h 2476997"/>
              <a:gd name="connsiteX1156" fmla="*/ 2979726 w 3242958"/>
              <a:gd name="connsiteY1156" fmla="*/ 1811559 h 2476997"/>
              <a:gd name="connsiteX1157" fmla="*/ 2986220 w 3242958"/>
              <a:gd name="connsiteY1157" fmla="*/ 1796024 h 2476997"/>
              <a:gd name="connsiteX1158" fmla="*/ 2997236 w 3242958"/>
              <a:gd name="connsiteY1158" fmla="*/ 1790094 h 2476997"/>
              <a:gd name="connsiteX1159" fmla="*/ 3002321 w 3242958"/>
              <a:gd name="connsiteY1159" fmla="*/ 1807604 h 2476997"/>
              <a:gd name="connsiteX1160" fmla="*/ 3005992 w 3242958"/>
              <a:gd name="connsiteY1160" fmla="*/ 1818053 h 2476997"/>
              <a:gd name="connsiteX1161" fmla="*/ 3011075 w 3242958"/>
              <a:gd name="connsiteY1161" fmla="*/ 1854205 h 2476997"/>
              <a:gd name="connsiteX1162" fmla="*/ 3015878 w 3242958"/>
              <a:gd name="connsiteY1162" fmla="*/ 1862680 h 2476997"/>
              <a:gd name="connsiteX1163" fmla="*/ 3034518 w 3242958"/>
              <a:gd name="connsiteY1163" fmla="*/ 1862680 h 2476997"/>
              <a:gd name="connsiteX1164" fmla="*/ 3041581 w 3242958"/>
              <a:gd name="connsiteY1164" fmla="*/ 1871436 h 2476997"/>
              <a:gd name="connsiteX1165" fmla="*/ 3057961 w 3242958"/>
              <a:gd name="connsiteY1165" fmla="*/ 1855620 h 2476997"/>
              <a:gd name="connsiteX1166" fmla="*/ 3048923 w 3242958"/>
              <a:gd name="connsiteY1166" fmla="*/ 1833870 h 2476997"/>
              <a:gd name="connsiteX1167" fmla="*/ 3033670 w 3242958"/>
              <a:gd name="connsiteY1167" fmla="*/ 1839803 h 2476997"/>
              <a:gd name="connsiteX1168" fmla="*/ 3023220 w 3242958"/>
              <a:gd name="connsiteY1168" fmla="*/ 1844604 h 2476997"/>
              <a:gd name="connsiteX1169" fmla="*/ 3023220 w 3242958"/>
              <a:gd name="connsiteY1169" fmla="*/ 1823420 h 2476997"/>
              <a:gd name="connsiteX1170" fmla="*/ 3029717 w 3242958"/>
              <a:gd name="connsiteY1170" fmla="*/ 1805626 h 2476997"/>
              <a:gd name="connsiteX1171" fmla="*/ 3022657 w 3242958"/>
              <a:gd name="connsiteY1171" fmla="*/ 1786420 h 2476997"/>
              <a:gd name="connsiteX1172" fmla="*/ 3034518 w 3242958"/>
              <a:gd name="connsiteY1172" fmla="*/ 1774559 h 2476997"/>
              <a:gd name="connsiteX1173" fmla="*/ 3047511 w 3242958"/>
              <a:gd name="connsiteY1173" fmla="*/ 1785290 h 2476997"/>
              <a:gd name="connsiteX1174" fmla="*/ 3063609 w 3242958"/>
              <a:gd name="connsiteY1174" fmla="*/ 1764391 h 2476997"/>
              <a:gd name="connsiteX1175" fmla="*/ 3075470 w 3242958"/>
              <a:gd name="connsiteY1175" fmla="*/ 1742363 h 2476997"/>
              <a:gd name="connsiteX1176" fmla="*/ 3085075 w 3242958"/>
              <a:gd name="connsiteY1176" fmla="*/ 1742363 h 2476997"/>
              <a:gd name="connsiteX1177" fmla="*/ 3094394 w 3242958"/>
              <a:gd name="connsiteY1177" fmla="*/ 1740385 h 2476997"/>
              <a:gd name="connsiteX1178" fmla="*/ 1749824 w 3242958"/>
              <a:gd name="connsiteY1178" fmla="*/ 1465234 h 2476997"/>
              <a:gd name="connsiteX1179" fmla="*/ 1762696 w 3242958"/>
              <a:gd name="connsiteY1179" fmla="*/ 1470064 h 2476997"/>
              <a:gd name="connsiteX1180" fmla="*/ 1771757 w 3242958"/>
              <a:gd name="connsiteY1180" fmla="*/ 1489309 h 2476997"/>
              <a:gd name="connsiteX1181" fmla="*/ 1770473 w 3242958"/>
              <a:gd name="connsiteY1181" fmla="*/ 1509997 h 2476997"/>
              <a:gd name="connsiteX1182" fmla="*/ 1767667 w 3242958"/>
              <a:gd name="connsiteY1182" fmla="*/ 1514183 h 2476997"/>
              <a:gd name="connsiteX1183" fmla="*/ 1741847 w 3242958"/>
              <a:gd name="connsiteY1183" fmla="*/ 1515610 h 2476997"/>
              <a:gd name="connsiteX1184" fmla="*/ 1732866 w 3242958"/>
              <a:gd name="connsiteY1184" fmla="*/ 1496846 h 2476997"/>
              <a:gd name="connsiteX1185" fmla="*/ 1734149 w 3242958"/>
              <a:gd name="connsiteY1185" fmla="*/ 1475597 h 2476997"/>
              <a:gd name="connsiteX1186" fmla="*/ 1737308 w 3242958"/>
              <a:gd name="connsiteY1186" fmla="*/ 1470922 h 2476997"/>
              <a:gd name="connsiteX1187" fmla="*/ 1749824 w 3242958"/>
              <a:gd name="connsiteY1187" fmla="*/ 1465234 h 2476997"/>
              <a:gd name="connsiteX1188" fmla="*/ 1653641 w 3242958"/>
              <a:gd name="connsiteY1188" fmla="*/ 1464852 h 2476997"/>
              <a:gd name="connsiteX1189" fmla="*/ 1599996 w 3242958"/>
              <a:gd name="connsiteY1189" fmla="*/ 1465814 h 2476997"/>
              <a:gd name="connsiteX1190" fmla="*/ 1601439 w 3242958"/>
              <a:gd name="connsiteY1190" fmla="*/ 1545039 h 2476997"/>
              <a:gd name="connsiteX1191" fmla="*/ 1655325 w 3242958"/>
              <a:gd name="connsiteY1191" fmla="*/ 1543996 h 2476997"/>
              <a:gd name="connsiteX1192" fmla="*/ 1655325 w 3242958"/>
              <a:gd name="connsiteY1192" fmla="*/ 1536940 h 2476997"/>
              <a:gd name="connsiteX1193" fmla="*/ 1655325 w 3242958"/>
              <a:gd name="connsiteY1193" fmla="*/ 1529963 h 2476997"/>
              <a:gd name="connsiteX1194" fmla="*/ 1615232 w 3242958"/>
              <a:gd name="connsiteY1194" fmla="*/ 1530685 h 2476997"/>
              <a:gd name="connsiteX1195" fmla="*/ 1615232 w 3242958"/>
              <a:gd name="connsiteY1195" fmla="*/ 1510077 h 2476997"/>
              <a:gd name="connsiteX1196" fmla="*/ 1650835 w 3242958"/>
              <a:gd name="connsiteY1196" fmla="*/ 1509436 h 2476997"/>
              <a:gd name="connsiteX1197" fmla="*/ 1650835 w 3242958"/>
              <a:gd name="connsiteY1197" fmla="*/ 1502620 h 2476997"/>
              <a:gd name="connsiteX1198" fmla="*/ 1650835 w 3242958"/>
              <a:gd name="connsiteY1198" fmla="*/ 1495804 h 2476997"/>
              <a:gd name="connsiteX1199" fmla="*/ 1615232 w 3242958"/>
              <a:gd name="connsiteY1199" fmla="*/ 1496445 h 2476997"/>
              <a:gd name="connsiteX1200" fmla="*/ 1615232 w 3242958"/>
              <a:gd name="connsiteY1200" fmla="*/ 1479606 h 2476997"/>
              <a:gd name="connsiteX1201" fmla="*/ 1653641 w 3242958"/>
              <a:gd name="connsiteY1201" fmla="*/ 1478965 h 2476997"/>
              <a:gd name="connsiteX1202" fmla="*/ 1653641 w 3242958"/>
              <a:gd name="connsiteY1202" fmla="*/ 1471908 h 2476997"/>
              <a:gd name="connsiteX1203" fmla="*/ 1522135 w 3242958"/>
              <a:gd name="connsiteY1203" fmla="*/ 1458758 h 2476997"/>
              <a:gd name="connsiteX1204" fmla="*/ 1521253 w 3242958"/>
              <a:gd name="connsiteY1204" fmla="*/ 1465734 h 2476997"/>
              <a:gd name="connsiteX1205" fmla="*/ 1520451 w 3242958"/>
              <a:gd name="connsiteY1205" fmla="*/ 1472710 h 2476997"/>
              <a:gd name="connsiteX1206" fmla="*/ 1542262 w 3242958"/>
              <a:gd name="connsiteY1206" fmla="*/ 1475356 h 2476997"/>
              <a:gd name="connsiteX1207" fmla="*/ 1534243 w 3242958"/>
              <a:gd name="connsiteY1207" fmla="*/ 1539987 h 2476997"/>
              <a:gd name="connsiteX1208" fmla="*/ 1542262 w 3242958"/>
              <a:gd name="connsiteY1208" fmla="*/ 1540949 h 2476997"/>
              <a:gd name="connsiteX1209" fmla="*/ 1549719 w 3242958"/>
              <a:gd name="connsiteY1209" fmla="*/ 1541831 h 2476997"/>
              <a:gd name="connsiteX1210" fmla="*/ 1557738 w 3242958"/>
              <a:gd name="connsiteY1210" fmla="*/ 1477201 h 2476997"/>
              <a:gd name="connsiteX1211" fmla="*/ 1579629 w 3242958"/>
              <a:gd name="connsiteY1211" fmla="*/ 1479927 h 2476997"/>
              <a:gd name="connsiteX1212" fmla="*/ 1580430 w 3242958"/>
              <a:gd name="connsiteY1212" fmla="*/ 1472871 h 2476997"/>
              <a:gd name="connsiteX1213" fmla="*/ 1580912 w 3242958"/>
              <a:gd name="connsiteY1213" fmla="*/ 1465974 h 2476997"/>
              <a:gd name="connsiteX1214" fmla="*/ 1742874 w 3242958"/>
              <a:gd name="connsiteY1214" fmla="*/ 1452382 h 2476997"/>
              <a:gd name="connsiteX1215" fmla="*/ 1721720 w 3242958"/>
              <a:gd name="connsiteY1215" fmla="*/ 1468059 h 2476997"/>
              <a:gd name="connsiteX1216" fmla="*/ 1718272 w 3242958"/>
              <a:gd name="connsiteY1216" fmla="*/ 1500134 h 2476997"/>
              <a:gd name="connsiteX1217" fmla="*/ 1733347 w 3242958"/>
              <a:gd name="connsiteY1217" fmla="*/ 1527959 h 2476997"/>
              <a:gd name="connsiteX1218" fmla="*/ 1735648 w 3242958"/>
              <a:gd name="connsiteY1218" fmla="*/ 1529514 h 2476997"/>
              <a:gd name="connsiteX1219" fmla="*/ 1783544 w 3242958"/>
              <a:gd name="connsiteY1219" fmla="*/ 1518176 h 2476997"/>
              <a:gd name="connsiteX1220" fmla="*/ 1786992 w 3242958"/>
              <a:gd name="connsiteY1220" fmla="*/ 1486743 h 2476997"/>
              <a:gd name="connsiteX1221" fmla="*/ 1771916 w 3242958"/>
              <a:gd name="connsiteY1221" fmla="*/ 1458277 h 2476997"/>
              <a:gd name="connsiteX1222" fmla="*/ 1768918 w 3242958"/>
              <a:gd name="connsiteY1222" fmla="*/ 1456256 h 2476997"/>
              <a:gd name="connsiteX1223" fmla="*/ 1742874 w 3242958"/>
              <a:gd name="connsiteY1223" fmla="*/ 1452382 h 2476997"/>
              <a:gd name="connsiteX1224" fmla="*/ 1448042 w 3242958"/>
              <a:gd name="connsiteY1224" fmla="*/ 1441758 h 2476997"/>
              <a:gd name="connsiteX1225" fmla="*/ 1436094 w 3242958"/>
              <a:gd name="connsiteY1225" fmla="*/ 1489870 h 2476997"/>
              <a:gd name="connsiteX1226" fmla="*/ 1437297 w 3242958"/>
              <a:gd name="connsiteY1226" fmla="*/ 1515049 h 2476997"/>
              <a:gd name="connsiteX1227" fmla="*/ 1456943 w 3242958"/>
              <a:gd name="connsiteY1227" fmla="*/ 1528039 h 2476997"/>
              <a:gd name="connsiteX1228" fmla="*/ 1480598 w 3242958"/>
              <a:gd name="connsiteY1228" fmla="*/ 1526195 h 2476997"/>
              <a:gd name="connsiteX1229" fmla="*/ 1493187 w 3242958"/>
              <a:gd name="connsiteY1229" fmla="*/ 1504063 h 2476997"/>
              <a:gd name="connsiteX1230" fmla="*/ 1504814 w 3242958"/>
              <a:gd name="connsiteY1230" fmla="*/ 1455951 h 2476997"/>
              <a:gd name="connsiteX1231" fmla="*/ 1497437 w 3242958"/>
              <a:gd name="connsiteY1231" fmla="*/ 1454107 h 2476997"/>
              <a:gd name="connsiteX1232" fmla="*/ 1490060 w 3242958"/>
              <a:gd name="connsiteY1232" fmla="*/ 1452343 h 2476997"/>
              <a:gd name="connsiteX1233" fmla="*/ 1477952 w 3242958"/>
              <a:gd name="connsiteY1233" fmla="*/ 1500455 h 2476997"/>
              <a:gd name="connsiteX1234" fmla="*/ 1471617 w 3242958"/>
              <a:gd name="connsiteY1234" fmla="*/ 1512403 h 2476997"/>
              <a:gd name="connsiteX1235" fmla="*/ 1460070 w 3242958"/>
              <a:gd name="connsiteY1235" fmla="*/ 1513525 h 2476997"/>
              <a:gd name="connsiteX1236" fmla="*/ 1450769 w 3242958"/>
              <a:gd name="connsiteY1236" fmla="*/ 1506870 h 2476997"/>
              <a:gd name="connsiteX1237" fmla="*/ 1450769 w 3242958"/>
              <a:gd name="connsiteY1237" fmla="*/ 1493559 h 2476997"/>
              <a:gd name="connsiteX1238" fmla="*/ 1462797 w 3242958"/>
              <a:gd name="connsiteY1238" fmla="*/ 1445447 h 2476997"/>
              <a:gd name="connsiteX1239" fmla="*/ 1455420 w 3242958"/>
              <a:gd name="connsiteY1239" fmla="*/ 1443602 h 2476997"/>
              <a:gd name="connsiteX1240" fmla="*/ 1850420 w 3242958"/>
              <a:gd name="connsiteY1240" fmla="*/ 1426042 h 2476997"/>
              <a:gd name="connsiteX1241" fmla="*/ 1801105 w 3242958"/>
              <a:gd name="connsiteY1241" fmla="*/ 1442079 h 2476997"/>
              <a:gd name="connsiteX1242" fmla="*/ 1825161 w 3242958"/>
              <a:gd name="connsiteY1242" fmla="*/ 1517374 h 2476997"/>
              <a:gd name="connsiteX1243" fmla="*/ 1832457 w 3242958"/>
              <a:gd name="connsiteY1243" fmla="*/ 1514969 h 2476997"/>
              <a:gd name="connsiteX1244" fmla="*/ 1839674 w 3242958"/>
              <a:gd name="connsiteY1244" fmla="*/ 1512643 h 2476997"/>
              <a:gd name="connsiteX1245" fmla="*/ 1829651 w 3242958"/>
              <a:gd name="connsiteY1245" fmla="*/ 1480809 h 2476997"/>
              <a:gd name="connsiteX1246" fmla="*/ 1860042 w 3242958"/>
              <a:gd name="connsiteY1246" fmla="*/ 1470946 h 2476997"/>
              <a:gd name="connsiteX1247" fmla="*/ 1857957 w 3242958"/>
              <a:gd name="connsiteY1247" fmla="*/ 1464451 h 2476997"/>
              <a:gd name="connsiteX1248" fmla="*/ 1855792 w 3242958"/>
              <a:gd name="connsiteY1248" fmla="*/ 1457956 h 2476997"/>
              <a:gd name="connsiteX1249" fmla="*/ 1825481 w 3242958"/>
              <a:gd name="connsiteY1249" fmla="*/ 1467819 h 2476997"/>
              <a:gd name="connsiteX1250" fmla="*/ 1819948 w 3242958"/>
              <a:gd name="connsiteY1250" fmla="*/ 1450739 h 2476997"/>
              <a:gd name="connsiteX1251" fmla="*/ 1854750 w 3242958"/>
              <a:gd name="connsiteY1251" fmla="*/ 1439433 h 2476997"/>
              <a:gd name="connsiteX1252" fmla="*/ 1852584 w 3242958"/>
              <a:gd name="connsiteY1252" fmla="*/ 1432697 h 2476997"/>
              <a:gd name="connsiteX1253" fmla="*/ 1375313 w 3242958"/>
              <a:gd name="connsiteY1253" fmla="*/ 1416980 h 2476997"/>
              <a:gd name="connsiteX1254" fmla="*/ 1372987 w 3242958"/>
              <a:gd name="connsiteY1254" fmla="*/ 1423636 h 2476997"/>
              <a:gd name="connsiteX1255" fmla="*/ 1370742 w 3242958"/>
              <a:gd name="connsiteY1255" fmla="*/ 1430291 h 2476997"/>
              <a:gd name="connsiteX1256" fmla="*/ 1391511 w 3242958"/>
              <a:gd name="connsiteY1256" fmla="*/ 1437428 h 2476997"/>
              <a:gd name="connsiteX1257" fmla="*/ 1370341 w 3242958"/>
              <a:gd name="connsiteY1257" fmla="*/ 1499011 h 2476997"/>
              <a:gd name="connsiteX1258" fmla="*/ 1377558 w 3242958"/>
              <a:gd name="connsiteY1258" fmla="*/ 1501497 h 2476997"/>
              <a:gd name="connsiteX1259" fmla="*/ 1384695 w 3242958"/>
              <a:gd name="connsiteY1259" fmla="*/ 1503983 h 2476997"/>
              <a:gd name="connsiteX1260" fmla="*/ 1405864 w 3242958"/>
              <a:gd name="connsiteY1260" fmla="*/ 1442399 h 2476997"/>
              <a:gd name="connsiteX1261" fmla="*/ 1426713 w 3242958"/>
              <a:gd name="connsiteY1261" fmla="*/ 1449536 h 2476997"/>
              <a:gd name="connsiteX1262" fmla="*/ 1429038 w 3242958"/>
              <a:gd name="connsiteY1262" fmla="*/ 1442881 h 2476997"/>
              <a:gd name="connsiteX1263" fmla="*/ 1431444 w 3242958"/>
              <a:gd name="connsiteY1263" fmla="*/ 1436305 h 2476997"/>
              <a:gd name="connsiteX1264" fmla="*/ 1346526 w 3242958"/>
              <a:gd name="connsiteY1264" fmla="*/ 1402867 h 2476997"/>
              <a:gd name="connsiteX1265" fmla="*/ 1313088 w 3242958"/>
              <a:gd name="connsiteY1265" fmla="*/ 1474635 h 2476997"/>
              <a:gd name="connsiteX1266" fmla="*/ 1319984 w 3242958"/>
              <a:gd name="connsiteY1266" fmla="*/ 1477842 h 2476997"/>
              <a:gd name="connsiteX1267" fmla="*/ 1326800 w 3242958"/>
              <a:gd name="connsiteY1267" fmla="*/ 1481050 h 2476997"/>
              <a:gd name="connsiteX1268" fmla="*/ 1360318 w 3242958"/>
              <a:gd name="connsiteY1268" fmla="*/ 1409283 h 2476997"/>
              <a:gd name="connsiteX1269" fmla="*/ 1353342 w 3242958"/>
              <a:gd name="connsiteY1269" fmla="*/ 1406075 h 2476997"/>
              <a:gd name="connsiteX1270" fmla="*/ 1947205 w 3242958"/>
              <a:gd name="connsiteY1270" fmla="*/ 1379132 h 2476997"/>
              <a:gd name="connsiteX1271" fmla="*/ 1894923 w 3242958"/>
              <a:gd name="connsiteY1271" fmla="*/ 1406877 h 2476997"/>
              <a:gd name="connsiteX1272" fmla="*/ 1898211 w 3242958"/>
              <a:gd name="connsiteY1272" fmla="*/ 1413131 h 2476997"/>
              <a:gd name="connsiteX1273" fmla="*/ 1901499 w 3242958"/>
              <a:gd name="connsiteY1273" fmla="*/ 1419306 h 2476997"/>
              <a:gd name="connsiteX1274" fmla="*/ 1920904 w 3242958"/>
              <a:gd name="connsiteY1274" fmla="*/ 1408962 h 2476997"/>
              <a:gd name="connsiteX1275" fmla="*/ 1951535 w 3242958"/>
              <a:gd name="connsiteY1275" fmla="*/ 1466455 h 2476997"/>
              <a:gd name="connsiteX1276" fmla="*/ 1958270 w 3242958"/>
              <a:gd name="connsiteY1276" fmla="*/ 1462927 h 2476997"/>
              <a:gd name="connsiteX1277" fmla="*/ 1964926 w 3242958"/>
              <a:gd name="connsiteY1277" fmla="*/ 1459319 h 2476997"/>
              <a:gd name="connsiteX1278" fmla="*/ 1934375 w 3242958"/>
              <a:gd name="connsiteY1278" fmla="*/ 1401825 h 2476997"/>
              <a:gd name="connsiteX1279" fmla="*/ 1953780 w 3242958"/>
              <a:gd name="connsiteY1279" fmla="*/ 1391481 h 2476997"/>
              <a:gd name="connsiteX1280" fmla="*/ 1950493 w 3242958"/>
              <a:gd name="connsiteY1280" fmla="*/ 1385307 h 2476997"/>
              <a:gd name="connsiteX1281" fmla="*/ 1278367 w 3242958"/>
              <a:gd name="connsiteY1281" fmla="*/ 1365821 h 2476997"/>
              <a:gd name="connsiteX1282" fmla="*/ 1275240 w 3242958"/>
              <a:gd name="connsiteY1282" fmla="*/ 1372397 h 2476997"/>
              <a:gd name="connsiteX1283" fmla="*/ 1271872 w 3242958"/>
              <a:gd name="connsiteY1283" fmla="*/ 1378571 h 2476997"/>
              <a:gd name="connsiteX1284" fmla="*/ 1291117 w 3242958"/>
              <a:gd name="connsiteY1284" fmla="*/ 1389236 h 2476997"/>
              <a:gd name="connsiteX1285" fmla="*/ 1259523 w 3242958"/>
              <a:gd name="connsiteY1285" fmla="*/ 1446168 h 2476997"/>
              <a:gd name="connsiteX1286" fmla="*/ 1266179 w 3242958"/>
              <a:gd name="connsiteY1286" fmla="*/ 1449857 h 2476997"/>
              <a:gd name="connsiteX1287" fmla="*/ 1272834 w 3242958"/>
              <a:gd name="connsiteY1287" fmla="*/ 1453546 h 2476997"/>
              <a:gd name="connsiteX1288" fmla="*/ 1304107 w 3242958"/>
              <a:gd name="connsiteY1288" fmla="*/ 1396132 h 2476997"/>
              <a:gd name="connsiteX1289" fmla="*/ 1323352 w 3242958"/>
              <a:gd name="connsiteY1289" fmla="*/ 1406797 h 2476997"/>
              <a:gd name="connsiteX1290" fmla="*/ 1326720 w 3242958"/>
              <a:gd name="connsiteY1290" fmla="*/ 1400703 h 2476997"/>
              <a:gd name="connsiteX1291" fmla="*/ 1330168 w 3242958"/>
              <a:gd name="connsiteY1291" fmla="*/ 1394528 h 2476997"/>
              <a:gd name="connsiteX1292" fmla="*/ 1776247 w 3242958"/>
              <a:gd name="connsiteY1292" fmla="*/ 1354274 h 2476997"/>
              <a:gd name="connsiteX1293" fmla="*/ 1776247 w 3242958"/>
              <a:gd name="connsiteY1293" fmla="*/ 1354515 h 2476997"/>
              <a:gd name="connsiteX1294" fmla="*/ 1779374 w 3242958"/>
              <a:gd name="connsiteY1294" fmla="*/ 1361331 h 2476997"/>
              <a:gd name="connsiteX1295" fmla="*/ 1776167 w 3242958"/>
              <a:gd name="connsiteY1295" fmla="*/ 1381538 h 2476997"/>
              <a:gd name="connsiteX1296" fmla="*/ 1774242 w 3242958"/>
              <a:gd name="connsiteY1296" fmla="*/ 1362293 h 2476997"/>
              <a:gd name="connsiteX1297" fmla="*/ 1776247 w 3242958"/>
              <a:gd name="connsiteY1297" fmla="*/ 1354274 h 2476997"/>
              <a:gd name="connsiteX1298" fmla="*/ 1640811 w 3242958"/>
              <a:gd name="connsiteY1298" fmla="*/ 1354274 h 2476997"/>
              <a:gd name="connsiteX1299" fmla="*/ 1640811 w 3242958"/>
              <a:gd name="connsiteY1299" fmla="*/ 1354515 h 2476997"/>
              <a:gd name="connsiteX1300" fmla="*/ 1643938 w 3242958"/>
              <a:gd name="connsiteY1300" fmla="*/ 1361331 h 2476997"/>
              <a:gd name="connsiteX1301" fmla="*/ 1640731 w 3242958"/>
              <a:gd name="connsiteY1301" fmla="*/ 1381538 h 2476997"/>
              <a:gd name="connsiteX1302" fmla="*/ 1638806 w 3242958"/>
              <a:gd name="connsiteY1302" fmla="*/ 1362293 h 2476997"/>
              <a:gd name="connsiteX1303" fmla="*/ 1640811 w 3242958"/>
              <a:gd name="connsiteY1303" fmla="*/ 1354274 h 2476997"/>
              <a:gd name="connsiteX1304" fmla="*/ 1480117 w 3242958"/>
              <a:gd name="connsiteY1304" fmla="*/ 1353472 h 2476997"/>
              <a:gd name="connsiteX1305" fmla="*/ 1484448 w 3242958"/>
              <a:gd name="connsiteY1305" fmla="*/ 1354114 h 2476997"/>
              <a:gd name="connsiteX1306" fmla="*/ 1485009 w 3242958"/>
              <a:gd name="connsiteY1306" fmla="*/ 1380094 h 2476997"/>
              <a:gd name="connsiteX1307" fmla="*/ 1480117 w 3242958"/>
              <a:gd name="connsiteY1307" fmla="*/ 1380094 h 2476997"/>
              <a:gd name="connsiteX1308" fmla="*/ 1480117 w 3242958"/>
              <a:gd name="connsiteY1308" fmla="*/ 1353633 h 2476997"/>
              <a:gd name="connsiteX1309" fmla="*/ 1753794 w 3242958"/>
              <a:gd name="connsiteY1309" fmla="*/ 1353071 h 2476997"/>
              <a:gd name="connsiteX1310" fmla="*/ 1756761 w 3242958"/>
              <a:gd name="connsiteY1310" fmla="*/ 1361090 h 2476997"/>
              <a:gd name="connsiteX1311" fmla="*/ 1754195 w 3242958"/>
              <a:gd name="connsiteY1311" fmla="*/ 1380896 h 2476997"/>
              <a:gd name="connsiteX1312" fmla="*/ 1750426 w 3242958"/>
              <a:gd name="connsiteY1312" fmla="*/ 1361731 h 2476997"/>
              <a:gd name="connsiteX1313" fmla="*/ 1753794 w 3242958"/>
              <a:gd name="connsiteY1313" fmla="*/ 1353312 h 2476997"/>
              <a:gd name="connsiteX1314" fmla="*/ 1618360 w 3242958"/>
              <a:gd name="connsiteY1314" fmla="*/ 1353071 h 2476997"/>
              <a:gd name="connsiteX1315" fmla="*/ 1621326 w 3242958"/>
              <a:gd name="connsiteY1315" fmla="*/ 1361090 h 2476997"/>
              <a:gd name="connsiteX1316" fmla="*/ 1618841 w 3242958"/>
              <a:gd name="connsiteY1316" fmla="*/ 1381297 h 2476997"/>
              <a:gd name="connsiteX1317" fmla="*/ 1614991 w 3242958"/>
              <a:gd name="connsiteY1317" fmla="*/ 1361731 h 2476997"/>
              <a:gd name="connsiteX1318" fmla="*/ 1618360 w 3242958"/>
              <a:gd name="connsiteY1318" fmla="*/ 1353312 h 2476997"/>
              <a:gd name="connsiteX1319" fmla="*/ 1503692 w 3242958"/>
              <a:gd name="connsiteY1319" fmla="*/ 1351628 h 2476997"/>
              <a:gd name="connsiteX1320" fmla="*/ 1505937 w 3242958"/>
              <a:gd name="connsiteY1320" fmla="*/ 1361090 h 2476997"/>
              <a:gd name="connsiteX1321" fmla="*/ 1503692 w 3242958"/>
              <a:gd name="connsiteY1321" fmla="*/ 1379934 h 2476997"/>
              <a:gd name="connsiteX1322" fmla="*/ 1501286 w 3242958"/>
              <a:gd name="connsiteY1322" fmla="*/ 1361090 h 2476997"/>
              <a:gd name="connsiteX1323" fmla="*/ 1503692 w 3242958"/>
              <a:gd name="connsiteY1323" fmla="*/ 1351628 h 2476997"/>
              <a:gd name="connsiteX1324" fmla="*/ 1490542 w 3242958"/>
              <a:gd name="connsiteY1324" fmla="*/ 1349784 h 2476997"/>
              <a:gd name="connsiteX1325" fmla="*/ 1490560 w 3242958"/>
              <a:gd name="connsiteY1325" fmla="*/ 1350324 h 2476997"/>
              <a:gd name="connsiteX1326" fmla="*/ 1490542 w 3242958"/>
              <a:gd name="connsiteY1326" fmla="*/ 1350345 h 2476997"/>
              <a:gd name="connsiteX1327" fmla="*/ 1491857 w 3242958"/>
              <a:gd name="connsiteY1327" fmla="*/ 1348733 h 2476997"/>
              <a:gd name="connsiteX1328" fmla="*/ 1496154 w 3242958"/>
              <a:gd name="connsiteY1328" fmla="*/ 1349784 h 2476997"/>
              <a:gd name="connsiteX1329" fmla="*/ 1497117 w 3242958"/>
              <a:gd name="connsiteY1329" fmla="*/ 1381859 h 2476997"/>
              <a:gd name="connsiteX1330" fmla="*/ 1491584 w 3242958"/>
              <a:gd name="connsiteY1330" fmla="*/ 1381859 h 2476997"/>
              <a:gd name="connsiteX1331" fmla="*/ 1490560 w 3242958"/>
              <a:gd name="connsiteY1331" fmla="*/ 1350324 h 2476997"/>
              <a:gd name="connsiteX1332" fmla="*/ 1765983 w 3242958"/>
              <a:gd name="connsiteY1332" fmla="*/ 1347538 h 2476997"/>
              <a:gd name="connsiteX1333" fmla="*/ 1768870 w 3242958"/>
              <a:gd name="connsiteY1333" fmla="*/ 1359566 h 2476997"/>
              <a:gd name="connsiteX1334" fmla="*/ 1765502 w 3242958"/>
              <a:gd name="connsiteY1334" fmla="*/ 1382901 h 2476997"/>
              <a:gd name="connsiteX1335" fmla="*/ 1762054 w 3242958"/>
              <a:gd name="connsiteY1335" fmla="*/ 1359246 h 2476997"/>
              <a:gd name="connsiteX1336" fmla="*/ 1765983 w 3242958"/>
              <a:gd name="connsiteY1336" fmla="*/ 1347538 h 2476997"/>
              <a:gd name="connsiteX1337" fmla="*/ 1630547 w 3242958"/>
              <a:gd name="connsiteY1337" fmla="*/ 1347538 h 2476997"/>
              <a:gd name="connsiteX1338" fmla="*/ 1633434 w 3242958"/>
              <a:gd name="connsiteY1338" fmla="*/ 1359566 h 2476997"/>
              <a:gd name="connsiteX1339" fmla="*/ 1630066 w 3242958"/>
              <a:gd name="connsiteY1339" fmla="*/ 1382901 h 2476997"/>
              <a:gd name="connsiteX1340" fmla="*/ 1626618 w 3242958"/>
              <a:gd name="connsiteY1340" fmla="*/ 1359246 h 2476997"/>
              <a:gd name="connsiteX1341" fmla="*/ 1630547 w 3242958"/>
              <a:gd name="connsiteY1341" fmla="*/ 1347538 h 2476997"/>
              <a:gd name="connsiteX1342" fmla="*/ 1414124 w 3242958"/>
              <a:gd name="connsiteY1342" fmla="*/ 1345052 h 2476997"/>
              <a:gd name="connsiteX1343" fmla="*/ 1414607 w 3242958"/>
              <a:gd name="connsiteY1343" fmla="*/ 1345496 h 2476997"/>
              <a:gd name="connsiteX1344" fmla="*/ 1413883 w 3242958"/>
              <a:gd name="connsiteY1344" fmla="*/ 1345373 h 2476997"/>
              <a:gd name="connsiteX1345" fmla="*/ 2008227 w 3242958"/>
              <a:gd name="connsiteY1345" fmla="*/ 1340723 h 2476997"/>
              <a:gd name="connsiteX1346" fmla="*/ 1963242 w 3242958"/>
              <a:gd name="connsiteY1346" fmla="*/ 1369911 h 2476997"/>
              <a:gd name="connsiteX1347" fmla="*/ 2006382 w 3242958"/>
              <a:gd name="connsiteY1347" fmla="*/ 1436305 h 2476997"/>
              <a:gd name="connsiteX1348" fmla="*/ 2052570 w 3242958"/>
              <a:gd name="connsiteY1348" fmla="*/ 1405995 h 2476997"/>
              <a:gd name="connsiteX1349" fmla="*/ 2048721 w 3242958"/>
              <a:gd name="connsiteY1349" fmla="*/ 1400061 h 2476997"/>
              <a:gd name="connsiteX1350" fmla="*/ 2044952 w 3242958"/>
              <a:gd name="connsiteY1350" fmla="*/ 1394207 h 2476997"/>
              <a:gd name="connsiteX1351" fmla="*/ 2011354 w 3242958"/>
              <a:gd name="connsiteY1351" fmla="*/ 1416018 h 2476997"/>
              <a:gd name="connsiteX1352" fmla="*/ 2000048 w 3242958"/>
              <a:gd name="connsiteY1352" fmla="*/ 1398778 h 2476997"/>
              <a:gd name="connsiteX1353" fmla="*/ 2030198 w 3242958"/>
              <a:gd name="connsiteY1353" fmla="*/ 1379533 h 2476997"/>
              <a:gd name="connsiteX1354" fmla="*/ 2026509 w 3242958"/>
              <a:gd name="connsiteY1354" fmla="*/ 1373760 h 2476997"/>
              <a:gd name="connsiteX1355" fmla="*/ 2022821 w 3242958"/>
              <a:gd name="connsiteY1355" fmla="*/ 1368066 h 2476997"/>
              <a:gd name="connsiteX1356" fmla="*/ 1992911 w 3242958"/>
              <a:gd name="connsiteY1356" fmla="*/ 1387472 h 2476997"/>
              <a:gd name="connsiteX1357" fmla="*/ 1983770 w 3242958"/>
              <a:gd name="connsiteY1357" fmla="*/ 1373359 h 2476997"/>
              <a:gd name="connsiteX1358" fmla="*/ 2015844 w 3242958"/>
              <a:gd name="connsiteY1358" fmla="*/ 1352510 h 2476997"/>
              <a:gd name="connsiteX1359" fmla="*/ 2012076 w 3242958"/>
              <a:gd name="connsiteY1359" fmla="*/ 1346577 h 2476997"/>
              <a:gd name="connsiteX1360" fmla="*/ 1222637 w 3242958"/>
              <a:gd name="connsiteY1360" fmla="*/ 1332704 h 2476997"/>
              <a:gd name="connsiteX1361" fmla="*/ 1205718 w 3242958"/>
              <a:gd name="connsiteY1361" fmla="*/ 1342968 h 2476997"/>
              <a:gd name="connsiteX1362" fmla="*/ 1201468 w 3242958"/>
              <a:gd name="connsiteY1362" fmla="*/ 1358605 h 2476997"/>
              <a:gd name="connsiteX1363" fmla="*/ 1214859 w 3242958"/>
              <a:gd name="connsiteY1363" fmla="*/ 1379613 h 2476997"/>
              <a:gd name="connsiteX1364" fmla="*/ 1222236 w 3242958"/>
              <a:gd name="connsiteY1364" fmla="*/ 1390358 h 2476997"/>
              <a:gd name="connsiteX1365" fmla="*/ 1220793 w 3242958"/>
              <a:gd name="connsiteY1365" fmla="*/ 1397415 h 2476997"/>
              <a:gd name="connsiteX1366" fmla="*/ 1213336 w 3242958"/>
              <a:gd name="connsiteY1366" fmla="*/ 1400783 h 2476997"/>
              <a:gd name="connsiteX1367" fmla="*/ 1202591 w 3242958"/>
              <a:gd name="connsiteY1367" fmla="*/ 1396132 h 2476997"/>
              <a:gd name="connsiteX1368" fmla="*/ 1195695 w 3242958"/>
              <a:gd name="connsiteY1368" fmla="*/ 1386910 h 2476997"/>
              <a:gd name="connsiteX1369" fmla="*/ 1197940 w 3242958"/>
              <a:gd name="connsiteY1369" fmla="*/ 1376566 h 2476997"/>
              <a:gd name="connsiteX1370" fmla="*/ 1186072 w 3242958"/>
              <a:gd name="connsiteY1370" fmla="*/ 1367986 h 2476997"/>
              <a:gd name="connsiteX1371" fmla="*/ 1181181 w 3242958"/>
              <a:gd name="connsiteY1371" fmla="*/ 1388835 h 2476997"/>
              <a:gd name="connsiteX1372" fmla="*/ 1194572 w 3242958"/>
              <a:gd name="connsiteY1372" fmla="*/ 1407198 h 2476997"/>
              <a:gd name="connsiteX1373" fmla="*/ 1216142 w 3242958"/>
              <a:gd name="connsiteY1373" fmla="*/ 1414735 h 2476997"/>
              <a:gd name="connsiteX1374" fmla="*/ 1233062 w 3242958"/>
              <a:gd name="connsiteY1374" fmla="*/ 1405113 h 2476997"/>
              <a:gd name="connsiteX1375" fmla="*/ 1238193 w 3242958"/>
              <a:gd name="connsiteY1375" fmla="*/ 1389075 h 2476997"/>
              <a:gd name="connsiteX1376" fmla="*/ 1226246 w 3242958"/>
              <a:gd name="connsiteY1376" fmla="*/ 1369349 h 2476997"/>
              <a:gd name="connsiteX1377" fmla="*/ 1217345 w 3242958"/>
              <a:gd name="connsiteY1377" fmla="*/ 1357161 h 2476997"/>
              <a:gd name="connsiteX1378" fmla="*/ 1217826 w 3242958"/>
              <a:gd name="connsiteY1378" fmla="*/ 1350746 h 2476997"/>
              <a:gd name="connsiteX1379" fmla="*/ 1224963 w 3242958"/>
              <a:gd name="connsiteY1379" fmla="*/ 1346416 h 2476997"/>
              <a:gd name="connsiteX1380" fmla="*/ 1233944 w 3242958"/>
              <a:gd name="connsiteY1380" fmla="*/ 1349463 h 2476997"/>
              <a:gd name="connsiteX1381" fmla="*/ 1240760 w 3242958"/>
              <a:gd name="connsiteY1381" fmla="*/ 1358524 h 2476997"/>
              <a:gd name="connsiteX1382" fmla="*/ 1239236 w 3242958"/>
              <a:gd name="connsiteY1382" fmla="*/ 1368467 h 2476997"/>
              <a:gd name="connsiteX1383" fmla="*/ 1251184 w 3242958"/>
              <a:gd name="connsiteY1383" fmla="*/ 1377208 h 2476997"/>
              <a:gd name="connsiteX1384" fmla="*/ 1251184 w 3242958"/>
              <a:gd name="connsiteY1384" fmla="*/ 1377047 h 2476997"/>
              <a:gd name="connsiteX1385" fmla="*/ 1255434 w 3242958"/>
              <a:gd name="connsiteY1385" fmla="*/ 1356840 h 2476997"/>
              <a:gd name="connsiteX1386" fmla="*/ 1243406 w 3242958"/>
              <a:gd name="connsiteY1386" fmla="*/ 1339440 h 2476997"/>
              <a:gd name="connsiteX1387" fmla="*/ 1222637 w 3242958"/>
              <a:gd name="connsiteY1387" fmla="*/ 1332704 h 2476997"/>
              <a:gd name="connsiteX1388" fmla="*/ 2069249 w 3242958"/>
              <a:gd name="connsiteY1388" fmla="*/ 1297101 h 2476997"/>
              <a:gd name="connsiteX1389" fmla="*/ 2047919 w 3242958"/>
              <a:gd name="connsiteY1389" fmla="*/ 1305120 h 2476997"/>
              <a:gd name="connsiteX1390" fmla="*/ 2036533 w 3242958"/>
              <a:gd name="connsiteY1390" fmla="*/ 1329176 h 2476997"/>
              <a:gd name="connsiteX1391" fmla="*/ 2049363 w 3242958"/>
              <a:gd name="connsiteY1391" fmla="*/ 1358605 h 2476997"/>
              <a:gd name="connsiteX1392" fmla="*/ 2075744 w 3242958"/>
              <a:gd name="connsiteY1392" fmla="*/ 1375845 h 2476997"/>
              <a:gd name="connsiteX1393" fmla="*/ 2112951 w 3242958"/>
              <a:gd name="connsiteY1393" fmla="*/ 1348661 h 2476997"/>
              <a:gd name="connsiteX1394" fmla="*/ 2112790 w 3242958"/>
              <a:gd name="connsiteY1394" fmla="*/ 1348501 h 2476997"/>
              <a:gd name="connsiteX1395" fmla="*/ 2106135 w 3242958"/>
              <a:gd name="connsiteY1395" fmla="*/ 1325888 h 2476997"/>
              <a:gd name="connsiteX1396" fmla="*/ 2094428 w 3242958"/>
              <a:gd name="connsiteY1396" fmla="*/ 1335671 h 2476997"/>
              <a:gd name="connsiteX1397" fmla="*/ 2097876 w 3242958"/>
              <a:gd name="connsiteY1397" fmla="*/ 1347699 h 2476997"/>
              <a:gd name="connsiteX1398" fmla="*/ 2097298 w 3242958"/>
              <a:gd name="connsiteY1398" fmla="*/ 1350377 h 2476997"/>
              <a:gd name="connsiteX1399" fmla="*/ 2077268 w 3242958"/>
              <a:gd name="connsiteY1399" fmla="*/ 1361010 h 2476997"/>
              <a:gd name="connsiteX1400" fmla="*/ 2061230 w 3242958"/>
              <a:gd name="connsiteY1400" fmla="*/ 1348822 h 2476997"/>
              <a:gd name="connsiteX1401" fmla="*/ 2051768 w 3242958"/>
              <a:gd name="connsiteY1401" fmla="*/ 1330138 h 2476997"/>
              <a:gd name="connsiteX1402" fmla="*/ 2057221 w 3242958"/>
              <a:gd name="connsiteY1402" fmla="*/ 1315945 h 2476997"/>
              <a:gd name="connsiteX1403" fmla="*/ 2068126 w 3242958"/>
              <a:gd name="connsiteY1403" fmla="*/ 1311776 h 2476997"/>
              <a:gd name="connsiteX1404" fmla="*/ 2078551 w 3242958"/>
              <a:gd name="connsiteY1404" fmla="*/ 1316266 h 2476997"/>
              <a:gd name="connsiteX1405" fmla="*/ 2090258 w 3242958"/>
              <a:gd name="connsiteY1405" fmla="*/ 1306483 h 2476997"/>
              <a:gd name="connsiteX1406" fmla="*/ 2069249 w 3242958"/>
              <a:gd name="connsiteY1406" fmla="*/ 1297101 h 2476997"/>
              <a:gd name="connsiteX1407" fmla="*/ 1650486 w 3242958"/>
              <a:gd name="connsiteY1407" fmla="*/ 1294415 h 2476997"/>
              <a:gd name="connsiteX1408" fmla="*/ 1650646 w 3242958"/>
              <a:gd name="connsiteY1408" fmla="*/ 1294415 h 2476997"/>
              <a:gd name="connsiteX1409" fmla="*/ 1650646 w 3242958"/>
              <a:gd name="connsiteY1409" fmla="*/ 1315825 h 2476997"/>
              <a:gd name="connsiteX1410" fmla="*/ 1632444 w 3242958"/>
              <a:gd name="connsiteY1410" fmla="*/ 1315825 h 2476997"/>
              <a:gd name="connsiteX1411" fmla="*/ 1694857 w 3242958"/>
              <a:gd name="connsiteY1411" fmla="*/ 1290285 h 2476997"/>
              <a:gd name="connsiteX1412" fmla="*/ 1706724 w 3242958"/>
              <a:gd name="connsiteY1412" fmla="*/ 1309210 h 2476997"/>
              <a:gd name="connsiteX1413" fmla="*/ 1694857 w 3242958"/>
              <a:gd name="connsiteY1413" fmla="*/ 1328133 h 2476997"/>
              <a:gd name="connsiteX1414" fmla="*/ 1682989 w 3242958"/>
              <a:gd name="connsiteY1414" fmla="*/ 1309210 h 2476997"/>
              <a:gd name="connsiteX1415" fmla="*/ 1694857 w 3242958"/>
              <a:gd name="connsiteY1415" fmla="*/ 1290285 h 2476997"/>
              <a:gd name="connsiteX1416" fmla="*/ 1596147 w 3242958"/>
              <a:gd name="connsiteY1416" fmla="*/ 1290285 h 2476997"/>
              <a:gd name="connsiteX1417" fmla="*/ 1607614 w 3242958"/>
              <a:gd name="connsiteY1417" fmla="*/ 1300388 h 2476997"/>
              <a:gd name="connsiteX1418" fmla="*/ 1607598 w 3242958"/>
              <a:gd name="connsiteY1418" fmla="*/ 1302241 h 2476997"/>
              <a:gd name="connsiteX1419" fmla="*/ 1596708 w 3242958"/>
              <a:gd name="connsiteY1419" fmla="*/ 1311133 h 2476997"/>
              <a:gd name="connsiteX1420" fmla="*/ 1585242 w 3242958"/>
              <a:gd name="connsiteY1420" fmla="*/ 1300869 h 2476997"/>
              <a:gd name="connsiteX1421" fmla="*/ 1585257 w 3242958"/>
              <a:gd name="connsiteY1421" fmla="*/ 1299715 h 2476997"/>
              <a:gd name="connsiteX1422" fmla="*/ 1596147 w 3242958"/>
              <a:gd name="connsiteY1422" fmla="*/ 1290285 h 2476997"/>
              <a:gd name="connsiteX1423" fmla="*/ 1593918 w 3242958"/>
              <a:gd name="connsiteY1423" fmla="*/ 1285410 h 2476997"/>
              <a:gd name="connsiteX1424" fmla="*/ 1578025 w 3242958"/>
              <a:gd name="connsiteY1424" fmla="*/ 1301592 h 2476997"/>
              <a:gd name="connsiteX1425" fmla="*/ 1578105 w 3242958"/>
              <a:gd name="connsiteY1425" fmla="*/ 1302666 h 2476997"/>
              <a:gd name="connsiteX1426" fmla="*/ 1595826 w 3242958"/>
              <a:gd name="connsiteY1426" fmla="*/ 1316827 h 2476997"/>
              <a:gd name="connsiteX1427" fmla="*/ 1608817 w 3242958"/>
              <a:gd name="connsiteY1427" fmla="*/ 1311214 h 2476997"/>
              <a:gd name="connsiteX1428" fmla="*/ 1595185 w 3242958"/>
              <a:gd name="connsiteY1428" fmla="*/ 1328855 h 2476997"/>
              <a:gd name="connsiteX1429" fmla="*/ 1593517 w 3242958"/>
              <a:gd name="connsiteY1429" fmla="*/ 1329000 h 2476997"/>
              <a:gd name="connsiteX1430" fmla="*/ 1585643 w 3242958"/>
              <a:gd name="connsiteY1430" fmla="*/ 1320837 h 2476997"/>
              <a:gd name="connsiteX1431" fmla="*/ 1578506 w 3242958"/>
              <a:gd name="connsiteY1431" fmla="*/ 1320837 h 2476997"/>
              <a:gd name="connsiteX1432" fmla="*/ 1595345 w 3242958"/>
              <a:gd name="connsiteY1432" fmla="*/ 1333506 h 2476997"/>
              <a:gd name="connsiteX1433" fmla="*/ 1595345 w 3242958"/>
              <a:gd name="connsiteY1433" fmla="*/ 1333747 h 2476997"/>
              <a:gd name="connsiteX1434" fmla="*/ 1616113 w 3242958"/>
              <a:gd name="connsiteY1434" fmla="*/ 1307445 h 2476997"/>
              <a:gd name="connsiteX1435" fmla="*/ 1596227 w 3242958"/>
              <a:gd name="connsiteY1435" fmla="*/ 1285554 h 2476997"/>
              <a:gd name="connsiteX1436" fmla="*/ 1593918 w 3242958"/>
              <a:gd name="connsiteY1436" fmla="*/ 1285410 h 2476997"/>
              <a:gd name="connsiteX1437" fmla="*/ 1694857 w 3242958"/>
              <a:gd name="connsiteY1437" fmla="*/ 1285314 h 2476997"/>
              <a:gd name="connsiteX1438" fmla="*/ 1675452 w 3242958"/>
              <a:gd name="connsiteY1438" fmla="*/ 1309370 h 2476997"/>
              <a:gd name="connsiteX1439" fmla="*/ 1694857 w 3242958"/>
              <a:gd name="connsiteY1439" fmla="*/ 1333426 h 2476997"/>
              <a:gd name="connsiteX1440" fmla="*/ 1694857 w 3242958"/>
              <a:gd name="connsiteY1440" fmla="*/ 1333747 h 2476997"/>
              <a:gd name="connsiteX1441" fmla="*/ 1714262 w 3242958"/>
              <a:gd name="connsiteY1441" fmla="*/ 1309370 h 2476997"/>
              <a:gd name="connsiteX1442" fmla="*/ 1694857 w 3242958"/>
              <a:gd name="connsiteY1442" fmla="*/ 1285314 h 2476997"/>
              <a:gd name="connsiteX1443" fmla="*/ 1651636 w 3242958"/>
              <a:gd name="connsiteY1443" fmla="*/ 1284993 h 2476997"/>
              <a:gd name="connsiteX1444" fmla="*/ 1625736 w 3242958"/>
              <a:gd name="connsiteY1444" fmla="*/ 1314903 h 2476997"/>
              <a:gd name="connsiteX1445" fmla="*/ 1625736 w 3242958"/>
              <a:gd name="connsiteY1445" fmla="*/ 1320676 h 2476997"/>
              <a:gd name="connsiteX1446" fmla="*/ 1650434 w 3242958"/>
              <a:gd name="connsiteY1446" fmla="*/ 1320676 h 2476997"/>
              <a:gd name="connsiteX1447" fmla="*/ 1650434 w 3242958"/>
              <a:gd name="connsiteY1447" fmla="*/ 1332223 h 2476997"/>
              <a:gd name="connsiteX1448" fmla="*/ 1657570 w 3242958"/>
              <a:gd name="connsiteY1448" fmla="*/ 1332223 h 2476997"/>
              <a:gd name="connsiteX1449" fmla="*/ 1657570 w 3242958"/>
              <a:gd name="connsiteY1449" fmla="*/ 1320676 h 2476997"/>
              <a:gd name="connsiteX1450" fmla="*/ 1665589 w 3242958"/>
              <a:gd name="connsiteY1450" fmla="*/ 1320676 h 2476997"/>
              <a:gd name="connsiteX1451" fmla="*/ 1665589 w 3242958"/>
              <a:gd name="connsiteY1451" fmla="*/ 1315624 h 2476997"/>
              <a:gd name="connsiteX1452" fmla="*/ 1657570 w 3242958"/>
              <a:gd name="connsiteY1452" fmla="*/ 1315624 h 2476997"/>
              <a:gd name="connsiteX1453" fmla="*/ 1657570 w 3242958"/>
              <a:gd name="connsiteY1453" fmla="*/ 1284993 h 2476997"/>
              <a:gd name="connsiteX1454" fmla="*/ 1548917 w 3242958"/>
              <a:gd name="connsiteY1454" fmla="*/ 1284672 h 2476997"/>
              <a:gd name="connsiteX1455" fmla="*/ 1533682 w 3242958"/>
              <a:gd name="connsiteY1455" fmla="*/ 1293653 h 2476997"/>
              <a:gd name="connsiteX1456" fmla="*/ 1533682 w 3242958"/>
              <a:gd name="connsiteY1456" fmla="*/ 1298705 h 2476997"/>
              <a:gd name="connsiteX1457" fmla="*/ 1546912 w 3242958"/>
              <a:gd name="connsiteY1457" fmla="*/ 1298705 h 2476997"/>
              <a:gd name="connsiteX1458" fmla="*/ 1546912 w 3242958"/>
              <a:gd name="connsiteY1458" fmla="*/ 1332223 h 2476997"/>
              <a:gd name="connsiteX1459" fmla="*/ 1554450 w 3242958"/>
              <a:gd name="connsiteY1459" fmla="*/ 1332223 h 2476997"/>
              <a:gd name="connsiteX1460" fmla="*/ 1554450 w 3242958"/>
              <a:gd name="connsiteY1460" fmla="*/ 1284672 h 2476997"/>
              <a:gd name="connsiteX1461" fmla="*/ 1158809 w 3242958"/>
              <a:gd name="connsiteY1461" fmla="*/ 1270961 h 2476997"/>
              <a:gd name="connsiteX1462" fmla="*/ 1104763 w 3242958"/>
              <a:gd name="connsiteY1462" fmla="*/ 1328855 h 2476997"/>
              <a:gd name="connsiteX1463" fmla="*/ 1109975 w 3242958"/>
              <a:gd name="connsiteY1463" fmla="*/ 1333747 h 2476997"/>
              <a:gd name="connsiteX1464" fmla="*/ 1115187 w 3242958"/>
              <a:gd name="connsiteY1464" fmla="*/ 1338879 h 2476997"/>
              <a:gd name="connsiteX1465" fmla="*/ 1154078 w 3242958"/>
              <a:gd name="connsiteY1465" fmla="*/ 1297101 h 2476997"/>
              <a:gd name="connsiteX1466" fmla="*/ 1137158 w 3242958"/>
              <a:gd name="connsiteY1466" fmla="*/ 1359406 h 2476997"/>
              <a:gd name="connsiteX1467" fmla="*/ 1142691 w 3242958"/>
              <a:gd name="connsiteY1467" fmla="*/ 1364538 h 2476997"/>
              <a:gd name="connsiteX1468" fmla="*/ 1148224 w 3242958"/>
              <a:gd name="connsiteY1468" fmla="*/ 1369430 h 2476997"/>
              <a:gd name="connsiteX1469" fmla="*/ 1202190 w 3242958"/>
              <a:gd name="connsiteY1469" fmla="*/ 1311455 h 2476997"/>
              <a:gd name="connsiteX1470" fmla="*/ 1196978 w 3242958"/>
              <a:gd name="connsiteY1470" fmla="*/ 1306643 h 2476997"/>
              <a:gd name="connsiteX1471" fmla="*/ 1191846 w 3242958"/>
              <a:gd name="connsiteY1471" fmla="*/ 1301832 h 2476997"/>
              <a:gd name="connsiteX1472" fmla="*/ 1153917 w 3242958"/>
              <a:gd name="connsiteY1472" fmla="*/ 1342487 h 2476997"/>
              <a:gd name="connsiteX1473" fmla="*/ 1170436 w 3242958"/>
              <a:gd name="connsiteY1473" fmla="*/ 1281866 h 2476997"/>
              <a:gd name="connsiteX1474" fmla="*/ 1164582 w 3242958"/>
              <a:gd name="connsiteY1474" fmla="*/ 1276413 h 2476997"/>
              <a:gd name="connsiteX1475" fmla="*/ 1133229 w 3242958"/>
              <a:gd name="connsiteY1475" fmla="*/ 1243055 h 2476997"/>
              <a:gd name="connsiteX1476" fmla="*/ 1074372 w 3242958"/>
              <a:gd name="connsiteY1476" fmla="*/ 1296059 h 2476997"/>
              <a:gd name="connsiteX1477" fmla="*/ 1079504 w 3242958"/>
              <a:gd name="connsiteY1477" fmla="*/ 1301672 h 2476997"/>
              <a:gd name="connsiteX1478" fmla="*/ 1084556 w 3242958"/>
              <a:gd name="connsiteY1478" fmla="*/ 1307365 h 2476997"/>
              <a:gd name="connsiteX1479" fmla="*/ 1143413 w 3242958"/>
              <a:gd name="connsiteY1479" fmla="*/ 1254362 h 2476997"/>
              <a:gd name="connsiteX1480" fmla="*/ 1138361 w 3242958"/>
              <a:gd name="connsiteY1480" fmla="*/ 1248669 h 2476997"/>
              <a:gd name="connsiteX1481" fmla="*/ 2127625 w 3242958"/>
              <a:gd name="connsiteY1481" fmla="*/ 1227579 h 2476997"/>
              <a:gd name="connsiteX1482" fmla="*/ 2122573 w 3242958"/>
              <a:gd name="connsiteY1482" fmla="*/ 1233273 h 2476997"/>
              <a:gd name="connsiteX1483" fmla="*/ 2117441 w 3242958"/>
              <a:gd name="connsiteY1483" fmla="*/ 1238886 h 2476997"/>
              <a:gd name="connsiteX1484" fmla="*/ 2139493 w 3242958"/>
              <a:gd name="connsiteY1484" fmla="*/ 1258772 h 2476997"/>
              <a:gd name="connsiteX1485" fmla="*/ 2120489 w 3242958"/>
              <a:gd name="connsiteY1485" fmla="*/ 1279941 h 2476997"/>
              <a:gd name="connsiteX1486" fmla="*/ 2098437 w 3242958"/>
              <a:gd name="connsiteY1486" fmla="*/ 1260055 h 2476997"/>
              <a:gd name="connsiteX1487" fmla="*/ 2093305 w 3242958"/>
              <a:gd name="connsiteY1487" fmla="*/ 1265748 h 2476997"/>
              <a:gd name="connsiteX1488" fmla="*/ 2088253 w 3242958"/>
              <a:gd name="connsiteY1488" fmla="*/ 1271361 h 2476997"/>
              <a:gd name="connsiteX1489" fmla="*/ 2146950 w 3242958"/>
              <a:gd name="connsiteY1489" fmla="*/ 1324525 h 2476997"/>
              <a:gd name="connsiteX1490" fmla="*/ 2152002 w 3242958"/>
              <a:gd name="connsiteY1490" fmla="*/ 1318832 h 2476997"/>
              <a:gd name="connsiteX1491" fmla="*/ 2157134 w 3242958"/>
              <a:gd name="connsiteY1491" fmla="*/ 1313219 h 2476997"/>
              <a:gd name="connsiteX1492" fmla="*/ 2130432 w 3242958"/>
              <a:gd name="connsiteY1492" fmla="*/ 1289163 h 2476997"/>
              <a:gd name="connsiteX1493" fmla="*/ 2149516 w 3242958"/>
              <a:gd name="connsiteY1493" fmla="*/ 1267993 h 2476997"/>
              <a:gd name="connsiteX1494" fmla="*/ 2176138 w 3242958"/>
              <a:gd name="connsiteY1494" fmla="*/ 1292049 h 2476997"/>
              <a:gd name="connsiteX1495" fmla="*/ 2181270 w 3242958"/>
              <a:gd name="connsiteY1495" fmla="*/ 1286356 h 2476997"/>
              <a:gd name="connsiteX1496" fmla="*/ 2186482 w 3242958"/>
              <a:gd name="connsiteY1496" fmla="*/ 1280583 h 2476997"/>
              <a:gd name="connsiteX1497" fmla="*/ 1623490 w 3242958"/>
              <a:gd name="connsiteY1497" fmla="*/ 1187967 h 2476997"/>
              <a:gd name="connsiteX1498" fmla="*/ 1629344 w 3242958"/>
              <a:gd name="connsiteY1498" fmla="*/ 1195344 h 2476997"/>
              <a:gd name="connsiteX1499" fmla="*/ 1635759 w 3242958"/>
              <a:gd name="connsiteY1499" fmla="*/ 1201519 h 2476997"/>
              <a:gd name="connsiteX1500" fmla="*/ 1633995 w 3242958"/>
              <a:gd name="connsiteY1500" fmla="*/ 1203443 h 2476997"/>
              <a:gd name="connsiteX1501" fmla="*/ 1633995 w 3242958"/>
              <a:gd name="connsiteY1501" fmla="*/ 1252838 h 2476997"/>
              <a:gd name="connsiteX1502" fmla="*/ 1658853 w 3242958"/>
              <a:gd name="connsiteY1502" fmla="*/ 1257168 h 2476997"/>
              <a:gd name="connsiteX1503" fmla="*/ 1678178 w 3242958"/>
              <a:gd name="connsiteY1503" fmla="*/ 1268956 h 2476997"/>
              <a:gd name="connsiteX1504" fmla="*/ 1696942 w 3242958"/>
              <a:gd name="connsiteY1504" fmla="*/ 1274168 h 2476997"/>
              <a:gd name="connsiteX1505" fmla="*/ 1706484 w 3242958"/>
              <a:gd name="connsiteY1505" fmla="*/ 1283470 h 2476997"/>
              <a:gd name="connsiteX1506" fmla="*/ 1717149 w 3242958"/>
              <a:gd name="connsiteY1506" fmla="*/ 1284432 h 2476997"/>
              <a:gd name="connsiteX1507" fmla="*/ 1732064 w 3242958"/>
              <a:gd name="connsiteY1507" fmla="*/ 1295578 h 2476997"/>
              <a:gd name="connsiteX1508" fmla="*/ 1743611 w 3242958"/>
              <a:gd name="connsiteY1508" fmla="*/ 1302714 h 2476997"/>
              <a:gd name="connsiteX1509" fmla="*/ 1749384 w 3242958"/>
              <a:gd name="connsiteY1509" fmla="*/ 1309931 h 2476997"/>
              <a:gd name="connsiteX1510" fmla="*/ 1760129 w 3242958"/>
              <a:gd name="connsiteY1510" fmla="*/ 1314261 h 2476997"/>
              <a:gd name="connsiteX1511" fmla="*/ 1772317 w 3242958"/>
              <a:gd name="connsiteY1511" fmla="*/ 1315705 h 2476997"/>
              <a:gd name="connsiteX1512" fmla="*/ 1788354 w 3242958"/>
              <a:gd name="connsiteY1512" fmla="*/ 1322120 h 2476997"/>
              <a:gd name="connsiteX1513" fmla="*/ 1811529 w 3242958"/>
              <a:gd name="connsiteY1513" fmla="*/ 1335030 h 2476997"/>
              <a:gd name="connsiteX1514" fmla="*/ 1856513 w 3242958"/>
              <a:gd name="connsiteY1514" fmla="*/ 1342647 h 2476997"/>
              <a:gd name="connsiteX1515" fmla="*/ 1396642 w 3242958"/>
              <a:gd name="connsiteY1515" fmla="*/ 1343129 h 2476997"/>
              <a:gd name="connsiteX1516" fmla="*/ 1451570 w 3242958"/>
              <a:gd name="connsiteY1516" fmla="*/ 1336714 h 2476997"/>
              <a:gd name="connsiteX1517" fmla="*/ 1475626 w 3242958"/>
              <a:gd name="connsiteY1517" fmla="*/ 1323804 h 2476997"/>
              <a:gd name="connsiteX1518" fmla="*/ 1488537 w 3242958"/>
              <a:gd name="connsiteY1518" fmla="*/ 1311615 h 2476997"/>
              <a:gd name="connsiteX1519" fmla="*/ 1501446 w 3242958"/>
              <a:gd name="connsiteY1519" fmla="*/ 1305120 h 2476997"/>
              <a:gd name="connsiteX1520" fmla="*/ 1512993 w 3242958"/>
              <a:gd name="connsiteY1520" fmla="*/ 1298625 h 2476997"/>
              <a:gd name="connsiteX1521" fmla="*/ 1523017 w 3242958"/>
              <a:gd name="connsiteY1521" fmla="*/ 1285715 h 2476997"/>
              <a:gd name="connsiteX1522" fmla="*/ 1538092 w 3242958"/>
              <a:gd name="connsiteY1522" fmla="*/ 1279941 h 2476997"/>
              <a:gd name="connsiteX1523" fmla="*/ 1552445 w 3242958"/>
              <a:gd name="connsiteY1523" fmla="*/ 1269918 h 2476997"/>
              <a:gd name="connsiteX1524" fmla="*/ 1571129 w 3242958"/>
              <a:gd name="connsiteY1524" fmla="*/ 1264866 h 2476997"/>
              <a:gd name="connsiteX1525" fmla="*/ 1587647 w 3242958"/>
              <a:gd name="connsiteY1525" fmla="*/ 1254843 h 2476997"/>
              <a:gd name="connsiteX1526" fmla="*/ 1613868 w 3242958"/>
              <a:gd name="connsiteY1526" fmla="*/ 1253560 h 2476997"/>
              <a:gd name="connsiteX1527" fmla="*/ 1613868 w 3242958"/>
              <a:gd name="connsiteY1527" fmla="*/ 1204486 h 2476997"/>
              <a:gd name="connsiteX1528" fmla="*/ 1611462 w 3242958"/>
              <a:gd name="connsiteY1528" fmla="*/ 1202241 h 2476997"/>
              <a:gd name="connsiteX1529" fmla="*/ 1617798 w 3242958"/>
              <a:gd name="connsiteY1529" fmla="*/ 1195344 h 2476997"/>
              <a:gd name="connsiteX1530" fmla="*/ 1623490 w 3242958"/>
              <a:gd name="connsiteY1530" fmla="*/ 1187967 h 2476997"/>
              <a:gd name="connsiteX1531" fmla="*/ 2176058 w 3242958"/>
              <a:gd name="connsiteY1531" fmla="*/ 1161345 h 2476997"/>
              <a:gd name="connsiteX1532" fmla="*/ 2171968 w 3242958"/>
              <a:gd name="connsiteY1532" fmla="*/ 1167199 h 2476997"/>
              <a:gd name="connsiteX1533" fmla="*/ 2167879 w 3242958"/>
              <a:gd name="connsiteY1533" fmla="*/ 1173052 h 2476997"/>
              <a:gd name="connsiteX1534" fmla="*/ 2213425 w 3242958"/>
              <a:gd name="connsiteY1534" fmla="*/ 1205127 h 2476997"/>
              <a:gd name="connsiteX1535" fmla="*/ 2151120 w 3242958"/>
              <a:gd name="connsiteY1535" fmla="*/ 1197108 h 2476997"/>
              <a:gd name="connsiteX1536" fmla="*/ 2146549 w 3242958"/>
              <a:gd name="connsiteY1536" fmla="*/ 1203684 h 2476997"/>
              <a:gd name="connsiteX1537" fmla="*/ 2141979 w 3242958"/>
              <a:gd name="connsiteY1537" fmla="*/ 1210179 h 2476997"/>
              <a:gd name="connsiteX1538" fmla="*/ 2206849 w 3242958"/>
              <a:gd name="connsiteY1538" fmla="*/ 1255645 h 2476997"/>
              <a:gd name="connsiteX1539" fmla="*/ 2210939 w 3242958"/>
              <a:gd name="connsiteY1539" fmla="*/ 1249791 h 2476997"/>
              <a:gd name="connsiteX1540" fmla="*/ 2214948 w 3242958"/>
              <a:gd name="connsiteY1540" fmla="*/ 1243937 h 2476997"/>
              <a:gd name="connsiteX1541" fmla="*/ 2168199 w 3242958"/>
              <a:gd name="connsiteY1541" fmla="*/ 1211221 h 2476997"/>
              <a:gd name="connsiteX1542" fmla="*/ 2232349 w 3242958"/>
              <a:gd name="connsiteY1542" fmla="*/ 1219240 h 2476997"/>
              <a:gd name="connsiteX1543" fmla="*/ 2236759 w 3242958"/>
              <a:gd name="connsiteY1543" fmla="*/ 1212985 h 2476997"/>
              <a:gd name="connsiteX1544" fmla="*/ 2240929 w 3242958"/>
              <a:gd name="connsiteY1544" fmla="*/ 1206811 h 2476997"/>
              <a:gd name="connsiteX1545" fmla="*/ 1057212 w 3242958"/>
              <a:gd name="connsiteY1545" fmla="*/ 1154369 h 2476997"/>
              <a:gd name="connsiteX1546" fmla="*/ 1005892 w 3242958"/>
              <a:gd name="connsiteY1546" fmla="*/ 1187246 h 2476997"/>
              <a:gd name="connsiteX1547" fmla="*/ 1010303 w 3242958"/>
              <a:gd name="connsiteY1547" fmla="*/ 1214429 h 2476997"/>
              <a:gd name="connsiteX1548" fmla="*/ 1030991 w 3242958"/>
              <a:gd name="connsiteY1548" fmla="*/ 1225815 h 2476997"/>
              <a:gd name="connsiteX1549" fmla="*/ 1032515 w 3242958"/>
              <a:gd name="connsiteY1549" fmla="*/ 1225815 h 2476997"/>
              <a:gd name="connsiteX1550" fmla="*/ 1024496 w 3242958"/>
              <a:gd name="connsiteY1550" fmla="*/ 1232631 h 2476997"/>
              <a:gd name="connsiteX1551" fmla="*/ 1030029 w 3242958"/>
              <a:gd name="connsiteY1551" fmla="*/ 1241211 h 2476997"/>
              <a:gd name="connsiteX1552" fmla="*/ 1065872 w 3242958"/>
              <a:gd name="connsiteY1552" fmla="*/ 1217957 h 2476997"/>
              <a:gd name="connsiteX1553" fmla="*/ 1049274 w 3242958"/>
              <a:gd name="connsiteY1553" fmla="*/ 1192297 h 2476997"/>
              <a:gd name="connsiteX1554" fmla="*/ 1037807 w 3242958"/>
              <a:gd name="connsiteY1554" fmla="*/ 1199755 h 2476997"/>
              <a:gd name="connsiteX1555" fmla="*/ 1046707 w 3242958"/>
              <a:gd name="connsiteY1555" fmla="*/ 1214429 h 2476997"/>
              <a:gd name="connsiteX1556" fmla="*/ 1036364 w 3242958"/>
              <a:gd name="connsiteY1556" fmla="*/ 1216433 h 2476997"/>
              <a:gd name="connsiteX1557" fmla="*/ 1022732 w 3242958"/>
              <a:gd name="connsiteY1557" fmla="*/ 1208896 h 2476997"/>
              <a:gd name="connsiteX1558" fmla="*/ 1020086 w 3242958"/>
              <a:gd name="connsiteY1558" fmla="*/ 1191816 h 2476997"/>
              <a:gd name="connsiteX1559" fmla="*/ 1034359 w 3242958"/>
              <a:gd name="connsiteY1559" fmla="*/ 1176180 h 2476997"/>
              <a:gd name="connsiteX1560" fmla="*/ 1054726 w 3242958"/>
              <a:gd name="connsiteY1560" fmla="*/ 1169604 h 2476997"/>
              <a:gd name="connsiteX1561" fmla="*/ 1069481 w 3242958"/>
              <a:gd name="connsiteY1561" fmla="*/ 1178585 h 2476997"/>
              <a:gd name="connsiteX1562" fmla="*/ 1071886 w 3242958"/>
              <a:gd name="connsiteY1562" fmla="*/ 1189491 h 2476997"/>
              <a:gd name="connsiteX1563" fmla="*/ 1067236 w 3242958"/>
              <a:gd name="connsiteY1563" fmla="*/ 1198953 h 2476997"/>
              <a:gd name="connsiteX1564" fmla="*/ 1076216 w 3242958"/>
              <a:gd name="connsiteY1564" fmla="*/ 1211702 h 2476997"/>
              <a:gd name="connsiteX1565" fmla="*/ 1087122 w 3242958"/>
              <a:gd name="connsiteY1565" fmla="*/ 1192698 h 2476997"/>
              <a:gd name="connsiteX1566" fmla="*/ 1081268 w 3242958"/>
              <a:gd name="connsiteY1566" fmla="*/ 1170406 h 2476997"/>
              <a:gd name="connsiteX1567" fmla="*/ 1057212 w 3242958"/>
              <a:gd name="connsiteY1567" fmla="*/ 1154369 h 2476997"/>
              <a:gd name="connsiteX1568" fmla="*/ 2226816 w 3242958"/>
              <a:gd name="connsiteY1568" fmla="*/ 1108261 h 2476997"/>
              <a:gd name="connsiteX1569" fmla="*/ 2247424 w 3242958"/>
              <a:gd name="connsiteY1569" fmla="*/ 1113313 h 2476997"/>
              <a:gd name="connsiteX1570" fmla="*/ 2263382 w 3242958"/>
              <a:gd name="connsiteY1570" fmla="*/ 1127105 h 2476997"/>
              <a:gd name="connsiteX1571" fmla="*/ 2264801 w 3242958"/>
              <a:gd name="connsiteY1571" fmla="*/ 1131740 h 2476997"/>
              <a:gd name="connsiteX1572" fmla="*/ 2249750 w 3242958"/>
              <a:gd name="connsiteY1572" fmla="*/ 1152764 h 2476997"/>
              <a:gd name="connsiteX1573" fmla="*/ 2229462 w 3242958"/>
              <a:gd name="connsiteY1573" fmla="*/ 1147953 h 2476997"/>
              <a:gd name="connsiteX1574" fmla="*/ 2213425 w 3242958"/>
              <a:gd name="connsiteY1574" fmla="*/ 1133680 h 2476997"/>
              <a:gd name="connsiteX1575" fmla="*/ 2213425 w 3242958"/>
              <a:gd name="connsiteY1575" fmla="*/ 1117643 h 2476997"/>
              <a:gd name="connsiteX1576" fmla="*/ 2226816 w 3242958"/>
              <a:gd name="connsiteY1576" fmla="*/ 1108261 h 2476997"/>
              <a:gd name="connsiteX1577" fmla="*/ 2223288 w 3242958"/>
              <a:gd name="connsiteY1577" fmla="*/ 1093988 h 2476997"/>
              <a:gd name="connsiteX1578" fmla="*/ 2219808 w 3242958"/>
              <a:gd name="connsiteY1578" fmla="*/ 1095047 h 2476997"/>
              <a:gd name="connsiteX1579" fmla="*/ 2199232 w 3242958"/>
              <a:gd name="connsiteY1579" fmla="*/ 1139134 h 2476997"/>
              <a:gd name="connsiteX1580" fmla="*/ 2221925 w 3242958"/>
              <a:gd name="connsiteY1580" fmla="*/ 1161907 h 2476997"/>
              <a:gd name="connsiteX1581" fmla="*/ 2253037 w 3242958"/>
              <a:gd name="connsiteY1581" fmla="*/ 1167680 h 2476997"/>
              <a:gd name="connsiteX1582" fmla="*/ 2274848 w 3242958"/>
              <a:gd name="connsiteY1582" fmla="*/ 1150440 h 2476997"/>
              <a:gd name="connsiteX1583" fmla="*/ 2274688 w 3242958"/>
              <a:gd name="connsiteY1583" fmla="*/ 1150279 h 2476997"/>
              <a:gd name="connsiteX1584" fmla="*/ 2277093 w 3242958"/>
              <a:gd name="connsiteY1584" fmla="*/ 1122615 h 2476997"/>
              <a:gd name="connsiteX1585" fmla="*/ 2254882 w 3242958"/>
              <a:gd name="connsiteY1585" fmla="*/ 1100082 h 2476997"/>
              <a:gd name="connsiteX1586" fmla="*/ 2223288 w 3242958"/>
              <a:gd name="connsiteY1586" fmla="*/ 1093988 h 2476997"/>
              <a:gd name="connsiteX1587" fmla="*/ 1024656 w 3242958"/>
              <a:gd name="connsiteY1587" fmla="*/ 1068890 h 2476997"/>
              <a:gd name="connsiteX1588" fmla="*/ 952889 w 3242958"/>
              <a:gd name="connsiteY1588" fmla="*/ 1102408 h 2476997"/>
              <a:gd name="connsiteX1589" fmla="*/ 955856 w 3242958"/>
              <a:gd name="connsiteY1589" fmla="*/ 1108823 h 2476997"/>
              <a:gd name="connsiteX1590" fmla="*/ 958903 w 3242958"/>
              <a:gd name="connsiteY1590" fmla="*/ 1115238 h 2476997"/>
              <a:gd name="connsiteX1591" fmla="*/ 1010623 w 3242958"/>
              <a:gd name="connsiteY1591" fmla="*/ 1091182 h 2476997"/>
              <a:gd name="connsiteX1592" fmla="*/ 971573 w 3242958"/>
              <a:gd name="connsiteY1592" fmla="*/ 1142582 h 2476997"/>
              <a:gd name="connsiteX1593" fmla="*/ 974780 w 3242958"/>
              <a:gd name="connsiteY1593" fmla="*/ 1149397 h 2476997"/>
              <a:gd name="connsiteX1594" fmla="*/ 977988 w 3242958"/>
              <a:gd name="connsiteY1594" fmla="*/ 1156133 h 2476997"/>
              <a:gd name="connsiteX1595" fmla="*/ 1049755 w 3242958"/>
              <a:gd name="connsiteY1595" fmla="*/ 1122695 h 2476997"/>
              <a:gd name="connsiteX1596" fmla="*/ 1046707 w 3242958"/>
              <a:gd name="connsiteY1596" fmla="*/ 1116200 h 2476997"/>
              <a:gd name="connsiteX1597" fmla="*/ 1043741 w 3242958"/>
              <a:gd name="connsiteY1597" fmla="*/ 1109785 h 2476997"/>
              <a:gd name="connsiteX1598" fmla="*/ 993383 w 3242958"/>
              <a:gd name="connsiteY1598" fmla="*/ 1133280 h 2476997"/>
              <a:gd name="connsiteX1599" fmla="*/ 1031392 w 3242958"/>
              <a:gd name="connsiteY1599" fmla="*/ 1083404 h 2476997"/>
              <a:gd name="connsiteX1600" fmla="*/ 1028024 w 3242958"/>
              <a:gd name="connsiteY1600" fmla="*/ 1076187 h 2476997"/>
              <a:gd name="connsiteX1601" fmla="*/ 2305479 w 3242958"/>
              <a:gd name="connsiteY1601" fmla="*/ 1036414 h 2476997"/>
              <a:gd name="connsiteX1602" fmla="*/ 2292489 w 3242958"/>
              <a:gd name="connsiteY1602" fmla="*/ 1070253 h 2476997"/>
              <a:gd name="connsiteX1603" fmla="*/ 2231708 w 3242958"/>
              <a:gd name="connsiteY1603" fmla="*/ 1046919 h 2476997"/>
              <a:gd name="connsiteX1604" fmla="*/ 2228981 w 3242958"/>
              <a:gd name="connsiteY1604" fmla="*/ 1054055 h 2476997"/>
              <a:gd name="connsiteX1605" fmla="*/ 2226255 w 3242958"/>
              <a:gd name="connsiteY1605" fmla="*/ 1061112 h 2476997"/>
              <a:gd name="connsiteX1606" fmla="*/ 2300347 w 3242958"/>
              <a:gd name="connsiteY1606" fmla="*/ 1089578 h 2476997"/>
              <a:gd name="connsiteX1607" fmla="*/ 2318630 w 3242958"/>
              <a:gd name="connsiteY1607" fmla="*/ 1041466 h 2476997"/>
              <a:gd name="connsiteX1608" fmla="*/ 2312054 w 3242958"/>
              <a:gd name="connsiteY1608" fmla="*/ 1038980 h 2476997"/>
              <a:gd name="connsiteX1609" fmla="*/ 1010704 w 3242958"/>
              <a:gd name="connsiteY1609" fmla="*/ 1033688 h 2476997"/>
              <a:gd name="connsiteX1610" fmla="*/ 936772 w 3242958"/>
              <a:gd name="connsiteY1610" fmla="*/ 1062074 h 2476997"/>
              <a:gd name="connsiteX1611" fmla="*/ 939498 w 3242958"/>
              <a:gd name="connsiteY1611" fmla="*/ 1069211 h 2476997"/>
              <a:gd name="connsiteX1612" fmla="*/ 942224 w 3242958"/>
              <a:gd name="connsiteY1612" fmla="*/ 1076267 h 2476997"/>
              <a:gd name="connsiteX1613" fmla="*/ 1016156 w 3242958"/>
              <a:gd name="connsiteY1613" fmla="*/ 1047881 h 2476997"/>
              <a:gd name="connsiteX1614" fmla="*/ 1013430 w 3242958"/>
              <a:gd name="connsiteY1614" fmla="*/ 1040825 h 2476997"/>
              <a:gd name="connsiteX1615" fmla="*/ 942946 w 3242958"/>
              <a:gd name="connsiteY1615" fmla="*/ 979722 h 2476997"/>
              <a:gd name="connsiteX1616" fmla="*/ 938375 w 3242958"/>
              <a:gd name="connsiteY1616" fmla="*/ 980925 h 2476997"/>
              <a:gd name="connsiteX1617" fmla="*/ 919451 w 3242958"/>
              <a:gd name="connsiteY1617" fmla="*/ 991670 h 2476997"/>
              <a:gd name="connsiteX1618" fmla="*/ 917607 w 3242958"/>
              <a:gd name="connsiteY1618" fmla="*/ 1010915 h 2476997"/>
              <a:gd name="connsiteX1619" fmla="*/ 928111 w 3242958"/>
              <a:gd name="connsiteY1619" fmla="*/ 1026231 h 2476997"/>
              <a:gd name="connsiteX1620" fmla="*/ 928111 w 3242958"/>
              <a:gd name="connsiteY1620" fmla="*/ 1026070 h 2476997"/>
              <a:gd name="connsiteX1621" fmla="*/ 947276 w 3242958"/>
              <a:gd name="connsiteY1621" fmla="*/ 1027353 h 2476997"/>
              <a:gd name="connsiteX1622" fmla="*/ 1002284 w 3242958"/>
              <a:gd name="connsiteY1622" fmla="*/ 1012599 h 2476997"/>
              <a:gd name="connsiteX1623" fmla="*/ 1000280 w 3242958"/>
              <a:gd name="connsiteY1623" fmla="*/ 1005222 h 2476997"/>
              <a:gd name="connsiteX1624" fmla="*/ 998355 w 3242958"/>
              <a:gd name="connsiteY1624" fmla="*/ 997925 h 2476997"/>
              <a:gd name="connsiteX1625" fmla="*/ 943347 w 3242958"/>
              <a:gd name="connsiteY1625" fmla="*/ 1012679 h 2476997"/>
              <a:gd name="connsiteX1626" fmla="*/ 934767 w 3242958"/>
              <a:gd name="connsiteY1626" fmla="*/ 1012679 h 2476997"/>
              <a:gd name="connsiteX1627" fmla="*/ 933949 w 3242958"/>
              <a:gd name="connsiteY1627" fmla="*/ 1012118 h 2476997"/>
              <a:gd name="connsiteX1628" fmla="*/ 932281 w 3242958"/>
              <a:gd name="connsiteY1628" fmla="*/ 999528 h 2476997"/>
              <a:gd name="connsiteX1629" fmla="*/ 942064 w 3242958"/>
              <a:gd name="connsiteY1629" fmla="*/ 994877 h 2476997"/>
              <a:gd name="connsiteX1630" fmla="*/ 946635 w 3242958"/>
              <a:gd name="connsiteY1630" fmla="*/ 993675 h 2476997"/>
              <a:gd name="connsiteX1631" fmla="*/ 2280381 w 3242958"/>
              <a:gd name="connsiteY1631" fmla="*/ 954223 h 2476997"/>
              <a:gd name="connsiteX1632" fmla="*/ 2301630 w 3242958"/>
              <a:gd name="connsiteY1632" fmla="*/ 954223 h 2476997"/>
              <a:gd name="connsiteX1633" fmla="*/ 2319913 w 3242958"/>
              <a:gd name="connsiteY1633" fmla="*/ 964246 h 2476997"/>
              <a:gd name="connsiteX1634" fmla="*/ 2322415 w 3242958"/>
              <a:gd name="connsiteY1634" fmla="*/ 968408 h 2476997"/>
              <a:gd name="connsiteX1635" fmla="*/ 2312857 w 3242958"/>
              <a:gd name="connsiteY1635" fmla="*/ 992552 h 2476997"/>
              <a:gd name="connsiteX1636" fmla="*/ 2292008 w 3242958"/>
              <a:gd name="connsiteY1636" fmla="*/ 992552 h 2476997"/>
              <a:gd name="connsiteX1637" fmla="*/ 2273325 w 3242958"/>
              <a:gd name="connsiteY1637" fmla="*/ 982449 h 2476997"/>
              <a:gd name="connsiteX1638" fmla="*/ 2270406 w 3242958"/>
              <a:gd name="connsiteY1638" fmla="*/ 977581 h 2476997"/>
              <a:gd name="connsiteX1639" fmla="*/ 2280381 w 3242958"/>
              <a:gd name="connsiteY1639" fmla="*/ 954223 h 2476997"/>
              <a:gd name="connsiteX1640" fmla="*/ 2305158 w 3242958"/>
              <a:gd name="connsiteY1640" fmla="*/ 939468 h 2476997"/>
              <a:gd name="connsiteX1641" fmla="*/ 2273084 w 3242958"/>
              <a:gd name="connsiteY1641" fmla="*/ 941233 h 2476997"/>
              <a:gd name="connsiteX1642" fmla="*/ 2269924 w 3242958"/>
              <a:gd name="connsiteY1642" fmla="*/ 943133 h 2476997"/>
              <a:gd name="connsiteX1643" fmla="*/ 2260735 w 3242958"/>
              <a:gd name="connsiteY1643" fmla="*/ 990788 h 2476997"/>
              <a:gd name="connsiteX1644" fmla="*/ 2288319 w 3242958"/>
              <a:gd name="connsiteY1644" fmla="*/ 1007467 h 2476997"/>
              <a:gd name="connsiteX1645" fmla="*/ 2319913 w 3242958"/>
              <a:gd name="connsiteY1645" fmla="*/ 1005542 h 2476997"/>
              <a:gd name="connsiteX1646" fmla="*/ 2336832 w 3242958"/>
              <a:gd name="connsiteY1646" fmla="*/ 983491 h 2476997"/>
              <a:gd name="connsiteX1647" fmla="*/ 2332181 w 3242958"/>
              <a:gd name="connsiteY1647" fmla="*/ 955987 h 2476997"/>
              <a:gd name="connsiteX1648" fmla="*/ 2305158 w 3242958"/>
              <a:gd name="connsiteY1648" fmla="*/ 939468 h 2476997"/>
              <a:gd name="connsiteX1649" fmla="*/ 983360 w 3242958"/>
              <a:gd name="connsiteY1649" fmla="*/ 934256 h 2476997"/>
              <a:gd name="connsiteX1650" fmla="*/ 905659 w 3242958"/>
              <a:gd name="connsiteY1650" fmla="*/ 949412 h 2476997"/>
              <a:gd name="connsiteX1651" fmla="*/ 907103 w 3242958"/>
              <a:gd name="connsiteY1651" fmla="*/ 956869 h 2476997"/>
              <a:gd name="connsiteX1652" fmla="*/ 908546 w 3242958"/>
              <a:gd name="connsiteY1652" fmla="*/ 964326 h 2476997"/>
              <a:gd name="connsiteX1653" fmla="*/ 986247 w 3242958"/>
              <a:gd name="connsiteY1653" fmla="*/ 949251 h 2476997"/>
              <a:gd name="connsiteX1654" fmla="*/ 984804 w 3242958"/>
              <a:gd name="connsiteY1654" fmla="*/ 941714 h 2476997"/>
              <a:gd name="connsiteX1655" fmla="*/ 1152073 w 3242958"/>
              <a:gd name="connsiteY1655" fmla="*/ 933454 h 2476997"/>
              <a:gd name="connsiteX1656" fmla="*/ 1242604 w 3242958"/>
              <a:gd name="connsiteY1656" fmla="*/ 947808 h 2476997"/>
              <a:gd name="connsiteX1657" fmla="*/ 1459910 w 3242958"/>
              <a:gd name="connsiteY1657" fmla="*/ 946044 h 2476997"/>
              <a:gd name="connsiteX1658" fmla="*/ 1491424 w 3242958"/>
              <a:gd name="connsiteY1658" fmla="*/ 951176 h 2476997"/>
              <a:gd name="connsiteX1659" fmla="*/ 1560625 w 3242958"/>
              <a:gd name="connsiteY1659" fmla="*/ 959194 h 2476997"/>
              <a:gd name="connsiteX1660" fmla="*/ 1539375 w 3242958"/>
              <a:gd name="connsiteY1660" fmla="*/ 1045074 h 2476997"/>
              <a:gd name="connsiteX1661" fmla="*/ 1624453 w 3242958"/>
              <a:gd name="connsiteY1661" fmla="*/ 1059508 h 2476997"/>
              <a:gd name="connsiteX1662" fmla="*/ 1709452 w 3242958"/>
              <a:gd name="connsiteY1662" fmla="*/ 1045074 h 2476997"/>
              <a:gd name="connsiteX1663" fmla="*/ 1688202 w 3242958"/>
              <a:gd name="connsiteY1663" fmla="*/ 959274 h 2476997"/>
              <a:gd name="connsiteX1664" fmla="*/ 1757403 w 3242958"/>
              <a:gd name="connsiteY1664" fmla="*/ 951256 h 2476997"/>
              <a:gd name="connsiteX1665" fmla="*/ 1788997 w 3242958"/>
              <a:gd name="connsiteY1665" fmla="*/ 946124 h 2476997"/>
              <a:gd name="connsiteX1666" fmla="*/ 2006303 w 3242958"/>
              <a:gd name="connsiteY1666" fmla="*/ 947888 h 2476997"/>
              <a:gd name="connsiteX1667" fmla="*/ 2006624 w 3242958"/>
              <a:gd name="connsiteY1667" fmla="*/ 947808 h 2476997"/>
              <a:gd name="connsiteX1668" fmla="*/ 2097074 w 3242958"/>
              <a:gd name="connsiteY1668" fmla="*/ 933454 h 2476997"/>
              <a:gd name="connsiteX1669" fmla="*/ 2040142 w 3242958"/>
              <a:gd name="connsiteY1669" fmla="*/ 996962 h 2476997"/>
              <a:gd name="connsiteX1670" fmla="*/ 1681386 w 3242958"/>
              <a:gd name="connsiteY1670" fmla="*/ 1062715 h 2476997"/>
              <a:gd name="connsiteX1671" fmla="*/ 1704400 w 3242958"/>
              <a:gd name="connsiteY1671" fmla="*/ 1154770 h 2476997"/>
              <a:gd name="connsiteX1672" fmla="*/ 1624213 w 3242958"/>
              <a:gd name="connsiteY1672" fmla="*/ 1172090 h 2476997"/>
              <a:gd name="connsiteX1673" fmla="*/ 1544026 w 3242958"/>
              <a:gd name="connsiteY1673" fmla="*/ 1154770 h 2476997"/>
              <a:gd name="connsiteX1674" fmla="*/ 1567040 w 3242958"/>
              <a:gd name="connsiteY1674" fmla="*/ 1062715 h 2476997"/>
              <a:gd name="connsiteX1675" fmla="*/ 1209006 w 3242958"/>
              <a:gd name="connsiteY1675" fmla="*/ 996962 h 2476997"/>
              <a:gd name="connsiteX1676" fmla="*/ 1152073 w 3242958"/>
              <a:gd name="connsiteY1676" fmla="*/ 933454 h 2476997"/>
              <a:gd name="connsiteX1677" fmla="*/ 974139 w 3242958"/>
              <a:gd name="connsiteY1677" fmla="*/ 859282 h 2476997"/>
              <a:gd name="connsiteX1678" fmla="*/ 895556 w 3242958"/>
              <a:gd name="connsiteY1678" fmla="*/ 868985 h 2476997"/>
              <a:gd name="connsiteX1679" fmla="*/ 902291 w 3242958"/>
              <a:gd name="connsiteY1679" fmla="*/ 924153 h 2476997"/>
              <a:gd name="connsiteX1680" fmla="*/ 909268 w 3242958"/>
              <a:gd name="connsiteY1680" fmla="*/ 923351 h 2476997"/>
              <a:gd name="connsiteX1681" fmla="*/ 916244 w 3242958"/>
              <a:gd name="connsiteY1681" fmla="*/ 922469 h 2476997"/>
              <a:gd name="connsiteX1682" fmla="*/ 911352 w 3242958"/>
              <a:gd name="connsiteY1682" fmla="*/ 882376 h 2476997"/>
              <a:gd name="connsiteX1683" fmla="*/ 931800 w 3242958"/>
              <a:gd name="connsiteY1683" fmla="*/ 879810 h 2476997"/>
              <a:gd name="connsiteX1684" fmla="*/ 936130 w 3242958"/>
              <a:gd name="connsiteY1684" fmla="*/ 915172 h 2476997"/>
              <a:gd name="connsiteX1685" fmla="*/ 942946 w 3242958"/>
              <a:gd name="connsiteY1685" fmla="*/ 914370 h 2476997"/>
              <a:gd name="connsiteX1686" fmla="*/ 949682 w 3242958"/>
              <a:gd name="connsiteY1686" fmla="*/ 913568 h 2476997"/>
              <a:gd name="connsiteX1687" fmla="*/ 945352 w 3242958"/>
              <a:gd name="connsiteY1687" fmla="*/ 878206 h 2476997"/>
              <a:gd name="connsiteX1688" fmla="*/ 962030 w 3242958"/>
              <a:gd name="connsiteY1688" fmla="*/ 876121 h 2476997"/>
              <a:gd name="connsiteX1689" fmla="*/ 966681 w 3242958"/>
              <a:gd name="connsiteY1689" fmla="*/ 914210 h 2476997"/>
              <a:gd name="connsiteX1690" fmla="*/ 973738 w 3242958"/>
              <a:gd name="connsiteY1690" fmla="*/ 913408 h 2476997"/>
              <a:gd name="connsiteX1691" fmla="*/ 980634 w 3242958"/>
              <a:gd name="connsiteY1691" fmla="*/ 912526 h 2476997"/>
              <a:gd name="connsiteX1692" fmla="*/ 2299385 w 3242958"/>
              <a:gd name="connsiteY1692" fmla="*/ 845891 h 2476997"/>
              <a:gd name="connsiteX1693" fmla="*/ 2279098 w 3242958"/>
              <a:gd name="connsiteY1693" fmla="*/ 853909 h 2476997"/>
              <a:gd name="connsiteX1694" fmla="*/ 2279098 w 3242958"/>
              <a:gd name="connsiteY1694" fmla="*/ 902021 h 2476997"/>
              <a:gd name="connsiteX1695" fmla="*/ 2339719 w 3242958"/>
              <a:gd name="connsiteY1695" fmla="*/ 907715 h 2476997"/>
              <a:gd name="connsiteX1696" fmla="*/ 2353030 w 3242958"/>
              <a:gd name="connsiteY1696" fmla="*/ 883659 h 2476997"/>
              <a:gd name="connsiteX1697" fmla="*/ 2343728 w 3242958"/>
              <a:gd name="connsiteY1697" fmla="*/ 861928 h 2476997"/>
              <a:gd name="connsiteX1698" fmla="*/ 2342526 w 3242958"/>
              <a:gd name="connsiteY1698" fmla="*/ 861286 h 2476997"/>
              <a:gd name="connsiteX1699" fmla="*/ 2352870 w 3242958"/>
              <a:gd name="connsiteY1699" fmla="*/ 860645 h 2476997"/>
              <a:gd name="connsiteX1700" fmla="*/ 2353592 w 3242958"/>
              <a:gd name="connsiteY1700" fmla="*/ 850622 h 2476997"/>
              <a:gd name="connsiteX1701" fmla="*/ 2311012 w 3242958"/>
              <a:gd name="connsiteY1701" fmla="*/ 846933 h 2476997"/>
              <a:gd name="connsiteX1702" fmla="*/ 2308366 w 3242958"/>
              <a:gd name="connsiteY1702" fmla="*/ 877324 h 2476997"/>
              <a:gd name="connsiteX1703" fmla="*/ 2321998 w 3242958"/>
              <a:gd name="connsiteY1703" fmla="*/ 878527 h 2476997"/>
              <a:gd name="connsiteX1704" fmla="*/ 2323441 w 3242958"/>
              <a:gd name="connsiteY1704" fmla="*/ 861367 h 2476997"/>
              <a:gd name="connsiteX1705" fmla="*/ 2332823 w 3242958"/>
              <a:gd name="connsiteY1705" fmla="*/ 866178 h 2476997"/>
              <a:gd name="connsiteX1706" fmla="*/ 2338917 w 3242958"/>
              <a:gd name="connsiteY1706" fmla="*/ 880531 h 2476997"/>
              <a:gd name="connsiteX1707" fmla="*/ 2330899 w 3242958"/>
              <a:gd name="connsiteY1707" fmla="*/ 895606 h 2476997"/>
              <a:gd name="connsiteX1708" fmla="*/ 2309970 w 3242958"/>
              <a:gd name="connsiteY1708" fmla="*/ 899135 h 2476997"/>
              <a:gd name="connsiteX1709" fmla="*/ 2289843 w 3242958"/>
              <a:gd name="connsiteY1709" fmla="*/ 891758 h 2476997"/>
              <a:gd name="connsiteX1710" fmla="*/ 2283749 w 3242958"/>
              <a:gd name="connsiteY1710" fmla="*/ 875720 h 2476997"/>
              <a:gd name="connsiteX1711" fmla="*/ 2288560 w 3242958"/>
              <a:gd name="connsiteY1711" fmla="*/ 865536 h 2476997"/>
              <a:gd name="connsiteX1712" fmla="*/ 2298102 w 3242958"/>
              <a:gd name="connsiteY1712" fmla="*/ 861046 h 2476997"/>
              <a:gd name="connsiteX1713" fmla="*/ 1204114 w 3242958"/>
              <a:gd name="connsiteY1713" fmla="*/ 821273 h 2476997"/>
              <a:gd name="connsiteX1714" fmla="*/ 1254311 w 3242958"/>
              <a:gd name="connsiteY1714" fmla="*/ 826726 h 2476997"/>
              <a:gd name="connsiteX1715" fmla="*/ 1297853 w 3242958"/>
              <a:gd name="connsiteY1715" fmla="*/ 826726 h 2476997"/>
              <a:gd name="connsiteX1716" fmla="*/ 1347729 w 3242958"/>
              <a:gd name="connsiteY1716" fmla="*/ 826245 h 2476997"/>
              <a:gd name="connsiteX1717" fmla="*/ 1423024 w 3242958"/>
              <a:gd name="connsiteY1717" fmla="*/ 828170 h 2476997"/>
              <a:gd name="connsiteX1718" fmla="*/ 1504414 w 3242958"/>
              <a:gd name="connsiteY1718" fmla="*/ 847093 h 2476997"/>
              <a:gd name="connsiteX1719" fmla="*/ 1561908 w 3242958"/>
              <a:gd name="connsiteY1719" fmla="*/ 851023 h 2476997"/>
              <a:gd name="connsiteX1720" fmla="*/ 1542503 w 3242958"/>
              <a:gd name="connsiteY1720" fmla="*/ 933535 h 2476997"/>
              <a:gd name="connsiteX1721" fmla="*/ 1622689 w 3242958"/>
              <a:gd name="connsiteY1721" fmla="*/ 942997 h 2476997"/>
              <a:gd name="connsiteX1722" fmla="*/ 1623571 w 3242958"/>
              <a:gd name="connsiteY1722" fmla="*/ 942997 h 2476997"/>
              <a:gd name="connsiteX1723" fmla="*/ 1624614 w 3242958"/>
              <a:gd name="connsiteY1723" fmla="*/ 942997 h 2476997"/>
              <a:gd name="connsiteX1724" fmla="*/ 1705362 w 3242958"/>
              <a:gd name="connsiteY1724" fmla="*/ 933374 h 2476997"/>
              <a:gd name="connsiteX1725" fmla="*/ 1685957 w 3242958"/>
              <a:gd name="connsiteY1725" fmla="*/ 850862 h 2476997"/>
              <a:gd name="connsiteX1726" fmla="*/ 1743451 w 3242958"/>
              <a:gd name="connsiteY1726" fmla="*/ 846933 h 2476997"/>
              <a:gd name="connsiteX1727" fmla="*/ 1825161 w 3242958"/>
              <a:gd name="connsiteY1727" fmla="*/ 828250 h 2476997"/>
              <a:gd name="connsiteX1728" fmla="*/ 1900456 w 3242958"/>
              <a:gd name="connsiteY1728" fmla="*/ 826325 h 2476997"/>
              <a:gd name="connsiteX1729" fmla="*/ 1950332 w 3242958"/>
              <a:gd name="connsiteY1729" fmla="*/ 826806 h 2476997"/>
              <a:gd name="connsiteX1730" fmla="*/ 1993874 w 3242958"/>
              <a:gd name="connsiteY1730" fmla="*/ 826806 h 2476997"/>
              <a:gd name="connsiteX1731" fmla="*/ 1993874 w 3242958"/>
              <a:gd name="connsiteY1731" fmla="*/ 826726 h 2476997"/>
              <a:gd name="connsiteX1732" fmla="*/ 2044071 w 3242958"/>
              <a:gd name="connsiteY1732" fmla="*/ 821273 h 2476997"/>
              <a:gd name="connsiteX1733" fmla="*/ 1995959 w 3242958"/>
              <a:gd name="connsiteY1733" fmla="*/ 868664 h 2476997"/>
              <a:gd name="connsiteX1734" fmla="*/ 1925956 w 3242958"/>
              <a:gd name="connsiteY1734" fmla="*/ 900738 h 2476997"/>
              <a:gd name="connsiteX1735" fmla="*/ 1755078 w 3242958"/>
              <a:gd name="connsiteY1735" fmla="*/ 938506 h 2476997"/>
              <a:gd name="connsiteX1736" fmla="*/ 1678820 w 3242958"/>
              <a:gd name="connsiteY1736" fmla="*/ 947086 h 2476997"/>
              <a:gd name="connsiteX1737" fmla="*/ 1671443 w 3242958"/>
              <a:gd name="connsiteY1737" fmla="*/ 947808 h 2476997"/>
              <a:gd name="connsiteX1738" fmla="*/ 1692853 w 3242958"/>
              <a:gd name="connsiteY1738" fmla="*/ 1034650 h 2476997"/>
              <a:gd name="connsiteX1739" fmla="*/ 1623812 w 3242958"/>
              <a:gd name="connsiteY1739" fmla="*/ 1046357 h 2476997"/>
              <a:gd name="connsiteX1740" fmla="*/ 1554691 w 3242958"/>
              <a:gd name="connsiteY1740" fmla="*/ 1034650 h 2476997"/>
              <a:gd name="connsiteX1741" fmla="*/ 1576181 w 3242958"/>
              <a:gd name="connsiteY1741" fmla="*/ 947808 h 2476997"/>
              <a:gd name="connsiteX1742" fmla="*/ 1568724 w 3242958"/>
              <a:gd name="connsiteY1742" fmla="*/ 947086 h 2476997"/>
              <a:gd name="connsiteX1743" fmla="*/ 1492466 w 3242958"/>
              <a:gd name="connsiteY1743" fmla="*/ 938506 h 2476997"/>
              <a:gd name="connsiteX1744" fmla="*/ 1322229 w 3242958"/>
              <a:gd name="connsiteY1744" fmla="*/ 900738 h 2476997"/>
              <a:gd name="connsiteX1745" fmla="*/ 1252226 w 3242958"/>
              <a:gd name="connsiteY1745" fmla="*/ 868664 h 2476997"/>
              <a:gd name="connsiteX1746" fmla="*/ 1204114 w 3242958"/>
              <a:gd name="connsiteY1746" fmla="*/ 821273 h 2476997"/>
              <a:gd name="connsiteX1747" fmla="*/ 941743 w 3242958"/>
              <a:gd name="connsiteY1747" fmla="*/ 791924 h 2476997"/>
              <a:gd name="connsiteX1748" fmla="*/ 959144 w 3242958"/>
              <a:gd name="connsiteY1748" fmla="*/ 791924 h 2476997"/>
              <a:gd name="connsiteX1749" fmla="*/ 959144 w 3242958"/>
              <a:gd name="connsiteY1749" fmla="*/ 808764 h 2476997"/>
              <a:gd name="connsiteX1750" fmla="*/ 956979 w 3242958"/>
              <a:gd name="connsiteY1750" fmla="*/ 817664 h 2476997"/>
              <a:gd name="connsiteX1751" fmla="*/ 950884 w 3242958"/>
              <a:gd name="connsiteY1751" fmla="*/ 820551 h 2476997"/>
              <a:gd name="connsiteX1752" fmla="*/ 943908 w 3242958"/>
              <a:gd name="connsiteY1752" fmla="*/ 817905 h 2476997"/>
              <a:gd name="connsiteX1753" fmla="*/ 941743 w 3242958"/>
              <a:gd name="connsiteY1753" fmla="*/ 809325 h 2476997"/>
              <a:gd name="connsiteX1754" fmla="*/ 907343 w 3242958"/>
              <a:gd name="connsiteY1754" fmla="*/ 790882 h 2476997"/>
              <a:gd name="connsiteX1755" fmla="*/ 928432 w 3242958"/>
              <a:gd name="connsiteY1755" fmla="*/ 791283 h 2476997"/>
              <a:gd name="connsiteX1756" fmla="*/ 928432 w 3242958"/>
              <a:gd name="connsiteY1756" fmla="*/ 809405 h 2476997"/>
              <a:gd name="connsiteX1757" fmla="*/ 925866 w 3242958"/>
              <a:gd name="connsiteY1757" fmla="*/ 818547 h 2476997"/>
              <a:gd name="connsiteX1758" fmla="*/ 918408 w 3242958"/>
              <a:gd name="connsiteY1758" fmla="*/ 821433 h 2476997"/>
              <a:gd name="connsiteX1759" fmla="*/ 909989 w 3242958"/>
              <a:gd name="connsiteY1759" fmla="*/ 818306 h 2476997"/>
              <a:gd name="connsiteX1760" fmla="*/ 907343 w 3242958"/>
              <a:gd name="connsiteY1760" fmla="*/ 809325 h 2476997"/>
              <a:gd name="connsiteX1761" fmla="*/ 894112 w 3242958"/>
              <a:gd name="connsiteY1761" fmla="*/ 776048 h 2476997"/>
              <a:gd name="connsiteX1762" fmla="*/ 894112 w 3242958"/>
              <a:gd name="connsiteY1762" fmla="*/ 783345 h 2476997"/>
              <a:gd name="connsiteX1763" fmla="*/ 894032 w 3242958"/>
              <a:gd name="connsiteY1763" fmla="*/ 809085 h 2476997"/>
              <a:gd name="connsiteX1764" fmla="*/ 899966 w 3242958"/>
              <a:gd name="connsiteY1764" fmla="*/ 829452 h 2476997"/>
              <a:gd name="connsiteX1765" fmla="*/ 918329 w 3242958"/>
              <a:gd name="connsiteY1765" fmla="*/ 836669 h 2476997"/>
              <a:gd name="connsiteX1766" fmla="*/ 933644 w 3242958"/>
              <a:gd name="connsiteY1766" fmla="*/ 829934 h 2476997"/>
              <a:gd name="connsiteX1767" fmla="*/ 936290 w 3242958"/>
              <a:gd name="connsiteY1767" fmla="*/ 825443 h 2476997"/>
              <a:gd name="connsiteX1768" fmla="*/ 952328 w 3242958"/>
              <a:gd name="connsiteY1768" fmla="*/ 834825 h 2476997"/>
              <a:gd name="connsiteX1769" fmla="*/ 967162 w 3242958"/>
              <a:gd name="connsiteY1769" fmla="*/ 829132 h 2476997"/>
              <a:gd name="connsiteX1770" fmla="*/ 972695 w 3242958"/>
              <a:gd name="connsiteY1770" fmla="*/ 812693 h 2476997"/>
              <a:gd name="connsiteX1771" fmla="*/ 973257 w 3242958"/>
              <a:gd name="connsiteY1771" fmla="*/ 784708 h 2476997"/>
              <a:gd name="connsiteX1772" fmla="*/ 973257 w 3242958"/>
              <a:gd name="connsiteY1772" fmla="*/ 777491 h 2476997"/>
              <a:gd name="connsiteX1773" fmla="*/ 2275650 w 3242958"/>
              <a:gd name="connsiteY1773" fmla="*/ 761935 h 2476997"/>
              <a:gd name="connsiteX1774" fmla="*/ 2275650 w 3242958"/>
              <a:gd name="connsiteY1774" fmla="*/ 770595 h 2476997"/>
              <a:gd name="connsiteX1775" fmla="*/ 2275650 w 3242958"/>
              <a:gd name="connsiteY1775" fmla="*/ 779175 h 2476997"/>
              <a:gd name="connsiteX1776" fmla="*/ 2310371 w 3242958"/>
              <a:gd name="connsiteY1776" fmla="*/ 792166 h 2476997"/>
              <a:gd name="connsiteX1777" fmla="*/ 2276612 w 3242958"/>
              <a:gd name="connsiteY1777" fmla="*/ 808203 h 2476997"/>
              <a:gd name="connsiteX1778" fmla="*/ 2276612 w 3242958"/>
              <a:gd name="connsiteY1778" fmla="*/ 817264 h 2476997"/>
              <a:gd name="connsiteX1779" fmla="*/ 2276612 w 3242958"/>
              <a:gd name="connsiteY1779" fmla="*/ 826325 h 2476997"/>
              <a:gd name="connsiteX1780" fmla="*/ 2324724 w 3242958"/>
              <a:gd name="connsiteY1780" fmla="*/ 799142 h 2476997"/>
              <a:gd name="connsiteX1781" fmla="*/ 2354473 w 3242958"/>
              <a:gd name="connsiteY1781" fmla="*/ 798099 h 2476997"/>
              <a:gd name="connsiteX1782" fmla="*/ 2354473 w 3242958"/>
              <a:gd name="connsiteY1782" fmla="*/ 790482 h 2476997"/>
              <a:gd name="connsiteX1783" fmla="*/ 2354473 w 3242958"/>
              <a:gd name="connsiteY1783" fmla="*/ 782944 h 2476997"/>
              <a:gd name="connsiteX1784" fmla="*/ 2324403 w 3242958"/>
              <a:gd name="connsiteY1784" fmla="*/ 783987 h 2476997"/>
              <a:gd name="connsiteX1785" fmla="*/ 1995718 w 3242958"/>
              <a:gd name="connsiteY1785" fmla="*/ 696262 h 2476997"/>
              <a:gd name="connsiteX1786" fmla="*/ 1948327 w 3242958"/>
              <a:gd name="connsiteY1786" fmla="*/ 748303 h 2476997"/>
              <a:gd name="connsiteX1787" fmla="*/ 1878485 w 3242958"/>
              <a:gd name="connsiteY1787" fmla="*/ 793529 h 2476997"/>
              <a:gd name="connsiteX1788" fmla="*/ 1740804 w 3242958"/>
              <a:gd name="connsiteY1788" fmla="*/ 834023 h 2476997"/>
              <a:gd name="connsiteX1789" fmla="*/ 1681385 w 3242958"/>
              <a:gd name="connsiteY1789" fmla="*/ 837792 h 2476997"/>
              <a:gd name="connsiteX1790" fmla="*/ 1669117 w 3242958"/>
              <a:gd name="connsiteY1790" fmla="*/ 837792 h 2476997"/>
              <a:gd name="connsiteX1791" fmla="*/ 1689003 w 3242958"/>
              <a:gd name="connsiteY1791" fmla="*/ 922228 h 2476997"/>
              <a:gd name="connsiteX1792" fmla="*/ 1624854 w 3242958"/>
              <a:gd name="connsiteY1792" fmla="*/ 930247 h 2476997"/>
              <a:gd name="connsiteX1793" fmla="*/ 1624052 w 3242958"/>
              <a:gd name="connsiteY1793" fmla="*/ 930247 h 2476997"/>
              <a:gd name="connsiteX1794" fmla="*/ 1623170 w 3242958"/>
              <a:gd name="connsiteY1794" fmla="*/ 930247 h 2476997"/>
              <a:gd name="connsiteX1795" fmla="*/ 1559020 w 3242958"/>
              <a:gd name="connsiteY1795" fmla="*/ 922228 h 2476997"/>
              <a:gd name="connsiteX1796" fmla="*/ 1578987 w 3242958"/>
              <a:gd name="connsiteY1796" fmla="*/ 837952 h 2476997"/>
              <a:gd name="connsiteX1797" fmla="*/ 1566718 w 3242958"/>
              <a:gd name="connsiteY1797" fmla="*/ 837952 h 2476997"/>
              <a:gd name="connsiteX1798" fmla="*/ 1507300 w 3242958"/>
              <a:gd name="connsiteY1798" fmla="*/ 834184 h 2476997"/>
              <a:gd name="connsiteX1799" fmla="*/ 1369619 w 3242958"/>
              <a:gd name="connsiteY1799" fmla="*/ 793689 h 2476997"/>
              <a:gd name="connsiteX1800" fmla="*/ 1299616 w 3242958"/>
              <a:gd name="connsiteY1800" fmla="*/ 748384 h 2476997"/>
              <a:gd name="connsiteX1801" fmla="*/ 1252386 w 3242958"/>
              <a:gd name="connsiteY1801" fmla="*/ 696423 h 2476997"/>
              <a:gd name="connsiteX1802" fmla="*/ 1301942 w 3242958"/>
              <a:gd name="connsiteY1802" fmla="*/ 702036 h 2476997"/>
              <a:gd name="connsiteX1803" fmla="*/ 1321187 w 3242958"/>
              <a:gd name="connsiteY1803" fmla="*/ 702918 h 2476997"/>
              <a:gd name="connsiteX1804" fmla="*/ 1411637 w 3242958"/>
              <a:gd name="connsiteY1804" fmla="*/ 707649 h 2476997"/>
              <a:gd name="connsiteX1805" fmla="*/ 1421741 w 3242958"/>
              <a:gd name="connsiteY1805" fmla="*/ 713021 h 2476997"/>
              <a:gd name="connsiteX1806" fmla="*/ 1523899 w 3242958"/>
              <a:gd name="connsiteY1806" fmla="*/ 745657 h 2476997"/>
              <a:gd name="connsiteX1807" fmla="*/ 1542181 w 3242958"/>
              <a:gd name="connsiteY1807" fmla="*/ 746860 h 2476997"/>
              <a:gd name="connsiteX1808" fmla="*/ 1564634 w 3242958"/>
              <a:gd name="connsiteY1808" fmla="*/ 745657 h 2476997"/>
              <a:gd name="connsiteX1809" fmla="*/ 1546992 w 3242958"/>
              <a:gd name="connsiteY1809" fmla="*/ 819028 h 2476997"/>
              <a:gd name="connsiteX1810" fmla="*/ 1624453 w 3242958"/>
              <a:gd name="connsiteY1810" fmla="*/ 823920 h 2476997"/>
              <a:gd name="connsiteX1811" fmla="*/ 1701833 w 3242958"/>
              <a:gd name="connsiteY1811" fmla="*/ 819028 h 2476997"/>
              <a:gd name="connsiteX1812" fmla="*/ 1684272 w 3242958"/>
              <a:gd name="connsiteY1812" fmla="*/ 745657 h 2476997"/>
              <a:gd name="connsiteX1813" fmla="*/ 1706644 w 3242958"/>
              <a:gd name="connsiteY1813" fmla="*/ 746860 h 2476997"/>
              <a:gd name="connsiteX1814" fmla="*/ 1724927 w 3242958"/>
              <a:gd name="connsiteY1814" fmla="*/ 745657 h 2476997"/>
              <a:gd name="connsiteX1815" fmla="*/ 1827165 w 3242958"/>
              <a:gd name="connsiteY1815" fmla="*/ 713021 h 2476997"/>
              <a:gd name="connsiteX1816" fmla="*/ 1837269 w 3242958"/>
              <a:gd name="connsiteY1816" fmla="*/ 707649 h 2476997"/>
              <a:gd name="connsiteX1817" fmla="*/ 1927719 w 3242958"/>
              <a:gd name="connsiteY1817" fmla="*/ 702918 h 2476997"/>
              <a:gd name="connsiteX1818" fmla="*/ 1946884 w 3242958"/>
              <a:gd name="connsiteY1818" fmla="*/ 702036 h 2476997"/>
              <a:gd name="connsiteX1819" fmla="*/ 1946082 w 3242958"/>
              <a:gd name="connsiteY1819" fmla="*/ 701875 h 2476997"/>
              <a:gd name="connsiteX1820" fmla="*/ 1995718 w 3242958"/>
              <a:gd name="connsiteY1820" fmla="*/ 696262 h 2476997"/>
              <a:gd name="connsiteX1821" fmla="*/ 1623651 w 3242958"/>
              <a:gd name="connsiteY1821" fmla="*/ 377359 h 2476997"/>
              <a:gd name="connsiteX1822" fmla="*/ 1607613 w 3242958"/>
              <a:gd name="connsiteY1822" fmla="*/ 400052 h 2476997"/>
              <a:gd name="connsiteX1823" fmla="*/ 1607613 w 3242958"/>
              <a:gd name="connsiteY1823" fmla="*/ 401175 h 2476997"/>
              <a:gd name="connsiteX1824" fmla="*/ 1594062 w 3242958"/>
              <a:gd name="connsiteY1824" fmla="*/ 471178 h 2476997"/>
              <a:gd name="connsiteX1825" fmla="*/ 1593019 w 3242958"/>
              <a:gd name="connsiteY1825" fmla="*/ 476390 h 2476997"/>
              <a:gd name="connsiteX1826" fmla="*/ 1583076 w 3242958"/>
              <a:gd name="connsiteY1826" fmla="*/ 476390 h 2476997"/>
              <a:gd name="connsiteX1827" fmla="*/ 1339148 w 3242958"/>
              <a:gd name="connsiteY1827" fmla="*/ 441188 h 2476997"/>
              <a:gd name="connsiteX1828" fmla="*/ 1360398 w 3242958"/>
              <a:gd name="connsiteY1828" fmla="*/ 493550 h 2476997"/>
              <a:gd name="connsiteX1829" fmla="*/ 1418373 w 3242958"/>
              <a:gd name="connsiteY1829" fmla="*/ 529794 h 2476997"/>
              <a:gd name="connsiteX1830" fmla="*/ 1423184 w 3242958"/>
              <a:gd name="connsiteY1830" fmla="*/ 530756 h 2476997"/>
              <a:gd name="connsiteX1831" fmla="*/ 1423184 w 3242958"/>
              <a:gd name="connsiteY1831" fmla="*/ 535648 h 2476997"/>
              <a:gd name="connsiteX1832" fmla="*/ 1423504 w 3242958"/>
              <a:gd name="connsiteY1832" fmla="*/ 535648 h 2476997"/>
              <a:gd name="connsiteX1833" fmla="*/ 1444754 w 3242958"/>
              <a:gd name="connsiteY1833" fmla="*/ 578467 h 2476997"/>
              <a:gd name="connsiteX1834" fmla="*/ 1489579 w 3242958"/>
              <a:gd name="connsiteY1834" fmla="*/ 592660 h 2476997"/>
              <a:gd name="connsiteX1835" fmla="*/ 1495593 w 3242958"/>
              <a:gd name="connsiteY1835" fmla="*/ 592660 h 2476997"/>
              <a:gd name="connsiteX1836" fmla="*/ 1500644 w 3242958"/>
              <a:gd name="connsiteY1836" fmla="*/ 592019 h 2476997"/>
              <a:gd name="connsiteX1837" fmla="*/ 1502408 w 3242958"/>
              <a:gd name="connsiteY1837" fmla="*/ 596750 h 2476997"/>
              <a:gd name="connsiteX1838" fmla="*/ 1535926 w 3242958"/>
              <a:gd name="connsiteY1838" fmla="*/ 624495 h 2476997"/>
              <a:gd name="connsiteX1839" fmla="*/ 1553087 w 3242958"/>
              <a:gd name="connsiteY1839" fmla="*/ 627061 h 2476997"/>
              <a:gd name="connsiteX1840" fmla="*/ 1575298 w 3242958"/>
              <a:gd name="connsiteY1840" fmla="*/ 623212 h 2476997"/>
              <a:gd name="connsiteX1841" fmla="*/ 1587086 w 3242958"/>
              <a:gd name="connsiteY1841" fmla="*/ 618320 h 2476997"/>
              <a:gd name="connsiteX1842" fmla="*/ 1569766 w 3242958"/>
              <a:gd name="connsiteY1842" fmla="*/ 689125 h 2476997"/>
              <a:gd name="connsiteX1843" fmla="*/ 1678819 w 3242958"/>
              <a:gd name="connsiteY1843" fmla="*/ 689125 h 2476997"/>
              <a:gd name="connsiteX1844" fmla="*/ 1661419 w 3242958"/>
              <a:gd name="connsiteY1844" fmla="*/ 618240 h 2476997"/>
              <a:gd name="connsiteX1845" fmla="*/ 1673286 w 3242958"/>
              <a:gd name="connsiteY1845" fmla="*/ 623212 h 2476997"/>
              <a:gd name="connsiteX1846" fmla="*/ 1695418 w 3242958"/>
              <a:gd name="connsiteY1846" fmla="*/ 627061 h 2476997"/>
              <a:gd name="connsiteX1847" fmla="*/ 1712578 w 3242958"/>
              <a:gd name="connsiteY1847" fmla="*/ 624495 h 2476997"/>
              <a:gd name="connsiteX1848" fmla="*/ 1746096 w 3242958"/>
              <a:gd name="connsiteY1848" fmla="*/ 596750 h 2476997"/>
              <a:gd name="connsiteX1849" fmla="*/ 1747860 w 3242958"/>
              <a:gd name="connsiteY1849" fmla="*/ 592019 h 2476997"/>
              <a:gd name="connsiteX1850" fmla="*/ 1752912 w 3242958"/>
              <a:gd name="connsiteY1850" fmla="*/ 592660 h 2476997"/>
              <a:gd name="connsiteX1851" fmla="*/ 1758926 w 3242958"/>
              <a:gd name="connsiteY1851" fmla="*/ 592660 h 2476997"/>
              <a:gd name="connsiteX1852" fmla="*/ 1803750 w 3242958"/>
              <a:gd name="connsiteY1852" fmla="*/ 578467 h 2476997"/>
              <a:gd name="connsiteX1853" fmla="*/ 1825000 w 3242958"/>
              <a:gd name="connsiteY1853" fmla="*/ 535568 h 2476997"/>
              <a:gd name="connsiteX1854" fmla="*/ 1825000 w 3242958"/>
              <a:gd name="connsiteY1854" fmla="*/ 530756 h 2476997"/>
              <a:gd name="connsiteX1855" fmla="*/ 1829811 w 3242958"/>
              <a:gd name="connsiteY1855" fmla="*/ 529794 h 2476997"/>
              <a:gd name="connsiteX1856" fmla="*/ 1887706 w 3242958"/>
              <a:gd name="connsiteY1856" fmla="*/ 493550 h 2476997"/>
              <a:gd name="connsiteX1857" fmla="*/ 1908955 w 3242958"/>
              <a:gd name="connsiteY1857" fmla="*/ 441188 h 2476997"/>
              <a:gd name="connsiteX1858" fmla="*/ 1665268 w 3242958"/>
              <a:gd name="connsiteY1858" fmla="*/ 476390 h 2476997"/>
              <a:gd name="connsiteX1859" fmla="*/ 1655325 w 3242958"/>
              <a:gd name="connsiteY1859" fmla="*/ 476390 h 2476997"/>
              <a:gd name="connsiteX1860" fmla="*/ 1654282 w 3242958"/>
              <a:gd name="connsiteY1860" fmla="*/ 471178 h 2476997"/>
              <a:gd name="connsiteX1861" fmla="*/ 1640731 w 3242958"/>
              <a:gd name="connsiteY1861" fmla="*/ 401175 h 2476997"/>
              <a:gd name="connsiteX1862" fmla="*/ 1640731 w 3242958"/>
              <a:gd name="connsiteY1862" fmla="*/ 400052 h 2476997"/>
              <a:gd name="connsiteX1863" fmla="*/ 1624693 w 3242958"/>
              <a:gd name="connsiteY1863" fmla="*/ 377359 h 2476997"/>
              <a:gd name="connsiteX1864" fmla="*/ 1749785 w 3242958"/>
              <a:gd name="connsiteY1864" fmla="*/ 374553 h 2476997"/>
              <a:gd name="connsiteX1865" fmla="*/ 1781138 w 3242958"/>
              <a:gd name="connsiteY1865" fmla="*/ 394840 h 2476997"/>
              <a:gd name="connsiteX1866" fmla="*/ 1743931 w 3242958"/>
              <a:gd name="connsiteY1866" fmla="*/ 396845 h 2476997"/>
              <a:gd name="connsiteX1867" fmla="*/ 1716186 w 3242958"/>
              <a:gd name="connsiteY1867" fmla="*/ 376638 h 2476997"/>
              <a:gd name="connsiteX1868" fmla="*/ 1749785 w 3242958"/>
              <a:gd name="connsiteY1868" fmla="*/ 374553 h 2476997"/>
              <a:gd name="connsiteX1869" fmla="*/ 1075815 w 3242958"/>
              <a:gd name="connsiteY1869" fmla="*/ 339111 h 2476997"/>
              <a:gd name="connsiteX1870" fmla="*/ 1072528 w 3242958"/>
              <a:gd name="connsiteY1870" fmla="*/ 340394 h 2476997"/>
              <a:gd name="connsiteX1871" fmla="*/ 1069400 w 3242958"/>
              <a:gd name="connsiteY1871" fmla="*/ 342398 h 2476997"/>
              <a:gd name="connsiteX1872" fmla="*/ 1065712 w 3242958"/>
              <a:gd name="connsiteY1872" fmla="*/ 346568 h 2476997"/>
              <a:gd name="connsiteX1873" fmla="*/ 1061542 w 3242958"/>
              <a:gd name="connsiteY1873" fmla="*/ 350096 h 2476997"/>
              <a:gd name="connsiteX1874" fmla="*/ 1057854 w 3242958"/>
              <a:gd name="connsiteY1874" fmla="*/ 351299 h 2476997"/>
              <a:gd name="connsiteX1875" fmla="*/ 1057052 w 3242958"/>
              <a:gd name="connsiteY1875" fmla="*/ 353464 h 2476997"/>
              <a:gd name="connsiteX1876" fmla="*/ 1056972 w 3242958"/>
              <a:gd name="connsiteY1876" fmla="*/ 353464 h 2476997"/>
              <a:gd name="connsiteX1877" fmla="*/ 1056571 w 3242958"/>
              <a:gd name="connsiteY1877" fmla="*/ 357634 h 2476997"/>
              <a:gd name="connsiteX1878" fmla="*/ 1058174 w 3242958"/>
              <a:gd name="connsiteY1878" fmla="*/ 359238 h 2476997"/>
              <a:gd name="connsiteX1879" fmla="*/ 1066193 w 3242958"/>
              <a:gd name="connsiteY1879" fmla="*/ 362285 h 2476997"/>
              <a:gd name="connsiteX1880" fmla="*/ 1073731 w 3242958"/>
              <a:gd name="connsiteY1880" fmla="*/ 371907 h 2476997"/>
              <a:gd name="connsiteX1881" fmla="*/ 1075815 w 3242958"/>
              <a:gd name="connsiteY1881" fmla="*/ 377921 h 2476997"/>
              <a:gd name="connsiteX1882" fmla="*/ 1073650 w 3242958"/>
              <a:gd name="connsiteY1882" fmla="*/ 384416 h 2476997"/>
              <a:gd name="connsiteX1883" fmla="*/ 1070844 w 3242958"/>
              <a:gd name="connsiteY1883" fmla="*/ 387864 h 2476997"/>
              <a:gd name="connsiteX1884" fmla="*/ 1068037 w 3242958"/>
              <a:gd name="connsiteY1884" fmla="*/ 393718 h 2476997"/>
              <a:gd name="connsiteX1885" fmla="*/ 1068037 w 3242958"/>
              <a:gd name="connsiteY1885" fmla="*/ 399972 h 2476997"/>
              <a:gd name="connsiteX1886" fmla="*/ 1073330 w 3242958"/>
              <a:gd name="connsiteY1886" fmla="*/ 405425 h 2476997"/>
              <a:gd name="connsiteX1887" fmla="*/ 1076617 w 3242958"/>
              <a:gd name="connsiteY1887" fmla="*/ 407269 h 2476997"/>
              <a:gd name="connsiteX1888" fmla="*/ 1081188 w 3242958"/>
              <a:gd name="connsiteY1888" fmla="*/ 410236 h 2476997"/>
              <a:gd name="connsiteX1889" fmla="*/ 1083995 w 3242958"/>
              <a:gd name="connsiteY1889" fmla="*/ 410236 h 2476997"/>
              <a:gd name="connsiteX1890" fmla="*/ 1085919 w 3242958"/>
              <a:gd name="connsiteY1890" fmla="*/ 407510 h 2476997"/>
              <a:gd name="connsiteX1891" fmla="*/ 1087683 w 3242958"/>
              <a:gd name="connsiteY1891" fmla="*/ 403260 h 2476997"/>
              <a:gd name="connsiteX1892" fmla="*/ 1090409 w 3242958"/>
              <a:gd name="connsiteY1892" fmla="*/ 399491 h 2476997"/>
              <a:gd name="connsiteX1893" fmla="*/ 1093136 w 3242958"/>
              <a:gd name="connsiteY1893" fmla="*/ 398689 h 2476997"/>
              <a:gd name="connsiteX1894" fmla="*/ 1101154 w 3242958"/>
              <a:gd name="connsiteY1894" fmla="*/ 405585 h 2476997"/>
              <a:gd name="connsiteX1895" fmla="*/ 1101154 w 3242958"/>
              <a:gd name="connsiteY1895" fmla="*/ 412000 h 2476997"/>
              <a:gd name="connsiteX1896" fmla="*/ 1098508 w 3242958"/>
              <a:gd name="connsiteY1896" fmla="*/ 422906 h 2476997"/>
              <a:gd name="connsiteX1897" fmla="*/ 1096183 w 3242958"/>
              <a:gd name="connsiteY1897" fmla="*/ 428519 h 2476997"/>
              <a:gd name="connsiteX1898" fmla="*/ 1094820 w 3242958"/>
              <a:gd name="connsiteY1898" fmla="*/ 434533 h 2476997"/>
              <a:gd name="connsiteX1899" fmla="*/ 1092735 w 3242958"/>
              <a:gd name="connsiteY1899" fmla="*/ 437259 h 2476997"/>
              <a:gd name="connsiteX1900" fmla="*/ 1093537 w 3242958"/>
              <a:gd name="connsiteY1900" fmla="*/ 440948 h 2476997"/>
              <a:gd name="connsiteX1901" fmla="*/ 1097306 w 3242958"/>
              <a:gd name="connsiteY1901" fmla="*/ 442712 h 2476997"/>
              <a:gd name="connsiteX1902" fmla="*/ 1101315 w 3242958"/>
              <a:gd name="connsiteY1902" fmla="*/ 445117 h 2476997"/>
              <a:gd name="connsiteX1903" fmla="*/ 1105885 w 3242958"/>
              <a:gd name="connsiteY1903" fmla="*/ 444316 h 2476997"/>
              <a:gd name="connsiteX1904" fmla="*/ 1113503 w 3242958"/>
              <a:gd name="connsiteY1904" fmla="*/ 443754 h 2476997"/>
              <a:gd name="connsiteX1905" fmla="*/ 1114866 w 3242958"/>
              <a:gd name="connsiteY1905" fmla="*/ 432929 h 2476997"/>
              <a:gd name="connsiteX1906" fmla="*/ 1116951 w 3242958"/>
              <a:gd name="connsiteY1906" fmla="*/ 427075 h 2476997"/>
              <a:gd name="connsiteX1907" fmla="*/ 1119357 w 3242958"/>
              <a:gd name="connsiteY1907" fmla="*/ 416571 h 2476997"/>
              <a:gd name="connsiteX1908" fmla="*/ 1121843 w 3242958"/>
              <a:gd name="connsiteY1908" fmla="*/ 409033 h 2476997"/>
              <a:gd name="connsiteX1909" fmla="*/ 1121843 w 3242958"/>
              <a:gd name="connsiteY1909" fmla="*/ 399571 h 2476997"/>
              <a:gd name="connsiteX1910" fmla="*/ 1123687 w 3242958"/>
              <a:gd name="connsiteY1910" fmla="*/ 390591 h 2476997"/>
              <a:gd name="connsiteX1911" fmla="*/ 1122484 w 3242958"/>
              <a:gd name="connsiteY1911" fmla="*/ 385940 h 2476997"/>
              <a:gd name="connsiteX1912" fmla="*/ 1118475 w 3242958"/>
              <a:gd name="connsiteY1912" fmla="*/ 379284 h 2476997"/>
              <a:gd name="connsiteX1913" fmla="*/ 1115508 w 3242958"/>
              <a:gd name="connsiteY1913" fmla="*/ 377520 h 2476997"/>
              <a:gd name="connsiteX1914" fmla="*/ 1113583 w 3242958"/>
              <a:gd name="connsiteY1914" fmla="*/ 376237 h 2476997"/>
              <a:gd name="connsiteX1915" fmla="*/ 1109975 w 3242958"/>
              <a:gd name="connsiteY1915" fmla="*/ 374553 h 2476997"/>
              <a:gd name="connsiteX1916" fmla="*/ 1106126 w 3242958"/>
              <a:gd name="connsiteY1916" fmla="*/ 370464 h 2476997"/>
              <a:gd name="connsiteX1917" fmla="*/ 1101956 w 3242958"/>
              <a:gd name="connsiteY1917" fmla="*/ 365252 h 2476997"/>
              <a:gd name="connsiteX1918" fmla="*/ 1094419 w 3242958"/>
              <a:gd name="connsiteY1918" fmla="*/ 357233 h 2476997"/>
              <a:gd name="connsiteX1919" fmla="*/ 1090490 w 3242958"/>
              <a:gd name="connsiteY1919" fmla="*/ 352582 h 2476997"/>
              <a:gd name="connsiteX1920" fmla="*/ 1088164 w 3242958"/>
              <a:gd name="connsiteY1920" fmla="*/ 346648 h 2476997"/>
              <a:gd name="connsiteX1921" fmla="*/ 1084395 w 3242958"/>
              <a:gd name="connsiteY1921" fmla="*/ 342799 h 2476997"/>
              <a:gd name="connsiteX1922" fmla="*/ 1081990 w 3242958"/>
              <a:gd name="connsiteY1922" fmla="*/ 340233 h 2476997"/>
              <a:gd name="connsiteX1923" fmla="*/ 1075815 w 3242958"/>
              <a:gd name="connsiteY1923" fmla="*/ 339111 h 2476997"/>
              <a:gd name="connsiteX1924" fmla="*/ 1784243 w 3242958"/>
              <a:gd name="connsiteY1924" fmla="*/ 338797 h 2476997"/>
              <a:gd name="connsiteX1925" fmla="*/ 1816259 w 3242958"/>
              <a:gd name="connsiteY1925" fmla="*/ 343200 h 2476997"/>
              <a:gd name="connsiteX1926" fmla="*/ 1785789 w 3242958"/>
              <a:gd name="connsiteY1926" fmla="*/ 360360 h 2476997"/>
              <a:gd name="connsiteX1927" fmla="*/ 1753232 w 3242958"/>
              <a:gd name="connsiteY1927" fmla="*/ 350096 h 2476997"/>
              <a:gd name="connsiteX1928" fmla="*/ 1784185 w 3242958"/>
              <a:gd name="connsiteY1928" fmla="*/ 338789 h 2476997"/>
              <a:gd name="connsiteX1929" fmla="*/ 1784265 w 3242958"/>
              <a:gd name="connsiteY1929" fmla="*/ 338789 h 2476997"/>
              <a:gd name="connsiteX1930" fmla="*/ 1784243 w 3242958"/>
              <a:gd name="connsiteY1930" fmla="*/ 338797 h 2476997"/>
              <a:gd name="connsiteX1931" fmla="*/ 2166997 w 3242958"/>
              <a:gd name="connsiteY1931" fmla="*/ 301102 h 2476997"/>
              <a:gd name="connsiteX1932" fmla="*/ 2162667 w 3242958"/>
              <a:gd name="connsiteY1932" fmla="*/ 302064 h 2476997"/>
              <a:gd name="connsiteX1933" fmla="*/ 2158497 w 3242958"/>
              <a:gd name="connsiteY1933" fmla="*/ 307357 h 2476997"/>
              <a:gd name="connsiteX1934" fmla="*/ 2150478 w 3242958"/>
              <a:gd name="connsiteY1934" fmla="*/ 315857 h 2476997"/>
              <a:gd name="connsiteX1935" fmla="*/ 2141979 w 3242958"/>
              <a:gd name="connsiteY1935" fmla="*/ 322753 h 2476997"/>
              <a:gd name="connsiteX1936" fmla="*/ 2138611 w 3242958"/>
              <a:gd name="connsiteY1936" fmla="*/ 327083 h 2476997"/>
              <a:gd name="connsiteX1937" fmla="*/ 2136927 w 3242958"/>
              <a:gd name="connsiteY1937" fmla="*/ 330531 h 2476997"/>
              <a:gd name="connsiteX1938" fmla="*/ 2134361 w 3242958"/>
              <a:gd name="connsiteY1938" fmla="*/ 330531 h 2476997"/>
              <a:gd name="connsiteX1939" fmla="*/ 2129229 w 3242958"/>
              <a:gd name="connsiteY1939" fmla="*/ 328125 h 2476997"/>
              <a:gd name="connsiteX1940" fmla="*/ 2128635 w 3242958"/>
              <a:gd name="connsiteY1940" fmla="*/ 327532 h 2476997"/>
              <a:gd name="connsiteX1941" fmla="*/ 2129229 w 3242958"/>
              <a:gd name="connsiteY1941" fmla="*/ 324757 h 2476997"/>
              <a:gd name="connsiteX1942" fmla="*/ 2134120 w 3242958"/>
              <a:gd name="connsiteY1942" fmla="*/ 318423 h 2476997"/>
              <a:gd name="connsiteX1943" fmla="*/ 2132837 w 3242958"/>
              <a:gd name="connsiteY1943" fmla="*/ 317220 h 2476997"/>
              <a:gd name="connsiteX1944" fmla="*/ 2121130 w 3242958"/>
              <a:gd name="connsiteY1944" fmla="*/ 319705 h 2476997"/>
              <a:gd name="connsiteX1945" fmla="*/ 2118243 w 3242958"/>
              <a:gd name="connsiteY1945" fmla="*/ 318984 h 2476997"/>
              <a:gd name="connsiteX1946" fmla="*/ 2114635 w 3242958"/>
              <a:gd name="connsiteY1946" fmla="*/ 320427 h 2476997"/>
              <a:gd name="connsiteX1947" fmla="*/ 2108059 w 3242958"/>
              <a:gd name="connsiteY1947" fmla="*/ 326361 h 2476997"/>
              <a:gd name="connsiteX1948" fmla="*/ 2103569 w 3242958"/>
              <a:gd name="connsiteY1948" fmla="*/ 334380 h 2476997"/>
              <a:gd name="connsiteX1949" fmla="*/ 2105013 w 3242958"/>
              <a:gd name="connsiteY1949" fmla="*/ 338148 h 2476997"/>
              <a:gd name="connsiteX1950" fmla="*/ 2116880 w 3242958"/>
              <a:gd name="connsiteY1950" fmla="*/ 340153 h 2476997"/>
              <a:gd name="connsiteX1951" fmla="*/ 2120328 w 3242958"/>
              <a:gd name="connsiteY1951" fmla="*/ 340153 h 2476997"/>
              <a:gd name="connsiteX1952" fmla="*/ 2128347 w 3242958"/>
              <a:gd name="connsiteY1952" fmla="*/ 339431 h 2476997"/>
              <a:gd name="connsiteX1953" fmla="*/ 2135323 w 3242958"/>
              <a:gd name="connsiteY1953" fmla="*/ 343200 h 2476997"/>
              <a:gd name="connsiteX1954" fmla="*/ 2140535 w 3242958"/>
              <a:gd name="connsiteY1954" fmla="*/ 346969 h 2476997"/>
              <a:gd name="connsiteX1955" fmla="*/ 2146950 w 3242958"/>
              <a:gd name="connsiteY1955" fmla="*/ 352261 h 2476997"/>
              <a:gd name="connsiteX1956" fmla="*/ 2151280 w 3242958"/>
              <a:gd name="connsiteY1956" fmla="*/ 355308 h 2476997"/>
              <a:gd name="connsiteX1957" fmla="*/ 2155610 w 3242958"/>
              <a:gd name="connsiteY1957" fmla="*/ 358195 h 2476997"/>
              <a:gd name="connsiteX1958" fmla="*/ 2163629 w 3242958"/>
              <a:gd name="connsiteY1958" fmla="*/ 364931 h 2476997"/>
              <a:gd name="connsiteX1959" fmla="*/ 2168681 w 3242958"/>
              <a:gd name="connsiteY1959" fmla="*/ 369020 h 2476997"/>
              <a:gd name="connsiteX1960" fmla="*/ 2173412 w 3242958"/>
              <a:gd name="connsiteY1960" fmla="*/ 373030 h 2476997"/>
              <a:gd name="connsiteX1961" fmla="*/ 2168039 w 3242958"/>
              <a:gd name="connsiteY1961" fmla="*/ 374473 h 2476997"/>
              <a:gd name="connsiteX1962" fmla="*/ 2163148 w 3242958"/>
              <a:gd name="connsiteY1962" fmla="*/ 372629 h 2476997"/>
              <a:gd name="connsiteX1963" fmla="*/ 2161063 w 3242958"/>
              <a:gd name="connsiteY1963" fmla="*/ 368780 h 2476997"/>
              <a:gd name="connsiteX1964" fmla="*/ 2158096 w 3242958"/>
              <a:gd name="connsiteY1964" fmla="*/ 365973 h 2476997"/>
              <a:gd name="connsiteX1965" fmla="*/ 2154728 w 3242958"/>
              <a:gd name="connsiteY1965" fmla="*/ 362285 h 2476997"/>
              <a:gd name="connsiteX1966" fmla="*/ 2152162 w 3242958"/>
              <a:gd name="connsiteY1966" fmla="*/ 361723 h 2476997"/>
              <a:gd name="connsiteX1967" fmla="*/ 2148794 w 3242958"/>
              <a:gd name="connsiteY1967" fmla="*/ 359959 h 2476997"/>
              <a:gd name="connsiteX1968" fmla="*/ 2145266 w 3242958"/>
              <a:gd name="connsiteY1968" fmla="*/ 357393 h 2476997"/>
              <a:gd name="connsiteX1969" fmla="*/ 2140375 w 3242958"/>
              <a:gd name="connsiteY1969" fmla="*/ 354106 h 2476997"/>
              <a:gd name="connsiteX1970" fmla="*/ 2136606 w 3242958"/>
              <a:gd name="connsiteY1970" fmla="*/ 350818 h 2476997"/>
              <a:gd name="connsiteX1971" fmla="*/ 2134280 w 3242958"/>
              <a:gd name="connsiteY1971" fmla="*/ 350257 h 2476997"/>
              <a:gd name="connsiteX1972" fmla="*/ 2130271 w 3242958"/>
              <a:gd name="connsiteY1972" fmla="*/ 346488 h 2476997"/>
              <a:gd name="connsiteX1973" fmla="*/ 2120970 w 3242958"/>
              <a:gd name="connsiteY1973" fmla="*/ 349936 h 2476997"/>
              <a:gd name="connsiteX1974" fmla="*/ 2116639 w 3242958"/>
              <a:gd name="connsiteY1974" fmla="*/ 352582 h 2476997"/>
              <a:gd name="connsiteX1975" fmla="*/ 2115116 w 3242958"/>
              <a:gd name="connsiteY1975" fmla="*/ 355870 h 2476997"/>
              <a:gd name="connsiteX1976" fmla="*/ 2117601 w 3242958"/>
              <a:gd name="connsiteY1976" fmla="*/ 358596 h 2476997"/>
              <a:gd name="connsiteX1977" fmla="*/ 2122252 w 3242958"/>
              <a:gd name="connsiteY1977" fmla="*/ 360280 h 2476997"/>
              <a:gd name="connsiteX1978" fmla="*/ 2126743 w 3242958"/>
              <a:gd name="connsiteY1978" fmla="*/ 361322 h 2476997"/>
              <a:gd name="connsiteX1979" fmla="*/ 2128828 w 3242958"/>
              <a:gd name="connsiteY1979" fmla="*/ 364129 h 2476997"/>
              <a:gd name="connsiteX1980" fmla="*/ 2124498 w 3242958"/>
              <a:gd name="connsiteY1980" fmla="*/ 365893 h 2476997"/>
              <a:gd name="connsiteX1981" fmla="*/ 2120809 w 3242958"/>
              <a:gd name="connsiteY1981" fmla="*/ 368459 h 2476997"/>
              <a:gd name="connsiteX1982" fmla="*/ 2118404 w 3242958"/>
              <a:gd name="connsiteY1982" fmla="*/ 368940 h 2476997"/>
              <a:gd name="connsiteX1983" fmla="*/ 2114555 w 3242958"/>
              <a:gd name="connsiteY1983" fmla="*/ 367577 h 2476997"/>
              <a:gd name="connsiteX1984" fmla="*/ 2109262 w 3242958"/>
              <a:gd name="connsiteY1984" fmla="*/ 364289 h 2476997"/>
              <a:gd name="connsiteX1985" fmla="*/ 2103649 w 3242958"/>
              <a:gd name="connsiteY1985" fmla="*/ 362766 h 2476997"/>
              <a:gd name="connsiteX1986" fmla="*/ 2101163 w 3242958"/>
              <a:gd name="connsiteY1986" fmla="*/ 358195 h 2476997"/>
              <a:gd name="connsiteX1987" fmla="*/ 2093145 w 3242958"/>
              <a:gd name="connsiteY1987" fmla="*/ 356110 h 2476997"/>
              <a:gd name="connsiteX1988" fmla="*/ 2088253 w 3242958"/>
              <a:gd name="connsiteY1988" fmla="*/ 359157 h 2476997"/>
              <a:gd name="connsiteX1989" fmla="*/ 2085607 w 3242958"/>
              <a:gd name="connsiteY1989" fmla="*/ 362365 h 2476997"/>
              <a:gd name="connsiteX1990" fmla="*/ 2086569 w 3242958"/>
              <a:gd name="connsiteY1990" fmla="*/ 365091 h 2476997"/>
              <a:gd name="connsiteX1991" fmla="*/ 2089376 w 3242958"/>
              <a:gd name="connsiteY1991" fmla="*/ 370143 h 2476997"/>
              <a:gd name="connsiteX1992" fmla="*/ 2095390 w 3242958"/>
              <a:gd name="connsiteY1992" fmla="*/ 373190 h 2476997"/>
              <a:gd name="connsiteX1993" fmla="*/ 2101564 w 3242958"/>
              <a:gd name="connsiteY1993" fmla="*/ 377921 h 2476997"/>
              <a:gd name="connsiteX1994" fmla="*/ 2107658 w 3242958"/>
              <a:gd name="connsiteY1994" fmla="*/ 382492 h 2476997"/>
              <a:gd name="connsiteX1995" fmla="*/ 2106857 w 3242958"/>
              <a:gd name="connsiteY1995" fmla="*/ 386260 h 2476997"/>
              <a:gd name="connsiteX1996" fmla="*/ 2091381 w 3242958"/>
              <a:gd name="connsiteY1996" fmla="*/ 389709 h 2476997"/>
              <a:gd name="connsiteX1997" fmla="*/ 2083362 w 3242958"/>
              <a:gd name="connsiteY1997" fmla="*/ 383614 h 2476997"/>
              <a:gd name="connsiteX1998" fmla="*/ 2079032 w 3242958"/>
              <a:gd name="connsiteY1998" fmla="*/ 381930 h 2476997"/>
              <a:gd name="connsiteX1999" fmla="*/ 2079032 w 3242958"/>
              <a:gd name="connsiteY1999" fmla="*/ 392756 h 2476997"/>
              <a:gd name="connsiteX2000" fmla="*/ 2074702 w 3242958"/>
              <a:gd name="connsiteY2000" fmla="*/ 396605 h 2476997"/>
              <a:gd name="connsiteX2001" fmla="*/ 2080235 w 3242958"/>
              <a:gd name="connsiteY2001" fmla="*/ 402619 h 2476997"/>
              <a:gd name="connsiteX2002" fmla="*/ 2084966 w 3242958"/>
              <a:gd name="connsiteY2002" fmla="*/ 405505 h 2476997"/>
              <a:gd name="connsiteX2003" fmla="*/ 2091381 w 3242958"/>
              <a:gd name="connsiteY2003" fmla="*/ 408793 h 2476997"/>
              <a:gd name="connsiteX2004" fmla="*/ 2101003 w 3242958"/>
              <a:gd name="connsiteY2004" fmla="*/ 406067 h 2476997"/>
              <a:gd name="connsiteX2005" fmla="*/ 2105654 w 3242958"/>
              <a:gd name="connsiteY2005" fmla="*/ 405024 h 2476997"/>
              <a:gd name="connsiteX2006" fmla="*/ 2111106 w 3242958"/>
              <a:gd name="connsiteY2006" fmla="*/ 401737 h 2476997"/>
              <a:gd name="connsiteX2007" fmla="*/ 2115517 w 3242958"/>
              <a:gd name="connsiteY2007" fmla="*/ 398529 h 2476997"/>
              <a:gd name="connsiteX2008" fmla="*/ 2119847 w 3242958"/>
              <a:gd name="connsiteY2008" fmla="*/ 393878 h 2476997"/>
              <a:gd name="connsiteX2009" fmla="*/ 2129148 w 3242958"/>
              <a:gd name="connsiteY2009" fmla="*/ 397727 h 2476997"/>
              <a:gd name="connsiteX2010" fmla="*/ 2132837 w 3242958"/>
              <a:gd name="connsiteY2010" fmla="*/ 399732 h 2476997"/>
              <a:gd name="connsiteX2011" fmla="*/ 2137648 w 3242958"/>
              <a:gd name="connsiteY2011" fmla="*/ 403260 h 2476997"/>
              <a:gd name="connsiteX2012" fmla="*/ 2141979 w 3242958"/>
              <a:gd name="connsiteY2012" fmla="*/ 403741 h 2476997"/>
              <a:gd name="connsiteX2013" fmla="*/ 2147190 w 3242958"/>
              <a:gd name="connsiteY2013" fmla="*/ 400855 h 2476997"/>
              <a:gd name="connsiteX2014" fmla="*/ 2147190 w 3242958"/>
              <a:gd name="connsiteY2014" fmla="*/ 397727 h 2476997"/>
              <a:gd name="connsiteX2015" fmla="*/ 2145026 w 3242958"/>
              <a:gd name="connsiteY2015" fmla="*/ 392034 h 2476997"/>
              <a:gd name="connsiteX2016" fmla="*/ 2143261 w 3242958"/>
              <a:gd name="connsiteY2016" fmla="*/ 385940 h 2476997"/>
              <a:gd name="connsiteX2017" fmla="*/ 2139813 w 3242958"/>
              <a:gd name="connsiteY2017" fmla="*/ 384737 h 2476997"/>
              <a:gd name="connsiteX2018" fmla="*/ 2134922 w 3242958"/>
              <a:gd name="connsiteY2018" fmla="*/ 382412 h 2476997"/>
              <a:gd name="connsiteX2019" fmla="*/ 2133399 w 3242958"/>
              <a:gd name="connsiteY2019" fmla="*/ 380006 h 2476997"/>
              <a:gd name="connsiteX2020" fmla="*/ 2138049 w 3242958"/>
              <a:gd name="connsiteY2020" fmla="*/ 376959 h 2476997"/>
              <a:gd name="connsiteX2021" fmla="*/ 2145106 w 3242958"/>
              <a:gd name="connsiteY2021" fmla="*/ 376959 h 2476997"/>
              <a:gd name="connsiteX2022" fmla="*/ 2150318 w 3242958"/>
              <a:gd name="connsiteY2022" fmla="*/ 376959 h 2476997"/>
              <a:gd name="connsiteX2023" fmla="*/ 2162266 w 3242958"/>
              <a:gd name="connsiteY2023" fmla="*/ 379445 h 2476997"/>
              <a:gd name="connsiteX2024" fmla="*/ 2166275 w 3242958"/>
              <a:gd name="connsiteY2024" fmla="*/ 383614 h 2476997"/>
              <a:gd name="connsiteX2025" fmla="*/ 2169001 w 3242958"/>
              <a:gd name="connsiteY2025" fmla="*/ 387143 h 2476997"/>
              <a:gd name="connsiteX2026" fmla="*/ 2172610 w 3242958"/>
              <a:gd name="connsiteY2026" fmla="*/ 388746 h 2476997"/>
              <a:gd name="connsiteX2027" fmla="*/ 2182793 w 3242958"/>
              <a:gd name="connsiteY2027" fmla="*/ 395161 h 2476997"/>
              <a:gd name="connsiteX2028" fmla="*/ 2189850 w 3242958"/>
              <a:gd name="connsiteY2028" fmla="*/ 391473 h 2476997"/>
              <a:gd name="connsiteX2029" fmla="*/ 2194742 w 3242958"/>
              <a:gd name="connsiteY2029" fmla="*/ 384176 h 2476997"/>
              <a:gd name="connsiteX2030" fmla="*/ 2193138 w 3242958"/>
              <a:gd name="connsiteY2030" fmla="*/ 380567 h 2476997"/>
              <a:gd name="connsiteX2031" fmla="*/ 2191614 w 3242958"/>
              <a:gd name="connsiteY2031" fmla="*/ 377520 h 2476997"/>
              <a:gd name="connsiteX2032" fmla="*/ 2191614 w 3242958"/>
              <a:gd name="connsiteY2032" fmla="*/ 373912 h 2476997"/>
              <a:gd name="connsiteX2033" fmla="*/ 2189048 w 3242958"/>
              <a:gd name="connsiteY2033" fmla="*/ 371426 h 2476997"/>
              <a:gd name="connsiteX2034" fmla="*/ 2183355 w 3242958"/>
              <a:gd name="connsiteY2034" fmla="*/ 369582 h 2476997"/>
              <a:gd name="connsiteX2035" fmla="*/ 2182152 w 3242958"/>
              <a:gd name="connsiteY2035" fmla="*/ 367016 h 2476997"/>
              <a:gd name="connsiteX2036" fmla="*/ 2187043 w 3242958"/>
              <a:gd name="connsiteY2036" fmla="*/ 363808 h 2476997"/>
              <a:gd name="connsiteX2037" fmla="*/ 2191133 w 3242958"/>
              <a:gd name="connsiteY2037" fmla="*/ 361563 h 2476997"/>
              <a:gd name="connsiteX2038" fmla="*/ 2194902 w 3242958"/>
              <a:gd name="connsiteY2038" fmla="*/ 359879 h 2476997"/>
              <a:gd name="connsiteX2039" fmla="*/ 2206208 w 3242958"/>
              <a:gd name="connsiteY2039" fmla="*/ 355709 h 2476997"/>
              <a:gd name="connsiteX2040" fmla="*/ 2213746 w 3242958"/>
              <a:gd name="connsiteY2040" fmla="*/ 356672 h 2476997"/>
              <a:gd name="connsiteX2041" fmla="*/ 2218156 w 3242958"/>
              <a:gd name="connsiteY2041" fmla="*/ 353224 h 2476997"/>
              <a:gd name="connsiteX2042" fmla="*/ 2219760 w 3242958"/>
              <a:gd name="connsiteY2042" fmla="*/ 350257 h 2476997"/>
              <a:gd name="connsiteX2043" fmla="*/ 2218717 w 3242958"/>
              <a:gd name="connsiteY2043" fmla="*/ 345285 h 2476997"/>
              <a:gd name="connsiteX2044" fmla="*/ 2215670 w 3242958"/>
              <a:gd name="connsiteY2044" fmla="*/ 342639 h 2476997"/>
              <a:gd name="connsiteX2045" fmla="*/ 2213585 w 3242958"/>
              <a:gd name="connsiteY2045" fmla="*/ 342639 h 2476997"/>
              <a:gd name="connsiteX2046" fmla="*/ 2199312 w 3242958"/>
              <a:gd name="connsiteY2046" fmla="*/ 337667 h 2476997"/>
              <a:gd name="connsiteX2047" fmla="*/ 2196425 w 3242958"/>
              <a:gd name="connsiteY2047" fmla="*/ 344002 h 2476997"/>
              <a:gd name="connsiteX2048" fmla="*/ 2193218 w 3242958"/>
              <a:gd name="connsiteY2048" fmla="*/ 345686 h 2476997"/>
              <a:gd name="connsiteX2049" fmla="*/ 2189449 w 3242958"/>
              <a:gd name="connsiteY2049" fmla="*/ 346328 h 2476997"/>
              <a:gd name="connsiteX2050" fmla="*/ 2185520 w 3242958"/>
              <a:gd name="connsiteY2050" fmla="*/ 344804 h 2476997"/>
              <a:gd name="connsiteX2051" fmla="*/ 2182553 w 3242958"/>
              <a:gd name="connsiteY2051" fmla="*/ 348092 h 2476997"/>
              <a:gd name="connsiteX2052" fmla="*/ 2179265 w 3242958"/>
              <a:gd name="connsiteY2052" fmla="*/ 348092 h 2476997"/>
              <a:gd name="connsiteX2053" fmla="*/ 2175978 w 3242958"/>
              <a:gd name="connsiteY2053" fmla="*/ 347611 h 2476997"/>
              <a:gd name="connsiteX2054" fmla="*/ 2173331 w 3242958"/>
              <a:gd name="connsiteY2054" fmla="*/ 351299 h 2476997"/>
              <a:gd name="connsiteX2055" fmla="*/ 2175096 w 3242958"/>
              <a:gd name="connsiteY2055" fmla="*/ 355148 h 2476997"/>
              <a:gd name="connsiteX2056" fmla="*/ 2168681 w 3242958"/>
              <a:gd name="connsiteY2056" fmla="*/ 355148 h 2476997"/>
              <a:gd name="connsiteX2057" fmla="*/ 2169964 w 3242958"/>
              <a:gd name="connsiteY2057" fmla="*/ 350658 h 2476997"/>
              <a:gd name="connsiteX2058" fmla="*/ 2168440 w 3242958"/>
              <a:gd name="connsiteY2058" fmla="*/ 345285 h 2476997"/>
              <a:gd name="connsiteX2059" fmla="*/ 2175577 w 3242958"/>
              <a:gd name="connsiteY2059" fmla="*/ 344243 h 2476997"/>
              <a:gd name="connsiteX2060" fmla="*/ 2187364 w 3242958"/>
              <a:gd name="connsiteY2060" fmla="*/ 340714 h 2476997"/>
              <a:gd name="connsiteX2061" fmla="*/ 2188326 w 3242958"/>
              <a:gd name="connsiteY2061" fmla="*/ 336304 h 2476997"/>
              <a:gd name="connsiteX2062" fmla="*/ 2191774 w 3242958"/>
              <a:gd name="connsiteY2062" fmla="*/ 333097 h 2476997"/>
              <a:gd name="connsiteX2063" fmla="*/ 2198350 w 3242958"/>
              <a:gd name="connsiteY2063" fmla="*/ 332455 h 2476997"/>
              <a:gd name="connsiteX2064" fmla="*/ 2204123 w 3242958"/>
              <a:gd name="connsiteY2064" fmla="*/ 329889 h 2476997"/>
              <a:gd name="connsiteX2065" fmla="*/ 2203562 w 3242958"/>
              <a:gd name="connsiteY2065" fmla="*/ 323715 h 2476997"/>
              <a:gd name="connsiteX2066" fmla="*/ 2201477 w 3242958"/>
              <a:gd name="connsiteY2066" fmla="*/ 322191 h 2476997"/>
              <a:gd name="connsiteX2067" fmla="*/ 2199553 w 3242958"/>
              <a:gd name="connsiteY2067" fmla="*/ 320507 h 2476997"/>
              <a:gd name="connsiteX2068" fmla="*/ 2193057 w 3242958"/>
              <a:gd name="connsiteY2068" fmla="*/ 322191 h 2476997"/>
              <a:gd name="connsiteX2069" fmla="*/ 2186001 w 3242958"/>
              <a:gd name="connsiteY2069" fmla="*/ 322913 h 2476997"/>
              <a:gd name="connsiteX2070" fmla="*/ 2186001 w 3242958"/>
              <a:gd name="connsiteY2070" fmla="*/ 318342 h 2476997"/>
              <a:gd name="connsiteX2071" fmla="*/ 2181430 w 3242958"/>
              <a:gd name="connsiteY2071" fmla="*/ 318342 h 2476997"/>
              <a:gd name="connsiteX2072" fmla="*/ 2179025 w 3242958"/>
              <a:gd name="connsiteY2072" fmla="*/ 323234 h 2476997"/>
              <a:gd name="connsiteX2073" fmla="*/ 2174294 w 3242958"/>
              <a:gd name="connsiteY2073" fmla="*/ 325238 h 2476997"/>
              <a:gd name="connsiteX2074" fmla="*/ 2170044 w 3242958"/>
              <a:gd name="connsiteY2074" fmla="*/ 329168 h 2476997"/>
              <a:gd name="connsiteX2075" fmla="*/ 2173011 w 3242958"/>
              <a:gd name="connsiteY2075" fmla="*/ 330370 h 2476997"/>
              <a:gd name="connsiteX2076" fmla="*/ 2176940 w 3242958"/>
              <a:gd name="connsiteY2076" fmla="*/ 332295 h 2476997"/>
              <a:gd name="connsiteX2077" fmla="*/ 2174374 w 3242958"/>
              <a:gd name="connsiteY2077" fmla="*/ 338068 h 2476997"/>
              <a:gd name="connsiteX2078" fmla="*/ 2168199 w 3242958"/>
              <a:gd name="connsiteY2078" fmla="*/ 337667 h 2476997"/>
              <a:gd name="connsiteX2079" fmla="*/ 2168601 w 3242958"/>
              <a:gd name="connsiteY2079" fmla="*/ 334700 h 2476997"/>
              <a:gd name="connsiteX2080" fmla="*/ 2165393 w 3242958"/>
              <a:gd name="connsiteY2080" fmla="*/ 330851 h 2476997"/>
              <a:gd name="connsiteX2081" fmla="*/ 2166115 w 3242958"/>
              <a:gd name="connsiteY2081" fmla="*/ 328446 h 2476997"/>
              <a:gd name="connsiteX2082" fmla="*/ 2172289 w 3242958"/>
              <a:gd name="connsiteY2082" fmla="*/ 320427 h 2476997"/>
              <a:gd name="connsiteX2083" fmla="*/ 2173732 w 3242958"/>
              <a:gd name="connsiteY2083" fmla="*/ 317781 h 2476997"/>
              <a:gd name="connsiteX2084" fmla="*/ 2176218 w 3242958"/>
              <a:gd name="connsiteY2084" fmla="*/ 313531 h 2476997"/>
              <a:gd name="connsiteX2085" fmla="*/ 2173011 w 3242958"/>
              <a:gd name="connsiteY2085" fmla="*/ 312489 h 2476997"/>
              <a:gd name="connsiteX2086" fmla="*/ 2168761 w 3242958"/>
              <a:gd name="connsiteY2086" fmla="*/ 314012 h 2476997"/>
              <a:gd name="connsiteX2087" fmla="*/ 2167077 w 3242958"/>
              <a:gd name="connsiteY2087" fmla="*/ 316498 h 2476997"/>
              <a:gd name="connsiteX2088" fmla="*/ 2160822 w 3242958"/>
              <a:gd name="connsiteY2088" fmla="*/ 322432 h 2476997"/>
              <a:gd name="connsiteX2089" fmla="*/ 2157054 w 3242958"/>
              <a:gd name="connsiteY2089" fmla="*/ 327323 h 2476997"/>
              <a:gd name="connsiteX2090" fmla="*/ 2150318 w 3242958"/>
              <a:gd name="connsiteY2090" fmla="*/ 333177 h 2476997"/>
              <a:gd name="connsiteX2091" fmla="*/ 2148714 w 3242958"/>
              <a:gd name="connsiteY2091" fmla="*/ 337828 h 2476997"/>
              <a:gd name="connsiteX2092" fmla="*/ 2151120 w 3242958"/>
              <a:gd name="connsiteY2092" fmla="*/ 338630 h 2476997"/>
              <a:gd name="connsiteX2093" fmla="*/ 2153846 w 3242958"/>
              <a:gd name="connsiteY2093" fmla="*/ 338229 h 2476997"/>
              <a:gd name="connsiteX2094" fmla="*/ 2157535 w 3242958"/>
              <a:gd name="connsiteY2094" fmla="*/ 336625 h 2476997"/>
              <a:gd name="connsiteX2095" fmla="*/ 2157054 w 3242958"/>
              <a:gd name="connsiteY2095" fmla="*/ 339832 h 2476997"/>
              <a:gd name="connsiteX2096" fmla="*/ 2155530 w 3242958"/>
              <a:gd name="connsiteY2096" fmla="*/ 342639 h 2476997"/>
              <a:gd name="connsiteX2097" fmla="*/ 2158737 w 3242958"/>
              <a:gd name="connsiteY2097" fmla="*/ 344162 h 2476997"/>
              <a:gd name="connsiteX2098" fmla="*/ 2161063 w 3242958"/>
              <a:gd name="connsiteY2098" fmla="*/ 347129 h 2476997"/>
              <a:gd name="connsiteX2099" fmla="*/ 2159299 w 3242958"/>
              <a:gd name="connsiteY2099" fmla="*/ 348252 h 2476997"/>
              <a:gd name="connsiteX2100" fmla="*/ 2156252 w 3242958"/>
              <a:gd name="connsiteY2100" fmla="*/ 347450 h 2476997"/>
              <a:gd name="connsiteX2101" fmla="*/ 2153125 w 3242958"/>
              <a:gd name="connsiteY2101" fmla="*/ 345766 h 2476997"/>
              <a:gd name="connsiteX2102" fmla="*/ 2148153 w 3242958"/>
              <a:gd name="connsiteY2102" fmla="*/ 342078 h 2476997"/>
              <a:gd name="connsiteX2103" fmla="*/ 2145346 w 3242958"/>
              <a:gd name="connsiteY2103" fmla="*/ 339512 h 2476997"/>
              <a:gd name="connsiteX2104" fmla="*/ 2141497 w 3242958"/>
              <a:gd name="connsiteY2104" fmla="*/ 337026 h 2476997"/>
              <a:gd name="connsiteX2105" fmla="*/ 2141497 w 3242958"/>
              <a:gd name="connsiteY2105" fmla="*/ 333899 h 2476997"/>
              <a:gd name="connsiteX2106" fmla="*/ 2145908 w 3242958"/>
              <a:gd name="connsiteY2106" fmla="*/ 331894 h 2476997"/>
              <a:gd name="connsiteX2107" fmla="*/ 2148794 w 3242958"/>
              <a:gd name="connsiteY2107" fmla="*/ 329328 h 2476997"/>
              <a:gd name="connsiteX2108" fmla="*/ 2151922 w 3242958"/>
              <a:gd name="connsiteY2108" fmla="*/ 324998 h 2476997"/>
              <a:gd name="connsiteX2109" fmla="*/ 2157374 w 3242958"/>
              <a:gd name="connsiteY2109" fmla="*/ 319305 h 2476997"/>
              <a:gd name="connsiteX2110" fmla="*/ 2160421 w 3242958"/>
              <a:gd name="connsiteY2110" fmla="*/ 316739 h 2476997"/>
              <a:gd name="connsiteX2111" fmla="*/ 2162907 w 3242958"/>
              <a:gd name="connsiteY2111" fmla="*/ 314734 h 2476997"/>
              <a:gd name="connsiteX2112" fmla="*/ 2164912 w 3242958"/>
              <a:gd name="connsiteY2112" fmla="*/ 312729 h 2476997"/>
              <a:gd name="connsiteX2113" fmla="*/ 2168120 w 3242958"/>
              <a:gd name="connsiteY2113" fmla="*/ 309281 h 2476997"/>
              <a:gd name="connsiteX2114" fmla="*/ 2170445 w 3242958"/>
              <a:gd name="connsiteY2114" fmla="*/ 306234 h 2476997"/>
              <a:gd name="connsiteX2115" fmla="*/ 2171006 w 3242958"/>
              <a:gd name="connsiteY2115" fmla="*/ 303829 h 2476997"/>
              <a:gd name="connsiteX2116" fmla="*/ 2169162 w 3242958"/>
              <a:gd name="connsiteY2116" fmla="*/ 303347 h 2476997"/>
              <a:gd name="connsiteX2117" fmla="*/ 2166997 w 3242958"/>
              <a:gd name="connsiteY2117" fmla="*/ 301102 h 2476997"/>
              <a:gd name="connsiteX2118" fmla="*/ 1103801 w 3242958"/>
              <a:gd name="connsiteY2118" fmla="*/ 296131 h 2476997"/>
              <a:gd name="connsiteX2119" fmla="*/ 1101395 w 3242958"/>
              <a:gd name="connsiteY2119" fmla="*/ 297815 h 2476997"/>
              <a:gd name="connsiteX2120" fmla="*/ 1097626 w 3242958"/>
              <a:gd name="connsiteY2120" fmla="*/ 298857 h 2476997"/>
              <a:gd name="connsiteX2121" fmla="*/ 1095060 w 3242958"/>
              <a:gd name="connsiteY2121" fmla="*/ 302946 h 2476997"/>
              <a:gd name="connsiteX2122" fmla="*/ 1092013 w 3242958"/>
              <a:gd name="connsiteY2122" fmla="*/ 305112 h 2476997"/>
              <a:gd name="connsiteX2123" fmla="*/ 1089928 w 3242958"/>
              <a:gd name="connsiteY2123" fmla="*/ 308720 h 2476997"/>
              <a:gd name="connsiteX2124" fmla="*/ 1085919 w 3242958"/>
              <a:gd name="connsiteY2124" fmla="*/ 311607 h 2476997"/>
              <a:gd name="connsiteX2125" fmla="*/ 1084957 w 3242958"/>
              <a:gd name="connsiteY2125" fmla="*/ 315776 h 2476997"/>
              <a:gd name="connsiteX2126" fmla="*/ 1089447 w 3242958"/>
              <a:gd name="connsiteY2126" fmla="*/ 320267 h 2476997"/>
              <a:gd name="connsiteX2127" fmla="*/ 1094900 w 3242958"/>
              <a:gd name="connsiteY2127" fmla="*/ 328286 h 2476997"/>
              <a:gd name="connsiteX2128" fmla="*/ 1098268 w 3242958"/>
              <a:gd name="connsiteY2128" fmla="*/ 333257 h 2476997"/>
              <a:gd name="connsiteX2129" fmla="*/ 1104843 w 3242958"/>
              <a:gd name="connsiteY2129" fmla="*/ 340153 h 2476997"/>
              <a:gd name="connsiteX2130" fmla="*/ 1108451 w 3242958"/>
              <a:gd name="connsiteY2130" fmla="*/ 345205 h 2476997"/>
              <a:gd name="connsiteX2131" fmla="*/ 1111899 w 3242958"/>
              <a:gd name="connsiteY2131" fmla="*/ 350337 h 2476997"/>
              <a:gd name="connsiteX2132" fmla="*/ 1113423 w 3242958"/>
              <a:gd name="connsiteY2132" fmla="*/ 354026 h 2476997"/>
              <a:gd name="connsiteX2133" fmla="*/ 1120640 w 3242958"/>
              <a:gd name="connsiteY2133" fmla="*/ 363327 h 2476997"/>
              <a:gd name="connsiteX2134" fmla="*/ 1126413 w 3242958"/>
              <a:gd name="connsiteY2134" fmla="*/ 367737 h 2476997"/>
              <a:gd name="connsiteX2135" fmla="*/ 1130262 w 3242958"/>
              <a:gd name="connsiteY2135" fmla="*/ 370464 h 2476997"/>
              <a:gd name="connsiteX2136" fmla="*/ 1134031 w 3242958"/>
              <a:gd name="connsiteY2136" fmla="*/ 373591 h 2476997"/>
              <a:gd name="connsiteX2137" fmla="*/ 1140847 w 3242958"/>
              <a:gd name="connsiteY2137" fmla="*/ 377681 h 2476997"/>
              <a:gd name="connsiteX2138" fmla="*/ 1145899 w 3242958"/>
              <a:gd name="connsiteY2138" fmla="*/ 381850 h 2476997"/>
              <a:gd name="connsiteX2139" fmla="*/ 1152394 w 3242958"/>
              <a:gd name="connsiteY2139" fmla="*/ 383053 h 2476997"/>
              <a:gd name="connsiteX2140" fmla="*/ 1156483 w 3242958"/>
              <a:gd name="connsiteY2140" fmla="*/ 381770 h 2476997"/>
              <a:gd name="connsiteX2141" fmla="*/ 1161936 w 3242958"/>
              <a:gd name="connsiteY2141" fmla="*/ 376558 h 2476997"/>
              <a:gd name="connsiteX2142" fmla="*/ 1166426 w 3242958"/>
              <a:gd name="connsiteY2142" fmla="*/ 373832 h 2476997"/>
              <a:gd name="connsiteX2143" fmla="*/ 1170676 w 3242958"/>
              <a:gd name="connsiteY2143" fmla="*/ 369501 h 2476997"/>
              <a:gd name="connsiteX2144" fmla="*/ 1175247 w 3242958"/>
              <a:gd name="connsiteY2144" fmla="*/ 365412 h 2476997"/>
              <a:gd name="connsiteX2145" fmla="*/ 1179176 w 3242958"/>
              <a:gd name="connsiteY2145" fmla="*/ 363728 h 2476997"/>
              <a:gd name="connsiteX2146" fmla="*/ 1182063 w 3242958"/>
              <a:gd name="connsiteY2146" fmla="*/ 358676 h 2476997"/>
              <a:gd name="connsiteX2147" fmla="*/ 1185350 w 3242958"/>
              <a:gd name="connsiteY2147" fmla="*/ 353865 h 2476997"/>
              <a:gd name="connsiteX2148" fmla="*/ 1183185 w 3242958"/>
              <a:gd name="connsiteY2148" fmla="*/ 348813 h 2476997"/>
              <a:gd name="connsiteX2149" fmla="*/ 1179417 w 3242958"/>
              <a:gd name="connsiteY2149" fmla="*/ 341677 h 2476997"/>
              <a:gd name="connsiteX2150" fmla="*/ 1172360 w 3242958"/>
              <a:gd name="connsiteY2150" fmla="*/ 339191 h 2476997"/>
              <a:gd name="connsiteX2151" fmla="*/ 1168351 w 3242958"/>
              <a:gd name="connsiteY2151" fmla="*/ 342639 h 2476997"/>
              <a:gd name="connsiteX2152" fmla="*/ 1165063 w 3242958"/>
              <a:gd name="connsiteY2152" fmla="*/ 344243 h 2476997"/>
              <a:gd name="connsiteX2153" fmla="*/ 1162096 w 3242958"/>
              <a:gd name="connsiteY2153" fmla="*/ 346247 h 2476997"/>
              <a:gd name="connsiteX2154" fmla="*/ 1158328 w 3242958"/>
              <a:gd name="connsiteY2154" fmla="*/ 349375 h 2476997"/>
              <a:gd name="connsiteX2155" fmla="*/ 1151432 w 3242958"/>
              <a:gd name="connsiteY2155" fmla="*/ 352342 h 2476997"/>
              <a:gd name="connsiteX2156" fmla="*/ 1143814 w 3242958"/>
              <a:gd name="connsiteY2156" fmla="*/ 348573 h 2476997"/>
              <a:gd name="connsiteX2157" fmla="*/ 1140125 w 3242958"/>
              <a:gd name="connsiteY2157" fmla="*/ 345526 h 2476997"/>
              <a:gd name="connsiteX2158" fmla="*/ 1134993 w 3242958"/>
              <a:gd name="connsiteY2158" fmla="*/ 336545 h 2476997"/>
              <a:gd name="connsiteX2159" fmla="*/ 1137960 w 3242958"/>
              <a:gd name="connsiteY2159" fmla="*/ 327083 h 2476997"/>
              <a:gd name="connsiteX2160" fmla="*/ 1139484 w 3242958"/>
              <a:gd name="connsiteY2160" fmla="*/ 320908 h 2476997"/>
              <a:gd name="connsiteX2161" fmla="*/ 1140125 w 3242958"/>
              <a:gd name="connsiteY2161" fmla="*/ 316017 h 2476997"/>
              <a:gd name="connsiteX2162" fmla="*/ 1142450 w 3242958"/>
              <a:gd name="connsiteY2162" fmla="*/ 311767 h 2476997"/>
              <a:gd name="connsiteX2163" fmla="*/ 1142450 w 3242958"/>
              <a:gd name="connsiteY2163" fmla="*/ 308319 h 2476997"/>
              <a:gd name="connsiteX2164" fmla="*/ 1138281 w 3242958"/>
              <a:gd name="connsiteY2164" fmla="*/ 305513 h 2476997"/>
              <a:gd name="connsiteX2165" fmla="*/ 1130663 w 3242958"/>
              <a:gd name="connsiteY2165" fmla="*/ 303508 h 2476997"/>
              <a:gd name="connsiteX2166" fmla="*/ 1124328 w 3242958"/>
              <a:gd name="connsiteY2166" fmla="*/ 306795 h 2476997"/>
              <a:gd name="connsiteX2167" fmla="*/ 1123286 w 3242958"/>
              <a:gd name="connsiteY2167" fmla="*/ 311446 h 2476997"/>
              <a:gd name="connsiteX2168" fmla="*/ 1119357 w 3242958"/>
              <a:gd name="connsiteY2168" fmla="*/ 313451 h 2476997"/>
              <a:gd name="connsiteX2169" fmla="*/ 1116550 w 3242958"/>
              <a:gd name="connsiteY2169" fmla="*/ 309522 h 2476997"/>
              <a:gd name="connsiteX2170" fmla="*/ 1113182 w 3242958"/>
              <a:gd name="connsiteY2170" fmla="*/ 299499 h 2476997"/>
              <a:gd name="connsiteX2171" fmla="*/ 1107088 w 3242958"/>
              <a:gd name="connsiteY2171" fmla="*/ 296131 h 2476997"/>
              <a:gd name="connsiteX2172" fmla="*/ 1103801 w 3242958"/>
              <a:gd name="connsiteY2172" fmla="*/ 296131 h 2476997"/>
              <a:gd name="connsiteX2173" fmla="*/ 1805194 w 3242958"/>
              <a:gd name="connsiteY2173" fmla="*/ 262933 h 2476997"/>
              <a:gd name="connsiteX2174" fmla="*/ 1799019 w 3242958"/>
              <a:gd name="connsiteY2174" fmla="*/ 298857 h 2476997"/>
              <a:gd name="connsiteX2175" fmla="*/ 1780176 w 3242958"/>
              <a:gd name="connsiteY2175" fmla="*/ 318503 h 2476997"/>
              <a:gd name="connsiteX2176" fmla="*/ 1772878 w 3242958"/>
              <a:gd name="connsiteY2176" fmla="*/ 330531 h 2476997"/>
              <a:gd name="connsiteX2177" fmla="*/ 1678098 w 3242958"/>
              <a:gd name="connsiteY2177" fmla="*/ 396043 h 2476997"/>
              <a:gd name="connsiteX2178" fmla="*/ 1706163 w 3242958"/>
              <a:gd name="connsiteY2178" fmla="*/ 397887 h 2476997"/>
              <a:gd name="connsiteX2179" fmla="*/ 1706484 w 3242958"/>
              <a:gd name="connsiteY2179" fmla="*/ 397647 h 2476997"/>
              <a:gd name="connsiteX2180" fmla="*/ 1737195 w 3242958"/>
              <a:gd name="connsiteY2180" fmla="*/ 419779 h 2476997"/>
              <a:gd name="connsiteX2181" fmla="*/ 1700951 w 3242958"/>
              <a:gd name="connsiteY2181" fmla="*/ 420420 h 2476997"/>
              <a:gd name="connsiteX2182" fmla="*/ 1675291 w 3242958"/>
              <a:gd name="connsiteY2182" fmla="*/ 397086 h 2476997"/>
              <a:gd name="connsiteX2183" fmla="*/ 1655170 w 3242958"/>
              <a:gd name="connsiteY2183" fmla="*/ 404476 h 2476997"/>
              <a:gd name="connsiteX2184" fmla="*/ 1655884 w 3242958"/>
              <a:gd name="connsiteY2184" fmla="*/ 408130 h 2476997"/>
              <a:gd name="connsiteX2185" fmla="*/ 1666550 w 3242958"/>
              <a:gd name="connsiteY2185" fmla="*/ 463079 h 2476997"/>
              <a:gd name="connsiteX2186" fmla="*/ 1914328 w 3242958"/>
              <a:gd name="connsiteY2186" fmla="*/ 425712 h 2476997"/>
              <a:gd name="connsiteX2187" fmla="*/ 1922908 w 3242958"/>
              <a:gd name="connsiteY2187" fmla="*/ 422825 h 2476997"/>
              <a:gd name="connsiteX2188" fmla="*/ 1922908 w 3242958"/>
              <a:gd name="connsiteY2188" fmla="*/ 431806 h 2476997"/>
              <a:gd name="connsiteX2189" fmla="*/ 1898371 w 3242958"/>
              <a:gd name="connsiteY2189" fmla="*/ 501328 h 2476997"/>
              <a:gd name="connsiteX2190" fmla="*/ 1837428 w 3242958"/>
              <a:gd name="connsiteY2190" fmla="*/ 541020 h 2476997"/>
              <a:gd name="connsiteX2191" fmla="*/ 1812009 w 3242958"/>
              <a:gd name="connsiteY2191" fmla="*/ 588170 h 2476997"/>
              <a:gd name="connsiteX2192" fmla="*/ 1800302 w 3242958"/>
              <a:gd name="connsiteY2192" fmla="*/ 596189 h 2476997"/>
              <a:gd name="connsiteX2193" fmla="*/ 1917375 w 3242958"/>
              <a:gd name="connsiteY2193" fmla="*/ 578307 h 2476997"/>
              <a:gd name="connsiteX2194" fmla="*/ 1926597 w 3242958"/>
              <a:gd name="connsiteY2194" fmla="*/ 576543 h 2476997"/>
              <a:gd name="connsiteX2195" fmla="*/ 1926115 w 3242958"/>
              <a:gd name="connsiteY2195" fmla="*/ 576543 h 2476997"/>
              <a:gd name="connsiteX2196" fmla="*/ 1951213 w 3242958"/>
              <a:gd name="connsiteY2196" fmla="*/ 571331 h 2476997"/>
              <a:gd name="connsiteX2197" fmla="*/ 1912323 w 3242958"/>
              <a:gd name="connsiteY2197" fmla="*/ 628584 h 2476997"/>
              <a:gd name="connsiteX2198" fmla="*/ 1820750 w 3242958"/>
              <a:gd name="connsiteY2198" fmla="*/ 701474 h 2476997"/>
              <a:gd name="connsiteX2199" fmla="*/ 1722521 w 3242958"/>
              <a:gd name="connsiteY2199" fmla="*/ 732827 h 2476997"/>
              <a:gd name="connsiteX2200" fmla="*/ 1706484 w 3242958"/>
              <a:gd name="connsiteY2200" fmla="*/ 733869 h 2476997"/>
              <a:gd name="connsiteX2201" fmla="*/ 1676574 w 3242958"/>
              <a:gd name="connsiteY2201" fmla="*/ 731704 h 2476997"/>
              <a:gd name="connsiteX2202" fmla="*/ 1667112 w 3242958"/>
              <a:gd name="connsiteY2202" fmla="*/ 730341 h 2476997"/>
              <a:gd name="connsiteX2203" fmla="*/ 1685475 w 3242958"/>
              <a:gd name="connsiteY2203" fmla="*/ 807080 h 2476997"/>
              <a:gd name="connsiteX2204" fmla="*/ 1624292 w 3242958"/>
              <a:gd name="connsiteY2204" fmla="*/ 811009 h 2476997"/>
              <a:gd name="connsiteX2205" fmla="*/ 1563030 w 3242958"/>
              <a:gd name="connsiteY2205" fmla="*/ 807080 h 2476997"/>
              <a:gd name="connsiteX2206" fmla="*/ 1581392 w 3242958"/>
              <a:gd name="connsiteY2206" fmla="*/ 730341 h 2476997"/>
              <a:gd name="connsiteX2207" fmla="*/ 1571930 w 3242958"/>
              <a:gd name="connsiteY2207" fmla="*/ 731704 h 2476997"/>
              <a:gd name="connsiteX2208" fmla="*/ 1542021 w 3242958"/>
              <a:gd name="connsiteY2208" fmla="*/ 733869 h 2476997"/>
              <a:gd name="connsiteX2209" fmla="*/ 1525983 w 3242958"/>
              <a:gd name="connsiteY2209" fmla="*/ 732827 h 2476997"/>
              <a:gd name="connsiteX2210" fmla="*/ 1427674 w 3242958"/>
              <a:gd name="connsiteY2210" fmla="*/ 701474 h 2476997"/>
              <a:gd name="connsiteX2211" fmla="*/ 1336101 w 3242958"/>
              <a:gd name="connsiteY2211" fmla="*/ 628584 h 2476997"/>
              <a:gd name="connsiteX2212" fmla="*/ 1297210 w 3242958"/>
              <a:gd name="connsiteY2212" fmla="*/ 571331 h 2476997"/>
              <a:gd name="connsiteX2213" fmla="*/ 1322309 w 3242958"/>
              <a:gd name="connsiteY2213" fmla="*/ 576543 h 2476997"/>
              <a:gd name="connsiteX2214" fmla="*/ 1331611 w 3242958"/>
              <a:gd name="connsiteY2214" fmla="*/ 578307 h 2476997"/>
              <a:gd name="connsiteX2215" fmla="*/ 1448603 w 3242958"/>
              <a:gd name="connsiteY2215" fmla="*/ 596109 h 2476997"/>
              <a:gd name="connsiteX2216" fmla="*/ 1436896 w 3242958"/>
              <a:gd name="connsiteY2216" fmla="*/ 588491 h 2476997"/>
              <a:gd name="connsiteX2217" fmla="*/ 1411476 w 3242958"/>
              <a:gd name="connsiteY2217" fmla="*/ 541341 h 2476997"/>
              <a:gd name="connsiteX2218" fmla="*/ 1350535 w 3242958"/>
              <a:gd name="connsiteY2218" fmla="*/ 501649 h 2476997"/>
              <a:gd name="connsiteX2219" fmla="*/ 1325998 w 3242958"/>
              <a:gd name="connsiteY2219" fmla="*/ 432127 h 2476997"/>
              <a:gd name="connsiteX2220" fmla="*/ 1325998 w 3242958"/>
              <a:gd name="connsiteY2220" fmla="*/ 423146 h 2476997"/>
              <a:gd name="connsiteX2221" fmla="*/ 1334497 w 3242958"/>
              <a:gd name="connsiteY2221" fmla="*/ 426033 h 2476997"/>
              <a:gd name="connsiteX2222" fmla="*/ 1582675 w 3242958"/>
              <a:gd name="connsiteY2222" fmla="*/ 463079 h 2476997"/>
              <a:gd name="connsiteX2223" fmla="*/ 1595265 w 3242958"/>
              <a:gd name="connsiteY2223" fmla="*/ 398288 h 2476997"/>
              <a:gd name="connsiteX2224" fmla="*/ 1595265 w 3242958"/>
              <a:gd name="connsiteY2224" fmla="*/ 397246 h 2476997"/>
              <a:gd name="connsiteX2225" fmla="*/ 1624052 w 3242958"/>
              <a:gd name="connsiteY2225" fmla="*/ 364048 h 2476997"/>
              <a:gd name="connsiteX2226" fmla="*/ 1625094 w 3242958"/>
              <a:gd name="connsiteY2226" fmla="*/ 364048 h 2476997"/>
              <a:gd name="connsiteX2227" fmla="*/ 1647316 w 3242958"/>
              <a:gd name="connsiteY2227" fmla="*/ 377640 h 2476997"/>
              <a:gd name="connsiteX2228" fmla="*/ 1653068 w 3242958"/>
              <a:gd name="connsiteY2228" fmla="*/ 394609 h 2476997"/>
              <a:gd name="connsiteX2229" fmla="*/ 1672405 w 3242958"/>
              <a:gd name="connsiteY2229" fmla="*/ 387543 h 2476997"/>
              <a:gd name="connsiteX2230" fmla="*/ 1664386 w 3242958"/>
              <a:gd name="connsiteY2230" fmla="*/ 353224 h 2476997"/>
              <a:gd name="connsiteX2231" fmla="*/ 1683390 w 3242958"/>
              <a:gd name="connsiteY2231" fmla="*/ 320267 h 2476997"/>
              <a:gd name="connsiteX2232" fmla="*/ 1689565 w 3242958"/>
              <a:gd name="connsiteY2232" fmla="*/ 357233 h 2476997"/>
              <a:gd name="connsiteX2233" fmla="*/ 1672886 w 3242958"/>
              <a:gd name="connsiteY2233" fmla="*/ 387223 h 2476997"/>
              <a:gd name="connsiteX2234" fmla="*/ 1711757 w 3242958"/>
              <a:gd name="connsiteY2234" fmla="*/ 364316 h 2476997"/>
              <a:gd name="connsiteX2235" fmla="*/ 1704399 w 3242958"/>
              <a:gd name="connsiteY2235" fmla="*/ 332455 h 2476997"/>
              <a:gd name="connsiteX2236" fmla="*/ 1721800 w 3242958"/>
              <a:gd name="connsiteY2236" fmla="*/ 298696 h 2476997"/>
              <a:gd name="connsiteX2237" fmla="*/ 1728215 w 3242958"/>
              <a:gd name="connsiteY2237" fmla="*/ 336063 h 2476997"/>
              <a:gd name="connsiteX2238" fmla="*/ 1728455 w 3242958"/>
              <a:gd name="connsiteY2238" fmla="*/ 336063 h 2476997"/>
              <a:gd name="connsiteX2239" fmla="*/ 1720587 w 3242958"/>
              <a:gd name="connsiteY2239" fmla="*/ 357514 h 2476997"/>
              <a:gd name="connsiteX2240" fmla="*/ 1717893 w 3242958"/>
              <a:gd name="connsiteY2240" fmla="*/ 360700 h 2476997"/>
              <a:gd name="connsiteX2241" fmla="*/ 1747860 w 3242958"/>
              <a:gd name="connsiteY2241" fmla="*/ 343040 h 2476997"/>
              <a:gd name="connsiteX2242" fmla="*/ 1740323 w 3242958"/>
              <a:gd name="connsiteY2242" fmla="*/ 309682 h 2476997"/>
              <a:gd name="connsiteX2243" fmla="*/ 1756360 w 3242958"/>
              <a:gd name="connsiteY2243" fmla="*/ 277607 h 2476997"/>
              <a:gd name="connsiteX2244" fmla="*/ 1762214 w 3242958"/>
              <a:gd name="connsiteY2244" fmla="*/ 313451 h 2476997"/>
              <a:gd name="connsiteX2245" fmla="*/ 1748101 w 3242958"/>
              <a:gd name="connsiteY2245" fmla="*/ 342960 h 2476997"/>
              <a:gd name="connsiteX2246" fmla="*/ 1771355 w 3242958"/>
              <a:gd name="connsiteY2246" fmla="*/ 321630 h 2476997"/>
              <a:gd name="connsiteX2247" fmla="*/ 1776567 w 3242958"/>
              <a:gd name="connsiteY2247" fmla="*/ 315375 h 2476997"/>
              <a:gd name="connsiteX2248" fmla="*/ 1781138 w 3242958"/>
              <a:gd name="connsiteY2248" fmla="*/ 286588 h 2476997"/>
              <a:gd name="connsiteX2249" fmla="*/ 1805194 w 3242958"/>
              <a:gd name="connsiteY2249" fmla="*/ 262933 h 2476997"/>
              <a:gd name="connsiteX2250" fmla="*/ 1289192 w 3242958"/>
              <a:gd name="connsiteY2250" fmla="*/ 258764 h 2476997"/>
              <a:gd name="connsiteX2251" fmla="*/ 1284381 w 3242958"/>
              <a:gd name="connsiteY2251" fmla="*/ 261731 h 2476997"/>
              <a:gd name="connsiteX2252" fmla="*/ 1280773 w 3242958"/>
              <a:gd name="connsiteY2252" fmla="*/ 265339 h 2476997"/>
              <a:gd name="connsiteX2253" fmla="*/ 1273877 w 3242958"/>
              <a:gd name="connsiteY2253" fmla="*/ 262773 h 2476997"/>
              <a:gd name="connsiteX2254" fmla="*/ 1271712 w 3242958"/>
              <a:gd name="connsiteY2254" fmla="*/ 266381 h 2476997"/>
              <a:gd name="connsiteX2255" fmla="*/ 1271712 w 3242958"/>
              <a:gd name="connsiteY2255" fmla="*/ 276325 h 2476997"/>
              <a:gd name="connsiteX2256" fmla="*/ 1271712 w 3242958"/>
              <a:gd name="connsiteY2256" fmla="*/ 280574 h 2476997"/>
              <a:gd name="connsiteX2257" fmla="*/ 1274198 w 3242958"/>
              <a:gd name="connsiteY2257" fmla="*/ 282900 h 2476997"/>
              <a:gd name="connsiteX2258" fmla="*/ 1275721 w 3242958"/>
              <a:gd name="connsiteY2258" fmla="*/ 286669 h 2476997"/>
              <a:gd name="connsiteX2259" fmla="*/ 1283740 w 3242958"/>
              <a:gd name="connsiteY2259" fmla="*/ 287952 h 2476997"/>
              <a:gd name="connsiteX2260" fmla="*/ 1287268 w 3242958"/>
              <a:gd name="connsiteY2260" fmla="*/ 283140 h 2476997"/>
              <a:gd name="connsiteX2261" fmla="*/ 1290636 w 3242958"/>
              <a:gd name="connsiteY2261" fmla="*/ 280735 h 2476997"/>
              <a:gd name="connsiteX2262" fmla="*/ 1292480 w 3242958"/>
              <a:gd name="connsiteY2262" fmla="*/ 276725 h 2476997"/>
              <a:gd name="connsiteX2263" fmla="*/ 1292480 w 3242958"/>
              <a:gd name="connsiteY2263" fmla="*/ 276405 h 2476997"/>
              <a:gd name="connsiteX2264" fmla="*/ 1292079 w 3242958"/>
              <a:gd name="connsiteY2264" fmla="*/ 271674 h 2476997"/>
              <a:gd name="connsiteX2265" fmla="*/ 1293282 w 3242958"/>
              <a:gd name="connsiteY2265" fmla="*/ 268787 h 2476997"/>
              <a:gd name="connsiteX2266" fmla="*/ 1294004 w 3242958"/>
              <a:gd name="connsiteY2266" fmla="*/ 265179 h 2476997"/>
              <a:gd name="connsiteX2267" fmla="*/ 1292641 w 3242958"/>
              <a:gd name="connsiteY2267" fmla="*/ 261811 h 2476997"/>
              <a:gd name="connsiteX2268" fmla="*/ 1291357 w 3242958"/>
              <a:gd name="connsiteY2268" fmla="*/ 258764 h 2476997"/>
              <a:gd name="connsiteX2269" fmla="*/ 1289192 w 3242958"/>
              <a:gd name="connsiteY2269" fmla="*/ 258764 h 2476997"/>
              <a:gd name="connsiteX2270" fmla="*/ 1594784 w 3242958"/>
              <a:gd name="connsiteY2270" fmla="*/ 219320 h 2476997"/>
              <a:gd name="connsiteX2271" fmla="*/ 1267462 w 3242958"/>
              <a:gd name="connsiteY2271" fmla="*/ 337427 h 2476997"/>
              <a:gd name="connsiteX2272" fmla="*/ 1267382 w 3242958"/>
              <a:gd name="connsiteY2272" fmla="*/ 337427 h 2476997"/>
              <a:gd name="connsiteX2273" fmla="*/ 1029227 w 3242958"/>
              <a:gd name="connsiteY2273" fmla="*/ 813896 h 2476997"/>
              <a:gd name="connsiteX2274" fmla="*/ 1036043 w 3242958"/>
              <a:gd name="connsiteY2274" fmla="*/ 904507 h 2476997"/>
              <a:gd name="connsiteX2275" fmla="*/ 1037406 w 3242958"/>
              <a:gd name="connsiteY2275" fmla="*/ 911884 h 2476997"/>
              <a:gd name="connsiteX2276" fmla="*/ 1043821 w 3242958"/>
              <a:gd name="connsiteY2276" fmla="*/ 944921 h 2476997"/>
              <a:gd name="connsiteX2277" fmla="*/ 1055849 w 3242958"/>
              <a:gd name="connsiteY2277" fmla="*/ 990548 h 2476997"/>
              <a:gd name="connsiteX2278" fmla="*/ 1073330 w 3242958"/>
              <a:gd name="connsiteY2278" fmla="*/ 1038660 h 2476997"/>
              <a:gd name="connsiteX2279" fmla="*/ 1075896 w 3242958"/>
              <a:gd name="connsiteY2279" fmla="*/ 1045074 h 2476997"/>
              <a:gd name="connsiteX2280" fmla="*/ 1146781 w 3242958"/>
              <a:gd name="connsiteY2280" fmla="*/ 1169364 h 2476997"/>
              <a:gd name="connsiteX2281" fmla="*/ 1147182 w 3242958"/>
              <a:gd name="connsiteY2281" fmla="*/ 1169845 h 2476997"/>
              <a:gd name="connsiteX2282" fmla="*/ 1147783 w 3242958"/>
              <a:gd name="connsiteY2282" fmla="*/ 1170655 h 2476997"/>
              <a:gd name="connsiteX2283" fmla="*/ 1428632 w 3242958"/>
              <a:gd name="connsiteY2283" fmla="*/ 1376109 h 2476997"/>
              <a:gd name="connsiteX2284" fmla="*/ 1453812 w 3242958"/>
              <a:gd name="connsiteY2284" fmla="*/ 1382223 h 2476997"/>
              <a:gd name="connsiteX2285" fmla="*/ 1452473 w 3242958"/>
              <a:gd name="connsiteY2285" fmla="*/ 1375954 h 2476997"/>
              <a:gd name="connsiteX2286" fmla="*/ 1440425 w 3242958"/>
              <a:gd name="connsiteY2286" fmla="*/ 1356679 h 2476997"/>
              <a:gd name="connsiteX2287" fmla="*/ 1418053 w 3242958"/>
              <a:gd name="connsiteY2287" fmla="*/ 1348661 h 2476997"/>
              <a:gd name="connsiteX2288" fmla="*/ 1414607 w 3242958"/>
              <a:gd name="connsiteY2288" fmla="*/ 1345496 h 2476997"/>
              <a:gd name="connsiteX2289" fmla="*/ 1448925 w 3242958"/>
              <a:gd name="connsiteY2289" fmla="*/ 1351307 h 2476997"/>
              <a:gd name="connsiteX2290" fmla="*/ 1471377 w 3242958"/>
              <a:gd name="connsiteY2290" fmla="*/ 1386108 h 2476997"/>
              <a:gd name="connsiteX2291" fmla="*/ 1481561 w 3242958"/>
              <a:gd name="connsiteY2291" fmla="*/ 1386108 h 2476997"/>
              <a:gd name="connsiteX2292" fmla="*/ 1484324 w 3242958"/>
              <a:gd name="connsiteY2292" fmla="*/ 1389631 h 2476997"/>
              <a:gd name="connsiteX2293" fmla="*/ 1486654 w 3242958"/>
              <a:gd name="connsiteY2293" fmla="*/ 1390197 h 2476997"/>
              <a:gd name="connsiteX2294" fmla="*/ 1511791 w 3242958"/>
              <a:gd name="connsiteY2294" fmla="*/ 1390197 h 2476997"/>
              <a:gd name="connsiteX2295" fmla="*/ 1512413 w 3242958"/>
              <a:gd name="connsiteY2295" fmla="*/ 1394578 h 2476997"/>
              <a:gd name="connsiteX2296" fmla="*/ 1512054 w 3242958"/>
              <a:gd name="connsiteY2296" fmla="*/ 1396364 h 2476997"/>
              <a:gd name="connsiteX2297" fmla="*/ 1539614 w 3242958"/>
              <a:gd name="connsiteY2297" fmla="*/ 1403056 h 2476997"/>
              <a:gd name="connsiteX2298" fmla="*/ 1653693 w 3242958"/>
              <a:gd name="connsiteY2298" fmla="*/ 1408433 h 2476997"/>
              <a:gd name="connsiteX2299" fmla="*/ 1752411 w 3242958"/>
              <a:gd name="connsiteY2299" fmla="*/ 1393971 h 2476997"/>
              <a:gd name="connsiteX2300" fmla="*/ 1752351 w 3242958"/>
              <a:gd name="connsiteY2300" fmla="*/ 1393967 h 2476997"/>
              <a:gd name="connsiteX2301" fmla="*/ 1756922 w 3242958"/>
              <a:gd name="connsiteY2301" fmla="*/ 1392523 h 2476997"/>
              <a:gd name="connsiteX2302" fmla="*/ 1728215 w 3242958"/>
              <a:gd name="connsiteY2302" fmla="*/ 1392523 h 2476997"/>
              <a:gd name="connsiteX2303" fmla="*/ 1712178 w 3242958"/>
              <a:gd name="connsiteY2303" fmla="*/ 1356119 h 2476997"/>
              <a:gd name="connsiteX2304" fmla="*/ 1671283 w 3242958"/>
              <a:gd name="connsiteY2304" fmla="*/ 1354435 h 2476997"/>
              <a:gd name="connsiteX2305" fmla="*/ 1650835 w 3242958"/>
              <a:gd name="connsiteY2305" fmla="*/ 1385708 h 2476997"/>
              <a:gd name="connsiteX2306" fmla="*/ 1648985 w 3242958"/>
              <a:gd name="connsiteY2306" fmla="*/ 1389977 h 2476997"/>
              <a:gd name="connsiteX2307" fmla="*/ 1648990 w 3242958"/>
              <a:gd name="connsiteY2307" fmla="*/ 1389877 h 2476997"/>
              <a:gd name="connsiteX2308" fmla="*/ 1648750 w 3242958"/>
              <a:gd name="connsiteY2308" fmla="*/ 1390519 h 2476997"/>
              <a:gd name="connsiteX2309" fmla="*/ 1648985 w 3242958"/>
              <a:gd name="connsiteY2309" fmla="*/ 1389977 h 2476997"/>
              <a:gd name="connsiteX2310" fmla="*/ 1648349 w 3242958"/>
              <a:gd name="connsiteY2310" fmla="*/ 1402306 h 2476997"/>
              <a:gd name="connsiteX2311" fmla="*/ 1633755 w 3242958"/>
              <a:gd name="connsiteY2311" fmla="*/ 1402306 h 2476997"/>
              <a:gd name="connsiteX2312" fmla="*/ 1639930 w 3242958"/>
              <a:gd name="connsiteY2312" fmla="*/ 1400061 h 2476997"/>
              <a:gd name="connsiteX2313" fmla="*/ 1634798 w 3242958"/>
              <a:gd name="connsiteY2313" fmla="*/ 1399179 h 2476997"/>
              <a:gd name="connsiteX2314" fmla="*/ 1637043 w 3242958"/>
              <a:gd name="connsiteY2314" fmla="*/ 1396773 h 2476997"/>
              <a:gd name="connsiteX2315" fmla="*/ 1629024 w 3242958"/>
              <a:gd name="connsiteY2315" fmla="*/ 1396773 h 2476997"/>
              <a:gd name="connsiteX2316" fmla="*/ 1632151 w 3242958"/>
              <a:gd name="connsiteY2316" fmla="*/ 1394689 h 2476997"/>
              <a:gd name="connsiteX2317" fmla="*/ 1618360 w 3242958"/>
              <a:gd name="connsiteY2317" fmla="*/ 1394689 h 2476997"/>
              <a:gd name="connsiteX2318" fmla="*/ 1621166 w 3242958"/>
              <a:gd name="connsiteY2318" fmla="*/ 1392523 h 2476997"/>
              <a:gd name="connsiteX2319" fmla="*/ 1592860 w 3242958"/>
              <a:gd name="connsiteY2319" fmla="*/ 1392523 h 2476997"/>
              <a:gd name="connsiteX2320" fmla="*/ 1576822 w 3242958"/>
              <a:gd name="connsiteY2320" fmla="*/ 1356119 h 2476997"/>
              <a:gd name="connsiteX2321" fmla="*/ 1535927 w 3242958"/>
              <a:gd name="connsiteY2321" fmla="*/ 1354435 h 2476997"/>
              <a:gd name="connsiteX2322" fmla="*/ 1515480 w 3242958"/>
              <a:gd name="connsiteY2322" fmla="*/ 1385708 h 2476997"/>
              <a:gd name="connsiteX2323" fmla="*/ 1511871 w 3242958"/>
              <a:gd name="connsiteY2323" fmla="*/ 1384585 h 2476997"/>
              <a:gd name="connsiteX2324" fmla="*/ 1520852 w 3242958"/>
              <a:gd name="connsiteY2324" fmla="*/ 1358765 h 2476997"/>
              <a:gd name="connsiteX2325" fmla="*/ 1555172 w 3242958"/>
              <a:gd name="connsiteY2325" fmla="*/ 1344973 h 2476997"/>
              <a:gd name="connsiteX2326" fmla="*/ 1603284 w 3242958"/>
              <a:gd name="connsiteY2326" fmla="*/ 1357562 h 2476997"/>
              <a:gd name="connsiteX2327" fmla="*/ 1612506 w 3242958"/>
              <a:gd name="connsiteY2327" fmla="*/ 1388675 h 2476997"/>
              <a:gd name="connsiteX2328" fmla="*/ 1644580 w 3242958"/>
              <a:gd name="connsiteY2328" fmla="*/ 1387873 h 2476997"/>
              <a:gd name="connsiteX2329" fmla="*/ 1656608 w 3242958"/>
              <a:gd name="connsiteY2329" fmla="*/ 1358765 h 2476997"/>
              <a:gd name="connsiteX2330" fmla="*/ 1690928 w 3242958"/>
              <a:gd name="connsiteY2330" fmla="*/ 1344973 h 2476997"/>
              <a:gd name="connsiteX2331" fmla="*/ 1739041 w 3242958"/>
              <a:gd name="connsiteY2331" fmla="*/ 1357562 h 2476997"/>
              <a:gd name="connsiteX2332" fmla="*/ 1748262 w 3242958"/>
              <a:gd name="connsiteY2332" fmla="*/ 1388675 h 2476997"/>
              <a:gd name="connsiteX2333" fmla="*/ 1778295 w 3242958"/>
              <a:gd name="connsiteY2333" fmla="*/ 1387924 h 2476997"/>
              <a:gd name="connsiteX2334" fmla="*/ 1780547 w 3242958"/>
              <a:gd name="connsiteY2334" fmla="*/ 1387123 h 2476997"/>
              <a:gd name="connsiteX2335" fmla="*/ 1781584 w 3242958"/>
              <a:gd name="connsiteY2335" fmla="*/ 1383429 h 2476997"/>
              <a:gd name="connsiteX2336" fmla="*/ 1798860 w 3242958"/>
              <a:gd name="connsiteY2336" fmla="*/ 1350987 h 2476997"/>
              <a:gd name="connsiteX2337" fmla="*/ 1828855 w 3242958"/>
              <a:gd name="connsiteY2337" fmla="*/ 1343240 h 2476997"/>
              <a:gd name="connsiteX2338" fmla="*/ 1832458 w 3242958"/>
              <a:gd name="connsiteY2338" fmla="*/ 1343369 h 2476997"/>
              <a:gd name="connsiteX2339" fmla="*/ 1832458 w 3242958"/>
              <a:gd name="connsiteY2339" fmla="*/ 1355237 h 2476997"/>
              <a:gd name="connsiteX2340" fmla="*/ 1799100 w 3242958"/>
              <a:gd name="connsiteY2340" fmla="*/ 1360048 h 2476997"/>
              <a:gd name="connsiteX2341" fmla="*/ 1788887 w 3242958"/>
              <a:gd name="connsiteY2341" fmla="*/ 1375705 h 2476997"/>
              <a:gd name="connsiteX2342" fmla="*/ 1786461 w 3242958"/>
              <a:gd name="connsiteY2342" fmla="*/ 1385019 h 2476997"/>
              <a:gd name="connsiteX2343" fmla="*/ 1877742 w 3242958"/>
              <a:gd name="connsiteY2343" fmla="*/ 1352549 h 2476997"/>
              <a:gd name="connsiteX2344" fmla="*/ 1981011 w 3242958"/>
              <a:gd name="connsiteY2344" fmla="*/ 1290325 h 2476997"/>
              <a:gd name="connsiteX2345" fmla="*/ 2100691 w 3242958"/>
              <a:gd name="connsiteY2345" fmla="*/ 457105 h 2476997"/>
              <a:gd name="connsiteX2346" fmla="*/ 1594784 w 3242958"/>
              <a:gd name="connsiteY2346" fmla="*/ 219320 h 2476997"/>
              <a:gd name="connsiteX2347" fmla="*/ 1337545 w 3242958"/>
              <a:gd name="connsiteY2347" fmla="*/ 215623 h 2476997"/>
              <a:gd name="connsiteX2348" fmla="*/ 1335059 w 3242958"/>
              <a:gd name="connsiteY2348" fmla="*/ 217708 h 2476997"/>
              <a:gd name="connsiteX2349" fmla="*/ 1331370 w 3242958"/>
              <a:gd name="connsiteY2349" fmla="*/ 218590 h 2476997"/>
              <a:gd name="connsiteX2350" fmla="*/ 1327922 w 3242958"/>
              <a:gd name="connsiteY2350" fmla="*/ 220194 h 2476997"/>
              <a:gd name="connsiteX2351" fmla="*/ 1323753 w 3242958"/>
              <a:gd name="connsiteY2351" fmla="*/ 220194 h 2476997"/>
              <a:gd name="connsiteX2352" fmla="*/ 1320224 w 3242958"/>
              <a:gd name="connsiteY2352" fmla="*/ 221316 h 2476997"/>
              <a:gd name="connsiteX2353" fmla="*/ 1319984 w 3242958"/>
              <a:gd name="connsiteY2353" fmla="*/ 220996 h 2476997"/>
              <a:gd name="connsiteX2354" fmla="*/ 1321668 w 3242958"/>
              <a:gd name="connsiteY2354" fmla="*/ 226448 h 2476997"/>
              <a:gd name="connsiteX2355" fmla="*/ 1323111 w 3242958"/>
              <a:gd name="connsiteY2355" fmla="*/ 229495 h 2476997"/>
              <a:gd name="connsiteX2356" fmla="*/ 1327121 w 3242958"/>
              <a:gd name="connsiteY2356" fmla="*/ 233344 h 2476997"/>
              <a:gd name="connsiteX2357" fmla="*/ 1331692 w 3242958"/>
              <a:gd name="connsiteY2357" fmla="*/ 236231 h 2476997"/>
              <a:gd name="connsiteX2358" fmla="*/ 1337144 w 3242958"/>
              <a:gd name="connsiteY2358" fmla="*/ 239439 h 2476997"/>
              <a:gd name="connsiteX2359" fmla="*/ 1339469 w 3242958"/>
              <a:gd name="connsiteY2359" fmla="*/ 242887 h 2476997"/>
              <a:gd name="connsiteX2360" fmla="*/ 1343559 w 3242958"/>
              <a:gd name="connsiteY2360" fmla="*/ 244089 h 2476997"/>
              <a:gd name="connsiteX2361" fmla="*/ 1345884 w 3242958"/>
              <a:gd name="connsiteY2361" fmla="*/ 240561 h 2476997"/>
              <a:gd name="connsiteX2362" fmla="*/ 1348931 w 3242958"/>
              <a:gd name="connsiteY2362" fmla="*/ 238637 h 2476997"/>
              <a:gd name="connsiteX2363" fmla="*/ 1351658 w 3242958"/>
              <a:gd name="connsiteY2363" fmla="*/ 235028 h 2476997"/>
              <a:gd name="connsiteX2364" fmla="*/ 1352299 w 3242958"/>
              <a:gd name="connsiteY2364" fmla="*/ 231340 h 2476997"/>
              <a:gd name="connsiteX2365" fmla="*/ 1351898 w 3242958"/>
              <a:gd name="connsiteY2365" fmla="*/ 226609 h 2476997"/>
              <a:gd name="connsiteX2366" fmla="*/ 1352379 w 3242958"/>
              <a:gd name="connsiteY2366" fmla="*/ 222279 h 2476997"/>
              <a:gd name="connsiteX2367" fmla="*/ 1350696 w 3242958"/>
              <a:gd name="connsiteY2367" fmla="*/ 218911 h 2476997"/>
              <a:gd name="connsiteX2368" fmla="*/ 1347408 w 3242958"/>
              <a:gd name="connsiteY2368" fmla="*/ 217387 h 2476997"/>
              <a:gd name="connsiteX2369" fmla="*/ 1337545 w 3242958"/>
              <a:gd name="connsiteY2369" fmla="*/ 215623 h 2476997"/>
              <a:gd name="connsiteX2370" fmla="*/ 1295046 w 3242958"/>
              <a:gd name="connsiteY2370" fmla="*/ 204798 h 2476997"/>
              <a:gd name="connsiteX2371" fmla="*/ 1295767 w 3242958"/>
              <a:gd name="connsiteY2371" fmla="*/ 208647 h 2476997"/>
              <a:gd name="connsiteX2372" fmla="*/ 1294164 w 3242958"/>
              <a:gd name="connsiteY2372" fmla="*/ 213859 h 2476997"/>
              <a:gd name="connsiteX2373" fmla="*/ 1291919 w 3242958"/>
              <a:gd name="connsiteY2373" fmla="*/ 219633 h 2476997"/>
              <a:gd name="connsiteX2374" fmla="*/ 1288230 w 3242958"/>
              <a:gd name="connsiteY2374" fmla="*/ 223642 h 2476997"/>
              <a:gd name="connsiteX2375" fmla="*/ 1284221 w 3242958"/>
              <a:gd name="connsiteY2375" fmla="*/ 222680 h 2476997"/>
              <a:gd name="connsiteX2376" fmla="*/ 1284221 w 3242958"/>
              <a:gd name="connsiteY2376" fmla="*/ 218590 h 2476997"/>
              <a:gd name="connsiteX2377" fmla="*/ 1288551 w 3242958"/>
              <a:gd name="connsiteY2377" fmla="*/ 212576 h 2476997"/>
              <a:gd name="connsiteX2378" fmla="*/ 1289914 w 3242958"/>
              <a:gd name="connsiteY2378" fmla="*/ 209770 h 2476997"/>
              <a:gd name="connsiteX2379" fmla="*/ 1292320 w 3242958"/>
              <a:gd name="connsiteY2379" fmla="*/ 206963 h 2476997"/>
              <a:gd name="connsiteX2380" fmla="*/ 1295046 w 3242958"/>
              <a:gd name="connsiteY2380" fmla="*/ 204798 h 2476997"/>
              <a:gd name="connsiteX2381" fmla="*/ 1301942 w 3242958"/>
              <a:gd name="connsiteY2381" fmla="*/ 182586 h 2476997"/>
              <a:gd name="connsiteX2382" fmla="*/ 1298013 w 3242958"/>
              <a:gd name="connsiteY2382" fmla="*/ 184751 h 2476997"/>
              <a:gd name="connsiteX2383" fmla="*/ 1293843 w 3242958"/>
              <a:gd name="connsiteY2383" fmla="*/ 185473 h 2476997"/>
              <a:gd name="connsiteX2384" fmla="*/ 1291999 w 3242958"/>
              <a:gd name="connsiteY2384" fmla="*/ 187558 h 2476997"/>
              <a:gd name="connsiteX2385" fmla="*/ 1290716 w 3242958"/>
              <a:gd name="connsiteY2385" fmla="*/ 189803 h 2476997"/>
              <a:gd name="connsiteX2386" fmla="*/ 1289353 w 3242958"/>
              <a:gd name="connsiteY2386" fmla="*/ 192610 h 2476997"/>
              <a:gd name="connsiteX2387" fmla="*/ 1286466 w 3242958"/>
              <a:gd name="connsiteY2387" fmla="*/ 196459 h 2476997"/>
              <a:gd name="connsiteX2388" fmla="*/ 1284061 w 3242958"/>
              <a:gd name="connsiteY2388" fmla="*/ 198944 h 2476997"/>
              <a:gd name="connsiteX2389" fmla="*/ 1281254 w 3242958"/>
              <a:gd name="connsiteY2389" fmla="*/ 202473 h 2476997"/>
              <a:gd name="connsiteX2390" fmla="*/ 1277084 w 3242958"/>
              <a:gd name="connsiteY2390" fmla="*/ 206803 h 2476997"/>
              <a:gd name="connsiteX2391" fmla="*/ 1271551 w 3242958"/>
              <a:gd name="connsiteY2391" fmla="*/ 212736 h 2476997"/>
              <a:gd name="connsiteX2392" fmla="*/ 1268825 w 3242958"/>
              <a:gd name="connsiteY2392" fmla="*/ 211694 h 2476997"/>
              <a:gd name="connsiteX2393" fmla="*/ 1264575 w 3242958"/>
              <a:gd name="connsiteY2393" fmla="*/ 211694 h 2476997"/>
              <a:gd name="connsiteX2394" fmla="*/ 1261849 w 3242958"/>
              <a:gd name="connsiteY2394" fmla="*/ 215463 h 2476997"/>
              <a:gd name="connsiteX2395" fmla="*/ 1262330 w 3242958"/>
              <a:gd name="connsiteY2395" fmla="*/ 224845 h 2476997"/>
              <a:gd name="connsiteX2396" fmla="*/ 1266499 w 3242958"/>
              <a:gd name="connsiteY2396" fmla="*/ 231019 h 2476997"/>
              <a:gd name="connsiteX2397" fmla="*/ 1271311 w 3242958"/>
              <a:gd name="connsiteY2397" fmla="*/ 236632 h 2476997"/>
              <a:gd name="connsiteX2398" fmla="*/ 1275240 w 3242958"/>
              <a:gd name="connsiteY2398" fmla="*/ 240802 h 2476997"/>
              <a:gd name="connsiteX2399" fmla="*/ 1277645 w 3242958"/>
              <a:gd name="connsiteY2399" fmla="*/ 243929 h 2476997"/>
              <a:gd name="connsiteX2400" fmla="*/ 1279410 w 3242958"/>
              <a:gd name="connsiteY2400" fmla="*/ 245132 h 2476997"/>
              <a:gd name="connsiteX2401" fmla="*/ 1282216 w 3242958"/>
              <a:gd name="connsiteY2401" fmla="*/ 247778 h 2476997"/>
              <a:gd name="connsiteX2402" fmla="*/ 1284542 w 3242958"/>
              <a:gd name="connsiteY2402" fmla="*/ 248259 h 2476997"/>
              <a:gd name="connsiteX2403" fmla="*/ 1289112 w 3242958"/>
              <a:gd name="connsiteY2403" fmla="*/ 246094 h 2476997"/>
              <a:gd name="connsiteX2404" fmla="*/ 1291438 w 3242958"/>
              <a:gd name="connsiteY2404" fmla="*/ 244009 h 2476997"/>
              <a:gd name="connsiteX2405" fmla="*/ 1295447 w 3242958"/>
              <a:gd name="connsiteY2405" fmla="*/ 242887 h 2476997"/>
              <a:gd name="connsiteX2406" fmla="*/ 1297852 w 3242958"/>
              <a:gd name="connsiteY2406" fmla="*/ 244330 h 2476997"/>
              <a:gd name="connsiteX2407" fmla="*/ 1300900 w 3242958"/>
              <a:gd name="connsiteY2407" fmla="*/ 251066 h 2476997"/>
              <a:gd name="connsiteX2408" fmla="*/ 1303706 w 3242958"/>
              <a:gd name="connsiteY2408" fmla="*/ 255797 h 2476997"/>
              <a:gd name="connsiteX2409" fmla="*/ 1305711 w 3242958"/>
              <a:gd name="connsiteY2409" fmla="*/ 259245 h 2476997"/>
              <a:gd name="connsiteX2410" fmla="*/ 1304348 w 3242958"/>
              <a:gd name="connsiteY2410" fmla="*/ 266542 h 2476997"/>
              <a:gd name="connsiteX2411" fmla="*/ 1298013 w 3242958"/>
              <a:gd name="connsiteY2411" fmla="*/ 267905 h 2476997"/>
              <a:gd name="connsiteX2412" fmla="*/ 1295367 w 3242958"/>
              <a:gd name="connsiteY2412" fmla="*/ 271513 h 2476997"/>
              <a:gd name="connsiteX2413" fmla="*/ 1304348 w 3242958"/>
              <a:gd name="connsiteY2413" fmla="*/ 273839 h 2476997"/>
              <a:gd name="connsiteX2414" fmla="*/ 1308517 w 3242958"/>
              <a:gd name="connsiteY2414" fmla="*/ 276405 h 2476997"/>
              <a:gd name="connsiteX2415" fmla="*/ 1313248 w 3242958"/>
              <a:gd name="connsiteY2415" fmla="*/ 275924 h 2476997"/>
              <a:gd name="connsiteX2416" fmla="*/ 1316456 w 3242958"/>
              <a:gd name="connsiteY2416" fmla="*/ 276325 h 2476997"/>
              <a:gd name="connsiteX2417" fmla="*/ 1319904 w 3242958"/>
              <a:gd name="connsiteY2417" fmla="*/ 275924 h 2476997"/>
              <a:gd name="connsiteX2418" fmla="*/ 1322390 w 3242958"/>
              <a:gd name="connsiteY2418" fmla="*/ 275924 h 2476997"/>
              <a:gd name="connsiteX2419" fmla="*/ 1325116 w 3242958"/>
              <a:gd name="connsiteY2419" fmla="*/ 271513 h 2476997"/>
              <a:gd name="connsiteX2420" fmla="*/ 1326800 w 3242958"/>
              <a:gd name="connsiteY2420" fmla="*/ 264778 h 2476997"/>
              <a:gd name="connsiteX2421" fmla="*/ 1327201 w 3242958"/>
              <a:gd name="connsiteY2421" fmla="*/ 256759 h 2476997"/>
              <a:gd name="connsiteX2422" fmla="*/ 1314612 w 3242958"/>
              <a:gd name="connsiteY2422" fmla="*/ 235830 h 2476997"/>
              <a:gd name="connsiteX2423" fmla="*/ 1311083 w 3242958"/>
              <a:gd name="connsiteY2423" fmla="*/ 231580 h 2476997"/>
              <a:gd name="connsiteX2424" fmla="*/ 1311805 w 3242958"/>
              <a:gd name="connsiteY2424" fmla="*/ 227651 h 2476997"/>
              <a:gd name="connsiteX2425" fmla="*/ 1314050 w 3242958"/>
              <a:gd name="connsiteY2425" fmla="*/ 225887 h 2476997"/>
              <a:gd name="connsiteX2426" fmla="*/ 1314772 w 3242958"/>
              <a:gd name="connsiteY2426" fmla="*/ 219793 h 2476997"/>
              <a:gd name="connsiteX2427" fmla="*/ 1314772 w 3242958"/>
              <a:gd name="connsiteY2427" fmla="*/ 202473 h 2476997"/>
              <a:gd name="connsiteX2428" fmla="*/ 1314772 w 3242958"/>
              <a:gd name="connsiteY2428" fmla="*/ 197341 h 2476997"/>
              <a:gd name="connsiteX2429" fmla="*/ 1316536 w 3242958"/>
              <a:gd name="connsiteY2429" fmla="*/ 189723 h 2476997"/>
              <a:gd name="connsiteX2430" fmla="*/ 1314291 w 3242958"/>
              <a:gd name="connsiteY2430" fmla="*/ 186275 h 2476997"/>
              <a:gd name="connsiteX2431" fmla="*/ 1309961 w 3242958"/>
              <a:gd name="connsiteY2431" fmla="*/ 182586 h 2476997"/>
              <a:gd name="connsiteX2432" fmla="*/ 1301942 w 3242958"/>
              <a:gd name="connsiteY2432" fmla="*/ 182586 h 2476997"/>
              <a:gd name="connsiteX2433" fmla="*/ 1988340 w 3242958"/>
              <a:gd name="connsiteY2433" fmla="*/ 171921 h 2476997"/>
              <a:gd name="connsiteX2434" fmla="*/ 1985695 w 3242958"/>
              <a:gd name="connsiteY2434" fmla="*/ 172804 h 2476997"/>
              <a:gd name="connsiteX2435" fmla="*/ 1982968 w 3242958"/>
              <a:gd name="connsiteY2435" fmla="*/ 178176 h 2476997"/>
              <a:gd name="connsiteX2436" fmla="*/ 1978878 w 3242958"/>
              <a:gd name="connsiteY2436" fmla="*/ 183789 h 2476997"/>
              <a:gd name="connsiteX2437" fmla="*/ 1971421 w 3242958"/>
              <a:gd name="connsiteY2437" fmla="*/ 191808 h 2476997"/>
              <a:gd name="connsiteX2438" fmla="*/ 1959153 w 3242958"/>
              <a:gd name="connsiteY2438" fmla="*/ 189482 h 2476997"/>
              <a:gd name="connsiteX2439" fmla="*/ 1952978 w 3242958"/>
              <a:gd name="connsiteY2439" fmla="*/ 185714 h 2476997"/>
              <a:gd name="connsiteX2440" fmla="*/ 1949450 w 3242958"/>
              <a:gd name="connsiteY2440" fmla="*/ 185714 h 2476997"/>
              <a:gd name="connsiteX2441" fmla="*/ 1945761 w 3242958"/>
              <a:gd name="connsiteY2441" fmla="*/ 185072 h 2476997"/>
              <a:gd name="connsiteX2442" fmla="*/ 1941993 w 3242958"/>
              <a:gd name="connsiteY2442" fmla="*/ 186195 h 2476997"/>
              <a:gd name="connsiteX2443" fmla="*/ 1938384 w 3242958"/>
              <a:gd name="connsiteY2443" fmla="*/ 189322 h 2476997"/>
              <a:gd name="connsiteX2444" fmla="*/ 1939747 w 3242958"/>
              <a:gd name="connsiteY2444" fmla="*/ 198543 h 2476997"/>
              <a:gd name="connsiteX2445" fmla="*/ 1942955 w 3242958"/>
              <a:gd name="connsiteY2445" fmla="*/ 203114 h 2476997"/>
              <a:gd name="connsiteX2446" fmla="*/ 1945761 w 3242958"/>
              <a:gd name="connsiteY2446" fmla="*/ 204718 h 2476997"/>
              <a:gd name="connsiteX2447" fmla="*/ 1949130 w 3242958"/>
              <a:gd name="connsiteY2447" fmla="*/ 205600 h 2476997"/>
              <a:gd name="connsiteX2448" fmla="*/ 1951374 w 3242958"/>
              <a:gd name="connsiteY2448" fmla="*/ 206883 h 2476997"/>
              <a:gd name="connsiteX2449" fmla="*/ 1954341 w 3242958"/>
              <a:gd name="connsiteY2449" fmla="*/ 208406 h 2476997"/>
              <a:gd name="connsiteX2450" fmla="*/ 1950813 w 3242958"/>
              <a:gd name="connsiteY2450" fmla="*/ 211774 h 2476997"/>
              <a:gd name="connsiteX2451" fmla="*/ 1939667 w 3242958"/>
              <a:gd name="connsiteY2451" fmla="*/ 218349 h 2476997"/>
              <a:gd name="connsiteX2452" fmla="*/ 1917375 w 3242958"/>
              <a:gd name="connsiteY2452" fmla="*/ 223802 h 2476997"/>
              <a:gd name="connsiteX2453" fmla="*/ 1914649 w 3242958"/>
              <a:gd name="connsiteY2453" fmla="*/ 223802 h 2476997"/>
              <a:gd name="connsiteX2454" fmla="*/ 1910239 w 3242958"/>
              <a:gd name="connsiteY2454" fmla="*/ 224363 h 2476997"/>
              <a:gd name="connsiteX2455" fmla="*/ 1904305 w 3242958"/>
              <a:gd name="connsiteY2455" fmla="*/ 224363 h 2476997"/>
              <a:gd name="connsiteX2456" fmla="*/ 1904305 w 3242958"/>
              <a:gd name="connsiteY2456" fmla="*/ 224043 h 2476997"/>
              <a:gd name="connsiteX2457" fmla="*/ 1900376 w 3242958"/>
              <a:gd name="connsiteY2457" fmla="*/ 225005 h 2476997"/>
              <a:gd name="connsiteX2458" fmla="*/ 1902781 w 3242958"/>
              <a:gd name="connsiteY2458" fmla="*/ 227812 h 2476997"/>
              <a:gd name="connsiteX2459" fmla="*/ 1902781 w 3242958"/>
              <a:gd name="connsiteY2459" fmla="*/ 232462 h 2476997"/>
              <a:gd name="connsiteX2460" fmla="*/ 1903904 w 3242958"/>
              <a:gd name="connsiteY2460" fmla="*/ 235830 h 2476997"/>
              <a:gd name="connsiteX2461" fmla="*/ 1907833 w 3242958"/>
              <a:gd name="connsiteY2461" fmla="*/ 237193 h 2476997"/>
              <a:gd name="connsiteX2462" fmla="*/ 1915050 w 3242958"/>
              <a:gd name="connsiteY2462" fmla="*/ 239278 h 2476997"/>
              <a:gd name="connsiteX2463" fmla="*/ 1924111 w 3242958"/>
              <a:gd name="connsiteY2463" fmla="*/ 239278 h 2476997"/>
              <a:gd name="connsiteX2464" fmla="*/ 1936700 w 3242958"/>
              <a:gd name="connsiteY2464" fmla="*/ 239278 h 2476997"/>
              <a:gd name="connsiteX2465" fmla="*/ 1950893 w 3242958"/>
              <a:gd name="connsiteY2465" fmla="*/ 235750 h 2476997"/>
              <a:gd name="connsiteX2466" fmla="*/ 1962601 w 3242958"/>
              <a:gd name="connsiteY2466" fmla="*/ 229816 h 2476997"/>
              <a:gd name="connsiteX2467" fmla="*/ 1967091 w 3242958"/>
              <a:gd name="connsiteY2467" fmla="*/ 242967 h 2476997"/>
              <a:gd name="connsiteX2468" fmla="*/ 1968695 w 3242958"/>
              <a:gd name="connsiteY2468" fmla="*/ 249863 h 2476997"/>
              <a:gd name="connsiteX2469" fmla="*/ 1970379 w 3242958"/>
              <a:gd name="connsiteY2469" fmla="*/ 261971 h 2476997"/>
              <a:gd name="connsiteX2470" fmla="*/ 1970379 w 3242958"/>
              <a:gd name="connsiteY2470" fmla="*/ 275443 h 2476997"/>
              <a:gd name="connsiteX2471" fmla="*/ 1972624 w 3242958"/>
              <a:gd name="connsiteY2471" fmla="*/ 280254 h 2476997"/>
              <a:gd name="connsiteX2472" fmla="*/ 1978718 w 3242958"/>
              <a:gd name="connsiteY2472" fmla="*/ 284985 h 2476997"/>
              <a:gd name="connsiteX2473" fmla="*/ 1982487 w 3242958"/>
              <a:gd name="connsiteY2473" fmla="*/ 288192 h 2476997"/>
              <a:gd name="connsiteX2474" fmla="*/ 1987378 w 3242958"/>
              <a:gd name="connsiteY2474" fmla="*/ 290918 h 2476997"/>
              <a:gd name="connsiteX2475" fmla="*/ 1991869 w 3242958"/>
              <a:gd name="connsiteY2475" fmla="*/ 293885 h 2476997"/>
              <a:gd name="connsiteX2476" fmla="*/ 1994194 w 3242958"/>
              <a:gd name="connsiteY2476" fmla="*/ 294687 h 2476997"/>
              <a:gd name="connsiteX2477" fmla="*/ 1997242 w 3242958"/>
              <a:gd name="connsiteY2477" fmla="*/ 294126 h 2476997"/>
              <a:gd name="connsiteX2478" fmla="*/ 2003816 w 3242958"/>
              <a:gd name="connsiteY2478" fmla="*/ 294126 h 2476997"/>
              <a:gd name="connsiteX2479" fmla="*/ 2006142 w 3242958"/>
              <a:gd name="connsiteY2479" fmla="*/ 291079 h 2476997"/>
              <a:gd name="connsiteX2480" fmla="*/ 2008467 w 3242958"/>
              <a:gd name="connsiteY2480" fmla="*/ 289315 h 2476997"/>
              <a:gd name="connsiteX2481" fmla="*/ 2006222 w 3242958"/>
              <a:gd name="connsiteY2481" fmla="*/ 286187 h 2476997"/>
              <a:gd name="connsiteX2482" fmla="*/ 1999326 w 3242958"/>
              <a:gd name="connsiteY2482" fmla="*/ 278169 h 2476997"/>
              <a:gd name="connsiteX2483" fmla="*/ 1996921 w 3242958"/>
              <a:gd name="connsiteY2483" fmla="*/ 273438 h 2476997"/>
              <a:gd name="connsiteX2484" fmla="*/ 1992991 w 3242958"/>
              <a:gd name="connsiteY2484" fmla="*/ 268466 h 2476997"/>
              <a:gd name="connsiteX2485" fmla="*/ 1987619 w 3242958"/>
              <a:gd name="connsiteY2485" fmla="*/ 257240 h 2476997"/>
              <a:gd name="connsiteX2486" fmla="*/ 1984572 w 3242958"/>
              <a:gd name="connsiteY2486" fmla="*/ 242486 h 2476997"/>
              <a:gd name="connsiteX2487" fmla="*/ 1979760 w 3242958"/>
              <a:gd name="connsiteY2487" fmla="*/ 223722 h 2476997"/>
              <a:gd name="connsiteX2488" fmla="*/ 1982166 w 3242958"/>
              <a:gd name="connsiteY2488" fmla="*/ 217788 h 2476997"/>
              <a:gd name="connsiteX2489" fmla="*/ 1986416 w 3242958"/>
              <a:gd name="connsiteY2489" fmla="*/ 215703 h 2476997"/>
              <a:gd name="connsiteX2490" fmla="*/ 1995076 w 3242958"/>
              <a:gd name="connsiteY2490" fmla="*/ 217067 h 2476997"/>
              <a:gd name="connsiteX2491" fmla="*/ 2000048 w 3242958"/>
              <a:gd name="connsiteY2491" fmla="*/ 219151 h 2476997"/>
              <a:gd name="connsiteX2492" fmla="*/ 2005741 w 3242958"/>
              <a:gd name="connsiteY2492" fmla="*/ 220354 h 2476997"/>
              <a:gd name="connsiteX2493" fmla="*/ 2014401 w 3242958"/>
              <a:gd name="connsiteY2493" fmla="*/ 221397 h 2476997"/>
              <a:gd name="connsiteX2494" fmla="*/ 2018651 w 3242958"/>
              <a:gd name="connsiteY2494" fmla="*/ 220916 h 2476997"/>
              <a:gd name="connsiteX2495" fmla="*/ 2021137 w 3242958"/>
              <a:gd name="connsiteY2495" fmla="*/ 219873 h 2476997"/>
              <a:gd name="connsiteX2496" fmla="*/ 2021137 w 3242958"/>
              <a:gd name="connsiteY2496" fmla="*/ 210571 h 2476997"/>
              <a:gd name="connsiteX2497" fmla="*/ 2016727 w 3242958"/>
              <a:gd name="connsiteY2497" fmla="*/ 205760 h 2476997"/>
              <a:gd name="connsiteX2498" fmla="*/ 2010472 w 3242958"/>
              <a:gd name="connsiteY2498" fmla="*/ 202152 h 2476997"/>
              <a:gd name="connsiteX2499" fmla="*/ 2004699 w 3242958"/>
              <a:gd name="connsiteY2499" fmla="*/ 202633 h 2476997"/>
              <a:gd name="connsiteX2500" fmla="*/ 2000529 w 3242958"/>
              <a:gd name="connsiteY2500" fmla="*/ 201831 h 2476997"/>
              <a:gd name="connsiteX2501" fmla="*/ 1996840 w 3242958"/>
              <a:gd name="connsiteY2501" fmla="*/ 201430 h 2476997"/>
              <a:gd name="connsiteX2502" fmla="*/ 1994114 w 3242958"/>
              <a:gd name="connsiteY2502" fmla="*/ 200708 h 2476997"/>
              <a:gd name="connsiteX2503" fmla="*/ 1996199 w 3242958"/>
              <a:gd name="connsiteY2503" fmla="*/ 197341 h 2476997"/>
              <a:gd name="connsiteX2504" fmla="*/ 2001972 w 3242958"/>
              <a:gd name="connsiteY2504" fmla="*/ 192850 h 2476997"/>
              <a:gd name="connsiteX2505" fmla="*/ 2003175 w 3242958"/>
              <a:gd name="connsiteY2505" fmla="*/ 189322 h 2476997"/>
              <a:gd name="connsiteX2506" fmla="*/ 2003977 w 3242958"/>
              <a:gd name="connsiteY2506" fmla="*/ 185473 h 2476997"/>
              <a:gd name="connsiteX2507" fmla="*/ 2001571 w 3242958"/>
              <a:gd name="connsiteY2507" fmla="*/ 178978 h 2476997"/>
              <a:gd name="connsiteX2508" fmla="*/ 1995878 w 3242958"/>
              <a:gd name="connsiteY2508" fmla="*/ 175369 h 2476997"/>
              <a:gd name="connsiteX2509" fmla="*/ 1992190 w 3242958"/>
              <a:gd name="connsiteY2509" fmla="*/ 174568 h 2476997"/>
              <a:gd name="connsiteX2510" fmla="*/ 1988340 w 3242958"/>
              <a:gd name="connsiteY2510" fmla="*/ 171921 h 2476997"/>
              <a:gd name="connsiteX2511" fmla="*/ 1463598 w 3242958"/>
              <a:gd name="connsiteY2511" fmla="*/ 159492 h 2476997"/>
              <a:gd name="connsiteX2512" fmla="*/ 1463839 w 3242958"/>
              <a:gd name="connsiteY2512" fmla="*/ 159813 h 2476997"/>
              <a:gd name="connsiteX2513" fmla="*/ 1463657 w 3242958"/>
              <a:gd name="connsiteY2513" fmla="*/ 159603 h 2476997"/>
              <a:gd name="connsiteX2514" fmla="*/ 1272273 w 3242958"/>
              <a:gd name="connsiteY2514" fmla="*/ 144257 h 2476997"/>
              <a:gd name="connsiteX2515" fmla="*/ 1268183 w 3242958"/>
              <a:gd name="connsiteY2515" fmla="*/ 145299 h 2476997"/>
              <a:gd name="connsiteX2516" fmla="*/ 1265297 w 3242958"/>
              <a:gd name="connsiteY2516" fmla="*/ 145299 h 2476997"/>
              <a:gd name="connsiteX2517" fmla="*/ 1261528 w 3242958"/>
              <a:gd name="connsiteY2517" fmla="*/ 147545 h 2476997"/>
              <a:gd name="connsiteX2518" fmla="*/ 1258401 w 3242958"/>
              <a:gd name="connsiteY2518" fmla="*/ 149068 h 2476997"/>
              <a:gd name="connsiteX2519" fmla="*/ 1256476 w 3242958"/>
              <a:gd name="connsiteY2519" fmla="*/ 151474 h 2476997"/>
              <a:gd name="connsiteX2520" fmla="*/ 1254071 w 3242958"/>
              <a:gd name="connsiteY2520" fmla="*/ 153238 h 2476997"/>
              <a:gd name="connsiteX2521" fmla="*/ 1252146 w 3242958"/>
              <a:gd name="connsiteY2521" fmla="*/ 155884 h 2476997"/>
              <a:gd name="connsiteX2522" fmla="*/ 1248137 w 3242958"/>
              <a:gd name="connsiteY2522" fmla="*/ 159252 h 2476997"/>
              <a:gd name="connsiteX2523" fmla="*/ 1248698 w 3242958"/>
              <a:gd name="connsiteY2523" fmla="*/ 162299 h 2476997"/>
              <a:gd name="connsiteX2524" fmla="*/ 1256075 w 3242958"/>
              <a:gd name="connsiteY2524" fmla="*/ 167832 h 2476997"/>
              <a:gd name="connsiteX2525" fmla="*/ 1256877 w 3242958"/>
              <a:gd name="connsiteY2525" fmla="*/ 171280 h 2476997"/>
              <a:gd name="connsiteX2526" fmla="*/ 1257439 w 3242958"/>
              <a:gd name="connsiteY2526" fmla="*/ 174167 h 2476997"/>
              <a:gd name="connsiteX2527" fmla="*/ 1258320 w 3242958"/>
              <a:gd name="connsiteY2527" fmla="*/ 176973 h 2476997"/>
              <a:gd name="connsiteX2528" fmla="*/ 1261688 w 3242958"/>
              <a:gd name="connsiteY2528" fmla="*/ 176973 h 2476997"/>
              <a:gd name="connsiteX2529" fmla="*/ 1264655 w 3242958"/>
              <a:gd name="connsiteY2529" fmla="*/ 176332 h 2476997"/>
              <a:gd name="connsiteX2530" fmla="*/ 1266419 w 3242958"/>
              <a:gd name="connsiteY2530" fmla="*/ 178417 h 2476997"/>
              <a:gd name="connsiteX2531" fmla="*/ 1264174 w 3242958"/>
              <a:gd name="connsiteY2531" fmla="*/ 182586 h 2476997"/>
              <a:gd name="connsiteX2532" fmla="*/ 1257198 w 3242958"/>
              <a:gd name="connsiteY2532" fmla="*/ 190605 h 2476997"/>
              <a:gd name="connsiteX2533" fmla="*/ 1253028 w 3242958"/>
              <a:gd name="connsiteY2533" fmla="*/ 193973 h 2476997"/>
              <a:gd name="connsiteX2534" fmla="*/ 1243486 w 3242958"/>
              <a:gd name="connsiteY2534" fmla="*/ 202713 h 2476997"/>
              <a:gd name="connsiteX2535" fmla="*/ 1239878 w 3242958"/>
              <a:gd name="connsiteY2535" fmla="*/ 206963 h 2476997"/>
              <a:gd name="connsiteX2536" fmla="*/ 1237071 w 3242958"/>
              <a:gd name="connsiteY2536" fmla="*/ 206963 h 2476997"/>
              <a:gd name="connsiteX2537" fmla="*/ 1237071 w 3242958"/>
              <a:gd name="connsiteY2537" fmla="*/ 206642 h 2476997"/>
              <a:gd name="connsiteX2538" fmla="*/ 1231217 w 3242958"/>
              <a:gd name="connsiteY2538" fmla="*/ 215623 h 2476997"/>
              <a:gd name="connsiteX2539" fmla="*/ 1232099 w 3242958"/>
              <a:gd name="connsiteY2539" fmla="*/ 218750 h 2476997"/>
              <a:gd name="connsiteX2540" fmla="*/ 1234425 w 3242958"/>
              <a:gd name="connsiteY2540" fmla="*/ 222199 h 2476997"/>
              <a:gd name="connsiteX2541" fmla="*/ 1237953 w 3242958"/>
              <a:gd name="connsiteY2541" fmla="*/ 225727 h 2476997"/>
              <a:gd name="connsiteX2542" fmla="*/ 1242123 w 3242958"/>
              <a:gd name="connsiteY2542" fmla="*/ 223642 h 2476997"/>
              <a:gd name="connsiteX2543" fmla="*/ 1245170 w 3242958"/>
              <a:gd name="connsiteY2543" fmla="*/ 223642 h 2476997"/>
              <a:gd name="connsiteX2544" fmla="*/ 1246934 w 3242958"/>
              <a:gd name="connsiteY2544" fmla="*/ 220515 h 2476997"/>
              <a:gd name="connsiteX2545" fmla="*/ 1249420 w 3242958"/>
              <a:gd name="connsiteY2545" fmla="*/ 217628 h 2476997"/>
              <a:gd name="connsiteX2546" fmla="*/ 1252467 w 3242958"/>
              <a:gd name="connsiteY2546" fmla="*/ 214501 h 2476997"/>
              <a:gd name="connsiteX2547" fmla="*/ 1254632 w 3242958"/>
              <a:gd name="connsiteY2547" fmla="*/ 213057 h 2476997"/>
              <a:gd name="connsiteX2548" fmla="*/ 1257439 w 3242958"/>
              <a:gd name="connsiteY2548" fmla="*/ 211213 h 2476997"/>
              <a:gd name="connsiteX2549" fmla="*/ 1260165 w 3242958"/>
              <a:gd name="connsiteY2549" fmla="*/ 208406 h 2476997"/>
              <a:gd name="connsiteX2550" fmla="*/ 1262891 w 3242958"/>
              <a:gd name="connsiteY2550" fmla="*/ 206161 h 2476997"/>
              <a:gd name="connsiteX2551" fmla="*/ 1265938 w 3242958"/>
              <a:gd name="connsiteY2551" fmla="*/ 203194 h 2476997"/>
              <a:gd name="connsiteX2552" fmla="*/ 1269146 w 3242958"/>
              <a:gd name="connsiteY2552" fmla="*/ 199907 h 2476997"/>
              <a:gd name="connsiteX2553" fmla="*/ 1272433 w 3242958"/>
              <a:gd name="connsiteY2553" fmla="*/ 196539 h 2476997"/>
              <a:gd name="connsiteX2554" fmla="*/ 1284301 w 3242958"/>
              <a:gd name="connsiteY2554" fmla="*/ 184591 h 2476997"/>
              <a:gd name="connsiteX2555" fmla="*/ 1288791 w 3242958"/>
              <a:gd name="connsiteY2555" fmla="*/ 178497 h 2476997"/>
              <a:gd name="connsiteX2556" fmla="*/ 1293041 w 3242958"/>
              <a:gd name="connsiteY2556" fmla="*/ 176171 h 2476997"/>
              <a:gd name="connsiteX2557" fmla="*/ 1296409 w 3242958"/>
              <a:gd name="connsiteY2557" fmla="*/ 172082 h 2476997"/>
              <a:gd name="connsiteX2558" fmla="*/ 1299937 w 3242958"/>
              <a:gd name="connsiteY2558" fmla="*/ 168233 h 2476997"/>
              <a:gd name="connsiteX2559" fmla="*/ 1304267 w 3242958"/>
              <a:gd name="connsiteY2559" fmla="*/ 164865 h 2476997"/>
              <a:gd name="connsiteX2560" fmla="*/ 1309880 w 3242958"/>
              <a:gd name="connsiteY2560" fmla="*/ 160856 h 2476997"/>
              <a:gd name="connsiteX2561" fmla="*/ 1314050 w 3242958"/>
              <a:gd name="connsiteY2561" fmla="*/ 159813 h 2476997"/>
              <a:gd name="connsiteX2562" fmla="*/ 1317178 w 3242958"/>
              <a:gd name="connsiteY2562" fmla="*/ 150431 h 2476997"/>
              <a:gd name="connsiteX2563" fmla="*/ 1315173 w 3242958"/>
              <a:gd name="connsiteY2563" fmla="*/ 146663 h 2476997"/>
              <a:gd name="connsiteX2564" fmla="*/ 1312527 w 3242958"/>
              <a:gd name="connsiteY2564" fmla="*/ 145861 h 2476997"/>
              <a:gd name="connsiteX2565" fmla="*/ 1306994 w 3242958"/>
              <a:gd name="connsiteY2565" fmla="*/ 144899 h 2476997"/>
              <a:gd name="connsiteX2566" fmla="*/ 1303466 w 3242958"/>
              <a:gd name="connsiteY2566" fmla="*/ 145700 h 2476997"/>
              <a:gd name="connsiteX2567" fmla="*/ 1299777 w 3242958"/>
              <a:gd name="connsiteY2567" fmla="*/ 146262 h 2476997"/>
              <a:gd name="connsiteX2568" fmla="*/ 1294004 w 3242958"/>
              <a:gd name="connsiteY2568" fmla="*/ 151795 h 2476997"/>
              <a:gd name="connsiteX2569" fmla="*/ 1283900 w 3242958"/>
              <a:gd name="connsiteY2569" fmla="*/ 161577 h 2476997"/>
              <a:gd name="connsiteX2570" fmla="*/ 1282056 w 3242958"/>
              <a:gd name="connsiteY2570" fmla="*/ 159974 h 2476997"/>
              <a:gd name="connsiteX2571" fmla="*/ 1282056 w 3242958"/>
              <a:gd name="connsiteY2571" fmla="*/ 151955 h 2476997"/>
              <a:gd name="connsiteX2572" fmla="*/ 1275801 w 3242958"/>
              <a:gd name="connsiteY2572" fmla="*/ 147625 h 2476997"/>
              <a:gd name="connsiteX2573" fmla="*/ 1272273 w 3242958"/>
              <a:gd name="connsiteY2573" fmla="*/ 144257 h 2476997"/>
              <a:gd name="connsiteX2574" fmla="*/ 1526024 w 3242958"/>
              <a:gd name="connsiteY2574" fmla="*/ 121604 h 2476997"/>
              <a:gd name="connsiteX2575" fmla="*/ 1527347 w 3242958"/>
              <a:gd name="connsiteY2575" fmla="*/ 123007 h 2476997"/>
              <a:gd name="connsiteX2576" fmla="*/ 1525102 w 3242958"/>
              <a:gd name="connsiteY2576" fmla="*/ 128701 h 2476997"/>
              <a:gd name="connsiteX2577" fmla="*/ 1520371 w 3242958"/>
              <a:gd name="connsiteY2577" fmla="*/ 128701 h 2476997"/>
              <a:gd name="connsiteX2578" fmla="*/ 1519649 w 3242958"/>
              <a:gd name="connsiteY2578" fmla="*/ 126135 h 2476997"/>
              <a:gd name="connsiteX2579" fmla="*/ 1520531 w 3242958"/>
              <a:gd name="connsiteY2579" fmla="*/ 123248 h 2476997"/>
              <a:gd name="connsiteX2580" fmla="*/ 1525663 w 3242958"/>
              <a:gd name="connsiteY2580" fmla="*/ 121644 h 2476997"/>
              <a:gd name="connsiteX2581" fmla="*/ 1526024 w 3242958"/>
              <a:gd name="connsiteY2581" fmla="*/ 121604 h 2476997"/>
              <a:gd name="connsiteX2582" fmla="*/ 1540658 w 3242958"/>
              <a:gd name="connsiteY2582" fmla="*/ 114908 h 2476997"/>
              <a:gd name="connsiteX2583" fmla="*/ 1543384 w 3242958"/>
              <a:gd name="connsiteY2583" fmla="*/ 115470 h 2476997"/>
              <a:gd name="connsiteX2584" fmla="*/ 1543785 w 3242958"/>
              <a:gd name="connsiteY2584" fmla="*/ 118918 h 2476997"/>
              <a:gd name="connsiteX2585" fmla="*/ 1539615 w 3242958"/>
              <a:gd name="connsiteY2585" fmla="*/ 123007 h 2476997"/>
              <a:gd name="connsiteX2586" fmla="*/ 1536728 w 3242958"/>
              <a:gd name="connsiteY2586" fmla="*/ 121002 h 2476997"/>
              <a:gd name="connsiteX2587" fmla="*/ 1536728 w 3242958"/>
              <a:gd name="connsiteY2587" fmla="*/ 116833 h 2476997"/>
              <a:gd name="connsiteX2588" fmla="*/ 1540658 w 3242958"/>
              <a:gd name="connsiteY2588" fmla="*/ 114908 h 2476997"/>
              <a:gd name="connsiteX2589" fmla="*/ 1521654 w 3242958"/>
              <a:gd name="connsiteY2589" fmla="*/ 104323 h 2476997"/>
              <a:gd name="connsiteX2590" fmla="*/ 1525583 w 3242958"/>
              <a:gd name="connsiteY2590" fmla="*/ 107691 h 2476997"/>
              <a:gd name="connsiteX2591" fmla="*/ 1521012 w 3242958"/>
              <a:gd name="connsiteY2591" fmla="*/ 113384 h 2476997"/>
              <a:gd name="connsiteX2592" fmla="*/ 1518927 w 3242958"/>
              <a:gd name="connsiteY2592" fmla="*/ 112502 h 2476997"/>
              <a:gd name="connsiteX2593" fmla="*/ 1517804 w 3242958"/>
              <a:gd name="connsiteY2593" fmla="*/ 108092 h 2476997"/>
              <a:gd name="connsiteX2594" fmla="*/ 1521654 w 3242958"/>
              <a:gd name="connsiteY2594" fmla="*/ 104323 h 2476997"/>
              <a:gd name="connsiteX2595" fmla="*/ 1746979 w 3242958"/>
              <a:gd name="connsiteY2595" fmla="*/ 101036 h 2476997"/>
              <a:gd name="connsiteX2596" fmla="*/ 1741686 w 3242958"/>
              <a:gd name="connsiteY2596" fmla="*/ 103683 h 2476997"/>
              <a:gd name="connsiteX2597" fmla="*/ 1740884 w 3242958"/>
              <a:gd name="connsiteY2597" fmla="*/ 108734 h 2476997"/>
              <a:gd name="connsiteX2598" fmla="*/ 1740884 w 3242958"/>
              <a:gd name="connsiteY2598" fmla="*/ 114107 h 2476997"/>
              <a:gd name="connsiteX2599" fmla="*/ 1742809 w 3242958"/>
              <a:gd name="connsiteY2599" fmla="*/ 121324 h 2476997"/>
              <a:gd name="connsiteX2600" fmla="*/ 1743209 w 3242958"/>
              <a:gd name="connsiteY2600" fmla="*/ 127097 h 2476997"/>
              <a:gd name="connsiteX2601" fmla="*/ 1749144 w 3242958"/>
              <a:gd name="connsiteY2601" fmla="*/ 128139 h 2476997"/>
              <a:gd name="connsiteX2602" fmla="*/ 1753874 w 3242958"/>
              <a:gd name="connsiteY2602" fmla="*/ 128139 h 2476997"/>
              <a:gd name="connsiteX2603" fmla="*/ 1753874 w 3242958"/>
              <a:gd name="connsiteY2603" fmla="*/ 132550 h 2476997"/>
              <a:gd name="connsiteX2604" fmla="*/ 1751629 w 3242958"/>
              <a:gd name="connsiteY2604" fmla="*/ 137602 h 2476997"/>
              <a:gd name="connsiteX2605" fmla="*/ 1738559 w 3242958"/>
              <a:gd name="connsiteY2605" fmla="*/ 151073 h 2476997"/>
              <a:gd name="connsiteX2606" fmla="*/ 1725569 w 3242958"/>
              <a:gd name="connsiteY2606" fmla="*/ 152997 h 2476997"/>
              <a:gd name="connsiteX2607" fmla="*/ 1721078 w 3242958"/>
              <a:gd name="connsiteY2607" fmla="*/ 152997 h 2476997"/>
              <a:gd name="connsiteX2608" fmla="*/ 1709291 w 3242958"/>
              <a:gd name="connsiteY2608" fmla="*/ 154361 h 2476997"/>
              <a:gd name="connsiteX2609" fmla="*/ 1704239 w 3242958"/>
              <a:gd name="connsiteY2609" fmla="*/ 152596 h 2476997"/>
              <a:gd name="connsiteX2610" fmla="*/ 1694296 w 3242958"/>
              <a:gd name="connsiteY2610" fmla="*/ 155243 h 2476997"/>
              <a:gd name="connsiteX2611" fmla="*/ 1693414 w 3242958"/>
              <a:gd name="connsiteY2611" fmla="*/ 160856 h 2476997"/>
              <a:gd name="connsiteX2612" fmla="*/ 1693414 w 3242958"/>
              <a:gd name="connsiteY2612" fmla="*/ 160535 h 2476997"/>
              <a:gd name="connsiteX2613" fmla="*/ 1691810 w 3242958"/>
              <a:gd name="connsiteY2613" fmla="*/ 165506 h 2476997"/>
              <a:gd name="connsiteX2614" fmla="*/ 1697985 w 3242958"/>
              <a:gd name="connsiteY2614" fmla="*/ 175129 h 2476997"/>
              <a:gd name="connsiteX2615" fmla="*/ 1720998 w 3242958"/>
              <a:gd name="connsiteY2615" fmla="*/ 172403 h 2476997"/>
              <a:gd name="connsiteX2616" fmla="*/ 1739120 w 3242958"/>
              <a:gd name="connsiteY2616" fmla="*/ 173124 h 2476997"/>
              <a:gd name="connsiteX2617" fmla="*/ 1748823 w 3242958"/>
              <a:gd name="connsiteY2617" fmla="*/ 175770 h 2476997"/>
              <a:gd name="connsiteX2618" fmla="*/ 1757643 w 3242958"/>
              <a:gd name="connsiteY2618" fmla="*/ 176652 h 2476997"/>
              <a:gd name="connsiteX2619" fmla="*/ 1766705 w 3242958"/>
              <a:gd name="connsiteY2619" fmla="*/ 178176 h 2476997"/>
              <a:gd name="connsiteX2620" fmla="*/ 1775445 w 3242958"/>
              <a:gd name="connsiteY2620" fmla="*/ 180341 h 2476997"/>
              <a:gd name="connsiteX2621" fmla="*/ 1784826 w 3242958"/>
              <a:gd name="connsiteY2621" fmla="*/ 183548 h 2476997"/>
              <a:gd name="connsiteX2622" fmla="*/ 1790761 w 3242958"/>
              <a:gd name="connsiteY2622" fmla="*/ 184511 h 2476997"/>
              <a:gd name="connsiteX2623" fmla="*/ 1796213 w 3242958"/>
              <a:gd name="connsiteY2623" fmla="*/ 186916 h 2476997"/>
              <a:gd name="connsiteX2624" fmla="*/ 1801505 w 3242958"/>
              <a:gd name="connsiteY2624" fmla="*/ 187879 h 2476997"/>
              <a:gd name="connsiteX2625" fmla="*/ 1804873 w 3242958"/>
              <a:gd name="connsiteY2625" fmla="*/ 185794 h 2476997"/>
              <a:gd name="connsiteX2626" fmla="*/ 1807038 w 3242958"/>
              <a:gd name="connsiteY2626" fmla="*/ 182987 h 2476997"/>
              <a:gd name="connsiteX2627" fmla="*/ 1807038 w 3242958"/>
              <a:gd name="connsiteY2627" fmla="*/ 180902 h 2476997"/>
              <a:gd name="connsiteX2628" fmla="*/ 1807038 w 3242958"/>
              <a:gd name="connsiteY2628" fmla="*/ 179459 h 2476997"/>
              <a:gd name="connsiteX2629" fmla="*/ 1807038 w 3242958"/>
              <a:gd name="connsiteY2629" fmla="*/ 175690 h 2476997"/>
              <a:gd name="connsiteX2630" fmla="*/ 1802708 w 3242958"/>
              <a:gd name="connsiteY2630" fmla="*/ 169997 h 2476997"/>
              <a:gd name="connsiteX2631" fmla="*/ 1799180 w 3242958"/>
              <a:gd name="connsiteY2631" fmla="*/ 166709 h 2476997"/>
              <a:gd name="connsiteX2632" fmla="*/ 1795251 w 3242958"/>
              <a:gd name="connsiteY2632" fmla="*/ 164544 h 2476997"/>
              <a:gd name="connsiteX2633" fmla="*/ 1791322 w 3242958"/>
              <a:gd name="connsiteY2633" fmla="*/ 163983 h 2476997"/>
              <a:gd name="connsiteX2634" fmla="*/ 1786911 w 3242958"/>
              <a:gd name="connsiteY2634" fmla="*/ 164544 h 2476997"/>
              <a:gd name="connsiteX2635" fmla="*/ 1771355 w 3242958"/>
              <a:gd name="connsiteY2635" fmla="*/ 161096 h 2476997"/>
              <a:gd name="connsiteX2636" fmla="*/ 1773039 w 3242958"/>
              <a:gd name="connsiteY2636" fmla="*/ 152356 h 2476997"/>
              <a:gd name="connsiteX2637" fmla="*/ 1774483 w 3242958"/>
              <a:gd name="connsiteY2637" fmla="*/ 149229 h 2476997"/>
              <a:gd name="connsiteX2638" fmla="*/ 1776086 w 3242958"/>
              <a:gd name="connsiteY2638" fmla="*/ 146342 h 2476997"/>
              <a:gd name="connsiteX2639" fmla="*/ 1778011 w 3242958"/>
              <a:gd name="connsiteY2639" fmla="*/ 143616 h 2476997"/>
              <a:gd name="connsiteX2640" fmla="*/ 1780096 w 3242958"/>
              <a:gd name="connsiteY2640" fmla="*/ 140809 h 2476997"/>
              <a:gd name="connsiteX2641" fmla="*/ 1780096 w 3242958"/>
              <a:gd name="connsiteY2641" fmla="*/ 133271 h 2476997"/>
              <a:gd name="connsiteX2642" fmla="*/ 1789959 w 3242958"/>
              <a:gd name="connsiteY2642" fmla="*/ 129503 h 2476997"/>
              <a:gd name="connsiteX2643" fmla="*/ 1794850 w 3242958"/>
              <a:gd name="connsiteY2643" fmla="*/ 127739 h 2476997"/>
              <a:gd name="connsiteX2644" fmla="*/ 1801425 w 3242958"/>
              <a:gd name="connsiteY2644" fmla="*/ 124451 h 2476997"/>
              <a:gd name="connsiteX2645" fmla="*/ 1809925 w 3242958"/>
              <a:gd name="connsiteY2645" fmla="*/ 119800 h 2476997"/>
              <a:gd name="connsiteX2646" fmla="*/ 1808963 w 3242958"/>
              <a:gd name="connsiteY2646" fmla="*/ 116593 h 2476997"/>
              <a:gd name="connsiteX2647" fmla="*/ 1808963 w 3242958"/>
              <a:gd name="connsiteY2647" fmla="*/ 112182 h 2476997"/>
              <a:gd name="connsiteX2648" fmla="*/ 1805756 w 3242958"/>
              <a:gd name="connsiteY2648" fmla="*/ 106890 h 2476997"/>
              <a:gd name="connsiteX2649" fmla="*/ 1803190 w 3242958"/>
              <a:gd name="connsiteY2649" fmla="*/ 104484 h 2476997"/>
              <a:gd name="connsiteX2650" fmla="*/ 1799581 w 3242958"/>
              <a:gd name="connsiteY2650" fmla="*/ 104484 h 2476997"/>
              <a:gd name="connsiteX2651" fmla="*/ 1795491 w 3242958"/>
              <a:gd name="connsiteY2651" fmla="*/ 104003 h 2476997"/>
              <a:gd name="connsiteX2652" fmla="*/ 1779935 w 3242958"/>
              <a:gd name="connsiteY2652" fmla="*/ 106409 h 2476997"/>
              <a:gd name="connsiteX2653" fmla="*/ 1777449 w 3242958"/>
              <a:gd name="connsiteY2653" fmla="*/ 106409 h 2476997"/>
              <a:gd name="connsiteX2654" fmla="*/ 1773921 w 3242958"/>
              <a:gd name="connsiteY2654" fmla="*/ 106409 h 2476997"/>
              <a:gd name="connsiteX2655" fmla="*/ 1754356 w 3242958"/>
              <a:gd name="connsiteY2655" fmla="*/ 104885 h 2476997"/>
              <a:gd name="connsiteX2656" fmla="*/ 1746979 w 3242958"/>
              <a:gd name="connsiteY2656" fmla="*/ 101036 h 2476997"/>
              <a:gd name="connsiteX2657" fmla="*/ 1492947 w 3242958"/>
              <a:gd name="connsiteY2657" fmla="*/ 95504 h 2476997"/>
              <a:gd name="connsiteX2658" fmla="*/ 1486612 w 3242958"/>
              <a:gd name="connsiteY2658" fmla="*/ 96867 h 2476997"/>
              <a:gd name="connsiteX2659" fmla="*/ 1465603 w 3242958"/>
              <a:gd name="connsiteY2659" fmla="*/ 110819 h 2476997"/>
              <a:gd name="connsiteX2660" fmla="*/ 1460471 w 3242958"/>
              <a:gd name="connsiteY2660" fmla="*/ 112102 h 2476997"/>
              <a:gd name="connsiteX2661" fmla="*/ 1456863 w 3242958"/>
              <a:gd name="connsiteY2661" fmla="*/ 115069 h 2476997"/>
              <a:gd name="connsiteX2662" fmla="*/ 1455420 w 3242958"/>
              <a:gd name="connsiteY2662" fmla="*/ 118196 h 2476997"/>
              <a:gd name="connsiteX2663" fmla="*/ 1453174 w 3242958"/>
              <a:gd name="connsiteY2663" fmla="*/ 120041 h 2476997"/>
              <a:gd name="connsiteX2664" fmla="*/ 1455179 w 3242958"/>
              <a:gd name="connsiteY2664" fmla="*/ 125253 h 2476997"/>
              <a:gd name="connsiteX2665" fmla="*/ 1457745 w 3242958"/>
              <a:gd name="connsiteY2665" fmla="*/ 126456 h 2476997"/>
              <a:gd name="connsiteX2666" fmla="*/ 1461033 w 3242958"/>
              <a:gd name="connsiteY2666" fmla="*/ 129182 h 2476997"/>
              <a:gd name="connsiteX2667" fmla="*/ 1465764 w 3242958"/>
              <a:gd name="connsiteY2667" fmla="*/ 130224 h 2476997"/>
              <a:gd name="connsiteX2668" fmla="*/ 1470093 w 3242958"/>
              <a:gd name="connsiteY2668" fmla="*/ 133271 h 2476997"/>
              <a:gd name="connsiteX2669" fmla="*/ 1470093 w 3242958"/>
              <a:gd name="connsiteY2669" fmla="*/ 141290 h 2476997"/>
              <a:gd name="connsiteX2670" fmla="*/ 1465764 w 3242958"/>
              <a:gd name="connsiteY2670" fmla="*/ 146021 h 2476997"/>
              <a:gd name="connsiteX2671" fmla="*/ 1462155 w 3242958"/>
              <a:gd name="connsiteY2671" fmla="*/ 146021 h 2476997"/>
              <a:gd name="connsiteX2672" fmla="*/ 1457745 w 3242958"/>
              <a:gd name="connsiteY2672" fmla="*/ 152115 h 2476997"/>
              <a:gd name="connsiteX2673" fmla="*/ 1461754 w 3242958"/>
              <a:gd name="connsiteY2673" fmla="*/ 157408 h 2476997"/>
              <a:gd name="connsiteX2674" fmla="*/ 1463657 w 3242958"/>
              <a:gd name="connsiteY2674" fmla="*/ 159603 h 2476997"/>
              <a:gd name="connsiteX2675" fmla="*/ 1465042 w 3242958"/>
              <a:gd name="connsiteY2675" fmla="*/ 162219 h 2476997"/>
              <a:gd name="connsiteX2676" fmla="*/ 1465042 w 3242958"/>
              <a:gd name="connsiteY2676" fmla="*/ 166148 h 2476997"/>
              <a:gd name="connsiteX2677" fmla="*/ 1465042 w 3242958"/>
              <a:gd name="connsiteY2677" fmla="*/ 169195 h 2476997"/>
              <a:gd name="connsiteX2678" fmla="*/ 1462556 w 3242958"/>
              <a:gd name="connsiteY2678" fmla="*/ 172723 h 2476997"/>
              <a:gd name="connsiteX2679" fmla="*/ 1458868 w 3242958"/>
              <a:gd name="connsiteY2679" fmla="*/ 176332 h 2476997"/>
              <a:gd name="connsiteX2680" fmla="*/ 1452533 w 3242958"/>
              <a:gd name="connsiteY2680" fmla="*/ 184350 h 2476997"/>
              <a:gd name="connsiteX2681" fmla="*/ 1454858 w 3242958"/>
              <a:gd name="connsiteY2681" fmla="*/ 191567 h 2476997"/>
              <a:gd name="connsiteX2682" fmla="*/ 1458306 w 3242958"/>
              <a:gd name="connsiteY2682" fmla="*/ 195176 h 2476997"/>
              <a:gd name="connsiteX2683" fmla="*/ 1460792 w 3242958"/>
              <a:gd name="connsiteY2683" fmla="*/ 198944 h 2476997"/>
              <a:gd name="connsiteX2684" fmla="*/ 1465603 w 3242958"/>
              <a:gd name="connsiteY2684" fmla="*/ 199586 h 2476997"/>
              <a:gd name="connsiteX2685" fmla="*/ 1468891 w 3242958"/>
              <a:gd name="connsiteY2685" fmla="*/ 199025 h 2476997"/>
              <a:gd name="connsiteX2686" fmla="*/ 1476028 w 3242958"/>
              <a:gd name="connsiteY2686" fmla="*/ 191006 h 2476997"/>
              <a:gd name="connsiteX2687" fmla="*/ 1491584 w 3242958"/>
              <a:gd name="connsiteY2687" fmla="*/ 180261 h 2476997"/>
              <a:gd name="connsiteX2688" fmla="*/ 1500084 w 3242958"/>
              <a:gd name="connsiteY2688" fmla="*/ 166549 h 2476997"/>
              <a:gd name="connsiteX2689" fmla="*/ 1498400 w 3242958"/>
              <a:gd name="connsiteY2689" fmla="*/ 162700 h 2476997"/>
              <a:gd name="connsiteX2690" fmla="*/ 1494471 w 3242958"/>
              <a:gd name="connsiteY2690" fmla="*/ 160856 h 2476997"/>
              <a:gd name="connsiteX2691" fmla="*/ 1490461 w 3242958"/>
              <a:gd name="connsiteY2691" fmla="*/ 161417 h 2476997"/>
              <a:gd name="connsiteX2692" fmla="*/ 1489338 w 3242958"/>
              <a:gd name="connsiteY2692" fmla="*/ 157408 h 2476997"/>
              <a:gd name="connsiteX2693" fmla="*/ 1498640 w 3242958"/>
              <a:gd name="connsiteY2693" fmla="*/ 145700 h 2476997"/>
              <a:gd name="connsiteX2694" fmla="*/ 1499121 w 3242958"/>
              <a:gd name="connsiteY2694" fmla="*/ 143455 h 2476997"/>
              <a:gd name="connsiteX2695" fmla="*/ 1496154 w 3242958"/>
              <a:gd name="connsiteY2695" fmla="*/ 138484 h 2476997"/>
              <a:gd name="connsiteX2696" fmla="*/ 1494471 w 3242958"/>
              <a:gd name="connsiteY2696" fmla="*/ 135276 h 2476997"/>
              <a:gd name="connsiteX2697" fmla="*/ 1490862 w 3242958"/>
              <a:gd name="connsiteY2697" fmla="*/ 135918 h 2476997"/>
              <a:gd name="connsiteX2698" fmla="*/ 1489820 w 3242958"/>
              <a:gd name="connsiteY2698" fmla="*/ 131187 h 2476997"/>
              <a:gd name="connsiteX2699" fmla="*/ 1489419 w 3242958"/>
              <a:gd name="connsiteY2699" fmla="*/ 124210 h 2476997"/>
              <a:gd name="connsiteX2700" fmla="*/ 1494149 w 3242958"/>
              <a:gd name="connsiteY2700" fmla="*/ 117234 h 2476997"/>
              <a:gd name="connsiteX2701" fmla="*/ 1496876 w 3242958"/>
              <a:gd name="connsiteY2701" fmla="*/ 112343 h 2476997"/>
              <a:gd name="connsiteX2702" fmla="*/ 1497838 w 3242958"/>
              <a:gd name="connsiteY2702" fmla="*/ 105928 h 2476997"/>
              <a:gd name="connsiteX2703" fmla="*/ 1497838 w 3242958"/>
              <a:gd name="connsiteY2703" fmla="*/ 100315 h 2476997"/>
              <a:gd name="connsiteX2704" fmla="*/ 1492947 w 3242958"/>
              <a:gd name="connsiteY2704" fmla="*/ 95504 h 2476997"/>
              <a:gd name="connsiteX2705" fmla="*/ 1546271 w 3242958"/>
              <a:gd name="connsiteY2705" fmla="*/ 94220 h 2476997"/>
              <a:gd name="connsiteX2706" fmla="*/ 1547234 w 3242958"/>
              <a:gd name="connsiteY2706" fmla="*/ 98150 h 2476997"/>
              <a:gd name="connsiteX2707" fmla="*/ 1544187 w 3242958"/>
              <a:gd name="connsiteY2707" fmla="*/ 104003 h 2476997"/>
              <a:gd name="connsiteX2708" fmla="*/ 1538574 w 3242958"/>
              <a:gd name="connsiteY2708" fmla="*/ 104484 h 2476997"/>
              <a:gd name="connsiteX2709" fmla="*/ 1536408 w 3242958"/>
              <a:gd name="connsiteY2709" fmla="*/ 99753 h 2476997"/>
              <a:gd name="connsiteX2710" fmla="*/ 1546271 w 3242958"/>
              <a:gd name="connsiteY2710" fmla="*/ 94220 h 2476997"/>
              <a:gd name="connsiteX2711" fmla="*/ 1550360 w 3242958"/>
              <a:gd name="connsiteY2711" fmla="*/ 78263 h 2476997"/>
              <a:gd name="connsiteX2712" fmla="*/ 1530875 w 3242958"/>
              <a:gd name="connsiteY2712" fmla="*/ 87725 h 2476997"/>
              <a:gd name="connsiteX2713" fmla="*/ 1524219 w 3242958"/>
              <a:gd name="connsiteY2713" fmla="*/ 89329 h 2476997"/>
              <a:gd name="connsiteX2714" fmla="*/ 1516201 w 3242958"/>
              <a:gd name="connsiteY2714" fmla="*/ 94060 h 2476997"/>
              <a:gd name="connsiteX2715" fmla="*/ 1511390 w 3242958"/>
              <a:gd name="connsiteY2715" fmla="*/ 96386 h 2476997"/>
              <a:gd name="connsiteX2716" fmla="*/ 1507621 w 3242958"/>
              <a:gd name="connsiteY2716" fmla="*/ 97348 h 2476997"/>
              <a:gd name="connsiteX2717" fmla="*/ 1503211 w 3242958"/>
              <a:gd name="connsiteY2717" fmla="*/ 95423 h 2476997"/>
              <a:gd name="connsiteX2718" fmla="*/ 1500966 w 3242958"/>
              <a:gd name="connsiteY2718" fmla="*/ 102319 h 2476997"/>
              <a:gd name="connsiteX2719" fmla="*/ 1500966 w 3242958"/>
              <a:gd name="connsiteY2719" fmla="*/ 108975 h 2476997"/>
              <a:gd name="connsiteX2720" fmla="*/ 1500725 w 3242958"/>
              <a:gd name="connsiteY2720" fmla="*/ 108654 h 2476997"/>
              <a:gd name="connsiteX2721" fmla="*/ 1500966 w 3242958"/>
              <a:gd name="connsiteY2721" fmla="*/ 113064 h 2476997"/>
              <a:gd name="connsiteX2722" fmla="*/ 1503131 w 3242958"/>
              <a:gd name="connsiteY2722" fmla="*/ 117795 h 2476997"/>
              <a:gd name="connsiteX2723" fmla="*/ 1505937 w 3242958"/>
              <a:gd name="connsiteY2723" fmla="*/ 129182 h 2476997"/>
              <a:gd name="connsiteX2724" fmla="*/ 1504494 w 3242958"/>
              <a:gd name="connsiteY2724" fmla="*/ 136639 h 2476997"/>
              <a:gd name="connsiteX2725" fmla="*/ 1506418 w 3242958"/>
              <a:gd name="connsiteY2725" fmla="*/ 141210 h 2476997"/>
              <a:gd name="connsiteX2726" fmla="*/ 1509305 w 3242958"/>
              <a:gd name="connsiteY2726" fmla="*/ 145139 h 2476997"/>
              <a:gd name="connsiteX2727" fmla="*/ 1510668 w 3242958"/>
              <a:gd name="connsiteY2727" fmla="*/ 147946 h 2476997"/>
              <a:gd name="connsiteX2728" fmla="*/ 1512191 w 3242958"/>
              <a:gd name="connsiteY2728" fmla="*/ 149710 h 2476997"/>
              <a:gd name="connsiteX2729" fmla="*/ 1514838 w 3242958"/>
              <a:gd name="connsiteY2729" fmla="*/ 149710 h 2476997"/>
              <a:gd name="connsiteX2730" fmla="*/ 1517885 w 3242958"/>
              <a:gd name="connsiteY2730" fmla="*/ 148587 h 2476997"/>
              <a:gd name="connsiteX2731" fmla="*/ 1521173 w 3242958"/>
              <a:gd name="connsiteY2731" fmla="*/ 147064 h 2476997"/>
              <a:gd name="connsiteX2732" fmla="*/ 1523899 w 3242958"/>
              <a:gd name="connsiteY2732" fmla="*/ 147064 h 2476997"/>
              <a:gd name="connsiteX2733" fmla="*/ 1523899 w 3242958"/>
              <a:gd name="connsiteY2733" fmla="*/ 151554 h 2476997"/>
              <a:gd name="connsiteX2734" fmla="*/ 1522135 w 3242958"/>
              <a:gd name="connsiteY2734" fmla="*/ 153559 h 2476997"/>
              <a:gd name="connsiteX2735" fmla="*/ 1520050 w 3242958"/>
              <a:gd name="connsiteY2735" fmla="*/ 153960 h 2476997"/>
              <a:gd name="connsiteX2736" fmla="*/ 1517805 w 3242958"/>
              <a:gd name="connsiteY2736" fmla="*/ 154681 h 2476997"/>
              <a:gd name="connsiteX2737" fmla="*/ 1515640 w 3242958"/>
              <a:gd name="connsiteY2737" fmla="*/ 154280 h 2476997"/>
              <a:gd name="connsiteX2738" fmla="*/ 1513956 w 3242958"/>
              <a:gd name="connsiteY2738" fmla="*/ 157327 h 2476997"/>
              <a:gd name="connsiteX2739" fmla="*/ 1513956 w 3242958"/>
              <a:gd name="connsiteY2739" fmla="*/ 161096 h 2476997"/>
              <a:gd name="connsiteX2740" fmla="*/ 1513956 w 3242958"/>
              <a:gd name="connsiteY2740" fmla="*/ 164223 h 2476997"/>
              <a:gd name="connsiteX2741" fmla="*/ 1517324 w 3242958"/>
              <a:gd name="connsiteY2741" fmla="*/ 165346 h 2476997"/>
              <a:gd name="connsiteX2742" fmla="*/ 1521093 w 3242958"/>
              <a:gd name="connsiteY2742" fmla="*/ 165346 h 2476997"/>
              <a:gd name="connsiteX2743" fmla="*/ 1522937 w 3242958"/>
              <a:gd name="connsiteY2743" fmla="*/ 167752 h 2476997"/>
              <a:gd name="connsiteX2744" fmla="*/ 1514357 w 3242958"/>
              <a:gd name="connsiteY2744" fmla="*/ 173044 h 2476997"/>
              <a:gd name="connsiteX2745" fmla="*/ 1507541 w 3242958"/>
              <a:gd name="connsiteY2745" fmla="*/ 176492 h 2476997"/>
              <a:gd name="connsiteX2746" fmla="*/ 1504895 w 3242958"/>
              <a:gd name="connsiteY2746" fmla="*/ 175690 h 2476997"/>
              <a:gd name="connsiteX2747" fmla="*/ 1503131 w 3242958"/>
              <a:gd name="connsiteY2747" fmla="*/ 177534 h 2476997"/>
              <a:gd name="connsiteX2748" fmla="*/ 1501928 w 3242958"/>
              <a:gd name="connsiteY2748" fmla="*/ 181544 h 2476997"/>
              <a:gd name="connsiteX2749" fmla="*/ 1501928 w 3242958"/>
              <a:gd name="connsiteY2749" fmla="*/ 184832 h 2476997"/>
              <a:gd name="connsiteX2750" fmla="*/ 1504093 w 3242958"/>
              <a:gd name="connsiteY2750" fmla="*/ 191728 h 2476997"/>
              <a:gd name="connsiteX2751" fmla="*/ 1509786 w 3242958"/>
              <a:gd name="connsiteY2751" fmla="*/ 193732 h 2476997"/>
              <a:gd name="connsiteX2752" fmla="*/ 1517805 w 3242958"/>
              <a:gd name="connsiteY2752" fmla="*/ 190044 h 2476997"/>
              <a:gd name="connsiteX2753" fmla="*/ 1525823 w 3242958"/>
              <a:gd name="connsiteY2753" fmla="*/ 188039 h 2476997"/>
              <a:gd name="connsiteX2754" fmla="*/ 1533842 w 3242958"/>
              <a:gd name="connsiteY2754" fmla="*/ 185393 h 2476997"/>
              <a:gd name="connsiteX2755" fmla="*/ 1540177 w 3242958"/>
              <a:gd name="connsiteY2755" fmla="*/ 183388 h 2476997"/>
              <a:gd name="connsiteX2756" fmla="*/ 1545870 w 3242958"/>
              <a:gd name="connsiteY2756" fmla="*/ 182025 h 2476997"/>
              <a:gd name="connsiteX2757" fmla="*/ 1552526 w 3242958"/>
              <a:gd name="connsiteY2757" fmla="*/ 181464 h 2476997"/>
              <a:gd name="connsiteX2758" fmla="*/ 1564554 w 3242958"/>
              <a:gd name="connsiteY2758" fmla="*/ 179299 h 2476997"/>
              <a:gd name="connsiteX2759" fmla="*/ 1572172 w 3242958"/>
              <a:gd name="connsiteY2759" fmla="*/ 179299 h 2476997"/>
              <a:gd name="connsiteX2760" fmla="*/ 1578586 w 3242958"/>
              <a:gd name="connsiteY2760" fmla="*/ 166549 h 2476997"/>
              <a:gd name="connsiteX2761" fmla="*/ 1573134 w 3242958"/>
              <a:gd name="connsiteY2761" fmla="*/ 159974 h 2476997"/>
              <a:gd name="connsiteX2762" fmla="*/ 1567681 w 3242958"/>
              <a:gd name="connsiteY2762" fmla="*/ 160856 h 2476997"/>
              <a:gd name="connsiteX2763" fmla="*/ 1561507 w 3242958"/>
              <a:gd name="connsiteY2763" fmla="*/ 163021 h 2476997"/>
              <a:gd name="connsiteX2764" fmla="*/ 1556374 w 3242958"/>
              <a:gd name="connsiteY2764" fmla="*/ 163502 h 2476997"/>
              <a:gd name="connsiteX2765" fmla="*/ 1549799 w 3242958"/>
              <a:gd name="connsiteY2765" fmla="*/ 165747 h 2476997"/>
              <a:gd name="connsiteX2766" fmla="*/ 1547073 w 3242958"/>
              <a:gd name="connsiteY2766" fmla="*/ 164143 h 2476997"/>
              <a:gd name="connsiteX2767" fmla="*/ 1548196 w 3242958"/>
              <a:gd name="connsiteY2767" fmla="*/ 160936 h 2476997"/>
              <a:gd name="connsiteX2768" fmla="*/ 1553087 w 3242958"/>
              <a:gd name="connsiteY2768" fmla="*/ 158370 h 2476997"/>
              <a:gd name="connsiteX2769" fmla="*/ 1557016 w 3242958"/>
              <a:gd name="connsiteY2769" fmla="*/ 154601 h 2476997"/>
              <a:gd name="connsiteX2770" fmla="*/ 1557497 w 3242958"/>
              <a:gd name="connsiteY2770" fmla="*/ 151955 h 2476997"/>
              <a:gd name="connsiteX2771" fmla="*/ 1555332 w 3242958"/>
              <a:gd name="connsiteY2771" fmla="*/ 145861 h 2476997"/>
              <a:gd name="connsiteX2772" fmla="*/ 1553007 w 3242958"/>
              <a:gd name="connsiteY2772" fmla="*/ 143936 h 2476997"/>
              <a:gd name="connsiteX2773" fmla="*/ 1547875 w 3242958"/>
              <a:gd name="connsiteY2773" fmla="*/ 143054 h 2476997"/>
              <a:gd name="connsiteX2774" fmla="*/ 1544587 w 3242958"/>
              <a:gd name="connsiteY2774" fmla="*/ 145219 h 2476997"/>
              <a:gd name="connsiteX2775" fmla="*/ 1540257 w 3242958"/>
              <a:gd name="connsiteY2775" fmla="*/ 146582 h 2476997"/>
              <a:gd name="connsiteX2776" fmla="*/ 1539616 w 3242958"/>
              <a:gd name="connsiteY2776" fmla="*/ 142092 h 2476997"/>
              <a:gd name="connsiteX2777" fmla="*/ 1545149 w 3242958"/>
              <a:gd name="connsiteY2777" fmla="*/ 139526 h 2476997"/>
              <a:gd name="connsiteX2778" fmla="*/ 1548917 w 3242958"/>
              <a:gd name="connsiteY2778" fmla="*/ 137682 h 2476997"/>
              <a:gd name="connsiteX2779" fmla="*/ 1552686 w 3242958"/>
              <a:gd name="connsiteY2779" fmla="*/ 137040 h 2476997"/>
              <a:gd name="connsiteX2780" fmla="*/ 1555252 w 3242958"/>
              <a:gd name="connsiteY2780" fmla="*/ 133592 h 2476997"/>
              <a:gd name="connsiteX2781" fmla="*/ 1561747 w 3242958"/>
              <a:gd name="connsiteY2781" fmla="*/ 113145 h 2476997"/>
              <a:gd name="connsiteX2782" fmla="*/ 1565195 w 3242958"/>
              <a:gd name="connsiteY2782" fmla="*/ 107852 h 2476997"/>
              <a:gd name="connsiteX2783" fmla="*/ 1568402 w 3242958"/>
              <a:gd name="connsiteY2783" fmla="*/ 99192 h 2476997"/>
              <a:gd name="connsiteX2784" fmla="*/ 1568884 w 3242958"/>
              <a:gd name="connsiteY2784" fmla="*/ 93980 h 2476997"/>
              <a:gd name="connsiteX2785" fmla="*/ 1570728 w 3242958"/>
              <a:gd name="connsiteY2785" fmla="*/ 88207 h 2476997"/>
              <a:gd name="connsiteX2786" fmla="*/ 1566639 w 3242958"/>
              <a:gd name="connsiteY2786" fmla="*/ 82273 h 2476997"/>
              <a:gd name="connsiteX2787" fmla="*/ 1564554 w 3242958"/>
              <a:gd name="connsiteY2787" fmla="*/ 78745 h 2476997"/>
              <a:gd name="connsiteX2788" fmla="*/ 1555332 w 3242958"/>
              <a:gd name="connsiteY2788" fmla="*/ 79386 h 2476997"/>
              <a:gd name="connsiteX2789" fmla="*/ 1550360 w 3242958"/>
              <a:gd name="connsiteY2789" fmla="*/ 78263 h 2476997"/>
              <a:gd name="connsiteX2790" fmla="*/ 1624453 w 3242958"/>
              <a:gd name="connsiteY2790" fmla="*/ 28868 h 2476997"/>
              <a:gd name="connsiteX2791" fmla="*/ 2409000 w 3242958"/>
              <a:gd name="connsiteY2791" fmla="*/ 813736 h 2476997"/>
              <a:gd name="connsiteX2792" fmla="*/ 2409000 w 3242958"/>
              <a:gd name="connsiteY2792" fmla="*/ 814057 h 2476997"/>
              <a:gd name="connsiteX2793" fmla="*/ 1623812 w 3242958"/>
              <a:gd name="connsiteY2793" fmla="*/ 1598603 h 2476997"/>
              <a:gd name="connsiteX2794" fmla="*/ 839264 w 3242958"/>
              <a:gd name="connsiteY2794" fmla="*/ 813415 h 2476997"/>
              <a:gd name="connsiteX2795" fmla="*/ 1624453 w 3242958"/>
              <a:gd name="connsiteY2795" fmla="*/ 28868 h 2476997"/>
              <a:gd name="connsiteX2796" fmla="*/ 1624453 w 3242958"/>
              <a:gd name="connsiteY2796" fmla="*/ 18203 h 2476997"/>
              <a:gd name="connsiteX2797" fmla="*/ 828921 w 3242958"/>
              <a:gd name="connsiteY2797" fmla="*/ 813735 h 2476997"/>
              <a:gd name="connsiteX2798" fmla="*/ 1624453 w 3242958"/>
              <a:gd name="connsiteY2798" fmla="*/ 1609267 h 2476997"/>
              <a:gd name="connsiteX2799" fmla="*/ 2419986 w 3242958"/>
              <a:gd name="connsiteY2799" fmla="*/ 813735 h 2476997"/>
              <a:gd name="connsiteX2800" fmla="*/ 1624453 w 3242958"/>
              <a:gd name="connsiteY2800" fmla="*/ 18203 h 2476997"/>
              <a:gd name="connsiteX2801" fmla="*/ 1624453 w 3242958"/>
              <a:gd name="connsiteY2801" fmla="*/ 0 h 2476997"/>
              <a:gd name="connsiteX2802" fmla="*/ 2438189 w 3242958"/>
              <a:gd name="connsiteY2802" fmla="*/ 813735 h 2476997"/>
              <a:gd name="connsiteX2803" fmla="*/ 1624453 w 3242958"/>
              <a:gd name="connsiteY2803" fmla="*/ 1627470 h 2476997"/>
              <a:gd name="connsiteX2804" fmla="*/ 810718 w 3242958"/>
              <a:gd name="connsiteY2804" fmla="*/ 813735 h 2476997"/>
              <a:gd name="connsiteX2805" fmla="*/ 1624453 w 3242958"/>
              <a:gd name="connsiteY2805" fmla="*/ 0 h 247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</a:cxnLst>
            <a:rect l="l" t="t" r="r" b="b"/>
            <a:pathLst>
              <a:path w="3242958" h="2476997">
                <a:moveTo>
                  <a:pt x="54514" y="2417671"/>
                </a:moveTo>
                <a:lnTo>
                  <a:pt x="53384" y="2451846"/>
                </a:lnTo>
                <a:lnTo>
                  <a:pt x="83040" y="2451846"/>
                </a:lnTo>
                <a:cubicBezTo>
                  <a:pt x="88255" y="2452338"/>
                  <a:pt x="93445" y="2450707"/>
                  <a:pt x="97445" y="2447327"/>
                </a:cubicBezTo>
                <a:cubicBezTo>
                  <a:pt x="100947" y="2443724"/>
                  <a:pt x="102699" y="2438775"/>
                  <a:pt x="102248" y="2433770"/>
                </a:cubicBezTo>
                <a:cubicBezTo>
                  <a:pt x="102634" y="2429194"/>
                  <a:pt x="100858" y="2424699"/>
                  <a:pt x="97445" y="2421624"/>
                </a:cubicBezTo>
                <a:cubicBezTo>
                  <a:pt x="93110" y="2418751"/>
                  <a:pt x="87953" y="2417363"/>
                  <a:pt x="82758" y="2417671"/>
                </a:cubicBezTo>
                <a:close/>
                <a:moveTo>
                  <a:pt x="52536" y="2367114"/>
                </a:moveTo>
                <a:lnTo>
                  <a:pt x="53384" y="2395358"/>
                </a:lnTo>
                <a:lnTo>
                  <a:pt x="81628" y="2395358"/>
                </a:lnTo>
                <a:cubicBezTo>
                  <a:pt x="86527" y="2395779"/>
                  <a:pt x="91419" y="2394480"/>
                  <a:pt x="95467" y="2391687"/>
                </a:cubicBezTo>
                <a:cubicBezTo>
                  <a:pt x="98672" y="2388846"/>
                  <a:pt x="100351" y="2384657"/>
                  <a:pt x="99986" y="2380390"/>
                </a:cubicBezTo>
                <a:cubicBezTo>
                  <a:pt x="100205" y="2376487"/>
                  <a:pt x="98388" y="2372748"/>
                  <a:pt x="95185" y="2370503"/>
                </a:cubicBezTo>
                <a:cubicBezTo>
                  <a:pt x="90847" y="2367921"/>
                  <a:pt x="85815" y="2366738"/>
                  <a:pt x="80780" y="2367114"/>
                </a:cubicBezTo>
                <a:close/>
                <a:moveTo>
                  <a:pt x="2925216" y="2364572"/>
                </a:moveTo>
                <a:cubicBezTo>
                  <a:pt x="2915926" y="2364433"/>
                  <a:pt x="2907161" y="2368866"/>
                  <a:pt x="2901776" y="2376436"/>
                </a:cubicBezTo>
                <a:cubicBezTo>
                  <a:pt x="2895555" y="2386396"/>
                  <a:pt x="2892593" y="2398043"/>
                  <a:pt x="2893301" y="2409765"/>
                </a:cubicBezTo>
                <a:cubicBezTo>
                  <a:pt x="2892658" y="2421211"/>
                  <a:pt x="2895623" y="2432570"/>
                  <a:pt x="2901776" y="2442243"/>
                </a:cubicBezTo>
                <a:cubicBezTo>
                  <a:pt x="2907161" y="2449813"/>
                  <a:pt x="2915929" y="2454249"/>
                  <a:pt x="2925216" y="2454107"/>
                </a:cubicBezTo>
                <a:cubicBezTo>
                  <a:pt x="2934506" y="2454249"/>
                  <a:pt x="2943272" y="2449813"/>
                  <a:pt x="2948659" y="2442243"/>
                </a:cubicBezTo>
                <a:cubicBezTo>
                  <a:pt x="2954812" y="2432570"/>
                  <a:pt x="2957774" y="2421211"/>
                  <a:pt x="2957131" y="2409765"/>
                </a:cubicBezTo>
                <a:cubicBezTo>
                  <a:pt x="2957840" y="2398043"/>
                  <a:pt x="2954877" y="2386396"/>
                  <a:pt x="2948659" y="2376436"/>
                </a:cubicBezTo>
                <a:cubicBezTo>
                  <a:pt x="2943272" y="2368866"/>
                  <a:pt x="2934506" y="2364433"/>
                  <a:pt x="2925216" y="2364572"/>
                </a:cubicBezTo>
                <a:close/>
                <a:moveTo>
                  <a:pt x="2684296" y="2364572"/>
                </a:moveTo>
                <a:cubicBezTo>
                  <a:pt x="2675006" y="2364433"/>
                  <a:pt x="2666241" y="2368866"/>
                  <a:pt x="2660856" y="2376436"/>
                </a:cubicBezTo>
                <a:cubicBezTo>
                  <a:pt x="2654635" y="2386396"/>
                  <a:pt x="2651673" y="2398043"/>
                  <a:pt x="2652381" y="2409765"/>
                </a:cubicBezTo>
                <a:cubicBezTo>
                  <a:pt x="2651738" y="2421211"/>
                  <a:pt x="2654703" y="2432570"/>
                  <a:pt x="2660856" y="2442243"/>
                </a:cubicBezTo>
                <a:cubicBezTo>
                  <a:pt x="2666027" y="2450059"/>
                  <a:pt x="2674938" y="2454566"/>
                  <a:pt x="2684296" y="2454107"/>
                </a:cubicBezTo>
                <a:cubicBezTo>
                  <a:pt x="2693586" y="2454249"/>
                  <a:pt x="2702352" y="2449813"/>
                  <a:pt x="2707739" y="2442243"/>
                </a:cubicBezTo>
                <a:cubicBezTo>
                  <a:pt x="2713892" y="2432570"/>
                  <a:pt x="2716854" y="2421211"/>
                  <a:pt x="2716211" y="2409765"/>
                </a:cubicBezTo>
                <a:cubicBezTo>
                  <a:pt x="2716920" y="2398043"/>
                  <a:pt x="2713957" y="2386396"/>
                  <a:pt x="2707739" y="2376436"/>
                </a:cubicBezTo>
                <a:cubicBezTo>
                  <a:pt x="2702352" y="2368866"/>
                  <a:pt x="2693586" y="2364433"/>
                  <a:pt x="2684296" y="2364572"/>
                </a:cubicBezTo>
                <a:close/>
                <a:moveTo>
                  <a:pt x="1793767" y="2364572"/>
                </a:moveTo>
                <a:cubicBezTo>
                  <a:pt x="1784477" y="2364429"/>
                  <a:pt x="1775712" y="2368865"/>
                  <a:pt x="1770327" y="2376435"/>
                </a:cubicBezTo>
                <a:cubicBezTo>
                  <a:pt x="1764106" y="2386396"/>
                  <a:pt x="1761144" y="2398043"/>
                  <a:pt x="1761852" y="2409762"/>
                </a:cubicBezTo>
                <a:cubicBezTo>
                  <a:pt x="1761209" y="2421210"/>
                  <a:pt x="1764174" y="2432570"/>
                  <a:pt x="1770327" y="2442243"/>
                </a:cubicBezTo>
                <a:cubicBezTo>
                  <a:pt x="1775712" y="2449813"/>
                  <a:pt x="1784480" y="2454246"/>
                  <a:pt x="1793767" y="2454106"/>
                </a:cubicBezTo>
                <a:cubicBezTo>
                  <a:pt x="1803057" y="2454249"/>
                  <a:pt x="1811823" y="2449813"/>
                  <a:pt x="1817211" y="2442243"/>
                </a:cubicBezTo>
                <a:cubicBezTo>
                  <a:pt x="1823461" y="2432603"/>
                  <a:pt x="1826524" y="2421240"/>
                  <a:pt x="1825967" y="2409762"/>
                </a:cubicBezTo>
                <a:cubicBezTo>
                  <a:pt x="1826590" y="2398013"/>
                  <a:pt x="1823527" y="2386363"/>
                  <a:pt x="1817211" y="2376435"/>
                </a:cubicBezTo>
                <a:cubicBezTo>
                  <a:pt x="1811823" y="2368865"/>
                  <a:pt x="1803057" y="2364432"/>
                  <a:pt x="1793767" y="2364572"/>
                </a:cubicBezTo>
                <a:close/>
                <a:moveTo>
                  <a:pt x="3133325" y="2345769"/>
                </a:moveTo>
                <a:lnTo>
                  <a:pt x="3148012" y="2345769"/>
                </a:lnTo>
                <a:lnTo>
                  <a:pt x="3162417" y="2345769"/>
                </a:lnTo>
                <a:lnTo>
                  <a:pt x="3186990" y="2401127"/>
                </a:lnTo>
                <a:lnTo>
                  <a:pt x="3210148" y="2345769"/>
                </a:lnTo>
                <a:lnTo>
                  <a:pt x="3223987" y="2345769"/>
                </a:lnTo>
                <a:lnTo>
                  <a:pt x="3237826" y="2345769"/>
                </a:lnTo>
                <a:lnTo>
                  <a:pt x="3198851" y="2424851"/>
                </a:lnTo>
                <a:lnTo>
                  <a:pt x="3198851" y="2473712"/>
                </a:lnTo>
                <a:lnTo>
                  <a:pt x="3186705" y="2473712"/>
                </a:lnTo>
                <a:lnTo>
                  <a:pt x="3174278" y="2473712"/>
                </a:lnTo>
                <a:lnTo>
                  <a:pt x="3174278" y="2425418"/>
                </a:lnTo>
                <a:close/>
                <a:moveTo>
                  <a:pt x="2768133" y="2345769"/>
                </a:moveTo>
                <a:lnTo>
                  <a:pt x="2780279" y="2345769"/>
                </a:lnTo>
                <a:lnTo>
                  <a:pt x="2792706" y="2345769"/>
                </a:lnTo>
                <a:lnTo>
                  <a:pt x="2792706" y="2450836"/>
                </a:lnTo>
                <a:lnTo>
                  <a:pt x="2851453" y="2450836"/>
                </a:lnTo>
                <a:lnTo>
                  <a:pt x="2851453" y="2462133"/>
                </a:lnTo>
                <a:lnTo>
                  <a:pt x="2851453" y="2473712"/>
                </a:lnTo>
                <a:lnTo>
                  <a:pt x="2768133" y="2473712"/>
                </a:lnTo>
                <a:close/>
                <a:moveTo>
                  <a:pt x="2507723" y="2345769"/>
                </a:moveTo>
                <a:lnTo>
                  <a:pt x="2520714" y="2345769"/>
                </a:lnTo>
                <a:lnTo>
                  <a:pt x="2533426" y="2345769"/>
                </a:lnTo>
                <a:lnTo>
                  <a:pt x="2580875" y="2435583"/>
                </a:lnTo>
                <a:lnTo>
                  <a:pt x="2580875" y="2345769"/>
                </a:lnTo>
                <a:lnTo>
                  <a:pt x="2592173" y="2345769"/>
                </a:lnTo>
                <a:lnTo>
                  <a:pt x="2603752" y="2345769"/>
                </a:lnTo>
                <a:lnTo>
                  <a:pt x="2603752" y="2473712"/>
                </a:lnTo>
                <a:lnTo>
                  <a:pt x="2591606" y="2473712"/>
                </a:lnTo>
                <a:lnTo>
                  <a:pt x="2579179" y="2473712"/>
                </a:lnTo>
                <a:lnTo>
                  <a:pt x="2530600" y="2381355"/>
                </a:lnTo>
                <a:lnTo>
                  <a:pt x="2530600" y="2473712"/>
                </a:lnTo>
                <a:lnTo>
                  <a:pt x="2519302" y="2473712"/>
                </a:lnTo>
                <a:lnTo>
                  <a:pt x="2507723" y="2473712"/>
                </a:lnTo>
                <a:close/>
                <a:moveTo>
                  <a:pt x="2382887" y="2345769"/>
                </a:moveTo>
                <a:lnTo>
                  <a:pt x="2395314" y="2345769"/>
                </a:lnTo>
                <a:lnTo>
                  <a:pt x="2407741" y="2345769"/>
                </a:lnTo>
                <a:lnTo>
                  <a:pt x="2407741" y="2393500"/>
                </a:lnTo>
                <a:lnTo>
                  <a:pt x="2453779" y="2393500"/>
                </a:lnTo>
                <a:lnTo>
                  <a:pt x="2453779" y="2345769"/>
                </a:lnTo>
                <a:lnTo>
                  <a:pt x="2465925" y="2345769"/>
                </a:lnTo>
                <a:lnTo>
                  <a:pt x="2478349" y="2345769"/>
                </a:lnTo>
                <a:lnTo>
                  <a:pt x="2478349" y="2473712"/>
                </a:lnTo>
                <a:lnTo>
                  <a:pt x="2465925" y="2473712"/>
                </a:lnTo>
                <a:lnTo>
                  <a:pt x="2453779" y="2473712"/>
                </a:lnTo>
                <a:lnTo>
                  <a:pt x="2453779" y="2415814"/>
                </a:lnTo>
                <a:lnTo>
                  <a:pt x="2407741" y="2415814"/>
                </a:lnTo>
                <a:lnTo>
                  <a:pt x="2407741" y="2473712"/>
                </a:lnTo>
                <a:lnTo>
                  <a:pt x="2395314" y="2473712"/>
                </a:lnTo>
                <a:lnTo>
                  <a:pt x="2382887" y="2473712"/>
                </a:lnTo>
                <a:close/>
                <a:moveTo>
                  <a:pt x="2142813" y="2345769"/>
                </a:moveTo>
                <a:lnTo>
                  <a:pt x="2229522" y="2345769"/>
                </a:lnTo>
                <a:lnTo>
                  <a:pt x="2229522" y="2357067"/>
                </a:lnTo>
                <a:lnTo>
                  <a:pt x="2229522" y="2368364"/>
                </a:lnTo>
                <a:lnTo>
                  <a:pt x="2167386" y="2368364"/>
                </a:lnTo>
                <a:lnTo>
                  <a:pt x="2167386" y="2395478"/>
                </a:lnTo>
                <a:lnTo>
                  <a:pt x="2225003" y="2395478"/>
                </a:lnTo>
                <a:lnTo>
                  <a:pt x="2225003" y="2406494"/>
                </a:lnTo>
                <a:lnTo>
                  <a:pt x="2225003" y="2417507"/>
                </a:lnTo>
                <a:lnTo>
                  <a:pt x="2167386" y="2417507"/>
                </a:lnTo>
                <a:lnTo>
                  <a:pt x="2167386" y="2450836"/>
                </a:lnTo>
                <a:lnTo>
                  <a:pt x="2232345" y="2450836"/>
                </a:lnTo>
                <a:lnTo>
                  <a:pt x="2232345" y="2462133"/>
                </a:lnTo>
                <a:lnTo>
                  <a:pt x="2232345" y="2473712"/>
                </a:lnTo>
                <a:lnTo>
                  <a:pt x="2142813" y="2473712"/>
                </a:lnTo>
                <a:close/>
                <a:moveTo>
                  <a:pt x="1877039" y="2345769"/>
                </a:moveTo>
                <a:lnTo>
                  <a:pt x="1960922" y="2345769"/>
                </a:lnTo>
                <a:lnTo>
                  <a:pt x="1960922" y="2357067"/>
                </a:lnTo>
                <a:lnTo>
                  <a:pt x="1960922" y="2368364"/>
                </a:lnTo>
                <a:lnTo>
                  <a:pt x="1901612" y="2368364"/>
                </a:lnTo>
                <a:lnTo>
                  <a:pt x="1901612" y="2397456"/>
                </a:lnTo>
                <a:lnTo>
                  <a:pt x="1953298" y="2397456"/>
                </a:lnTo>
                <a:lnTo>
                  <a:pt x="1953298" y="2408472"/>
                </a:lnTo>
                <a:lnTo>
                  <a:pt x="1953298" y="2419484"/>
                </a:lnTo>
                <a:lnTo>
                  <a:pt x="1901612" y="2419484"/>
                </a:lnTo>
                <a:lnTo>
                  <a:pt x="1901612" y="2473712"/>
                </a:lnTo>
                <a:lnTo>
                  <a:pt x="1889466" y="2473712"/>
                </a:lnTo>
                <a:lnTo>
                  <a:pt x="1877039" y="2473712"/>
                </a:lnTo>
                <a:close/>
                <a:moveTo>
                  <a:pt x="1574832" y="2345769"/>
                </a:moveTo>
                <a:lnTo>
                  <a:pt x="1661541" y="2345769"/>
                </a:lnTo>
                <a:lnTo>
                  <a:pt x="1661541" y="2357067"/>
                </a:lnTo>
                <a:lnTo>
                  <a:pt x="1661541" y="2368364"/>
                </a:lnTo>
                <a:lnTo>
                  <a:pt x="1599405" y="2368364"/>
                </a:lnTo>
                <a:lnTo>
                  <a:pt x="1599405" y="2395478"/>
                </a:lnTo>
                <a:lnTo>
                  <a:pt x="1657022" y="2395478"/>
                </a:lnTo>
                <a:lnTo>
                  <a:pt x="1657022" y="2406494"/>
                </a:lnTo>
                <a:lnTo>
                  <a:pt x="1657022" y="2417507"/>
                </a:lnTo>
                <a:lnTo>
                  <a:pt x="1599405" y="2417507"/>
                </a:lnTo>
                <a:lnTo>
                  <a:pt x="1599405" y="2450836"/>
                </a:lnTo>
                <a:lnTo>
                  <a:pt x="1664082" y="2450836"/>
                </a:lnTo>
                <a:lnTo>
                  <a:pt x="1664082" y="2462133"/>
                </a:lnTo>
                <a:lnTo>
                  <a:pt x="1664082" y="2473712"/>
                </a:lnTo>
                <a:lnTo>
                  <a:pt x="1574832" y="2473712"/>
                </a:lnTo>
                <a:close/>
                <a:moveTo>
                  <a:pt x="1181960" y="2345769"/>
                </a:moveTo>
                <a:lnTo>
                  <a:pt x="1194387" y="2345769"/>
                </a:lnTo>
                <a:lnTo>
                  <a:pt x="1206815" y="2345769"/>
                </a:lnTo>
                <a:lnTo>
                  <a:pt x="1206815" y="2473712"/>
                </a:lnTo>
                <a:lnTo>
                  <a:pt x="1194387" y="2473712"/>
                </a:lnTo>
                <a:lnTo>
                  <a:pt x="1181960" y="2473712"/>
                </a:lnTo>
                <a:close/>
                <a:moveTo>
                  <a:pt x="835126" y="2345769"/>
                </a:moveTo>
                <a:lnTo>
                  <a:pt x="847835" y="2345769"/>
                </a:lnTo>
                <a:lnTo>
                  <a:pt x="860829" y="2345769"/>
                </a:lnTo>
                <a:lnTo>
                  <a:pt x="907997" y="2435583"/>
                </a:lnTo>
                <a:lnTo>
                  <a:pt x="907997" y="2345769"/>
                </a:lnTo>
                <a:lnTo>
                  <a:pt x="919576" y="2345769"/>
                </a:lnTo>
                <a:lnTo>
                  <a:pt x="931155" y="2345769"/>
                </a:lnTo>
                <a:lnTo>
                  <a:pt x="931155" y="2473712"/>
                </a:lnTo>
                <a:lnTo>
                  <a:pt x="918728" y="2473712"/>
                </a:lnTo>
                <a:lnTo>
                  <a:pt x="906582" y="2473712"/>
                </a:lnTo>
                <a:lnTo>
                  <a:pt x="858003" y="2381355"/>
                </a:lnTo>
                <a:lnTo>
                  <a:pt x="858003" y="2473712"/>
                </a:lnTo>
                <a:lnTo>
                  <a:pt x="846424" y="2473712"/>
                </a:lnTo>
                <a:lnTo>
                  <a:pt x="835126" y="2473712"/>
                </a:lnTo>
                <a:close/>
                <a:moveTo>
                  <a:pt x="782027" y="2345769"/>
                </a:moveTo>
                <a:lnTo>
                  <a:pt x="794454" y="2345769"/>
                </a:lnTo>
                <a:lnTo>
                  <a:pt x="806600" y="2345769"/>
                </a:lnTo>
                <a:lnTo>
                  <a:pt x="806600" y="2473712"/>
                </a:lnTo>
                <a:lnTo>
                  <a:pt x="794454" y="2473712"/>
                </a:lnTo>
                <a:lnTo>
                  <a:pt x="782027" y="2473712"/>
                </a:lnTo>
                <a:close/>
                <a:moveTo>
                  <a:pt x="471626" y="2345769"/>
                </a:moveTo>
                <a:lnTo>
                  <a:pt x="484335" y="2345769"/>
                </a:lnTo>
                <a:lnTo>
                  <a:pt x="497329" y="2345769"/>
                </a:lnTo>
                <a:lnTo>
                  <a:pt x="544497" y="2435583"/>
                </a:lnTo>
                <a:lnTo>
                  <a:pt x="544497" y="2345769"/>
                </a:lnTo>
                <a:lnTo>
                  <a:pt x="556076" y="2345769"/>
                </a:lnTo>
                <a:lnTo>
                  <a:pt x="567655" y="2345769"/>
                </a:lnTo>
                <a:lnTo>
                  <a:pt x="567655" y="2473712"/>
                </a:lnTo>
                <a:lnTo>
                  <a:pt x="555228" y="2473712"/>
                </a:lnTo>
                <a:lnTo>
                  <a:pt x="543082" y="2473712"/>
                </a:lnTo>
                <a:lnTo>
                  <a:pt x="494503" y="2381355"/>
                </a:lnTo>
                <a:lnTo>
                  <a:pt x="494503" y="2473712"/>
                </a:lnTo>
                <a:lnTo>
                  <a:pt x="482924" y="2473712"/>
                </a:lnTo>
                <a:lnTo>
                  <a:pt x="471626" y="2473712"/>
                </a:lnTo>
                <a:close/>
                <a:moveTo>
                  <a:pt x="418528" y="2345769"/>
                </a:moveTo>
                <a:lnTo>
                  <a:pt x="430955" y="2345769"/>
                </a:lnTo>
                <a:lnTo>
                  <a:pt x="443101" y="2345769"/>
                </a:lnTo>
                <a:lnTo>
                  <a:pt x="443101" y="2473712"/>
                </a:lnTo>
                <a:lnTo>
                  <a:pt x="430955" y="2473712"/>
                </a:lnTo>
                <a:lnTo>
                  <a:pt x="418528" y="2473712"/>
                </a:lnTo>
                <a:close/>
                <a:moveTo>
                  <a:pt x="268552" y="2345769"/>
                </a:moveTo>
                <a:lnTo>
                  <a:pt x="280979" y="2345769"/>
                </a:lnTo>
                <a:lnTo>
                  <a:pt x="293125" y="2345769"/>
                </a:lnTo>
                <a:lnTo>
                  <a:pt x="293125" y="2473712"/>
                </a:lnTo>
                <a:lnTo>
                  <a:pt x="280979" y="2473712"/>
                </a:lnTo>
                <a:lnTo>
                  <a:pt x="268552" y="2473712"/>
                </a:lnTo>
                <a:close/>
                <a:moveTo>
                  <a:pt x="154732" y="2345769"/>
                </a:moveTo>
                <a:lnTo>
                  <a:pt x="241441" y="2345769"/>
                </a:lnTo>
                <a:lnTo>
                  <a:pt x="241441" y="2357067"/>
                </a:lnTo>
                <a:lnTo>
                  <a:pt x="241441" y="2368364"/>
                </a:lnTo>
                <a:lnTo>
                  <a:pt x="179305" y="2368364"/>
                </a:lnTo>
                <a:lnTo>
                  <a:pt x="179305" y="2395478"/>
                </a:lnTo>
                <a:lnTo>
                  <a:pt x="236922" y="2395478"/>
                </a:lnTo>
                <a:lnTo>
                  <a:pt x="236922" y="2406494"/>
                </a:lnTo>
                <a:lnTo>
                  <a:pt x="236922" y="2417507"/>
                </a:lnTo>
                <a:lnTo>
                  <a:pt x="179305" y="2417507"/>
                </a:lnTo>
                <a:lnTo>
                  <a:pt x="179305" y="2450836"/>
                </a:lnTo>
                <a:lnTo>
                  <a:pt x="243982" y="2450836"/>
                </a:lnTo>
                <a:lnTo>
                  <a:pt x="243982" y="2462133"/>
                </a:lnTo>
                <a:lnTo>
                  <a:pt x="243982" y="2473712"/>
                </a:lnTo>
                <a:lnTo>
                  <a:pt x="154732" y="2473712"/>
                </a:lnTo>
                <a:close/>
                <a:moveTo>
                  <a:pt x="1341303" y="2345648"/>
                </a:moveTo>
                <a:lnTo>
                  <a:pt x="1365875" y="2345648"/>
                </a:lnTo>
                <a:lnTo>
                  <a:pt x="1365875" y="2426427"/>
                </a:lnTo>
                <a:cubicBezTo>
                  <a:pt x="1365401" y="2433736"/>
                  <a:pt x="1367388" y="2440995"/>
                  <a:pt x="1371524" y="2447044"/>
                </a:cubicBezTo>
                <a:cubicBezTo>
                  <a:pt x="1375948" y="2451791"/>
                  <a:pt x="1382279" y="2454282"/>
                  <a:pt x="1388752" y="2453823"/>
                </a:cubicBezTo>
                <a:cubicBezTo>
                  <a:pt x="1395308" y="2454481"/>
                  <a:pt x="1401823" y="2452207"/>
                  <a:pt x="1406547" y="2447608"/>
                </a:cubicBezTo>
                <a:cubicBezTo>
                  <a:pt x="1410505" y="2441292"/>
                  <a:pt x="1412290" y="2433852"/>
                  <a:pt x="1411629" y="2426427"/>
                </a:cubicBezTo>
                <a:lnTo>
                  <a:pt x="1411629" y="2345648"/>
                </a:lnTo>
                <a:lnTo>
                  <a:pt x="1436484" y="2345648"/>
                </a:lnTo>
                <a:lnTo>
                  <a:pt x="1436484" y="2425012"/>
                </a:lnTo>
                <a:cubicBezTo>
                  <a:pt x="1437821" y="2439145"/>
                  <a:pt x="1433788" y="2453262"/>
                  <a:pt x="1425186" y="2464554"/>
                </a:cubicBezTo>
                <a:cubicBezTo>
                  <a:pt x="1403940" y="2481141"/>
                  <a:pt x="1374131" y="2481141"/>
                  <a:pt x="1352882" y="2464554"/>
                </a:cubicBezTo>
                <a:cubicBezTo>
                  <a:pt x="1344318" y="2453449"/>
                  <a:pt x="1340191" y="2439557"/>
                  <a:pt x="1341303" y="2425579"/>
                </a:cubicBezTo>
                <a:close/>
                <a:moveTo>
                  <a:pt x="2025884" y="2345487"/>
                </a:moveTo>
                <a:lnTo>
                  <a:pt x="2121631" y="2345487"/>
                </a:lnTo>
                <a:lnTo>
                  <a:pt x="2121631" y="2357066"/>
                </a:lnTo>
                <a:lnTo>
                  <a:pt x="2121631" y="2368364"/>
                </a:lnTo>
                <a:lnTo>
                  <a:pt x="2086042" y="2368364"/>
                </a:lnTo>
                <a:lnTo>
                  <a:pt x="2086042" y="2473715"/>
                </a:lnTo>
                <a:lnTo>
                  <a:pt x="2073897" y="2473715"/>
                </a:lnTo>
                <a:lnTo>
                  <a:pt x="2061473" y="2473715"/>
                </a:lnTo>
                <a:lnTo>
                  <a:pt x="2061473" y="2368364"/>
                </a:lnTo>
                <a:lnTo>
                  <a:pt x="2025884" y="2368364"/>
                </a:lnTo>
                <a:lnTo>
                  <a:pt x="2025884" y="2357066"/>
                </a:lnTo>
                <a:close/>
                <a:moveTo>
                  <a:pt x="1457901" y="2345487"/>
                </a:moveTo>
                <a:lnTo>
                  <a:pt x="1553648" y="2345487"/>
                </a:lnTo>
                <a:lnTo>
                  <a:pt x="1553648" y="2357066"/>
                </a:lnTo>
                <a:lnTo>
                  <a:pt x="1553648" y="2368364"/>
                </a:lnTo>
                <a:lnTo>
                  <a:pt x="1518059" y="2368364"/>
                </a:lnTo>
                <a:lnTo>
                  <a:pt x="1518059" y="2473715"/>
                </a:lnTo>
                <a:lnTo>
                  <a:pt x="1505632" y="2473715"/>
                </a:lnTo>
                <a:lnTo>
                  <a:pt x="1493487" y="2473715"/>
                </a:lnTo>
                <a:lnTo>
                  <a:pt x="1493487" y="2368364"/>
                </a:lnTo>
                <a:lnTo>
                  <a:pt x="1457901" y="2368364"/>
                </a:lnTo>
                <a:lnTo>
                  <a:pt x="1457901" y="2357066"/>
                </a:lnTo>
                <a:close/>
                <a:moveTo>
                  <a:pt x="1226020" y="2345487"/>
                </a:moveTo>
                <a:lnTo>
                  <a:pt x="1321767" y="2345487"/>
                </a:lnTo>
                <a:lnTo>
                  <a:pt x="1321767" y="2357066"/>
                </a:lnTo>
                <a:lnTo>
                  <a:pt x="1321767" y="2368364"/>
                </a:lnTo>
                <a:lnTo>
                  <a:pt x="1286178" y="2368364"/>
                </a:lnTo>
                <a:lnTo>
                  <a:pt x="1286178" y="2473715"/>
                </a:lnTo>
                <a:lnTo>
                  <a:pt x="1274033" y="2473715"/>
                </a:lnTo>
                <a:lnTo>
                  <a:pt x="1261606" y="2473715"/>
                </a:lnTo>
                <a:lnTo>
                  <a:pt x="1261606" y="2368364"/>
                </a:lnTo>
                <a:lnTo>
                  <a:pt x="1226020" y="2368364"/>
                </a:lnTo>
                <a:lnTo>
                  <a:pt x="1226020" y="2357066"/>
                </a:lnTo>
                <a:close/>
                <a:moveTo>
                  <a:pt x="1067007" y="2345487"/>
                </a:moveTo>
                <a:lnTo>
                  <a:pt x="1162754" y="2345487"/>
                </a:lnTo>
                <a:lnTo>
                  <a:pt x="1162754" y="2357066"/>
                </a:lnTo>
                <a:lnTo>
                  <a:pt x="1162754" y="2368364"/>
                </a:lnTo>
                <a:lnTo>
                  <a:pt x="1127165" y="2368364"/>
                </a:lnTo>
                <a:lnTo>
                  <a:pt x="1127165" y="2473715"/>
                </a:lnTo>
                <a:lnTo>
                  <a:pt x="1115023" y="2473715"/>
                </a:lnTo>
                <a:lnTo>
                  <a:pt x="1102593" y="2473715"/>
                </a:lnTo>
                <a:lnTo>
                  <a:pt x="1102593" y="2368364"/>
                </a:lnTo>
                <a:lnTo>
                  <a:pt x="1067007" y="2368364"/>
                </a:lnTo>
                <a:lnTo>
                  <a:pt x="1067007" y="2357066"/>
                </a:lnTo>
                <a:close/>
                <a:moveTo>
                  <a:pt x="29659" y="2345085"/>
                </a:moveTo>
                <a:lnTo>
                  <a:pt x="86147" y="2345085"/>
                </a:lnTo>
                <a:cubicBezTo>
                  <a:pt x="95861" y="2344629"/>
                  <a:pt x="105403" y="2347745"/>
                  <a:pt x="112980" y="2353839"/>
                </a:cubicBezTo>
                <a:cubicBezTo>
                  <a:pt x="119503" y="2359959"/>
                  <a:pt x="123014" y="2368632"/>
                  <a:pt x="122581" y="2377564"/>
                </a:cubicBezTo>
                <a:cubicBezTo>
                  <a:pt x="123207" y="2386993"/>
                  <a:pt x="119070" y="2396111"/>
                  <a:pt x="111565" y="2401855"/>
                </a:cubicBezTo>
                <a:lnTo>
                  <a:pt x="107613" y="2404396"/>
                </a:lnTo>
                <a:cubicBezTo>
                  <a:pt x="110272" y="2405401"/>
                  <a:pt x="112754" y="2406833"/>
                  <a:pt x="114957" y="2408633"/>
                </a:cubicBezTo>
                <a:cubicBezTo>
                  <a:pt x="122652" y="2414371"/>
                  <a:pt x="126910" y="2423626"/>
                  <a:pt x="126255" y="2433206"/>
                </a:cubicBezTo>
                <a:cubicBezTo>
                  <a:pt x="127219" y="2444824"/>
                  <a:pt x="122857" y="2456255"/>
                  <a:pt x="114391" y="2464273"/>
                </a:cubicBezTo>
                <a:cubicBezTo>
                  <a:pt x="105243" y="2471885"/>
                  <a:pt x="93492" y="2475633"/>
                  <a:pt x="81628" y="2474723"/>
                </a:cubicBezTo>
                <a:lnTo>
                  <a:pt x="29659" y="2474723"/>
                </a:lnTo>
                <a:close/>
                <a:moveTo>
                  <a:pt x="364065" y="2345084"/>
                </a:moveTo>
                <a:lnTo>
                  <a:pt x="388638" y="2345084"/>
                </a:lnTo>
                <a:lnTo>
                  <a:pt x="388638" y="2436030"/>
                </a:lnTo>
                <a:cubicBezTo>
                  <a:pt x="389074" y="2446311"/>
                  <a:pt x="385649" y="2456386"/>
                  <a:pt x="379034" y="2464274"/>
                </a:cubicBezTo>
                <a:cubicBezTo>
                  <a:pt x="371378" y="2471307"/>
                  <a:pt x="361162" y="2474884"/>
                  <a:pt x="350790" y="2474157"/>
                </a:cubicBezTo>
                <a:cubicBezTo>
                  <a:pt x="340222" y="2474762"/>
                  <a:pt x="329915" y="2470744"/>
                  <a:pt x="322546" y="2463141"/>
                </a:cubicBezTo>
                <a:cubicBezTo>
                  <a:pt x="315643" y="2453276"/>
                  <a:pt x="312625" y="2441205"/>
                  <a:pt x="314075" y="2429249"/>
                </a:cubicBezTo>
                <a:lnTo>
                  <a:pt x="314075" y="2421625"/>
                </a:lnTo>
                <a:lnTo>
                  <a:pt x="337515" y="2421625"/>
                </a:lnTo>
                <a:lnTo>
                  <a:pt x="337515" y="2429252"/>
                </a:lnTo>
                <a:cubicBezTo>
                  <a:pt x="336895" y="2435173"/>
                  <a:pt x="337971" y="2441148"/>
                  <a:pt x="340622" y="2446480"/>
                </a:cubicBezTo>
                <a:cubicBezTo>
                  <a:pt x="342897" y="2450332"/>
                  <a:pt x="347184" y="2452529"/>
                  <a:pt x="351638" y="2452128"/>
                </a:cubicBezTo>
                <a:cubicBezTo>
                  <a:pt x="355546" y="2452493"/>
                  <a:pt x="359401" y="2451034"/>
                  <a:pt x="362087" y="2448173"/>
                </a:cubicBezTo>
                <a:cubicBezTo>
                  <a:pt x="364578" y="2444116"/>
                  <a:pt x="365669" y="2439354"/>
                  <a:pt x="365195" y="2434616"/>
                </a:cubicBezTo>
                <a:close/>
                <a:moveTo>
                  <a:pt x="2923357" y="2342204"/>
                </a:moveTo>
                <a:cubicBezTo>
                  <a:pt x="2937806" y="2341728"/>
                  <a:pt x="2952436" y="2346765"/>
                  <a:pt x="2963824" y="2357426"/>
                </a:cubicBezTo>
                <a:cubicBezTo>
                  <a:pt x="2964728" y="2358271"/>
                  <a:pt x="2965606" y="2359149"/>
                  <a:pt x="2966454" y="2360053"/>
                </a:cubicBezTo>
                <a:cubicBezTo>
                  <a:pt x="2977244" y="2374414"/>
                  <a:pt x="2982644" y="2392110"/>
                  <a:pt x="2981704" y="2410047"/>
                </a:cubicBezTo>
                <a:cubicBezTo>
                  <a:pt x="2982653" y="2427547"/>
                  <a:pt x="2977235" y="2444805"/>
                  <a:pt x="2966454" y="2458626"/>
                </a:cubicBezTo>
                <a:cubicBezTo>
                  <a:pt x="2945131" y="2481399"/>
                  <a:pt x="2909385" y="2482576"/>
                  <a:pt x="2886609" y="2461253"/>
                </a:cubicBezTo>
                <a:cubicBezTo>
                  <a:pt x="2885704" y="2460408"/>
                  <a:pt x="2884827" y="2459530"/>
                  <a:pt x="2883979" y="2458626"/>
                </a:cubicBezTo>
                <a:cubicBezTo>
                  <a:pt x="2873197" y="2444805"/>
                  <a:pt x="2867780" y="2427547"/>
                  <a:pt x="2868728" y="2410047"/>
                </a:cubicBezTo>
                <a:cubicBezTo>
                  <a:pt x="2867788" y="2392110"/>
                  <a:pt x="2873188" y="2374414"/>
                  <a:pt x="2883979" y="2360053"/>
                </a:cubicBezTo>
                <a:cubicBezTo>
                  <a:pt x="2894640" y="2348667"/>
                  <a:pt x="2908908" y="2342679"/>
                  <a:pt x="2923357" y="2342204"/>
                </a:cubicBezTo>
                <a:close/>
                <a:moveTo>
                  <a:pt x="2682437" y="2342204"/>
                </a:moveTo>
                <a:cubicBezTo>
                  <a:pt x="2696885" y="2341728"/>
                  <a:pt x="2711516" y="2346765"/>
                  <a:pt x="2722904" y="2357426"/>
                </a:cubicBezTo>
                <a:cubicBezTo>
                  <a:pt x="2723808" y="2358271"/>
                  <a:pt x="2724686" y="2359149"/>
                  <a:pt x="2725534" y="2360053"/>
                </a:cubicBezTo>
                <a:cubicBezTo>
                  <a:pt x="2736324" y="2374414"/>
                  <a:pt x="2741724" y="2392110"/>
                  <a:pt x="2740784" y="2410047"/>
                </a:cubicBezTo>
                <a:cubicBezTo>
                  <a:pt x="2741733" y="2427547"/>
                  <a:pt x="2736315" y="2444805"/>
                  <a:pt x="2725534" y="2458626"/>
                </a:cubicBezTo>
                <a:cubicBezTo>
                  <a:pt x="2704211" y="2481399"/>
                  <a:pt x="2668465" y="2482576"/>
                  <a:pt x="2645689" y="2461253"/>
                </a:cubicBezTo>
                <a:cubicBezTo>
                  <a:pt x="2644784" y="2460408"/>
                  <a:pt x="2643907" y="2459530"/>
                  <a:pt x="2643059" y="2458626"/>
                </a:cubicBezTo>
                <a:cubicBezTo>
                  <a:pt x="2632277" y="2444805"/>
                  <a:pt x="2626860" y="2427547"/>
                  <a:pt x="2627808" y="2410047"/>
                </a:cubicBezTo>
                <a:cubicBezTo>
                  <a:pt x="2626868" y="2392110"/>
                  <a:pt x="2632268" y="2374414"/>
                  <a:pt x="2643059" y="2360053"/>
                </a:cubicBezTo>
                <a:cubicBezTo>
                  <a:pt x="2653720" y="2348667"/>
                  <a:pt x="2667988" y="2342679"/>
                  <a:pt x="2682437" y="2342204"/>
                </a:cubicBezTo>
                <a:close/>
                <a:moveTo>
                  <a:pt x="1791842" y="2342059"/>
                </a:moveTo>
                <a:cubicBezTo>
                  <a:pt x="1806288" y="2341531"/>
                  <a:pt x="1820937" y="2346513"/>
                  <a:pt x="1832363" y="2357132"/>
                </a:cubicBezTo>
                <a:cubicBezTo>
                  <a:pt x="1833374" y="2358069"/>
                  <a:pt x="1834347" y="2359044"/>
                  <a:pt x="1835287" y="2360053"/>
                </a:cubicBezTo>
                <a:cubicBezTo>
                  <a:pt x="1846077" y="2374413"/>
                  <a:pt x="1851477" y="2392107"/>
                  <a:pt x="1850537" y="2410046"/>
                </a:cubicBezTo>
                <a:cubicBezTo>
                  <a:pt x="1851486" y="2427547"/>
                  <a:pt x="1846068" y="2444805"/>
                  <a:pt x="1835287" y="2458625"/>
                </a:cubicBezTo>
                <a:cubicBezTo>
                  <a:pt x="1814047" y="2481475"/>
                  <a:pt x="1778307" y="2482783"/>
                  <a:pt x="1755453" y="2461546"/>
                </a:cubicBezTo>
                <a:cubicBezTo>
                  <a:pt x="1754442" y="2460609"/>
                  <a:pt x="1753470" y="2459634"/>
                  <a:pt x="1752530" y="2458625"/>
                </a:cubicBezTo>
                <a:cubicBezTo>
                  <a:pt x="1741748" y="2444805"/>
                  <a:pt x="1736331" y="2427547"/>
                  <a:pt x="1737279" y="2410046"/>
                </a:cubicBezTo>
                <a:cubicBezTo>
                  <a:pt x="1736339" y="2392107"/>
                  <a:pt x="1741739" y="2374413"/>
                  <a:pt x="1752530" y="2360053"/>
                </a:cubicBezTo>
                <a:cubicBezTo>
                  <a:pt x="1763150" y="2348627"/>
                  <a:pt x="1777395" y="2342588"/>
                  <a:pt x="1791842" y="2342059"/>
                </a:cubicBezTo>
                <a:close/>
                <a:moveTo>
                  <a:pt x="644794" y="2341922"/>
                </a:moveTo>
                <a:cubicBezTo>
                  <a:pt x="658672" y="2340711"/>
                  <a:pt x="672979" y="2344414"/>
                  <a:pt x="684917" y="2353274"/>
                </a:cubicBezTo>
                <a:cubicBezTo>
                  <a:pt x="694278" y="2361292"/>
                  <a:pt x="700152" y="2372634"/>
                  <a:pt x="701297" y="2384907"/>
                </a:cubicBezTo>
                <a:lnTo>
                  <a:pt x="676727" y="2384907"/>
                </a:lnTo>
                <a:cubicBezTo>
                  <a:pt x="675787" y="2379075"/>
                  <a:pt x="672655" y="2373820"/>
                  <a:pt x="667970" y="2370221"/>
                </a:cubicBezTo>
                <a:cubicBezTo>
                  <a:pt x="663258" y="2366170"/>
                  <a:pt x="657239" y="2363961"/>
                  <a:pt x="651024" y="2364008"/>
                </a:cubicBezTo>
                <a:cubicBezTo>
                  <a:pt x="641197" y="2363549"/>
                  <a:pt x="631779" y="2367991"/>
                  <a:pt x="625887" y="2375869"/>
                </a:cubicBezTo>
                <a:cubicBezTo>
                  <a:pt x="619411" y="2385844"/>
                  <a:pt x="616247" y="2397605"/>
                  <a:pt x="616846" y="2409480"/>
                </a:cubicBezTo>
                <a:cubicBezTo>
                  <a:pt x="616001" y="2421163"/>
                  <a:pt x="619082" y="2432796"/>
                  <a:pt x="625603" y="2442528"/>
                </a:cubicBezTo>
                <a:cubicBezTo>
                  <a:pt x="631613" y="2450386"/>
                  <a:pt x="641150" y="2454727"/>
                  <a:pt x="651024" y="2454107"/>
                </a:cubicBezTo>
                <a:cubicBezTo>
                  <a:pt x="660038" y="2454389"/>
                  <a:pt x="668531" y="2449876"/>
                  <a:pt x="673337" y="2442243"/>
                </a:cubicBezTo>
                <a:cubicBezTo>
                  <a:pt x="676460" y="2437416"/>
                  <a:pt x="678663" y="2432055"/>
                  <a:pt x="679834" y="2426427"/>
                </a:cubicBezTo>
                <a:lnTo>
                  <a:pt x="651587" y="2426427"/>
                </a:lnTo>
                <a:lnTo>
                  <a:pt x="651587" y="2404395"/>
                </a:lnTo>
                <a:lnTo>
                  <a:pt x="701015" y="2404395"/>
                </a:lnTo>
                <a:lnTo>
                  <a:pt x="701015" y="2473310"/>
                </a:lnTo>
                <a:lnTo>
                  <a:pt x="684635" y="2473310"/>
                </a:lnTo>
                <a:lnTo>
                  <a:pt x="682091" y="2456930"/>
                </a:lnTo>
                <a:lnTo>
                  <a:pt x="680679" y="2458908"/>
                </a:lnTo>
                <a:cubicBezTo>
                  <a:pt x="673474" y="2470467"/>
                  <a:pt x="660685" y="2477343"/>
                  <a:pt x="647068" y="2476984"/>
                </a:cubicBezTo>
                <a:lnTo>
                  <a:pt x="647353" y="2476699"/>
                </a:lnTo>
                <a:cubicBezTo>
                  <a:pt x="631696" y="2477464"/>
                  <a:pt x="616603" y="2470757"/>
                  <a:pt x="606682" y="2458623"/>
                </a:cubicBezTo>
                <a:cubicBezTo>
                  <a:pt x="595855" y="2444716"/>
                  <a:pt x="590435" y="2427358"/>
                  <a:pt x="591428" y="2409762"/>
                </a:cubicBezTo>
                <a:cubicBezTo>
                  <a:pt x="590568" y="2391831"/>
                  <a:pt x="596182" y="2374191"/>
                  <a:pt x="607245" y="2360053"/>
                </a:cubicBezTo>
                <a:cubicBezTo>
                  <a:pt x="617468" y="2349258"/>
                  <a:pt x="630916" y="2343133"/>
                  <a:pt x="644794" y="2341922"/>
                </a:cubicBezTo>
                <a:close/>
                <a:moveTo>
                  <a:pt x="3055545" y="2341892"/>
                </a:moveTo>
                <a:cubicBezTo>
                  <a:pt x="3069471" y="2340681"/>
                  <a:pt x="3083824" y="2344394"/>
                  <a:pt x="3095808" y="2353275"/>
                </a:cubicBezTo>
                <a:cubicBezTo>
                  <a:pt x="3105185" y="2361242"/>
                  <a:pt x="3110984" y="2372635"/>
                  <a:pt x="3111907" y="2384908"/>
                </a:cubicBezTo>
                <a:lnTo>
                  <a:pt x="3087334" y="2384908"/>
                </a:lnTo>
                <a:cubicBezTo>
                  <a:pt x="3086646" y="2379058"/>
                  <a:pt x="3083583" y="2373747"/>
                  <a:pt x="3078862" y="2370221"/>
                </a:cubicBezTo>
                <a:cubicBezTo>
                  <a:pt x="3073970" y="2366292"/>
                  <a:pt x="3067906" y="2364107"/>
                  <a:pt x="3061634" y="2364006"/>
                </a:cubicBezTo>
                <a:cubicBezTo>
                  <a:pt x="3051852" y="2363380"/>
                  <a:pt x="3042443" y="2367870"/>
                  <a:pt x="3036780" y="2375870"/>
                </a:cubicBezTo>
                <a:cubicBezTo>
                  <a:pt x="3024753" y="2396460"/>
                  <a:pt x="3024753" y="2421935"/>
                  <a:pt x="3036780" y="2442525"/>
                </a:cubicBezTo>
                <a:cubicBezTo>
                  <a:pt x="3042882" y="2450267"/>
                  <a:pt x="3052350" y="2454579"/>
                  <a:pt x="3062198" y="2454104"/>
                </a:cubicBezTo>
                <a:cubicBezTo>
                  <a:pt x="3071212" y="2454389"/>
                  <a:pt x="3079704" y="2449876"/>
                  <a:pt x="3084511" y="2442243"/>
                </a:cubicBezTo>
                <a:cubicBezTo>
                  <a:pt x="3087515" y="2437357"/>
                  <a:pt x="3089709" y="2432013"/>
                  <a:pt x="3091005" y="2426427"/>
                </a:cubicBezTo>
                <a:lnTo>
                  <a:pt x="3062761" y="2426427"/>
                </a:lnTo>
                <a:lnTo>
                  <a:pt x="3062761" y="2404395"/>
                </a:lnTo>
                <a:lnTo>
                  <a:pt x="3111907" y="2404395"/>
                </a:lnTo>
                <a:lnTo>
                  <a:pt x="3111907" y="2473310"/>
                </a:lnTo>
                <a:lnTo>
                  <a:pt x="3095524" y="2473310"/>
                </a:lnTo>
                <a:lnTo>
                  <a:pt x="3093264" y="2456927"/>
                </a:lnTo>
                <a:lnTo>
                  <a:pt x="3091853" y="2458905"/>
                </a:lnTo>
                <a:cubicBezTo>
                  <a:pt x="3084514" y="2470467"/>
                  <a:pt x="3071648" y="2477328"/>
                  <a:pt x="3057960" y="2476981"/>
                </a:cubicBezTo>
                <a:lnTo>
                  <a:pt x="3058808" y="2476699"/>
                </a:lnTo>
                <a:cubicBezTo>
                  <a:pt x="3043087" y="2477375"/>
                  <a:pt x="3027949" y="2470695"/>
                  <a:pt x="3017853" y="2458623"/>
                </a:cubicBezTo>
                <a:cubicBezTo>
                  <a:pt x="2997523" y="2428912"/>
                  <a:pt x="2997523" y="2389765"/>
                  <a:pt x="3017853" y="2360053"/>
                </a:cubicBezTo>
                <a:cubicBezTo>
                  <a:pt x="3028123" y="2349238"/>
                  <a:pt x="3041620" y="2343103"/>
                  <a:pt x="3055545" y="2341892"/>
                </a:cubicBezTo>
                <a:close/>
                <a:moveTo>
                  <a:pt x="2306675" y="2341692"/>
                </a:moveTo>
                <a:cubicBezTo>
                  <a:pt x="2333249" y="2340566"/>
                  <a:pt x="2355847" y="2360901"/>
                  <a:pt x="2357514" y="2387449"/>
                </a:cubicBezTo>
                <a:lnTo>
                  <a:pt x="2332941" y="2387449"/>
                </a:lnTo>
                <a:cubicBezTo>
                  <a:pt x="2332514" y="2381112"/>
                  <a:pt x="2329563" y="2375211"/>
                  <a:pt x="2324751" y="2371066"/>
                </a:cubicBezTo>
                <a:cubicBezTo>
                  <a:pt x="2319820" y="2366817"/>
                  <a:pt x="2313459" y="2364596"/>
                  <a:pt x="2306956" y="2364854"/>
                </a:cubicBezTo>
                <a:cubicBezTo>
                  <a:pt x="2298167" y="2364578"/>
                  <a:pt x="2289933" y="2369130"/>
                  <a:pt x="2285491" y="2376718"/>
                </a:cubicBezTo>
                <a:cubicBezTo>
                  <a:pt x="2279641" y="2386705"/>
                  <a:pt x="2276889" y="2398207"/>
                  <a:pt x="2277583" y="2409762"/>
                </a:cubicBezTo>
                <a:cubicBezTo>
                  <a:pt x="2276939" y="2421045"/>
                  <a:pt x="2279694" y="2432260"/>
                  <a:pt x="2285491" y="2441962"/>
                </a:cubicBezTo>
                <a:cubicBezTo>
                  <a:pt x="2290049" y="2449393"/>
                  <a:pt x="2298242" y="2453814"/>
                  <a:pt x="2306956" y="2453541"/>
                </a:cubicBezTo>
                <a:cubicBezTo>
                  <a:pt x="2313551" y="2453734"/>
                  <a:pt x="2319953" y="2451293"/>
                  <a:pt x="2324751" y="2446762"/>
                </a:cubicBezTo>
                <a:cubicBezTo>
                  <a:pt x="2329640" y="2441855"/>
                  <a:pt x="2332552" y="2435323"/>
                  <a:pt x="2332941" y="2428405"/>
                </a:cubicBezTo>
                <a:lnTo>
                  <a:pt x="2357514" y="2428402"/>
                </a:lnTo>
                <a:cubicBezTo>
                  <a:pt x="2356710" y="2441701"/>
                  <a:pt x="2351085" y="2454253"/>
                  <a:pt x="2341697" y="2463706"/>
                </a:cubicBezTo>
                <a:cubicBezTo>
                  <a:pt x="2332205" y="2472507"/>
                  <a:pt x="2319609" y="2477180"/>
                  <a:pt x="2306675" y="2476699"/>
                </a:cubicBezTo>
                <a:cubicBezTo>
                  <a:pt x="2291365" y="2477328"/>
                  <a:pt x="2276675" y="2470612"/>
                  <a:pt x="2267133" y="2458623"/>
                </a:cubicBezTo>
                <a:cubicBezTo>
                  <a:pt x="2256731" y="2444527"/>
                  <a:pt x="2251539" y="2427257"/>
                  <a:pt x="2252447" y="2409759"/>
                </a:cubicBezTo>
                <a:cubicBezTo>
                  <a:pt x="2251598" y="2392009"/>
                  <a:pt x="2256773" y="2374491"/>
                  <a:pt x="2267133" y="2360050"/>
                </a:cubicBezTo>
                <a:cubicBezTo>
                  <a:pt x="2276646" y="2347994"/>
                  <a:pt x="2291327" y="2341177"/>
                  <a:pt x="2306675" y="2341692"/>
                </a:cubicBezTo>
                <a:close/>
                <a:moveTo>
                  <a:pt x="1002095" y="2341132"/>
                </a:moveTo>
                <a:cubicBezTo>
                  <a:pt x="1013869" y="2340690"/>
                  <a:pt x="1025374" y="2344729"/>
                  <a:pt x="1034294" y="2352430"/>
                </a:cubicBezTo>
                <a:cubicBezTo>
                  <a:pt x="1042620" y="2360465"/>
                  <a:pt x="1047569" y="2371374"/>
                  <a:pt x="1048133" y="2382930"/>
                </a:cubicBezTo>
                <a:lnTo>
                  <a:pt x="1024123" y="2383496"/>
                </a:lnTo>
                <a:cubicBezTo>
                  <a:pt x="1023806" y="2377877"/>
                  <a:pt x="1021143" y="2372650"/>
                  <a:pt x="1016781" y="2369091"/>
                </a:cubicBezTo>
                <a:cubicBezTo>
                  <a:pt x="1011702" y="2365408"/>
                  <a:pt x="1005540" y="2363520"/>
                  <a:pt x="999269" y="2363724"/>
                </a:cubicBezTo>
                <a:cubicBezTo>
                  <a:pt x="993982" y="2363339"/>
                  <a:pt x="988739" y="2364952"/>
                  <a:pt x="984582" y="2368243"/>
                </a:cubicBezTo>
                <a:cubicBezTo>
                  <a:pt x="980917" y="2371294"/>
                  <a:pt x="978924" y="2375911"/>
                  <a:pt x="979218" y="2380670"/>
                </a:cubicBezTo>
                <a:cubicBezTo>
                  <a:pt x="979245" y="2384507"/>
                  <a:pt x="981427" y="2388003"/>
                  <a:pt x="984867" y="2389709"/>
                </a:cubicBezTo>
                <a:cubicBezTo>
                  <a:pt x="992294" y="2392997"/>
                  <a:pt x="1000060" y="2395461"/>
                  <a:pt x="1008025" y="2397053"/>
                </a:cubicBezTo>
                <a:cubicBezTo>
                  <a:pt x="1020366" y="2399188"/>
                  <a:pt x="1032055" y="2404114"/>
                  <a:pt x="1042199" y="2411458"/>
                </a:cubicBezTo>
                <a:cubicBezTo>
                  <a:pt x="1048681" y="2418480"/>
                  <a:pt x="1051863" y="2427930"/>
                  <a:pt x="1050955" y="2437443"/>
                </a:cubicBezTo>
                <a:cubicBezTo>
                  <a:pt x="1051270" y="2448370"/>
                  <a:pt x="1046463" y="2458816"/>
                  <a:pt x="1037965" y="2465687"/>
                </a:cubicBezTo>
                <a:cubicBezTo>
                  <a:pt x="1027753" y="2473138"/>
                  <a:pt x="1015281" y="2476830"/>
                  <a:pt x="1002661" y="2476136"/>
                </a:cubicBezTo>
                <a:cubicBezTo>
                  <a:pt x="989976" y="2476931"/>
                  <a:pt x="977465" y="2472895"/>
                  <a:pt x="967639" y="2464839"/>
                </a:cubicBezTo>
                <a:cubicBezTo>
                  <a:pt x="958891" y="2456539"/>
                  <a:pt x="953981" y="2444980"/>
                  <a:pt x="954082" y="2432924"/>
                </a:cubicBezTo>
                <a:lnTo>
                  <a:pt x="977803" y="2432924"/>
                </a:lnTo>
                <a:cubicBezTo>
                  <a:pt x="977723" y="2438917"/>
                  <a:pt x="980187" y="2444663"/>
                  <a:pt x="984582" y="2448740"/>
                </a:cubicBezTo>
                <a:cubicBezTo>
                  <a:pt x="989816" y="2452545"/>
                  <a:pt x="996197" y="2454440"/>
                  <a:pt x="1002661" y="2454104"/>
                </a:cubicBezTo>
                <a:cubicBezTo>
                  <a:pt x="1009054" y="2454413"/>
                  <a:pt x="1015405" y="2452945"/>
                  <a:pt x="1021019" y="2449870"/>
                </a:cubicBezTo>
                <a:cubicBezTo>
                  <a:pt x="1025096" y="2447584"/>
                  <a:pt x="1027590" y="2443246"/>
                  <a:pt x="1027515" y="2438573"/>
                </a:cubicBezTo>
                <a:cubicBezTo>
                  <a:pt x="1027925" y="2434398"/>
                  <a:pt x="1026098" y="2430317"/>
                  <a:pt x="1022712" y="2427838"/>
                </a:cubicBezTo>
                <a:cubicBezTo>
                  <a:pt x="1016541" y="2424446"/>
                  <a:pt x="1009866" y="2422062"/>
                  <a:pt x="1002943" y="2420778"/>
                </a:cubicBezTo>
                <a:cubicBezTo>
                  <a:pt x="989558" y="2418462"/>
                  <a:pt x="976780" y="2413466"/>
                  <a:pt x="965376" y="2406091"/>
                </a:cubicBezTo>
                <a:cubicBezTo>
                  <a:pt x="958696" y="2399861"/>
                  <a:pt x="955256" y="2390901"/>
                  <a:pt x="956056" y="2381803"/>
                </a:cubicBezTo>
                <a:cubicBezTo>
                  <a:pt x="955585" y="2370562"/>
                  <a:pt x="960140" y="2359691"/>
                  <a:pt x="968484" y="2352148"/>
                </a:cubicBezTo>
                <a:cubicBezTo>
                  <a:pt x="977904" y="2344382"/>
                  <a:pt x="989905" y="2340450"/>
                  <a:pt x="1002095" y="2341132"/>
                </a:cubicBezTo>
                <a:close/>
                <a:moveTo>
                  <a:pt x="670511" y="2134384"/>
                </a:moveTo>
                <a:cubicBezTo>
                  <a:pt x="682656" y="2134384"/>
                  <a:pt x="683504" y="2155568"/>
                  <a:pt x="687457" y="2155568"/>
                </a:cubicBezTo>
                <a:cubicBezTo>
                  <a:pt x="693776" y="2155034"/>
                  <a:pt x="699970" y="2153507"/>
                  <a:pt x="705818" y="2151049"/>
                </a:cubicBezTo>
                <a:cubicBezTo>
                  <a:pt x="707511" y="2151049"/>
                  <a:pt x="723327" y="2151049"/>
                  <a:pt x="726717" y="2151049"/>
                </a:cubicBezTo>
                <a:cubicBezTo>
                  <a:pt x="730106" y="2151049"/>
                  <a:pt x="734061" y="2151894"/>
                  <a:pt x="734061" y="2154438"/>
                </a:cubicBezTo>
                <a:cubicBezTo>
                  <a:pt x="734672" y="2158563"/>
                  <a:pt x="734082" y="2162779"/>
                  <a:pt x="732365" y="2166581"/>
                </a:cubicBezTo>
                <a:cubicBezTo>
                  <a:pt x="732605" y="2171094"/>
                  <a:pt x="731932" y="2175610"/>
                  <a:pt x="730387" y="2179856"/>
                </a:cubicBezTo>
                <a:lnTo>
                  <a:pt x="730387" y="2179574"/>
                </a:lnTo>
                <a:cubicBezTo>
                  <a:pt x="727022" y="2182714"/>
                  <a:pt x="723906" y="2186113"/>
                  <a:pt x="721068" y="2189742"/>
                </a:cubicBezTo>
                <a:cubicBezTo>
                  <a:pt x="719938" y="2191720"/>
                  <a:pt x="713160" y="2193413"/>
                  <a:pt x="711748" y="2196521"/>
                </a:cubicBezTo>
                <a:cubicBezTo>
                  <a:pt x="708641" y="2204429"/>
                  <a:pt x="709770" y="2210078"/>
                  <a:pt x="704970" y="2215445"/>
                </a:cubicBezTo>
                <a:cubicBezTo>
                  <a:pt x="701150" y="2219335"/>
                  <a:pt x="696652" y="2222493"/>
                  <a:pt x="691694" y="2224765"/>
                </a:cubicBezTo>
                <a:cubicBezTo>
                  <a:pt x="686045" y="2228154"/>
                  <a:pt x="679830" y="2225331"/>
                  <a:pt x="676441" y="2226176"/>
                </a:cubicBezTo>
                <a:cubicBezTo>
                  <a:pt x="673055" y="2227024"/>
                  <a:pt x="662039" y="2234366"/>
                  <a:pt x="656106" y="2234366"/>
                </a:cubicBezTo>
                <a:cubicBezTo>
                  <a:pt x="643678" y="2234366"/>
                  <a:pt x="631817" y="2229002"/>
                  <a:pt x="631817" y="2214597"/>
                </a:cubicBezTo>
                <a:cubicBezTo>
                  <a:pt x="631817" y="2211207"/>
                  <a:pt x="634359" y="2202733"/>
                  <a:pt x="634359" y="2199344"/>
                </a:cubicBezTo>
                <a:cubicBezTo>
                  <a:pt x="634359" y="2195954"/>
                  <a:pt x="630688" y="2190872"/>
                  <a:pt x="630688" y="2187483"/>
                </a:cubicBezTo>
                <a:cubicBezTo>
                  <a:pt x="630688" y="2184093"/>
                  <a:pt x="638033" y="2177596"/>
                  <a:pt x="638033" y="2173644"/>
                </a:cubicBezTo>
                <a:cubicBezTo>
                  <a:pt x="639993" y="2161033"/>
                  <a:pt x="646652" y="2149631"/>
                  <a:pt x="656672" y="2141726"/>
                </a:cubicBezTo>
                <a:cubicBezTo>
                  <a:pt x="661191" y="2139185"/>
                  <a:pt x="667121" y="2134384"/>
                  <a:pt x="670511" y="2134384"/>
                </a:cubicBezTo>
                <a:close/>
                <a:moveTo>
                  <a:pt x="898439" y="2093432"/>
                </a:moveTo>
                <a:cubicBezTo>
                  <a:pt x="902958" y="2092584"/>
                  <a:pt x="905218" y="2096539"/>
                  <a:pt x="912278" y="2096539"/>
                </a:cubicBezTo>
                <a:cubicBezTo>
                  <a:pt x="914538" y="2096257"/>
                  <a:pt x="922728" y="2103599"/>
                  <a:pt x="926117" y="2103599"/>
                </a:cubicBezTo>
                <a:cubicBezTo>
                  <a:pt x="930692" y="2104433"/>
                  <a:pt x="935380" y="2104433"/>
                  <a:pt x="939959" y="2103599"/>
                </a:cubicBezTo>
                <a:cubicBezTo>
                  <a:pt x="943911" y="2103036"/>
                  <a:pt x="950408" y="2107837"/>
                  <a:pt x="953513" y="2107837"/>
                </a:cubicBezTo>
                <a:cubicBezTo>
                  <a:pt x="957412" y="2107570"/>
                  <a:pt x="961285" y="2107003"/>
                  <a:pt x="965095" y="2106144"/>
                </a:cubicBezTo>
                <a:cubicBezTo>
                  <a:pt x="972437" y="2104729"/>
                  <a:pt x="987972" y="2123653"/>
                  <a:pt x="993339" y="2130713"/>
                </a:cubicBezTo>
                <a:lnTo>
                  <a:pt x="993054" y="2132410"/>
                </a:lnTo>
                <a:cubicBezTo>
                  <a:pt x="995839" y="2135746"/>
                  <a:pt x="998297" y="2139339"/>
                  <a:pt x="1000399" y="2143141"/>
                </a:cubicBezTo>
                <a:cubicBezTo>
                  <a:pt x="1001366" y="2147799"/>
                  <a:pt x="1001366" y="2152606"/>
                  <a:pt x="1000399" y="2157264"/>
                </a:cubicBezTo>
                <a:cubicBezTo>
                  <a:pt x="997858" y="2164606"/>
                  <a:pt x="993621" y="2166866"/>
                  <a:pt x="990513" y="2170255"/>
                </a:cubicBezTo>
                <a:cubicBezTo>
                  <a:pt x="987408" y="2173644"/>
                  <a:pt x="986276" y="2181834"/>
                  <a:pt x="982886" y="2186071"/>
                </a:cubicBezTo>
                <a:cubicBezTo>
                  <a:pt x="980132" y="2189852"/>
                  <a:pt x="977009" y="2193354"/>
                  <a:pt x="973567" y="2196521"/>
                </a:cubicBezTo>
                <a:cubicBezTo>
                  <a:pt x="968991" y="2199860"/>
                  <a:pt x="963648" y="2201995"/>
                  <a:pt x="958032" y="2202736"/>
                </a:cubicBezTo>
                <a:cubicBezTo>
                  <a:pt x="954079" y="2202736"/>
                  <a:pt x="951256" y="2201040"/>
                  <a:pt x="944759" y="2202736"/>
                </a:cubicBezTo>
                <a:cubicBezTo>
                  <a:pt x="938262" y="2204429"/>
                  <a:pt x="935155" y="2209233"/>
                  <a:pt x="930636" y="2209233"/>
                </a:cubicBezTo>
                <a:cubicBezTo>
                  <a:pt x="926117" y="2209233"/>
                  <a:pt x="919623" y="2201325"/>
                  <a:pt x="919623" y="2197651"/>
                </a:cubicBezTo>
                <a:cubicBezTo>
                  <a:pt x="919623" y="2193980"/>
                  <a:pt x="921598" y="2186920"/>
                  <a:pt x="919620" y="2182401"/>
                </a:cubicBezTo>
                <a:cubicBezTo>
                  <a:pt x="915454" y="2175658"/>
                  <a:pt x="911682" y="2168680"/>
                  <a:pt x="908322" y="2161499"/>
                </a:cubicBezTo>
                <a:cubicBezTo>
                  <a:pt x="908041" y="2153309"/>
                  <a:pt x="899287" y="2149071"/>
                  <a:pt x="899287" y="2143707"/>
                </a:cubicBezTo>
                <a:cubicBezTo>
                  <a:pt x="899355" y="2136659"/>
                  <a:pt x="897502" y="2129723"/>
                  <a:pt x="893920" y="2123653"/>
                </a:cubicBezTo>
                <a:cubicBezTo>
                  <a:pt x="892272" y="2119772"/>
                  <a:pt x="892272" y="2115389"/>
                  <a:pt x="893920" y="2111508"/>
                </a:cubicBezTo>
                <a:cubicBezTo>
                  <a:pt x="896743" y="2107555"/>
                  <a:pt x="893920" y="2094280"/>
                  <a:pt x="898439" y="2093432"/>
                </a:cubicBezTo>
                <a:close/>
                <a:moveTo>
                  <a:pt x="850990" y="1995425"/>
                </a:moveTo>
                <a:cubicBezTo>
                  <a:pt x="846664" y="1995268"/>
                  <a:pt x="842349" y="1995938"/>
                  <a:pt x="838278" y="1997403"/>
                </a:cubicBezTo>
                <a:cubicBezTo>
                  <a:pt x="833477" y="2001640"/>
                  <a:pt x="828676" y="1998814"/>
                  <a:pt x="825287" y="2001637"/>
                </a:cubicBezTo>
                <a:cubicBezTo>
                  <a:pt x="822292" y="2004012"/>
                  <a:pt x="819075" y="2006094"/>
                  <a:pt x="815683" y="2007852"/>
                </a:cubicBezTo>
                <a:cubicBezTo>
                  <a:pt x="806977" y="2010847"/>
                  <a:pt x="798484" y="2014435"/>
                  <a:pt x="790265" y="2018583"/>
                </a:cubicBezTo>
                <a:cubicBezTo>
                  <a:pt x="785479" y="2021133"/>
                  <a:pt x="782531" y="2026157"/>
                  <a:pt x="782638" y="2031577"/>
                </a:cubicBezTo>
                <a:cubicBezTo>
                  <a:pt x="782786" y="2037596"/>
                  <a:pt x="787632" y="2042442"/>
                  <a:pt x="793654" y="2042593"/>
                </a:cubicBezTo>
                <a:cubicBezTo>
                  <a:pt x="800323" y="2041617"/>
                  <a:pt x="806802" y="2039619"/>
                  <a:pt x="812860" y="2036659"/>
                </a:cubicBezTo>
                <a:cubicBezTo>
                  <a:pt x="819354" y="2032707"/>
                  <a:pt x="822743" y="2027624"/>
                  <a:pt x="830936" y="2022539"/>
                </a:cubicBezTo>
                <a:cubicBezTo>
                  <a:pt x="836635" y="2018877"/>
                  <a:pt x="841771" y="2014405"/>
                  <a:pt x="846186" y="2009264"/>
                </a:cubicBezTo>
                <a:cubicBezTo>
                  <a:pt x="849294" y="2003615"/>
                  <a:pt x="853531" y="1995425"/>
                  <a:pt x="850990" y="1995425"/>
                </a:cubicBezTo>
                <a:close/>
                <a:moveTo>
                  <a:pt x="1447218" y="1962098"/>
                </a:moveTo>
                <a:cubicBezTo>
                  <a:pt x="1440475" y="1962706"/>
                  <a:pt x="1433776" y="1963744"/>
                  <a:pt x="1427164" y="1965206"/>
                </a:cubicBezTo>
                <a:cubicBezTo>
                  <a:pt x="1424584" y="1968257"/>
                  <a:pt x="1422918" y="1971978"/>
                  <a:pt x="1422363" y="1975937"/>
                </a:cubicBezTo>
                <a:cubicBezTo>
                  <a:pt x="1422046" y="1979415"/>
                  <a:pt x="1422627" y="1982917"/>
                  <a:pt x="1424056" y="1986105"/>
                </a:cubicBezTo>
                <a:cubicBezTo>
                  <a:pt x="1429987" y="1987801"/>
                  <a:pt x="1437895" y="1989779"/>
                  <a:pt x="1441287" y="1987801"/>
                </a:cubicBezTo>
                <a:cubicBezTo>
                  <a:pt x="1447766" y="1983142"/>
                  <a:pt x="1451974" y="1975961"/>
                  <a:pt x="1452867" y="1968029"/>
                </a:cubicBezTo>
                <a:cubicBezTo>
                  <a:pt x="1452899" y="1967735"/>
                  <a:pt x="1452905" y="1967439"/>
                  <a:pt x="1452887" y="1967142"/>
                </a:cubicBezTo>
                <a:cubicBezTo>
                  <a:pt x="1452715" y="1964183"/>
                  <a:pt x="1450177" y="1961926"/>
                  <a:pt x="1447218" y="1962098"/>
                </a:cubicBezTo>
                <a:close/>
                <a:moveTo>
                  <a:pt x="1505965" y="1944589"/>
                </a:moveTo>
                <a:cubicBezTo>
                  <a:pt x="1501164" y="1946282"/>
                  <a:pt x="1497775" y="1949953"/>
                  <a:pt x="1490430" y="1949953"/>
                </a:cubicBezTo>
                <a:cubicBezTo>
                  <a:pt x="1486759" y="1953908"/>
                  <a:pt x="1488452" y="1961535"/>
                  <a:pt x="1488452" y="1965206"/>
                </a:cubicBezTo>
                <a:cubicBezTo>
                  <a:pt x="1488452" y="1968877"/>
                  <a:pt x="1495797" y="1974244"/>
                  <a:pt x="1498057" y="1974244"/>
                </a:cubicBezTo>
                <a:cubicBezTo>
                  <a:pt x="1505583" y="1972841"/>
                  <a:pt x="1512044" y="1968046"/>
                  <a:pt x="1515566" y="1961250"/>
                </a:cubicBezTo>
                <a:lnTo>
                  <a:pt x="1515851" y="1961250"/>
                </a:lnTo>
                <a:cubicBezTo>
                  <a:pt x="1516210" y="1956927"/>
                  <a:pt x="1516210" y="1952583"/>
                  <a:pt x="1515851" y="1948260"/>
                </a:cubicBezTo>
                <a:cubicBezTo>
                  <a:pt x="1515003" y="1944589"/>
                  <a:pt x="1510766" y="1942892"/>
                  <a:pt x="1505965" y="1944589"/>
                </a:cubicBezTo>
                <a:close/>
                <a:moveTo>
                  <a:pt x="885446" y="1928206"/>
                </a:moveTo>
                <a:cubicBezTo>
                  <a:pt x="890487" y="1929686"/>
                  <a:pt x="895397" y="1931575"/>
                  <a:pt x="900133" y="1933855"/>
                </a:cubicBezTo>
                <a:cubicBezTo>
                  <a:pt x="902959" y="1933855"/>
                  <a:pt x="913123" y="1931595"/>
                  <a:pt x="916513" y="1933855"/>
                </a:cubicBezTo>
                <a:cubicBezTo>
                  <a:pt x="925177" y="1938196"/>
                  <a:pt x="933326" y="1943504"/>
                  <a:pt x="940804" y="1949671"/>
                </a:cubicBezTo>
                <a:cubicBezTo>
                  <a:pt x="943529" y="1956064"/>
                  <a:pt x="945703" y="1962677"/>
                  <a:pt x="947301" y="1969441"/>
                </a:cubicBezTo>
                <a:cubicBezTo>
                  <a:pt x="949021" y="1974475"/>
                  <a:pt x="949021" y="1979940"/>
                  <a:pt x="947301" y="1984975"/>
                </a:cubicBezTo>
                <a:cubicBezTo>
                  <a:pt x="940134" y="1991454"/>
                  <a:pt x="933346" y="1998340"/>
                  <a:pt x="926965" y="2005593"/>
                </a:cubicBezTo>
                <a:lnTo>
                  <a:pt x="927813" y="2009264"/>
                </a:lnTo>
                <a:cubicBezTo>
                  <a:pt x="924878" y="2014936"/>
                  <a:pt x="921577" y="2020407"/>
                  <a:pt x="917927" y="2025647"/>
                </a:cubicBezTo>
                <a:cubicBezTo>
                  <a:pt x="906274" y="2043883"/>
                  <a:pt x="895620" y="2062741"/>
                  <a:pt x="886012" y="2082134"/>
                </a:cubicBezTo>
                <a:cubicBezTo>
                  <a:pt x="881710" y="2088379"/>
                  <a:pt x="876992" y="2094321"/>
                  <a:pt x="871889" y="2099928"/>
                </a:cubicBezTo>
                <a:cubicBezTo>
                  <a:pt x="868894" y="2102194"/>
                  <a:pt x="864929" y="2102731"/>
                  <a:pt x="861439" y="2101340"/>
                </a:cubicBezTo>
                <a:cubicBezTo>
                  <a:pt x="859180" y="2100210"/>
                  <a:pt x="851553" y="2105574"/>
                  <a:pt x="851553" y="2112637"/>
                </a:cubicBezTo>
                <a:cubicBezTo>
                  <a:pt x="851274" y="2119576"/>
                  <a:pt x="852428" y="2126497"/>
                  <a:pt x="854942" y="2132973"/>
                </a:cubicBezTo>
                <a:cubicBezTo>
                  <a:pt x="856920" y="2163067"/>
                  <a:pt x="856920" y="2193259"/>
                  <a:pt x="854942" y="2223353"/>
                </a:cubicBezTo>
                <a:cubicBezTo>
                  <a:pt x="853300" y="2233980"/>
                  <a:pt x="846978" y="2243309"/>
                  <a:pt x="837714" y="2248771"/>
                </a:cubicBezTo>
                <a:cubicBezTo>
                  <a:pt x="832629" y="2251030"/>
                  <a:pt x="825287" y="2264306"/>
                  <a:pt x="819354" y="2267132"/>
                </a:cubicBezTo>
                <a:cubicBezTo>
                  <a:pt x="813423" y="2269955"/>
                  <a:pt x="806081" y="2275885"/>
                  <a:pt x="802692" y="2275888"/>
                </a:cubicBezTo>
                <a:cubicBezTo>
                  <a:pt x="799412" y="2275485"/>
                  <a:pt x="796551" y="2273471"/>
                  <a:pt x="795065" y="2270521"/>
                </a:cubicBezTo>
                <a:cubicBezTo>
                  <a:pt x="793372" y="2268543"/>
                  <a:pt x="786591" y="2267413"/>
                  <a:pt x="782920" y="2265154"/>
                </a:cubicBezTo>
                <a:cubicBezTo>
                  <a:pt x="779249" y="2262894"/>
                  <a:pt x="777556" y="2260068"/>
                  <a:pt x="773600" y="2257809"/>
                </a:cubicBezTo>
                <a:cubicBezTo>
                  <a:pt x="767877" y="2256332"/>
                  <a:pt x="762501" y="2253744"/>
                  <a:pt x="757783" y="2250185"/>
                </a:cubicBezTo>
                <a:cubicBezTo>
                  <a:pt x="753831" y="2246230"/>
                  <a:pt x="754958" y="2243970"/>
                  <a:pt x="749312" y="2234084"/>
                </a:cubicBezTo>
                <a:cubicBezTo>
                  <a:pt x="743660" y="2224201"/>
                  <a:pt x="725869" y="2215726"/>
                  <a:pt x="725302" y="2209514"/>
                </a:cubicBezTo>
                <a:cubicBezTo>
                  <a:pt x="724739" y="2203299"/>
                  <a:pt x="738859" y="2203299"/>
                  <a:pt x="740555" y="2203299"/>
                </a:cubicBezTo>
                <a:cubicBezTo>
                  <a:pt x="752135" y="2203017"/>
                  <a:pt x="760043" y="2210926"/>
                  <a:pt x="763432" y="2210926"/>
                </a:cubicBezTo>
                <a:cubicBezTo>
                  <a:pt x="775011" y="2210926"/>
                  <a:pt x="781508" y="2206407"/>
                  <a:pt x="781508" y="2189742"/>
                </a:cubicBezTo>
                <a:cubicBezTo>
                  <a:pt x="781508" y="2186353"/>
                  <a:pt x="781508" y="2178163"/>
                  <a:pt x="781508" y="2174774"/>
                </a:cubicBezTo>
                <a:cubicBezTo>
                  <a:pt x="780788" y="2168013"/>
                  <a:pt x="780788" y="2161196"/>
                  <a:pt x="781508" y="2154438"/>
                </a:cubicBezTo>
                <a:cubicBezTo>
                  <a:pt x="781710" y="2144949"/>
                  <a:pt x="782748" y="2135499"/>
                  <a:pt x="784616" y="2126194"/>
                </a:cubicBezTo>
                <a:cubicBezTo>
                  <a:pt x="784616" y="2123369"/>
                  <a:pt x="784898" y="2115460"/>
                  <a:pt x="779531" y="2116875"/>
                </a:cubicBezTo>
                <a:cubicBezTo>
                  <a:pt x="774163" y="2118286"/>
                  <a:pt x="768233" y="2112919"/>
                  <a:pt x="764844" y="2112919"/>
                </a:cubicBezTo>
                <a:cubicBezTo>
                  <a:pt x="761454" y="2112919"/>
                  <a:pt x="756654" y="2114897"/>
                  <a:pt x="753264" y="2114897"/>
                </a:cubicBezTo>
                <a:cubicBezTo>
                  <a:pt x="747100" y="2115033"/>
                  <a:pt x="740941" y="2114464"/>
                  <a:pt x="734907" y="2113201"/>
                </a:cubicBezTo>
                <a:cubicBezTo>
                  <a:pt x="732303" y="2111653"/>
                  <a:pt x="730005" y="2109645"/>
                  <a:pt x="728128" y="2107270"/>
                </a:cubicBezTo>
                <a:cubicBezTo>
                  <a:pt x="724172" y="2102470"/>
                  <a:pt x="726150" y="2098799"/>
                  <a:pt x="724172" y="2093432"/>
                </a:cubicBezTo>
                <a:cubicBezTo>
                  <a:pt x="723609" y="2092302"/>
                  <a:pt x="722761" y="2089761"/>
                  <a:pt x="721068" y="2086087"/>
                </a:cubicBezTo>
                <a:cubicBezTo>
                  <a:pt x="719372" y="2082416"/>
                  <a:pt x="719372" y="2074789"/>
                  <a:pt x="719372" y="2071685"/>
                </a:cubicBezTo>
                <a:cubicBezTo>
                  <a:pt x="719372" y="2068577"/>
                  <a:pt x="714853" y="2058973"/>
                  <a:pt x="714853" y="2050783"/>
                </a:cubicBezTo>
                <a:cubicBezTo>
                  <a:pt x="712750" y="2041472"/>
                  <a:pt x="711241" y="2032040"/>
                  <a:pt x="710334" y="2022539"/>
                </a:cubicBezTo>
                <a:cubicBezTo>
                  <a:pt x="710334" y="2005311"/>
                  <a:pt x="710334" y="1997684"/>
                  <a:pt x="710334" y="1994295"/>
                </a:cubicBezTo>
                <a:cubicBezTo>
                  <a:pt x="710615" y="1974808"/>
                  <a:pt x="722195" y="1970852"/>
                  <a:pt x="726714" y="1963510"/>
                </a:cubicBezTo>
                <a:cubicBezTo>
                  <a:pt x="731841" y="1960844"/>
                  <a:pt x="737125" y="1958487"/>
                  <a:pt x="742530" y="1956450"/>
                </a:cubicBezTo>
                <a:cubicBezTo>
                  <a:pt x="748464" y="1957013"/>
                  <a:pt x="750157" y="1959273"/>
                  <a:pt x="756654" y="1963792"/>
                </a:cubicBezTo>
                <a:cubicBezTo>
                  <a:pt x="758975" y="1966591"/>
                  <a:pt x="761143" y="1969515"/>
                  <a:pt x="763151" y="1972548"/>
                </a:cubicBezTo>
                <a:cubicBezTo>
                  <a:pt x="773043" y="1971679"/>
                  <a:pt x="782656" y="1968794"/>
                  <a:pt x="791394" y="1964073"/>
                </a:cubicBezTo>
                <a:cubicBezTo>
                  <a:pt x="796195" y="1961814"/>
                  <a:pt x="805233" y="1961532"/>
                  <a:pt x="812860" y="1958143"/>
                </a:cubicBezTo>
                <a:cubicBezTo>
                  <a:pt x="817821" y="1955483"/>
                  <a:pt x="823152" y="1953580"/>
                  <a:pt x="828676" y="1952494"/>
                </a:cubicBezTo>
                <a:cubicBezTo>
                  <a:pt x="832825" y="1951768"/>
                  <a:pt x="836893" y="1950632"/>
                  <a:pt x="840819" y="1949105"/>
                </a:cubicBezTo>
                <a:cubicBezTo>
                  <a:pt x="846699" y="1948035"/>
                  <a:pt x="852286" y="1945725"/>
                  <a:pt x="857202" y="1942326"/>
                </a:cubicBezTo>
                <a:lnTo>
                  <a:pt x="867088" y="1936111"/>
                </a:lnTo>
                <a:cubicBezTo>
                  <a:pt x="869760" y="1934338"/>
                  <a:pt x="872597" y="1932826"/>
                  <a:pt x="875560" y="1931592"/>
                </a:cubicBezTo>
                <a:cubicBezTo>
                  <a:pt x="878199" y="1929066"/>
                  <a:pt x="881813" y="1927827"/>
                  <a:pt x="885446" y="1928206"/>
                </a:cubicBezTo>
                <a:close/>
                <a:moveTo>
                  <a:pt x="3235613" y="1913519"/>
                </a:moveTo>
                <a:lnTo>
                  <a:pt x="3237591" y="1915778"/>
                </a:lnTo>
                <a:lnTo>
                  <a:pt x="3235956" y="1914997"/>
                </a:lnTo>
                <a:close/>
                <a:moveTo>
                  <a:pt x="1441287" y="1897139"/>
                </a:moveTo>
                <a:cubicBezTo>
                  <a:pt x="1437895" y="1901092"/>
                  <a:pt x="1425186" y="1897139"/>
                  <a:pt x="1425186" y="1909000"/>
                </a:cubicBezTo>
                <a:cubicBezTo>
                  <a:pt x="1425186" y="1914082"/>
                  <a:pt x="1426882" y="1925383"/>
                  <a:pt x="1426882" y="1925383"/>
                </a:cubicBezTo>
                <a:cubicBezTo>
                  <a:pt x="1426882" y="1925383"/>
                  <a:pt x="1426034" y="1936114"/>
                  <a:pt x="1434224" y="1929899"/>
                </a:cubicBezTo>
                <a:cubicBezTo>
                  <a:pt x="1442417" y="1923687"/>
                  <a:pt x="1453715" y="1921145"/>
                  <a:pt x="1453715" y="1911541"/>
                </a:cubicBezTo>
                <a:cubicBezTo>
                  <a:pt x="1455408" y="1897139"/>
                  <a:pt x="1452019" y="1894595"/>
                  <a:pt x="1441287" y="1897139"/>
                </a:cubicBezTo>
                <a:close/>
                <a:moveTo>
                  <a:pt x="242333" y="1879345"/>
                </a:moveTo>
                <a:lnTo>
                  <a:pt x="244593" y="1883016"/>
                </a:lnTo>
                <a:lnTo>
                  <a:pt x="242333" y="1879501"/>
                </a:lnTo>
                <a:close/>
                <a:moveTo>
                  <a:pt x="1537032" y="1873129"/>
                </a:moveTo>
                <a:cubicBezTo>
                  <a:pt x="1522627" y="1877930"/>
                  <a:pt x="1498057" y="1877367"/>
                  <a:pt x="1498057" y="1888664"/>
                </a:cubicBezTo>
                <a:cubicBezTo>
                  <a:pt x="1497490" y="1894595"/>
                  <a:pt x="1497490" y="1904763"/>
                  <a:pt x="1503424" y="1907304"/>
                </a:cubicBezTo>
                <a:cubicBezTo>
                  <a:pt x="1510422" y="1908641"/>
                  <a:pt x="1517609" y="1908641"/>
                  <a:pt x="1524607" y="1907304"/>
                </a:cubicBezTo>
                <a:lnTo>
                  <a:pt x="1538374" y="1887637"/>
                </a:lnTo>
                <a:lnTo>
                  <a:pt x="1538443" y="1888383"/>
                </a:lnTo>
                <a:lnTo>
                  <a:pt x="1538446" y="1887535"/>
                </a:lnTo>
                <a:lnTo>
                  <a:pt x="1538374" y="1887637"/>
                </a:lnTo>
                <a:close/>
                <a:moveTo>
                  <a:pt x="2095977" y="1869741"/>
                </a:moveTo>
                <a:cubicBezTo>
                  <a:pt x="2100419" y="1870426"/>
                  <a:pt x="2104446" y="1872742"/>
                  <a:pt x="2107275" y="1876238"/>
                </a:cubicBezTo>
                <a:cubicBezTo>
                  <a:pt x="2113009" y="1881317"/>
                  <a:pt x="2118477" y="1886690"/>
                  <a:pt x="2123655" y="1892336"/>
                </a:cubicBezTo>
                <a:cubicBezTo>
                  <a:pt x="2126288" y="1897181"/>
                  <a:pt x="2128102" y="1902433"/>
                  <a:pt x="2129022" y="1907871"/>
                </a:cubicBezTo>
                <a:cubicBezTo>
                  <a:pt x="2129870" y="1911823"/>
                  <a:pt x="2135519" y="1916345"/>
                  <a:pt x="2135519" y="1918320"/>
                </a:cubicBezTo>
                <a:cubicBezTo>
                  <a:pt x="2134389" y="1933007"/>
                  <a:pt x="2123373" y="1932725"/>
                  <a:pt x="2108968" y="1942893"/>
                </a:cubicBezTo>
                <a:cubicBezTo>
                  <a:pt x="2100962" y="1947480"/>
                  <a:pt x="2093875" y="1953512"/>
                  <a:pt x="2088069" y="1960687"/>
                </a:cubicBezTo>
                <a:cubicBezTo>
                  <a:pt x="2083582" y="1965307"/>
                  <a:pt x="2078201" y="1968958"/>
                  <a:pt x="2072252" y="1971419"/>
                </a:cubicBezTo>
                <a:cubicBezTo>
                  <a:pt x="2055869" y="1978479"/>
                  <a:pt x="2041183" y="1977915"/>
                  <a:pt x="2040053" y="1994014"/>
                </a:cubicBezTo>
                <a:cubicBezTo>
                  <a:pt x="2038923" y="2010115"/>
                  <a:pt x="2047679" y="2003618"/>
                  <a:pt x="2047679" y="2020562"/>
                </a:cubicBezTo>
                <a:cubicBezTo>
                  <a:pt x="2047178" y="2025015"/>
                  <a:pt x="2045414" y="2029229"/>
                  <a:pt x="2042594" y="2032707"/>
                </a:cubicBezTo>
                <a:cubicBezTo>
                  <a:pt x="2040050" y="2036055"/>
                  <a:pt x="2038573" y="2040091"/>
                  <a:pt x="2038360" y="2044286"/>
                </a:cubicBezTo>
                <a:cubicBezTo>
                  <a:pt x="2038336" y="2048476"/>
                  <a:pt x="2037165" y="2052580"/>
                  <a:pt x="2034970" y="2056150"/>
                </a:cubicBezTo>
                <a:cubicBezTo>
                  <a:pt x="2033123" y="2060118"/>
                  <a:pt x="2032343" y="2064500"/>
                  <a:pt x="2032711" y="2068859"/>
                </a:cubicBezTo>
                <a:cubicBezTo>
                  <a:pt x="2032426" y="2084112"/>
                  <a:pt x="2029885" y="2097388"/>
                  <a:pt x="2034404" y="2101622"/>
                </a:cubicBezTo>
                <a:cubicBezTo>
                  <a:pt x="2054158" y="2100475"/>
                  <a:pt x="2073963" y="2100475"/>
                  <a:pt x="2093718" y="2101622"/>
                </a:cubicBezTo>
                <a:cubicBezTo>
                  <a:pt x="2100778" y="2101622"/>
                  <a:pt x="2103601" y="2096821"/>
                  <a:pt x="2108968" y="2095410"/>
                </a:cubicBezTo>
                <a:cubicBezTo>
                  <a:pt x="2113819" y="2094559"/>
                  <a:pt x="2118729" y="2094087"/>
                  <a:pt x="2123655" y="2093998"/>
                </a:cubicBezTo>
                <a:cubicBezTo>
                  <a:pt x="2129131" y="2094953"/>
                  <a:pt x="2134516" y="2096371"/>
                  <a:pt x="2139756" y="2098236"/>
                </a:cubicBezTo>
                <a:cubicBezTo>
                  <a:pt x="2145221" y="2100608"/>
                  <a:pt x="2150428" y="2103544"/>
                  <a:pt x="2155288" y="2106989"/>
                </a:cubicBezTo>
                <a:cubicBezTo>
                  <a:pt x="2161218" y="2110378"/>
                  <a:pt x="2171671" y="2112638"/>
                  <a:pt x="2175905" y="2123372"/>
                </a:cubicBezTo>
                <a:lnTo>
                  <a:pt x="2177644" y="2135787"/>
                </a:lnTo>
                <a:lnTo>
                  <a:pt x="2177319" y="2134951"/>
                </a:lnTo>
                <a:lnTo>
                  <a:pt x="2177883" y="2137492"/>
                </a:lnTo>
                <a:lnTo>
                  <a:pt x="2177644" y="2135787"/>
                </a:lnTo>
                <a:lnTo>
                  <a:pt x="2179297" y="2140037"/>
                </a:lnTo>
                <a:cubicBezTo>
                  <a:pt x="2180676" y="2142323"/>
                  <a:pt x="2181177" y="2145033"/>
                  <a:pt x="2180709" y="2147660"/>
                </a:cubicBezTo>
                <a:cubicBezTo>
                  <a:pt x="2179875" y="2152019"/>
                  <a:pt x="2178144" y="2156156"/>
                  <a:pt x="2175623" y="2159806"/>
                </a:cubicBezTo>
                <a:cubicBezTo>
                  <a:pt x="2172800" y="2163759"/>
                  <a:pt x="2169411" y="2169974"/>
                  <a:pt x="2165174" y="2169974"/>
                </a:cubicBezTo>
                <a:lnTo>
                  <a:pt x="2145402" y="2171385"/>
                </a:lnTo>
                <a:cubicBezTo>
                  <a:pt x="2138229" y="2169680"/>
                  <a:pt x="2130970" y="2168361"/>
                  <a:pt x="2123655" y="2167432"/>
                </a:cubicBezTo>
                <a:cubicBezTo>
                  <a:pt x="2116313" y="2167432"/>
                  <a:pt x="2109816" y="2169407"/>
                  <a:pt x="2101341" y="2169407"/>
                </a:cubicBezTo>
                <a:cubicBezTo>
                  <a:pt x="2089056" y="2169028"/>
                  <a:pt x="2076801" y="2167990"/>
                  <a:pt x="2064626" y="2166303"/>
                </a:cubicBezTo>
                <a:cubicBezTo>
                  <a:pt x="2059540" y="2166303"/>
                  <a:pt x="2037793" y="2166303"/>
                  <a:pt x="2031297" y="2166303"/>
                </a:cubicBezTo>
                <a:cubicBezTo>
                  <a:pt x="2019845" y="2165220"/>
                  <a:pt x="2008289" y="2166080"/>
                  <a:pt x="1997122" y="2168844"/>
                </a:cubicBezTo>
                <a:lnTo>
                  <a:pt x="1964644" y="2173645"/>
                </a:lnTo>
                <a:cubicBezTo>
                  <a:pt x="1952780" y="2176186"/>
                  <a:pt x="1938093" y="2173645"/>
                  <a:pt x="1927359" y="2173645"/>
                </a:cubicBezTo>
                <a:cubicBezTo>
                  <a:pt x="1904992" y="2175729"/>
                  <a:pt x="1882922" y="2180275"/>
                  <a:pt x="1861552" y="2187202"/>
                </a:cubicBezTo>
                <a:cubicBezTo>
                  <a:pt x="1834438" y="2196521"/>
                  <a:pt x="1786988" y="2217705"/>
                  <a:pt x="1781058" y="2217705"/>
                </a:cubicBezTo>
                <a:cubicBezTo>
                  <a:pt x="1775127" y="2217705"/>
                  <a:pt x="1762418" y="2200759"/>
                  <a:pt x="1750273" y="2189461"/>
                </a:cubicBezTo>
                <a:cubicBezTo>
                  <a:pt x="1749303" y="2183854"/>
                  <a:pt x="1749303" y="2178122"/>
                  <a:pt x="1750273" y="2172515"/>
                </a:cubicBezTo>
                <a:cubicBezTo>
                  <a:pt x="1751307" y="2165490"/>
                  <a:pt x="1750628" y="2158320"/>
                  <a:pt x="1748295" y="2151616"/>
                </a:cubicBezTo>
                <a:cubicBezTo>
                  <a:pt x="1753377" y="2143426"/>
                  <a:pt x="1778232" y="2133540"/>
                  <a:pt x="1781621" y="2132973"/>
                </a:cubicBezTo>
                <a:cubicBezTo>
                  <a:pt x="1785010" y="2132410"/>
                  <a:pt x="1797722" y="2136081"/>
                  <a:pt x="1801393" y="2134951"/>
                </a:cubicBezTo>
                <a:cubicBezTo>
                  <a:pt x="1805064" y="2133822"/>
                  <a:pt x="1829071" y="2124217"/>
                  <a:pt x="1842628" y="2119416"/>
                </a:cubicBezTo>
                <a:cubicBezTo>
                  <a:pt x="1847150" y="2117723"/>
                  <a:pt x="1854773" y="2116027"/>
                  <a:pt x="1858729" y="2116027"/>
                </a:cubicBezTo>
                <a:cubicBezTo>
                  <a:pt x="1871438" y="2112075"/>
                  <a:pt x="1890077" y="2102755"/>
                  <a:pt x="1903919" y="2097388"/>
                </a:cubicBezTo>
                <a:cubicBezTo>
                  <a:pt x="1933011" y="2085809"/>
                  <a:pt x="1934422" y="2050501"/>
                  <a:pt x="1938941" y="2036944"/>
                </a:cubicBezTo>
                <a:cubicBezTo>
                  <a:pt x="1941370" y="2030540"/>
                  <a:pt x="1942615" y="2023743"/>
                  <a:pt x="1942612" y="2016891"/>
                </a:cubicBezTo>
                <a:cubicBezTo>
                  <a:pt x="1942612" y="2010115"/>
                  <a:pt x="1942331" y="2001077"/>
                  <a:pt x="1938941" y="2001077"/>
                </a:cubicBezTo>
                <a:cubicBezTo>
                  <a:pt x="1933023" y="2001421"/>
                  <a:pt x="1927155" y="2002367"/>
                  <a:pt x="1921429" y="2003900"/>
                </a:cubicBezTo>
                <a:cubicBezTo>
                  <a:pt x="1914345" y="2006337"/>
                  <a:pt x="1906736" y="2006824"/>
                  <a:pt x="1899400" y="2005311"/>
                </a:cubicBezTo>
                <a:cubicBezTo>
                  <a:pt x="1892340" y="2002770"/>
                  <a:pt x="1892340" y="1994014"/>
                  <a:pt x="1892337" y="1984976"/>
                </a:cubicBezTo>
                <a:cubicBezTo>
                  <a:pt x="1890231" y="1975813"/>
                  <a:pt x="1885638" y="1967410"/>
                  <a:pt x="1879064" y="1960687"/>
                </a:cubicBezTo>
                <a:cubicBezTo>
                  <a:pt x="1876419" y="1954449"/>
                  <a:pt x="1875257" y="1947679"/>
                  <a:pt x="1875675" y="1940915"/>
                </a:cubicBezTo>
                <a:cubicBezTo>
                  <a:pt x="1875675" y="1937244"/>
                  <a:pt x="1873979" y="1925665"/>
                  <a:pt x="1873979" y="1921991"/>
                </a:cubicBezTo>
                <a:cubicBezTo>
                  <a:pt x="1873979" y="1912671"/>
                  <a:pt x="1882454" y="1911823"/>
                  <a:pt x="1890362" y="1907871"/>
                </a:cubicBezTo>
                <a:cubicBezTo>
                  <a:pt x="1893751" y="1906175"/>
                  <a:pt x="1911261" y="1914931"/>
                  <a:pt x="1920581" y="1914931"/>
                </a:cubicBezTo>
                <a:cubicBezTo>
                  <a:pt x="1944691" y="1912268"/>
                  <a:pt x="1968638" y="1908310"/>
                  <a:pt x="1992321" y="1903070"/>
                </a:cubicBezTo>
                <a:lnTo>
                  <a:pt x="2004749" y="1899396"/>
                </a:lnTo>
                <a:lnTo>
                  <a:pt x="2013787" y="1896292"/>
                </a:lnTo>
                <a:cubicBezTo>
                  <a:pt x="2032426" y="1890566"/>
                  <a:pt x="2050413" y="1882898"/>
                  <a:pt x="2067449" y="1873412"/>
                </a:cubicBezTo>
                <a:cubicBezTo>
                  <a:pt x="2072318" y="1871603"/>
                  <a:pt x="2077557" y="1871022"/>
                  <a:pt x="2082702" y="1871719"/>
                </a:cubicBezTo>
                <a:cubicBezTo>
                  <a:pt x="2089762" y="1871719"/>
                  <a:pt x="2092303" y="1869741"/>
                  <a:pt x="2095977" y="1869741"/>
                </a:cubicBezTo>
                <a:close/>
                <a:moveTo>
                  <a:pt x="1339887" y="1851101"/>
                </a:moveTo>
                <a:cubicBezTo>
                  <a:pt x="1348361" y="1846300"/>
                  <a:pt x="1354010" y="1867765"/>
                  <a:pt x="1355422" y="1871436"/>
                </a:cubicBezTo>
                <a:cubicBezTo>
                  <a:pt x="1356833" y="1875107"/>
                  <a:pt x="1352032" y="1886971"/>
                  <a:pt x="1351751" y="1891490"/>
                </a:cubicBezTo>
                <a:cubicBezTo>
                  <a:pt x="1351466" y="1896009"/>
                  <a:pt x="1344688" y="1901655"/>
                  <a:pt x="1344688" y="1914930"/>
                </a:cubicBezTo>
                <a:cubicBezTo>
                  <a:pt x="1344972" y="1920297"/>
                  <a:pt x="1339605" y="1924816"/>
                  <a:pt x="1332260" y="1931595"/>
                </a:cubicBezTo>
                <a:cubicBezTo>
                  <a:pt x="1324560" y="1938702"/>
                  <a:pt x="1317473" y="1946451"/>
                  <a:pt x="1311080" y="1954756"/>
                </a:cubicBezTo>
                <a:cubicBezTo>
                  <a:pt x="1307578" y="1962854"/>
                  <a:pt x="1306783" y="1971871"/>
                  <a:pt x="1308820" y="1980456"/>
                </a:cubicBezTo>
                <a:cubicBezTo>
                  <a:pt x="1308820" y="1984130"/>
                  <a:pt x="1305431" y="1993449"/>
                  <a:pt x="1310513" y="1998250"/>
                </a:cubicBezTo>
                <a:cubicBezTo>
                  <a:pt x="1315599" y="2003051"/>
                  <a:pt x="1321247" y="1997968"/>
                  <a:pt x="1324070" y="1998250"/>
                </a:cubicBezTo>
                <a:cubicBezTo>
                  <a:pt x="1326896" y="1998532"/>
                  <a:pt x="1325200" y="2004465"/>
                  <a:pt x="1328589" y="2010678"/>
                </a:cubicBezTo>
                <a:cubicBezTo>
                  <a:pt x="1334804" y="2022823"/>
                  <a:pt x="1337346" y="2026776"/>
                  <a:pt x="1337064" y="2030450"/>
                </a:cubicBezTo>
                <a:cubicBezTo>
                  <a:pt x="1336779" y="2034121"/>
                  <a:pt x="1336779" y="2036943"/>
                  <a:pt x="1333956" y="2038640"/>
                </a:cubicBezTo>
                <a:cubicBezTo>
                  <a:pt x="1317861" y="2048134"/>
                  <a:pt x="1304144" y="2061175"/>
                  <a:pt x="1293852" y="2076769"/>
                </a:cubicBezTo>
                <a:cubicBezTo>
                  <a:pt x="1292731" y="2081902"/>
                  <a:pt x="1293327" y="2087257"/>
                  <a:pt x="1295545" y="2092020"/>
                </a:cubicBezTo>
                <a:lnTo>
                  <a:pt x="1310795" y="2092020"/>
                </a:lnTo>
                <a:lnTo>
                  <a:pt x="1309665" y="2092868"/>
                </a:lnTo>
                <a:cubicBezTo>
                  <a:pt x="1314976" y="2094484"/>
                  <a:pt x="1319691" y="2097627"/>
                  <a:pt x="1323222" y="2101906"/>
                </a:cubicBezTo>
                <a:cubicBezTo>
                  <a:pt x="1325734" y="2106416"/>
                  <a:pt x="1327184" y="2111439"/>
                  <a:pt x="1327460" y="2116592"/>
                </a:cubicBezTo>
                <a:cubicBezTo>
                  <a:pt x="1322315" y="2136975"/>
                  <a:pt x="1308180" y="2153916"/>
                  <a:pt x="1289048" y="2162631"/>
                </a:cubicBezTo>
                <a:cubicBezTo>
                  <a:pt x="1271820" y="2173643"/>
                  <a:pt x="1238491" y="2186071"/>
                  <a:pt x="1226348" y="2193979"/>
                </a:cubicBezTo>
                <a:cubicBezTo>
                  <a:pt x="1214203" y="2201887"/>
                  <a:pt x="1202623" y="2219118"/>
                  <a:pt x="1195560" y="2222223"/>
                </a:cubicBezTo>
                <a:cubicBezTo>
                  <a:pt x="1195560" y="2222223"/>
                  <a:pt x="1185959" y="2223919"/>
                  <a:pt x="1183418" y="2222223"/>
                </a:cubicBezTo>
                <a:cubicBezTo>
                  <a:pt x="1180876" y="2220530"/>
                  <a:pt x="1172120" y="2219118"/>
                  <a:pt x="1166187" y="2217422"/>
                </a:cubicBezTo>
                <a:cubicBezTo>
                  <a:pt x="1160256" y="2215729"/>
                  <a:pt x="1163082" y="2207254"/>
                  <a:pt x="1158845" y="2202454"/>
                </a:cubicBezTo>
                <a:cubicBezTo>
                  <a:pt x="1154403" y="2198032"/>
                  <a:pt x="1150773" y="2192873"/>
                  <a:pt x="1148110" y="2187200"/>
                </a:cubicBezTo>
                <a:cubicBezTo>
                  <a:pt x="1144484" y="2178245"/>
                  <a:pt x="1142844" y="2168609"/>
                  <a:pt x="1143310" y="2158957"/>
                </a:cubicBezTo>
                <a:cubicBezTo>
                  <a:pt x="1148804" y="2146758"/>
                  <a:pt x="1158987" y="2137287"/>
                  <a:pt x="1171554" y="2132691"/>
                </a:cubicBezTo>
                <a:cubicBezTo>
                  <a:pt x="1176947" y="2129230"/>
                  <a:pt x="1182134" y="2125459"/>
                  <a:pt x="1187088" y="2121393"/>
                </a:cubicBezTo>
                <a:cubicBezTo>
                  <a:pt x="1191696" y="2118668"/>
                  <a:pt x="1195498" y="2114772"/>
                  <a:pt x="1198104" y="2110096"/>
                </a:cubicBezTo>
                <a:cubicBezTo>
                  <a:pt x="1199605" y="2106493"/>
                  <a:pt x="1200557" y="2102686"/>
                  <a:pt x="1200927" y="2098798"/>
                </a:cubicBezTo>
                <a:cubicBezTo>
                  <a:pt x="1201212" y="2092868"/>
                  <a:pt x="1204316" y="2088630"/>
                  <a:pt x="1204316" y="2084393"/>
                </a:cubicBezTo>
                <a:cubicBezTo>
                  <a:pt x="1203753" y="2080215"/>
                  <a:pt x="1201986" y="2076289"/>
                  <a:pt x="1199234" y="2073096"/>
                </a:cubicBezTo>
                <a:cubicBezTo>
                  <a:pt x="1196438" y="2070261"/>
                  <a:pt x="1194229" y="2066901"/>
                  <a:pt x="1192737" y="2063212"/>
                </a:cubicBezTo>
                <a:cubicBezTo>
                  <a:pt x="1192737" y="2062928"/>
                  <a:pt x="1180592" y="2048807"/>
                  <a:pt x="1180592" y="2041747"/>
                </a:cubicBezTo>
                <a:cubicBezTo>
                  <a:pt x="1180989" y="2031004"/>
                  <a:pt x="1189366" y="2022263"/>
                  <a:pt x="1200079" y="2021412"/>
                </a:cubicBezTo>
                <a:cubicBezTo>
                  <a:pt x="1203753" y="2019997"/>
                  <a:pt x="1205731" y="2022257"/>
                  <a:pt x="1213639" y="2021412"/>
                </a:cubicBezTo>
                <a:cubicBezTo>
                  <a:pt x="1221547" y="2020564"/>
                  <a:pt x="1227478" y="2012937"/>
                  <a:pt x="1231994" y="2006159"/>
                </a:cubicBezTo>
                <a:cubicBezTo>
                  <a:pt x="1234342" y="1996916"/>
                  <a:pt x="1235668" y="1987445"/>
                  <a:pt x="1235950" y="1977915"/>
                </a:cubicBezTo>
                <a:cubicBezTo>
                  <a:pt x="1238209" y="1968313"/>
                  <a:pt x="1227193" y="1966902"/>
                  <a:pt x="1221544" y="1964639"/>
                </a:cubicBezTo>
                <a:cubicBezTo>
                  <a:pt x="1216335" y="1961742"/>
                  <a:pt x="1210715" y="1959649"/>
                  <a:pt x="1204883" y="1958427"/>
                </a:cubicBezTo>
                <a:cubicBezTo>
                  <a:pt x="1200364" y="1958142"/>
                  <a:pt x="1196690" y="1952497"/>
                  <a:pt x="1194430" y="1946563"/>
                </a:cubicBezTo>
                <a:cubicBezTo>
                  <a:pt x="1192171" y="1940633"/>
                  <a:pt x="1190196" y="1942611"/>
                  <a:pt x="1185395" y="1940633"/>
                </a:cubicBezTo>
                <a:cubicBezTo>
                  <a:pt x="1180592" y="1938658"/>
                  <a:pt x="1180592" y="1922838"/>
                  <a:pt x="1180592" y="1920864"/>
                </a:cubicBezTo>
                <a:cubicBezTo>
                  <a:pt x="1180592" y="1918886"/>
                  <a:pt x="1185677" y="1916908"/>
                  <a:pt x="1189911" y="1914930"/>
                </a:cubicBezTo>
                <a:cubicBezTo>
                  <a:pt x="1194149" y="1912955"/>
                  <a:pt x="1194430" y="1910129"/>
                  <a:pt x="1196975" y="1904199"/>
                </a:cubicBezTo>
                <a:cubicBezTo>
                  <a:pt x="1199516" y="1898269"/>
                  <a:pt x="1206013" y="1896854"/>
                  <a:pt x="1211661" y="1895443"/>
                </a:cubicBezTo>
                <a:cubicBezTo>
                  <a:pt x="1218194" y="1895045"/>
                  <a:pt x="1224699" y="1894289"/>
                  <a:pt x="1231149" y="1893183"/>
                </a:cubicBezTo>
                <a:cubicBezTo>
                  <a:pt x="1259393" y="1881038"/>
                  <a:pt x="1289614" y="1851382"/>
                  <a:pt x="1315880" y="1852794"/>
                </a:cubicBezTo>
                <a:cubicBezTo>
                  <a:pt x="1329156" y="1853642"/>
                  <a:pt x="1331415" y="1855901"/>
                  <a:pt x="1339887" y="1851101"/>
                </a:cubicBezTo>
                <a:close/>
                <a:moveTo>
                  <a:pt x="2533932" y="1850321"/>
                </a:moveTo>
                <a:cubicBezTo>
                  <a:pt x="2539333" y="1849969"/>
                  <a:pt x="2543923" y="1849969"/>
                  <a:pt x="2543923" y="1851380"/>
                </a:cubicBezTo>
                <a:cubicBezTo>
                  <a:pt x="2548791" y="1858639"/>
                  <a:pt x="2555656" y="1864329"/>
                  <a:pt x="2563692" y="1867763"/>
                </a:cubicBezTo>
                <a:cubicBezTo>
                  <a:pt x="2570470" y="1871152"/>
                  <a:pt x="2567081" y="1875953"/>
                  <a:pt x="2568211" y="1881883"/>
                </a:cubicBezTo>
                <a:cubicBezTo>
                  <a:pt x="2569343" y="1887817"/>
                  <a:pt x="2572730" y="1890076"/>
                  <a:pt x="2571037" y="1895159"/>
                </a:cubicBezTo>
                <a:cubicBezTo>
                  <a:pt x="2569343" y="1900244"/>
                  <a:pt x="2564540" y="1909282"/>
                  <a:pt x="2560587" y="1920295"/>
                </a:cubicBezTo>
                <a:cubicBezTo>
                  <a:pt x="2560587" y="1922836"/>
                  <a:pt x="2557480" y="1934982"/>
                  <a:pt x="2560587" y="1934982"/>
                </a:cubicBezTo>
                <a:cubicBezTo>
                  <a:pt x="2564163" y="1935293"/>
                  <a:pt x="2567742" y="1934398"/>
                  <a:pt x="2570755" y="1932440"/>
                </a:cubicBezTo>
                <a:cubicBezTo>
                  <a:pt x="2572166" y="1931874"/>
                  <a:pt x="2578945" y="1926792"/>
                  <a:pt x="2583182" y="1926792"/>
                </a:cubicBezTo>
                <a:cubicBezTo>
                  <a:pt x="2588330" y="1925609"/>
                  <a:pt x="2593347" y="1923907"/>
                  <a:pt x="2598151" y="1921709"/>
                </a:cubicBezTo>
                <a:cubicBezTo>
                  <a:pt x="2604363" y="1917472"/>
                  <a:pt x="2615660" y="1909564"/>
                  <a:pt x="2615660" y="1909564"/>
                </a:cubicBezTo>
                <a:cubicBezTo>
                  <a:pt x="2615660" y="1909564"/>
                  <a:pt x="2638540" y="1902219"/>
                  <a:pt x="2642493" y="1909564"/>
                </a:cubicBezTo>
                <a:cubicBezTo>
                  <a:pt x="2646448" y="1916906"/>
                  <a:pt x="2655768" y="1914364"/>
                  <a:pt x="2665654" y="1916906"/>
                </a:cubicBezTo>
                <a:cubicBezTo>
                  <a:pt x="2675537" y="1919447"/>
                  <a:pt x="2681752" y="1934418"/>
                  <a:pt x="2681752" y="1947691"/>
                </a:cubicBezTo>
                <a:cubicBezTo>
                  <a:pt x="2682034" y="1953058"/>
                  <a:pt x="2678645" y="1955036"/>
                  <a:pt x="2675537" y="1955317"/>
                </a:cubicBezTo>
                <a:cubicBezTo>
                  <a:pt x="2672433" y="1955599"/>
                  <a:pt x="2668759" y="1960966"/>
                  <a:pt x="2662828" y="1964922"/>
                </a:cubicBezTo>
                <a:cubicBezTo>
                  <a:pt x="2653452" y="1970256"/>
                  <a:pt x="2643504" y="1974520"/>
                  <a:pt x="2633173" y="1977631"/>
                </a:cubicBezTo>
                <a:cubicBezTo>
                  <a:pt x="2627791" y="1981049"/>
                  <a:pt x="2621870" y="1983534"/>
                  <a:pt x="2615660" y="1984975"/>
                </a:cubicBezTo>
                <a:cubicBezTo>
                  <a:pt x="2609027" y="1985432"/>
                  <a:pt x="2602424" y="1986283"/>
                  <a:pt x="2595891" y="1987517"/>
                </a:cubicBezTo>
                <a:cubicBezTo>
                  <a:pt x="2585287" y="1990111"/>
                  <a:pt x="2575043" y="1994002"/>
                  <a:pt x="2565388" y="1999096"/>
                </a:cubicBezTo>
                <a:cubicBezTo>
                  <a:pt x="2561417" y="2003502"/>
                  <a:pt x="2558090" y="2008448"/>
                  <a:pt x="2555502" y="2013783"/>
                </a:cubicBezTo>
                <a:cubicBezTo>
                  <a:pt x="2553141" y="2021718"/>
                  <a:pt x="2554381" y="2030284"/>
                  <a:pt x="2558891" y="2037226"/>
                </a:cubicBezTo>
                <a:cubicBezTo>
                  <a:pt x="2573210" y="2056586"/>
                  <a:pt x="2590127" y="2073882"/>
                  <a:pt x="2609167" y="2088628"/>
                </a:cubicBezTo>
                <a:cubicBezTo>
                  <a:pt x="2618205" y="2095973"/>
                  <a:pt x="2631195" y="2122805"/>
                  <a:pt x="2646448" y="2130429"/>
                </a:cubicBezTo>
                <a:cubicBezTo>
                  <a:pt x="2659988" y="2137806"/>
                  <a:pt x="2672759" y="2146512"/>
                  <a:pt x="2684575" y="2156413"/>
                </a:cubicBezTo>
                <a:cubicBezTo>
                  <a:pt x="2691425" y="2160244"/>
                  <a:pt x="2698731" y="2163188"/>
                  <a:pt x="2706325" y="2165169"/>
                </a:cubicBezTo>
                <a:cubicBezTo>
                  <a:pt x="2712537" y="2167995"/>
                  <a:pt x="2718471" y="2174489"/>
                  <a:pt x="2722705" y="2175903"/>
                </a:cubicBezTo>
                <a:cubicBezTo>
                  <a:pt x="2733721" y="2179574"/>
                  <a:pt x="2743607" y="2182964"/>
                  <a:pt x="2760553" y="2190024"/>
                </a:cubicBezTo>
                <a:cubicBezTo>
                  <a:pt x="2764788" y="2191720"/>
                  <a:pt x="2771566" y="2192283"/>
                  <a:pt x="2773544" y="2195954"/>
                </a:cubicBezTo>
                <a:lnTo>
                  <a:pt x="2773262" y="2197932"/>
                </a:lnTo>
                <a:cubicBezTo>
                  <a:pt x="2774959" y="2201040"/>
                  <a:pt x="2769307" y="2204147"/>
                  <a:pt x="2769025" y="2207818"/>
                </a:cubicBezTo>
                <a:cubicBezTo>
                  <a:pt x="2768743" y="2211489"/>
                  <a:pt x="2770437" y="2217986"/>
                  <a:pt x="2767332" y="2221657"/>
                </a:cubicBezTo>
                <a:cubicBezTo>
                  <a:pt x="2762003" y="2228326"/>
                  <a:pt x="2754104" y="2232429"/>
                  <a:pt x="2745582" y="2232954"/>
                </a:cubicBezTo>
                <a:cubicBezTo>
                  <a:pt x="2741911" y="2233518"/>
                  <a:pt x="2739651" y="2238885"/>
                  <a:pt x="2736829" y="2240581"/>
                </a:cubicBezTo>
                <a:cubicBezTo>
                  <a:pt x="2734003" y="2242274"/>
                  <a:pt x="2730332" y="2242274"/>
                  <a:pt x="2727791" y="2242274"/>
                </a:cubicBezTo>
                <a:cubicBezTo>
                  <a:pt x="2721110" y="2242615"/>
                  <a:pt x="2714417" y="2242615"/>
                  <a:pt x="2707737" y="2242274"/>
                </a:cubicBezTo>
                <a:cubicBezTo>
                  <a:pt x="2702936" y="2242274"/>
                  <a:pt x="2695309" y="2242274"/>
                  <a:pt x="2687119" y="2242274"/>
                </a:cubicBezTo>
                <a:cubicBezTo>
                  <a:pt x="2680934" y="2242286"/>
                  <a:pt x="2674802" y="2241135"/>
                  <a:pt x="2669043" y="2238885"/>
                </a:cubicBezTo>
                <a:cubicBezTo>
                  <a:pt x="2658591" y="2232391"/>
                  <a:pt x="2646448" y="2236344"/>
                  <a:pt x="2640800" y="2234932"/>
                </a:cubicBezTo>
                <a:cubicBezTo>
                  <a:pt x="2635151" y="2233518"/>
                  <a:pt x="2626676" y="2229565"/>
                  <a:pt x="2624698" y="2223916"/>
                </a:cubicBezTo>
                <a:cubicBezTo>
                  <a:pt x="2619334" y="2208100"/>
                  <a:pt x="2626676" y="2204147"/>
                  <a:pt x="2600410" y="2179856"/>
                </a:cubicBezTo>
                <a:cubicBezTo>
                  <a:pt x="2590150" y="2168790"/>
                  <a:pt x="2580712" y="2156991"/>
                  <a:pt x="2572166" y="2144552"/>
                </a:cubicBezTo>
                <a:cubicBezTo>
                  <a:pt x="2566562" y="2137676"/>
                  <a:pt x="2560525" y="2131167"/>
                  <a:pt x="2554090" y="2125062"/>
                </a:cubicBezTo>
                <a:cubicBezTo>
                  <a:pt x="2536862" y="2112634"/>
                  <a:pt x="2517372" y="2092299"/>
                  <a:pt x="2515397" y="2091172"/>
                </a:cubicBezTo>
                <a:cubicBezTo>
                  <a:pt x="2513419" y="2090042"/>
                  <a:pt x="2501840" y="2117438"/>
                  <a:pt x="2488565" y="2131843"/>
                </a:cubicBezTo>
                <a:cubicBezTo>
                  <a:pt x="2475289" y="2146245"/>
                  <a:pt x="2465688" y="2152179"/>
                  <a:pt x="2449587" y="2169688"/>
                </a:cubicBezTo>
                <a:cubicBezTo>
                  <a:pt x="2438126" y="2180298"/>
                  <a:pt x="2424691" y="2188550"/>
                  <a:pt x="2410045" y="2193976"/>
                </a:cubicBezTo>
                <a:cubicBezTo>
                  <a:pt x="2403267" y="2198498"/>
                  <a:pt x="2389146" y="2205274"/>
                  <a:pt x="2380390" y="2210078"/>
                </a:cubicBezTo>
                <a:cubicBezTo>
                  <a:pt x="2371637" y="2214878"/>
                  <a:pt x="2358077" y="2214312"/>
                  <a:pt x="2352146" y="2217138"/>
                </a:cubicBezTo>
                <a:cubicBezTo>
                  <a:pt x="2347369" y="2218976"/>
                  <a:pt x="2342296" y="2219934"/>
                  <a:pt x="2337178" y="2219964"/>
                </a:cubicBezTo>
                <a:cubicBezTo>
                  <a:pt x="2333222" y="2219116"/>
                  <a:pt x="2329833" y="2213467"/>
                  <a:pt x="2327010" y="2211207"/>
                </a:cubicBezTo>
                <a:cubicBezTo>
                  <a:pt x="2324184" y="2208948"/>
                  <a:pt x="2323902" y="2197932"/>
                  <a:pt x="2319383" y="2195672"/>
                </a:cubicBezTo>
                <a:cubicBezTo>
                  <a:pt x="2314903" y="2194638"/>
                  <a:pt x="2310547" y="2193122"/>
                  <a:pt x="2306393" y="2191153"/>
                </a:cubicBezTo>
                <a:cubicBezTo>
                  <a:pt x="2303849" y="2188612"/>
                  <a:pt x="2305826" y="2184657"/>
                  <a:pt x="2314864" y="2181552"/>
                </a:cubicBezTo>
                <a:cubicBezTo>
                  <a:pt x="2321898" y="2179112"/>
                  <a:pt x="2328413" y="2175376"/>
                  <a:pt x="2334070" y="2170536"/>
                </a:cubicBezTo>
                <a:cubicBezTo>
                  <a:pt x="2338616" y="2167533"/>
                  <a:pt x="2342957" y="2164232"/>
                  <a:pt x="2347064" y="2160650"/>
                </a:cubicBezTo>
                <a:cubicBezTo>
                  <a:pt x="2348757" y="2158672"/>
                  <a:pt x="2354124" y="2157824"/>
                  <a:pt x="2356384" y="2156413"/>
                </a:cubicBezTo>
                <a:cubicBezTo>
                  <a:pt x="2378027" y="2138037"/>
                  <a:pt x="2398585" y="2118422"/>
                  <a:pt x="2417954" y="2097666"/>
                </a:cubicBezTo>
                <a:cubicBezTo>
                  <a:pt x="2429002" y="2085763"/>
                  <a:pt x="2437127" y="2071453"/>
                  <a:pt x="2441678" y="2055865"/>
                </a:cubicBezTo>
                <a:cubicBezTo>
                  <a:pt x="2444635" y="2050590"/>
                  <a:pt x="2446280" y="2044680"/>
                  <a:pt x="2446482" y="2038637"/>
                </a:cubicBezTo>
                <a:cubicBezTo>
                  <a:pt x="2446197" y="2035811"/>
                  <a:pt x="2438007" y="2038637"/>
                  <a:pt x="2434336" y="2038637"/>
                </a:cubicBezTo>
                <a:cubicBezTo>
                  <a:pt x="2430666" y="2038637"/>
                  <a:pt x="2428124" y="2038637"/>
                  <a:pt x="2424732" y="2038637"/>
                </a:cubicBezTo>
                <a:cubicBezTo>
                  <a:pt x="2421343" y="2038637"/>
                  <a:pt x="2416260" y="2042026"/>
                  <a:pt x="2412305" y="2042026"/>
                </a:cubicBezTo>
                <a:cubicBezTo>
                  <a:pt x="2408358" y="2043301"/>
                  <a:pt x="2404109" y="2043301"/>
                  <a:pt x="2400162" y="2042026"/>
                </a:cubicBezTo>
                <a:cubicBezTo>
                  <a:pt x="2393665" y="2039767"/>
                  <a:pt x="2389994" y="2033270"/>
                  <a:pt x="2381520" y="2033270"/>
                </a:cubicBezTo>
                <a:cubicBezTo>
                  <a:pt x="2369380" y="2028908"/>
                  <a:pt x="2360888" y="2017881"/>
                  <a:pt x="2359773" y="2005026"/>
                </a:cubicBezTo>
                <a:cubicBezTo>
                  <a:pt x="2358249" y="1998787"/>
                  <a:pt x="2360579" y="1992237"/>
                  <a:pt x="2365703" y="1988362"/>
                </a:cubicBezTo>
                <a:cubicBezTo>
                  <a:pt x="2369941" y="1985257"/>
                  <a:pt x="2372200" y="1980738"/>
                  <a:pt x="2375871" y="1977912"/>
                </a:cubicBezTo>
                <a:cubicBezTo>
                  <a:pt x="2379545" y="1975089"/>
                  <a:pt x="2384627" y="1975653"/>
                  <a:pt x="2388865" y="1972830"/>
                </a:cubicBezTo>
                <a:cubicBezTo>
                  <a:pt x="2391931" y="1969645"/>
                  <a:pt x="2395705" y="1967229"/>
                  <a:pt x="2399881" y="1965770"/>
                </a:cubicBezTo>
                <a:cubicBezTo>
                  <a:pt x="2404681" y="1963792"/>
                  <a:pt x="2417390" y="1965770"/>
                  <a:pt x="2426428" y="1965767"/>
                </a:cubicBezTo>
                <a:cubicBezTo>
                  <a:pt x="2441981" y="1963848"/>
                  <a:pt x="2456923" y="1958546"/>
                  <a:pt x="2470207" y="1950235"/>
                </a:cubicBezTo>
                <a:cubicBezTo>
                  <a:pt x="2469738" y="1936286"/>
                  <a:pt x="2472644" y="1922430"/>
                  <a:pt x="2478679" y="1909845"/>
                </a:cubicBezTo>
                <a:cubicBezTo>
                  <a:pt x="2480719" y="1901436"/>
                  <a:pt x="2481667" y="1892795"/>
                  <a:pt x="2481504" y="1884143"/>
                </a:cubicBezTo>
                <a:cubicBezTo>
                  <a:pt x="2482676" y="1876848"/>
                  <a:pt x="2482676" y="1869409"/>
                  <a:pt x="2481504" y="1862114"/>
                </a:cubicBezTo>
                <a:cubicBezTo>
                  <a:pt x="2481220" y="1855899"/>
                  <a:pt x="2484612" y="1854206"/>
                  <a:pt x="2488283" y="1854206"/>
                </a:cubicBezTo>
                <a:cubicBezTo>
                  <a:pt x="2499862" y="1851098"/>
                  <a:pt x="2499862" y="1855617"/>
                  <a:pt x="2505793" y="1855617"/>
                </a:cubicBezTo>
                <a:cubicBezTo>
                  <a:pt x="2511723" y="1855617"/>
                  <a:pt x="2512571" y="1851380"/>
                  <a:pt x="2519068" y="1851380"/>
                </a:cubicBezTo>
                <a:cubicBezTo>
                  <a:pt x="2522316" y="1851380"/>
                  <a:pt x="2528530" y="1850674"/>
                  <a:pt x="2533932" y="1850321"/>
                </a:cubicBezTo>
                <a:close/>
                <a:moveTo>
                  <a:pt x="153646" y="1845168"/>
                </a:moveTo>
                <a:cubicBezTo>
                  <a:pt x="156754" y="1845452"/>
                  <a:pt x="160143" y="1850253"/>
                  <a:pt x="166074" y="1852231"/>
                </a:cubicBezTo>
                <a:cubicBezTo>
                  <a:pt x="172007" y="1854206"/>
                  <a:pt x="183586" y="1854206"/>
                  <a:pt x="186409" y="1854206"/>
                </a:cubicBezTo>
                <a:cubicBezTo>
                  <a:pt x="189235" y="1854206"/>
                  <a:pt x="203355" y="1854206"/>
                  <a:pt x="206745" y="1854206"/>
                </a:cubicBezTo>
                <a:cubicBezTo>
                  <a:pt x="211418" y="1854589"/>
                  <a:pt x="215999" y="1855733"/>
                  <a:pt x="220302" y="1857595"/>
                </a:cubicBezTo>
                <a:cubicBezTo>
                  <a:pt x="222279" y="1859010"/>
                  <a:pt x="229621" y="1860421"/>
                  <a:pt x="231881" y="1863244"/>
                </a:cubicBezTo>
                <a:lnTo>
                  <a:pt x="242333" y="1879501"/>
                </a:lnTo>
                <a:lnTo>
                  <a:pt x="242333" y="1892336"/>
                </a:lnTo>
                <a:cubicBezTo>
                  <a:pt x="243018" y="1898910"/>
                  <a:pt x="243018" y="1905534"/>
                  <a:pt x="242333" y="1912108"/>
                </a:cubicBezTo>
                <a:cubicBezTo>
                  <a:pt x="241485" y="1915497"/>
                  <a:pt x="236403" y="1923969"/>
                  <a:pt x="232165" y="1933574"/>
                </a:cubicBezTo>
                <a:cubicBezTo>
                  <a:pt x="230772" y="1940945"/>
                  <a:pt x="229829" y="1948397"/>
                  <a:pt x="229340" y="1955884"/>
                </a:cubicBezTo>
                <a:cubicBezTo>
                  <a:pt x="229058" y="1966336"/>
                  <a:pt x="228776" y="1973963"/>
                  <a:pt x="227080" y="1996273"/>
                </a:cubicBezTo>
                <a:cubicBezTo>
                  <a:pt x="226798" y="2003052"/>
                  <a:pt x="224821" y="2010679"/>
                  <a:pt x="223409" y="2020846"/>
                </a:cubicBezTo>
                <a:cubicBezTo>
                  <a:pt x="221998" y="2024236"/>
                  <a:pt x="221998" y="2032144"/>
                  <a:pt x="221998" y="2041748"/>
                </a:cubicBezTo>
                <a:cubicBezTo>
                  <a:pt x="221998" y="2051350"/>
                  <a:pt x="225387" y="2053328"/>
                  <a:pt x="226798" y="2055869"/>
                </a:cubicBezTo>
                <a:cubicBezTo>
                  <a:pt x="228210" y="2058410"/>
                  <a:pt x="227646" y="2058976"/>
                  <a:pt x="228210" y="2064059"/>
                </a:cubicBezTo>
                <a:cubicBezTo>
                  <a:pt x="228776" y="2069144"/>
                  <a:pt x="231599" y="2070837"/>
                  <a:pt x="230751" y="2076768"/>
                </a:cubicBezTo>
                <a:cubicBezTo>
                  <a:pt x="229906" y="2082701"/>
                  <a:pt x="225669" y="2091739"/>
                  <a:pt x="223127" y="2105012"/>
                </a:cubicBezTo>
                <a:cubicBezTo>
                  <a:pt x="221959" y="2111049"/>
                  <a:pt x="218522" y="2116407"/>
                  <a:pt x="213523" y="2119983"/>
                </a:cubicBezTo>
                <a:cubicBezTo>
                  <a:pt x="205167" y="2127447"/>
                  <a:pt x="195622" y="2133460"/>
                  <a:pt x="185279" y="2137774"/>
                </a:cubicBezTo>
                <a:cubicBezTo>
                  <a:pt x="173700" y="2141730"/>
                  <a:pt x="166355" y="2157828"/>
                  <a:pt x="159862" y="2161784"/>
                </a:cubicBezTo>
                <a:cubicBezTo>
                  <a:pt x="150752" y="2166591"/>
                  <a:pt x="141314" y="2170745"/>
                  <a:pt x="131618" y="2174211"/>
                </a:cubicBezTo>
                <a:cubicBezTo>
                  <a:pt x="119226" y="2179380"/>
                  <a:pt x="107549" y="2186120"/>
                  <a:pt x="96877" y="2194262"/>
                </a:cubicBezTo>
                <a:cubicBezTo>
                  <a:pt x="90223" y="2197951"/>
                  <a:pt x="83222" y="2200978"/>
                  <a:pt x="75978" y="2203303"/>
                </a:cubicBezTo>
                <a:cubicBezTo>
                  <a:pt x="65636" y="2212110"/>
                  <a:pt x="54584" y="2220045"/>
                  <a:pt x="42931" y="2227028"/>
                </a:cubicBezTo>
                <a:cubicBezTo>
                  <a:pt x="36434" y="2229851"/>
                  <a:pt x="28244" y="2214598"/>
                  <a:pt x="22032" y="2207819"/>
                </a:cubicBezTo>
                <a:cubicBezTo>
                  <a:pt x="17830" y="2204024"/>
                  <a:pt x="13294" y="2200623"/>
                  <a:pt x="8475" y="2197651"/>
                </a:cubicBezTo>
                <a:cubicBezTo>
                  <a:pt x="4801" y="2194547"/>
                  <a:pt x="6216" y="2185790"/>
                  <a:pt x="4801" y="2180423"/>
                </a:cubicBezTo>
                <a:cubicBezTo>
                  <a:pt x="3390" y="2175059"/>
                  <a:pt x="0" y="2167996"/>
                  <a:pt x="0" y="2165737"/>
                </a:cubicBezTo>
                <a:cubicBezTo>
                  <a:pt x="333" y="2160642"/>
                  <a:pt x="3499" y="2156168"/>
                  <a:pt x="8190" y="2154157"/>
                </a:cubicBezTo>
                <a:cubicBezTo>
                  <a:pt x="12146" y="2154157"/>
                  <a:pt x="17228" y="2155850"/>
                  <a:pt x="20902" y="2154157"/>
                </a:cubicBezTo>
                <a:cubicBezTo>
                  <a:pt x="27879" y="2150999"/>
                  <a:pt x="34507" y="2147118"/>
                  <a:pt x="40671" y="2142578"/>
                </a:cubicBezTo>
                <a:cubicBezTo>
                  <a:pt x="47133" y="2138759"/>
                  <a:pt x="54202" y="2136084"/>
                  <a:pt x="61573" y="2134670"/>
                </a:cubicBezTo>
                <a:cubicBezTo>
                  <a:pt x="74134" y="2128668"/>
                  <a:pt x="86306" y="2121875"/>
                  <a:pt x="98007" y="2114334"/>
                </a:cubicBezTo>
                <a:cubicBezTo>
                  <a:pt x="103656" y="2111508"/>
                  <a:pt x="114953" y="2106144"/>
                  <a:pt x="114953" y="2097670"/>
                </a:cubicBezTo>
                <a:cubicBezTo>
                  <a:pt x="115754" y="2084878"/>
                  <a:pt x="115754" y="2072050"/>
                  <a:pt x="114953" y="2059258"/>
                </a:cubicBezTo>
                <a:cubicBezTo>
                  <a:pt x="112975" y="2055021"/>
                  <a:pt x="105915" y="2053609"/>
                  <a:pt x="105915" y="2053609"/>
                </a:cubicBezTo>
                <a:cubicBezTo>
                  <a:pt x="100317" y="2055213"/>
                  <a:pt x="94508" y="2055973"/>
                  <a:pt x="88687" y="2055869"/>
                </a:cubicBezTo>
                <a:cubicBezTo>
                  <a:pt x="85298" y="2055587"/>
                  <a:pt x="77671" y="2061518"/>
                  <a:pt x="72586" y="2061518"/>
                </a:cubicBezTo>
                <a:cubicBezTo>
                  <a:pt x="68805" y="2063300"/>
                  <a:pt x="64568" y="2063893"/>
                  <a:pt x="60443" y="2063211"/>
                </a:cubicBezTo>
                <a:cubicBezTo>
                  <a:pt x="57054" y="2061518"/>
                  <a:pt x="54510" y="2060951"/>
                  <a:pt x="52535" y="2056714"/>
                </a:cubicBezTo>
                <a:cubicBezTo>
                  <a:pt x="50409" y="2050229"/>
                  <a:pt x="49173" y="2043483"/>
                  <a:pt x="48861" y="2036663"/>
                </a:cubicBezTo>
                <a:cubicBezTo>
                  <a:pt x="46999" y="2032260"/>
                  <a:pt x="45855" y="2027589"/>
                  <a:pt x="45472" y="2022824"/>
                </a:cubicBezTo>
                <a:cubicBezTo>
                  <a:pt x="47162" y="2013510"/>
                  <a:pt x="47732" y="2004027"/>
                  <a:pt x="47168" y="1994580"/>
                </a:cubicBezTo>
                <a:cubicBezTo>
                  <a:pt x="46602" y="1983283"/>
                  <a:pt x="55358" y="1979327"/>
                  <a:pt x="63551" y="1978197"/>
                </a:cubicBezTo>
                <a:cubicBezTo>
                  <a:pt x="71741" y="1977068"/>
                  <a:pt x="78519" y="1971137"/>
                  <a:pt x="86428" y="1971137"/>
                </a:cubicBezTo>
                <a:cubicBezTo>
                  <a:pt x="91973" y="1971597"/>
                  <a:pt x="97547" y="1971597"/>
                  <a:pt x="103089" y="1971137"/>
                </a:cubicBezTo>
                <a:cubicBezTo>
                  <a:pt x="111152" y="1968700"/>
                  <a:pt x="118846" y="1965186"/>
                  <a:pt x="125969" y="1960688"/>
                </a:cubicBezTo>
                <a:cubicBezTo>
                  <a:pt x="130488" y="1954191"/>
                  <a:pt x="137266" y="1949953"/>
                  <a:pt x="137266" y="1939786"/>
                </a:cubicBezTo>
                <a:cubicBezTo>
                  <a:pt x="138111" y="1920298"/>
                  <a:pt x="144045" y="1911542"/>
                  <a:pt x="144045" y="1894877"/>
                </a:cubicBezTo>
                <a:cubicBezTo>
                  <a:pt x="144736" y="1884241"/>
                  <a:pt x="140585" y="1873860"/>
                  <a:pt x="132747" y="1866633"/>
                </a:cubicBezTo>
                <a:cubicBezTo>
                  <a:pt x="131223" y="1864116"/>
                  <a:pt x="131223" y="1860961"/>
                  <a:pt x="132747" y="1858443"/>
                </a:cubicBezTo>
                <a:cubicBezTo>
                  <a:pt x="137533" y="1855795"/>
                  <a:pt x="141910" y="1852465"/>
                  <a:pt x="145738" y="1848557"/>
                </a:cubicBezTo>
                <a:cubicBezTo>
                  <a:pt x="147562" y="1846075"/>
                  <a:pt x="150592" y="1844776"/>
                  <a:pt x="153646" y="1845168"/>
                </a:cubicBezTo>
                <a:close/>
                <a:moveTo>
                  <a:pt x="397676" y="1819750"/>
                </a:moveTo>
                <a:cubicBezTo>
                  <a:pt x="405585" y="1820031"/>
                  <a:pt x="406433" y="1824550"/>
                  <a:pt x="410104" y="1827094"/>
                </a:cubicBezTo>
                <a:cubicBezTo>
                  <a:pt x="413410" y="1828503"/>
                  <a:pt x="416959" y="1829271"/>
                  <a:pt x="420553" y="1829351"/>
                </a:cubicBezTo>
                <a:cubicBezTo>
                  <a:pt x="423661" y="1829917"/>
                  <a:pt x="426768" y="1834436"/>
                  <a:pt x="428743" y="1838674"/>
                </a:cubicBezTo>
                <a:cubicBezTo>
                  <a:pt x="432473" y="1846454"/>
                  <a:pt x="434587" y="1854909"/>
                  <a:pt x="434958" y="1863529"/>
                </a:cubicBezTo>
                <a:cubicBezTo>
                  <a:pt x="434392" y="1882734"/>
                  <a:pt x="421401" y="1886687"/>
                  <a:pt x="416316" y="1898269"/>
                </a:cubicBezTo>
                <a:cubicBezTo>
                  <a:pt x="414394" y="1903924"/>
                  <a:pt x="413256" y="1909813"/>
                  <a:pt x="412926" y="1915779"/>
                </a:cubicBezTo>
                <a:cubicBezTo>
                  <a:pt x="414623" y="1925383"/>
                  <a:pt x="424224" y="1927925"/>
                  <a:pt x="428180" y="1921146"/>
                </a:cubicBezTo>
                <a:cubicBezTo>
                  <a:pt x="435806" y="1919450"/>
                  <a:pt x="438063" y="1914931"/>
                  <a:pt x="443430" y="1912390"/>
                </a:cubicBezTo>
                <a:cubicBezTo>
                  <a:pt x="448797" y="1909848"/>
                  <a:pt x="456423" y="1918320"/>
                  <a:pt x="468284" y="1921146"/>
                </a:cubicBezTo>
                <a:cubicBezTo>
                  <a:pt x="475063" y="1922557"/>
                  <a:pt x="477604" y="1939222"/>
                  <a:pt x="482405" y="1947130"/>
                </a:cubicBezTo>
                <a:cubicBezTo>
                  <a:pt x="484288" y="1953067"/>
                  <a:pt x="485242" y="1959261"/>
                  <a:pt x="485230" y="1965488"/>
                </a:cubicBezTo>
                <a:cubicBezTo>
                  <a:pt x="484928" y="1970247"/>
                  <a:pt x="481444" y="1974197"/>
                  <a:pt x="476759" y="1975092"/>
                </a:cubicBezTo>
                <a:lnTo>
                  <a:pt x="459249" y="1979330"/>
                </a:lnTo>
                <a:cubicBezTo>
                  <a:pt x="453618" y="1981918"/>
                  <a:pt x="448539" y="1985563"/>
                  <a:pt x="444278" y="1990061"/>
                </a:cubicBezTo>
                <a:cubicBezTo>
                  <a:pt x="437179" y="1993501"/>
                  <a:pt x="430294" y="1997367"/>
                  <a:pt x="423661" y="2001640"/>
                </a:cubicBezTo>
                <a:cubicBezTo>
                  <a:pt x="413792" y="2009036"/>
                  <a:pt x="402563" y="2014409"/>
                  <a:pt x="390616" y="2017457"/>
                </a:cubicBezTo>
                <a:cubicBezTo>
                  <a:pt x="384339" y="2028799"/>
                  <a:pt x="380398" y="2041285"/>
                  <a:pt x="379034" y="2054175"/>
                </a:cubicBezTo>
                <a:cubicBezTo>
                  <a:pt x="377922" y="2059958"/>
                  <a:pt x="377922" y="2065903"/>
                  <a:pt x="379034" y="2071685"/>
                </a:cubicBezTo>
                <a:cubicBezTo>
                  <a:pt x="381860" y="2081853"/>
                  <a:pt x="379319" y="2091739"/>
                  <a:pt x="388354" y="2101907"/>
                </a:cubicBezTo>
                <a:cubicBezTo>
                  <a:pt x="395277" y="2108484"/>
                  <a:pt x="404253" y="2112472"/>
                  <a:pt x="413775" y="2113204"/>
                </a:cubicBezTo>
                <a:cubicBezTo>
                  <a:pt x="419788" y="2113311"/>
                  <a:pt x="425763" y="2114165"/>
                  <a:pt x="431569" y="2115745"/>
                </a:cubicBezTo>
                <a:cubicBezTo>
                  <a:pt x="435768" y="2117157"/>
                  <a:pt x="440138" y="2118011"/>
                  <a:pt x="444559" y="2118287"/>
                </a:cubicBezTo>
                <a:cubicBezTo>
                  <a:pt x="448376" y="2120890"/>
                  <a:pt x="452714" y="2122625"/>
                  <a:pt x="457268" y="2123372"/>
                </a:cubicBezTo>
                <a:cubicBezTo>
                  <a:pt x="463922" y="2122975"/>
                  <a:pt x="470597" y="2123642"/>
                  <a:pt x="477041" y="2125350"/>
                </a:cubicBezTo>
                <a:lnTo>
                  <a:pt x="478170" y="2124502"/>
                </a:lnTo>
                <a:cubicBezTo>
                  <a:pt x="486921" y="2129729"/>
                  <a:pt x="491357" y="2139962"/>
                  <a:pt x="489186" y="2149920"/>
                </a:cubicBezTo>
                <a:cubicBezTo>
                  <a:pt x="486384" y="2159500"/>
                  <a:pt x="483084" y="2168927"/>
                  <a:pt x="479300" y="2178164"/>
                </a:cubicBezTo>
                <a:cubicBezTo>
                  <a:pt x="477041" y="2185508"/>
                  <a:pt x="475347" y="2193698"/>
                  <a:pt x="471110" y="2196806"/>
                </a:cubicBezTo>
                <a:cubicBezTo>
                  <a:pt x="466873" y="2199914"/>
                  <a:pt x="455857" y="2197369"/>
                  <a:pt x="449645" y="2199914"/>
                </a:cubicBezTo>
                <a:cubicBezTo>
                  <a:pt x="443009" y="2202757"/>
                  <a:pt x="435945" y="2204474"/>
                  <a:pt x="428743" y="2204996"/>
                </a:cubicBezTo>
                <a:cubicBezTo>
                  <a:pt x="423661" y="2204996"/>
                  <a:pt x="417164" y="2199914"/>
                  <a:pt x="414056" y="2198499"/>
                </a:cubicBezTo>
                <a:cubicBezTo>
                  <a:pt x="406726" y="2196373"/>
                  <a:pt x="399070" y="2195608"/>
                  <a:pt x="391461" y="2196240"/>
                </a:cubicBezTo>
                <a:cubicBezTo>
                  <a:pt x="385249" y="2196240"/>
                  <a:pt x="372255" y="2196240"/>
                  <a:pt x="368866" y="2196240"/>
                </a:cubicBezTo>
                <a:cubicBezTo>
                  <a:pt x="365477" y="2196240"/>
                  <a:pt x="358698" y="2192287"/>
                  <a:pt x="349945" y="2190876"/>
                </a:cubicBezTo>
                <a:cubicBezTo>
                  <a:pt x="341189" y="2189461"/>
                  <a:pt x="327632" y="2191157"/>
                  <a:pt x="321701" y="2189461"/>
                </a:cubicBezTo>
                <a:cubicBezTo>
                  <a:pt x="316711" y="2187546"/>
                  <a:pt x="312044" y="2184877"/>
                  <a:pt x="307860" y="2181553"/>
                </a:cubicBezTo>
                <a:cubicBezTo>
                  <a:pt x="302475" y="2175302"/>
                  <a:pt x="298089" y="2168251"/>
                  <a:pt x="294869" y="2160654"/>
                </a:cubicBezTo>
                <a:cubicBezTo>
                  <a:pt x="293478" y="2152728"/>
                  <a:pt x="292817" y="2144692"/>
                  <a:pt x="292891" y="2136647"/>
                </a:cubicBezTo>
                <a:cubicBezTo>
                  <a:pt x="292325" y="2132692"/>
                  <a:pt x="286961" y="2111790"/>
                  <a:pt x="286961" y="2108404"/>
                </a:cubicBezTo>
                <a:lnTo>
                  <a:pt x="286961" y="2090327"/>
                </a:lnTo>
                <a:cubicBezTo>
                  <a:pt x="286821" y="2084522"/>
                  <a:pt x="286062" y="2078745"/>
                  <a:pt x="284701" y="2073099"/>
                </a:cubicBezTo>
                <a:cubicBezTo>
                  <a:pt x="282646" y="2064308"/>
                  <a:pt x="281698" y="2055293"/>
                  <a:pt x="281875" y="2046267"/>
                </a:cubicBezTo>
                <a:cubicBezTo>
                  <a:pt x="281875" y="2031296"/>
                  <a:pt x="285831" y="2031296"/>
                  <a:pt x="289220" y="2003052"/>
                </a:cubicBezTo>
                <a:cubicBezTo>
                  <a:pt x="289502" y="2000229"/>
                  <a:pt x="295151" y="1992039"/>
                  <a:pt x="295151" y="1989495"/>
                </a:cubicBezTo>
                <a:cubicBezTo>
                  <a:pt x="296281" y="1976222"/>
                  <a:pt x="299106" y="1976222"/>
                  <a:pt x="300233" y="1967184"/>
                </a:cubicBezTo>
                <a:cubicBezTo>
                  <a:pt x="301363" y="1958143"/>
                  <a:pt x="305037" y="1947412"/>
                  <a:pt x="305037" y="1944589"/>
                </a:cubicBezTo>
                <a:cubicBezTo>
                  <a:pt x="307015" y="1930747"/>
                  <a:pt x="307015" y="1912671"/>
                  <a:pt x="307015" y="1909282"/>
                </a:cubicBezTo>
                <a:cubicBezTo>
                  <a:pt x="307797" y="1901940"/>
                  <a:pt x="309505" y="1894729"/>
                  <a:pt x="312097" y="1887817"/>
                </a:cubicBezTo>
                <a:cubicBezTo>
                  <a:pt x="315388" y="1876318"/>
                  <a:pt x="317936" y="1864620"/>
                  <a:pt x="319724" y="1852794"/>
                </a:cubicBezTo>
                <a:cubicBezTo>
                  <a:pt x="318911" y="1845002"/>
                  <a:pt x="318911" y="1837147"/>
                  <a:pt x="319724" y="1829351"/>
                </a:cubicBezTo>
                <a:cubicBezTo>
                  <a:pt x="322265" y="1820031"/>
                  <a:pt x="329325" y="1820316"/>
                  <a:pt x="333281" y="1820031"/>
                </a:cubicBezTo>
                <a:cubicBezTo>
                  <a:pt x="337233" y="1819750"/>
                  <a:pt x="345708" y="1823421"/>
                  <a:pt x="351357" y="1823421"/>
                </a:cubicBezTo>
                <a:cubicBezTo>
                  <a:pt x="356492" y="1822661"/>
                  <a:pt x="361584" y="1821624"/>
                  <a:pt x="366607" y="1820313"/>
                </a:cubicBezTo>
                <a:cubicBezTo>
                  <a:pt x="371182" y="1820841"/>
                  <a:pt x="375710" y="1821692"/>
                  <a:pt x="380164" y="1822857"/>
                </a:cubicBezTo>
                <a:cubicBezTo>
                  <a:pt x="385934" y="1821464"/>
                  <a:pt x="391781" y="1820426"/>
                  <a:pt x="397676" y="1819750"/>
                </a:cubicBezTo>
                <a:close/>
                <a:moveTo>
                  <a:pt x="1560757" y="1817490"/>
                </a:moveTo>
                <a:cubicBezTo>
                  <a:pt x="1567820" y="1817490"/>
                  <a:pt x="1572902" y="1823986"/>
                  <a:pt x="1578551" y="1823986"/>
                </a:cubicBezTo>
                <a:cubicBezTo>
                  <a:pt x="1590006" y="1823165"/>
                  <a:pt x="1601520" y="1824022"/>
                  <a:pt x="1612725" y="1826528"/>
                </a:cubicBezTo>
                <a:lnTo>
                  <a:pt x="1612725" y="1823986"/>
                </a:lnTo>
                <a:cubicBezTo>
                  <a:pt x="1614703" y="1825680"/>
                  <a:pt x="1616399" y="1835847"/>
                  <a:pt x="1618656" y="1838107"/>
                </a:cubicBezTo>
                <a:cubicBezTo>
                  <a:pt x="1625227" y="1844527"/>
                  <a:pt x="1629411" y="1852996"/>
                  <a:pt x="1630520" y="1862114"/>
                </a:cubicBezTo>
                <a:cubicBezTo>
                  <a:pt x="1629956" y="1868895"/>
                  <a:pt x="1620918" y="1879626"/>
                  <a:pt x="1620918" y="1882449"/>
                </a:cubicBezTo>
                <a:cubicBezTo>
                  <a:pt x="1621455" y="1888988"/>
                  <a:pt x="1619869" y="1895526"/>
                  <a:pt x="1616399" y="1901092"/>
                </a:cubicBezTo>
                <a:cubicBezTo>
                  <a:pt x="1609873" y="1910503"/>
                  <a:pt x="1604470" y="1920647"/>
                  <a:pt x="1600298" y="1931313"/>
                </a:cubicBezTo>
                <a:cubicBezTo>
                  <a:pt x="1598323" y="1935548"/>
                  <a:pt x="1586741" y="1944870"/>
                  <a:pt x="1584766" y="1949108"/>
                </a:cubicBezTo>
                <a:cubicBezTo>
                  <a:pt x="1572902" y="1975655"/>
                  <a:pt x="1559912" y="1994013"/>
                  <a:pt x="1550589" y="2020564"/>
                </a:cubicBezTo>
                <a:cubicBezTo>
                  <a:pt x="1548896" y="2024798"/>
                  <a:pt x="1542117" y="2032143"/>
                  <a:pt x="1539010" y="2032143"/>
                </a:cubicBezTo>
                <a:cubicBezTo>
                  <a:pt x="1534511" y="2030162"/>
                  <a:pt x="1529387" y="2030162"/>
                  <a:pt x="1524889" y="2032143"/>
                </a:cubicBezTo>
                <a:cubicBezTo>
                  <a:pt x="1522911" y="2034121"/>
                  <a:pt x="1513025" y="2034121"/>
                  <a:pt x="1510202" y="2036944"/>
                </a:cubicBezTo>
                <a:cubicBezTo>
                  <a:pt x="1507376" y="2039770"/>
                  <a:pt x="1491560" y="2037510"/>
                  <a:pt x="1488452" y="2043722"/>
                </a:cubicBezTo>
                <a:cubicBezTo>
                  <a:pt x="1486193" y="2049146"/>
                  <a:pt x="1486193" y="2055245"/>
                  <a:pt x="1488452" y="2060669"/>
                </a:cubicBezTo>
                <a:cubicBezTo>
                  <a:pt x="1492971" y="2066317"/>
                  <a:pt x="1502857" y="2060669"/>
                  <a:pt x="1505117" y="2057564"/>
                </a:cubicBezTo>
                <a:cubicBezTo>
                  <a:pt x="1508257" y="2053442"/>
                  <a:pt x="1513218" y="2051121"/>
                  <a:pt x="1518392" y="2051349"/>
                </a:cubicBezTo>
                <a:cubicBezTo>
                  <a:pt x="1524284" y="2053964"/>
                  <a:pt x="1530440" y="2055954"/>
                  <a:pt x="1536750" y="2057279"/>
                </a:cubicBezTo>
                <a:cubicBezTo>
                  <a:pt x="1541050" y="2057724"/>
                  <a:pt x="1544264" y="2061434"/>
                  <a:pt x="1544095" y="2065754"/>
                </a:cubicBezTo>
                <a:cubicBezTo>
                  <a:pt x="1544122" y="2073716"/>
                  <a:pt x="1545755" y="2081594"/>
                  <a:pt x="1548896" y="2088912"/>
                </a:cubicBezTo>
                <a:cubicBezTo>
                  <a:pt x="1549083" y="2092343"/>
                  <a:pt x="1548086" y="2095732"/>
                  <a:pt x="1546070" y="2098517"/>
                </a:cubicBezTo>
                <a:cubicBezTo>
                  <a:pt x="1541103" y="2103234"/>
                  <a:pt x="1535493" y="2107229"/>
                  <a:pt x="1529408" y="2110378"/>
                </a:cubicBezTo>
                <a:cubicBezTo>
                  <a:pt x="1525453" y="2112919"/>
                  <a:pt x="1516133" y="2113767"/>
                  <a:pt x="1510199" y="2117438"/>
                </a:cubicBezTo>
                <a:cubicBezTo>
                  <a:pt x="1506709" y="2120068"/>
                  <a:pt x="1504545" y="2124092"/>
                  <a:pt x="1504269" y="2128454"/>
                </a:cubicBezTo>
                <a:cubicBezTo>
                  <a:pt x="1504269" y="2135799"/>
                  <a:pt x="1509918" y="2135799"/>
                  <a:pt x="1513592" y="2135799"/>
                </a:cubicBezTo>
                <a:cubicBezTo>
                  <a:pt x="1517263" y="2135799"/>
                  <a:pt x="1531949" y="2130998"/>
                  <a:pt x="1539010" y="2130998"/>
                </a:cubicBezTo>
                <a:cubicBezTo>
                  <a:pt x="1546070" y="2130998"/>
                  <a:pt x="1552285" y="2130998"/>
                  <a:pt x="1558215" y="2130998"/>
                </a:cubicBezTo>
                <a:cubicBezTo>
                  <a:pt x="1565854" y="2128270"/>
                  <a:pt x="1573842" y="2126651"/>
                  <a:pt x="1581940" y="2126194"/>
                </a:cubicBezTo>
                <a:cubicBezTo>
                  <a:pt x="1589285" y="2128172"/>
                  <a:pt x="1597757" y="2121112"/>
                  <a:pt x="1602558" y="2126194"/>
                </a:cubicBezTo>
                <a:cubicBezTo>
                  <a:pt x="1602558" y="2136362"/>
                  <a:pt x="1618940" y="2140318"/>
                  <a:pt x="1618940" y="2154438"/>
                </a:cubicBezTo>
                <a:cubicBezTo>
                  <a:pt x="1618940" y="2174210"/>
                  <a:pt x="1606231" y="2196239"/>
                  <a:pt x="1588719" y="2197935"/>
                </a:cubicBezTo>
                <a:cubicBezTo>
                  <a:pt x="1581092" y="2198498"/>
                  <a:pt x="1582788" y="2191438"/>
                  <a:pt x="1560475" y="2193131"/>
                </a:cubicBezTo>
                <a:cubicBezTo>
                  <a:pt x="1538162" y="2194827"/>
                  <a:pt x="1518674" y="2194827"/>
                  <a:pt x="1515285" y="2194827"/>
                </a:cubicBezTo>
                <a:cubicBezTo>
                  <a:pt x="1507012" y="2195468"/>
                  <a:pt x="1498703" y="2195468"/>
                  <a:pt x="1490430" y="2194827"/>
                </a:cubicBezTo>
                <a:cubicBezTo>
                  <a:pt x="1483136" y="2195056"/>
                  <a:pt x="1475868" y="2195812"/>
                  <a:pt x="1468683" y="2197087"/>
                </a:cubicBezTo>
                <a:cubicBezTo>
                  <a:pt x="1460695" y="2198997"/>
                  <a:pt x="1452576" y="2200319"/>
                  <a:pt x="1444392" y="2201043"/>
                </a:cubicBezTo>
                <a:cubicBezTo>
                  <a:pt x="1434675" y="2201084"/>
                  <a:pt x="1425065" y="2203103"/>
                  <a:pt x="1416148" y="2206973"/>
                </a:cubicBezTo>
                <a:cubicBezTo>
                  <a:pt x="1406028" y="2209099"/>
                  <a:pt x="1395706" y="2210140"/>
                  <a:pt x="1385363" y="2210078"/>
                </a:cubicBezTo>
                <a:cubicBezTo>
                  <a:pt x="1375124" y="2213811"/>
                  <a:pt x="1364520" y="2216459"/>
                  <a:pt x="1353730" y="2217986"/>
                </a:cubicBezTo>
                <a:cubicBezTo>
                  <a:pt x="1348081" y="2218834"/>
                  <a:pt x="1334524" y="2216574"/>
                  <a:pt x="1333961" y="2207821"/>
                </a:cubicBezTo>
                <a:cubicBezTo>
                  <a:pt x="1333394" y="2199065"/>
                  <a:pt x="1329442" y="2193416"/>
                  <a:pt x="1329442" y="2181270"/>
                </a:cubicBezTo>
                <a:cubicBezTo>
                  <a:pt x="1329442" y="2177599"/>
                  <a:pt x="1329442" y="2171951"/>
                  <a:pt x="1329442" y="2169125"/>
                </a:cubicBezTo>
                <a:cubicBezTo>
                  <a:pt x="1329353" y="2163612"/>
                  <a:pt x="1331864" y="2158382"/>
                  <a:pt x="1336220" y="2155004"/>
                </a:cubicBezTo>
                <a:cubicBezTo>
                  <a:pt x="1337065" y="2154723"/>
                  <a:pt x="1340455" y="2148508"/>
                  <a:pt x="1343562" y="2149071"/>
                </a:cubicBezTo>
                <a:cubicBezTo>
                  <a:pt x="1346670" y="2149637"/>
                  <a:pt x="1347518" y="2153590"/>
                  <a:pt x="1352600" y="2153590"/>
                </a:cubicBezTo>
                <a:cubicBezTo>
                  <a:pt x="1362368" y="2151680"/>
                  <a:pt x="1371856" y="2148549"/>
                  <a:pt x="1380844" y="2144270"/>
                </a:cubicBezTo>
                <a:cubicBezTo>
                  <a:pt x="1391961" y="2138678"/>
                  <a:pt x="1403368" y="2133681"/>
                  <a:pt x="1415018" y="2129302"/>
                </a:cubicBezTo>
                <a:cubicBezTo>
                  <a:pt x="1419537" y="2123090"/>
                  <a:pt x="1412195" y="2119697"/>
                  <a:pt x="1409370" y="2119700"/>
                </a:cubicBezTo>
                <a:cubicBezTo>
                  <a:pt x="1404693" y="2121141"/>
                  <a:pt x="1399617" y="2120415"/>
                  <a:pt x="1395531" y="2117723"/>
                </a:cubicBezTo>
                <a:cubicBezTo>
                  <a:pt x="1388471" y="2116593"/>
                  <a:pt x="1385645" y="2114897"/>
                  <a:pt x="1383670" y="2111789"/>
                </a:cubicBezTo>
                <a:cubicBezTo>
                  <a:pt x="1381692" y="2108685"/>
                  <a:pt x="1381974" y="2105295"/>
                  <a:pt x="1383670" y="2100492"/>
                </a:cubicBezTo>
                <a:cubicBezTo>
                  <a:pt x="1385363" y="2095691"/>
                  <a:pt x="1384800" y="2090327"/>
                  <a:pt x="1385363" y="2086371"/>
                </a:cubicBezTo>
                <a:cubicBezTo>
                  <a:pt x="1385929" y="2082419"/>
                  <a:pt x="1389319" y="2076203"/>
                  <a:pt x="1392990" y="2076203"/>
                </a:cubicBezTo>
                <a:cubicBezTo>
                  <a:pt x="1396661" y="2076203"/>
                  <a:pt x="1396942" y="2078745"/>
                  <a:pt x="1400616" y="2078745"/>
                </a:cubicBezTo>
                <a:cubicBezTo>
                  <a:pt x="1404287" y="2078745"/>
                  <a:pt x="1405699" y="2077333"/>
                  <a:pt x="1409088" y="2077333"/>
                </a:cubicBezTo>
                <a:cubicBezTo>
                  <a:pt x="1411798" y="2077799"/>
                  <a:pt x="1414568" y="2077799"/>
                  <a:pt x="1417278" y="2077333"/>
                </a:cubicBezTo>
                <a:cubicBezTo>
                  <a:pt x="1420341" y="2075984"/>
                  <a:pt x="1422909" y="2073713"/>
                  <a:pt x="1424623" y="2070836"/>
                </a:cubicBezTo>
                <a:cubicBezTo>
                  <a:pt x="1426194" y="2065431"/>
                  <a:pt x="1426861" y="2059800"/>
                  <a:pt x="1426601" y="2054175"/>
                </a:cubicBezTo>
                <a:cubicBezTo>
                  <a:pt x="1426034" y="2051067"/>
                  <a:pt x="1421797" y="2051631"/>
                  <a:pt x="1416714" y="2054172"/>
                </a:cubicBezTo>
                <a:cubicBezTo>
                  <a:pt x="1412492" y="2055749"/>
                  <a:pt x="1408145" y="2056977"/>
                  <a:pt x="1403721" y="2057846"/>
                </a:cubicBezTo>
                <a:cubicBezTo>
                  <a:pt x="1401180" y="2057846"/>
                  <a:pt x="1395531" y="2060387"/>
                  <a:pt x="1391860" y="2060387"/>
                </a:cubicBezTo>
                <a:cubicBezTo>
                  <a:pt x="1388604" y="2060414"/>
                  <a:pt x="1385366" y="2059936"/>
                  <a:pt x="1382255" y="2058975"/>
                </a:cubicBezTo>
                <a:cubicBezTo>
                  <a:pt x="1377455" y="2057846"/>
                  <a:pt x="1377455" y="2055020"/>
                  <a:pt x="1377455" y="2051631"/>
                </a:cubicBezTo>
                <a:cubicBezTo>
                  <a:pt x="1375563" y="2048218"/>
                  <a:pt x="1374318" y="2044481"/>
                  <a:pt x="1373784" y="2040615"/>
                </a:cubicBezTo>
                <a:cubicBezTo>
                  <a:pt x="1374632" y="2030732"/>
                  <a:pt x="1365309" y="2027342"/>
                  <a:pt x="1365309" y="2024798"/>
                </a:cubicBezTo>
                <a:cubicBezTo>
                  <a:pt x="1362608" y="2019224"/>
                  <a:pt x="1360980" y="2013186"/>
                  <a:pt x="1360508" y="2007007"/>
                </a:cubicBezTo>
                <a:cubicBezTo>
                  <a:pt x="1360508" y="1995709"/>
                  <a:pt x="1369828" y="1986953"/>
                  <a:pt x="1369828" y="1980174"/>
                </a:cubicBezTo>
                <a:cubicBezTo>
                  <a:pt x="1366688" y="1965989"/>
                  <a:pt x="1365173" y="1951489"/>
                  <a:pt x="1365309" y="1936962"/>
                </a:cubicBezTo>
                <a:cubicBezTo>
                  <a:pt x="1365591" y="1932725"/>
                  <a:pt x="1359945" y="1926228"/>
                  <a:pt x="1359942" y="1918320"/>
                </a:cubicBezTo>
                <a:cubicBezTo>
                  <a:pt x="1360028" y="1913643"/>
                  <a:pt x="1360692" y="1908994"/>
                  <a:pt x="1361920" y="1904481"/>
                </a:cubicBezTo>
                <a:cubicBezTo>
                  <a:pt x="1364473" y="1896697"/>
                  <a:pt x="1366083" y="1888638"/>
                  <a:pt x="1366724" y="1880474"/>
                </a:cubicBezTo>
                <a:cubicBezTo>
                  <a:pt x="1365591" y="1869740"/>
                  <a:pt x="1371243" y="1856183"/>
                  <a:pt x="1378584" y="1856183"/>
                </a:cubicBezTo>
                <a:cubicBezTo>
                  <a:pt x="1385929" y="1856183"/>
                  <a:pt x="1385645" y="1865221"/>
                  <a:pt x="1393835" y="1865221"/>
                </a:cubicBezTo>
                <a:cubicBezTo>
                  <a:pt x="1398683" y="1865592"/>
                  <a:pt x="1403558" y="1865114"/>
                  <a:pt x="1408240" y="1863810"/>
                </a:cubicBezTo>
                <a:cubicBezTo>
                  <a:pt x="1410499" y="1862680"/>
                  <a:pt x="1422927" y="1859291"/>
                  <a:pt x="1426882" y="1857879"/>
                </a:cubicBezTo>
                <a:cubicBezTo>
                  <a:pt x="1438461" y="1853642"/>
                  <a:pt x="1446651" y="1848559"/>
                  <a:pt x="1459079" y="1844604"/>
                </a:cubicBezTo>
                <a:cubicBezTo>
                  <a:pt x="1466987" y="1842062"/>
                  <a:pt x="1478003" y="1844322"/>
                  <a:pt x="1484500" y="1842062"/>
                </a:cubicBezTo>
                <a:cubicBezTo>
                  <a:pt x="1504269" y="1835847"/>
                  <a:pt x="1553696" y="1817490"/>
                  <a:pt x="1560757" y="1817490"/>
                </a:cubicBezTo>
                <a:close/>
                <a:moveTo>
                  <a:pt x="840821" y="1744338"/>
                </a:moveTo>
                <a:cubicBezTo>
                  <a:pt x="845183" y="1744432"/>
                  <a:pt x="849530" y="1744904"/>
                  <a:pt x="853812" y="1745749"/>
                </a:cubicBezTo>
                <a:cubicBezTo>
                  <a:pt x="859176" y="1746034"/>
                  <a:pt x="864549" y="1746034"/>
                  <a:pt x="869913" y="1745749"/>
                </a:cubicBezTo>
                <a:cubicBezTo>
                  <a:pt x="873865" y="1745749"/>
                  <a:pt x="876973" y="1750834"/>
                  <a:pt x="878384" y="1752246"/>
                </a:cubicBezTo>
                <a:cubicBezTo>
                  <a:pt x="879799" y="1753657"/>
                  <a:pt x="890812" y="1753376"/>
                  <a:pt x="893353" y="1756765"/>
                </a:cubicBezTo>
                <a:cubicBezTo>
                  <a:pt x="895897" y="1760154"/>
                  <a:pt x="895331" y="1768626"/>
                  <a:pt x="898157" y="1774277"/>
                </a:cubicBezTo>
                <a:cubicBezTo>
                  <a:pt x="900979" y="1779923"/>
                  <a:pt x="908888" y="1782749"/>
                  <a:pt x="909736" y="1799977"/>
                </a:cubicBezTo>
                <a:cubicBezTo>
                  <a:pt x="910584" y="1817205"/>
                  <a:pt x="906065" y="1817489"/>
                  <a:pt x="895331" y="1826243"/>
                </a:cubicBezTo>
                <a:cubicBezTo>
                  <a:pt x="892508" y="1830198"/>
                  <a:pt x="889119" y="1836695"/>
                  <a:pt x="898157" y="1834999"/>
                </a:cubicBezTo>
                <a:cubicBezTo>
                  <a:pt x="907195" y="1833306"/>
                  <a:pt x="940805" y="1825679"/>
                  <a:pt x="948995" y="1823138"/>
                </a:cubicBezTo>
                <a:cubicBezTo>
                  <a:pt x="958211" y="1820117"/>
                  <a:pt x="967655" y="1817851"/>
                  <a:pt x="977239" y="1816360"/>
                </a:cubicBezTo>
                <a:cubicBezTo>
                  <a:pt x="980628" y="1816075"/>
                  <a:pt x="986277" y="1820594"/>
                  <a:pt x="989948" y="1821724"/>
                </a:cubicBezTo>
                <a:cubicBezTo>
                  <a:pt x="993619" y="1822856"/>
                  <a:pt x="1001246" y="1822290"/>
                  <a:pt x="1002939" y="1825961"/>
                </a:cubicBezTo>
                <a:cubicBezTo>
                  <a:pt x="1005370" y="1832793"/>
                  <a:pt x="1011123" y="1837908"/>
                  <a:pt x="1018192" y="1839518"/>
                </a:cubicBezTo>
                <a:lnTo>
                  <a:pt x="1017628" y="1837259"/>
                </a:lnTo>
                <a:cubicBezTo>
                  <a:pt x="1021234" y="1838261"/>
                  <a:pt x="1023968" y="1841211"/>
                  <a:pt x="1024689" y="1844885"/>
                </a:cubicBezTo>
                <a:cubicBezTo>
                  <a:pt x="1024689" y="1848274"/>
                  <a:pt x="1024689" y="1853923"/>
                  <a:pt x="1024689" y="1860702"/>
                </a:cubicBezTo>
                <a:cubicBezTo>
                  <a:pt x="1024689" y="1871718"/>
                  <a:pt x="1004635" y="1879344"/>
                  <a:pt x="996445" y="1884708"/>
                </a:cubicBezTo>
                <a:cubicBezTo>
                  <a:pt x="993619" y="1886404"/>
                  <a:pt x="990796" y="1879907"/>
                  <a:pt x="981476" y="1879907"/>
                </a:cubicBezTo>
                <a:lnTo>
                  <a:pt x="955774" y="1881885"/>
                </a:lnTo>
                <a:lnTo>
                  <a:pt x="935438" y="1884145"/>
                </a:lnTo>
                <a:lnTo>
                  <a:pt x="917081" y="1889794"/>
                </a:lnTo>
                <a:cubicBezTo>
                  <a:pt x="910693" y="1891549"/>
                  <a:pt x="904461" y="1893817"/>
                  <a:pt x="898438" y="1896572"/>
                </a:cubicBezTo>
                <a:cubicBezTo>
                  <a:pt x="895049" y="1898547"/>
                  <a:pt x="884033" y="1896006"/>
                  <a:pt x="880644" y="1896572"/>
                </a:cubicBezTo>
                <a:cubicBezTo>
                  <a:pt x="877255" y="1897135"/>
                  <a:pt x="865109" y="1904762"/>
                  <a:pt x="854660" y="1907588"/>
                </a:cubicBezTo>
                <a:cubicBezTo>
                  <a:pt x="834081" y="1911096"/>
                  <a:pt x="813787" y="1916098"/>
                  <a:pt x="793935" y="1922556"/>
                </a:cubicBezTo>
                <a:cubicBezTo>
                  <a:pt x="789982" y="1927075"/>
                  <a:pt x="780096" y="1925379"/>
                  <a:pt x="777273" y="1927075"/>
                </a:cubicBezTo>
                <a:cubicBezTo>
                  <a:pt x="774447" y="1928768"/>
                  <a:pt x="768235" y="1927357"/>
                  <a:pt x="760609" y="1931310"/>
                </a:cubicBezTo>
                <a:cubicBezTo>
                  <a:pt x="752982" y="1935265"/>
                  <a:pt x="749593" y="1933006"/>
                  <a:pt x="745355" y="1935265"/>
                </a:cubicBezTo>
                <a:cubicBezTo>
                  <a:pt x="741219" y="1936840"/>
                  <a:pt x="736768" y="1937421"/>
                  <a:pt x="732365" y="1936958"/>
                </a:cubicBezTo>
                <a:cubicBezTo>
                  <a:pt x="727561" y="1937907"/>
                  <a:pt x="722840" y="1939230"/>
                  <a:pt x="718244" y="1940914"/>
                </a:cubicBezTo>
                <a:cubicBezTo>
                  <a:pt x="714241" y="1941795"/>
                  <a:pt x="710099" y="1941795"/>
                  <a:pt x="706099" y="1940914"/>
                </a:cubicBezTo>
                <a:cubicBezTo>
                  <a:pt x="702819" y="1940445"/>
                  <a:pt x="699492" y="1940445"/>
                  <a:pt x="696213" y="1940914"/>
                </a:cubicBezTo>
                <a:cubicBezTo>
                  <a:pt x="693105" y="1945151"/>
                  <a:pt x="686893" y="1945151"/>
                  <a:pt x="680396" y="1945151"/>
                </a:cubicBezTo>
                <a:cubicBezTo>
                  <a:pt x="675812" y="1946136"/>
                  <a:pt x="671355" y="1947654"/>
                  <a:pt x="667121" y="1949670"/>
                </a:cubicBezTo>
                <a:cubicBezTo>
                  <a:pt x="666276" y="1952778"/>
                  <a:pt x="660624" y="1955601"/>
                  <a:pt x="655542" y="1956449"/>
                </a:cubicBezTo>
                <a:cubicBezTo>
                  <a:pt x="650459" y="1957294"/>
                  <a:pt x="649893" y="1949670"/>
                  <a:pt x="646222" y="1949670"/>
                </a:cubicBezTo>
                <a:cubicBezTo>
                  <a:pt x="642551" y="1949670"/>
                  <a:pt x="634924" y="1952493"/>
                  <a:pt x="628991" y="1949670"/>
                </a:cubicBezTo>
                <a:cubicBezTo>
                  <a:pt x="623061" y="1946844"/>
                  <a:pt x="624472" y="1938654"/>
                  <a:pt x="624475" y="1931594"/>
                </a:cubicBezTo>
                <a:cubicBezTo>
                  <a:pt x="624763" y="1926515"/>
                  <a:pt x="624763" y="1921423"/>
                  <a:pt x="624475" y="1916341"/>
                </a:cubicBezTo>
                <a:cubicBezTo>
                  <a:pt x="623882" y="1912086"/>
                  <a:pt x="625112" y="1907781"/>
                  <a:pt x="627864" y="1904480"/>
                </a:cubicBezTo>
                <a:cubicBezTo>
                  <a:pt x="638225" y="1896821"/>
                  <a:pt x="649768" y="1890905"/>
                  <a:pt x="662038" y="1886968"/>
                </a:cubicBezTo>
                <a:cubicBezTo>
                  <a:pt x="665428" y="1886404"/>
                  <a:pt x="667687" y="1892335"/>
                  <a:pt x="671076" y="1892335"/>
                </a:cubicBezTo>
                <a:cubicBezTo>
                  <a:pt x="674466" y="1892335"/>
                  <a:pt x="685479" y="1885556"/>
                  <a:pt x="690846" y="1885556"/>
                </a:cubicBezTo>
                <a:cubicBezTo>
                  <a:pt x="706689" y="1883650"/>
                  <a:pt x="722363" y="1880533"/>
                  <a:pt x="737732" y="1876237"/>
                </a:cubicBezTo>
                <a:cubicBezTo>
                  <a:pt x="745922" y="1873411"/>
                  <a:pt x="753548" y="1875389"/>
                  <a:pt x="757783" y="1873411"/>
                </a:cubicBezTo>
                <a:cubicBezTo>
                  <a:pt x="762020" y="1871436"/>
                  <a:pt x="789982" y="1863243"/>
                  <a:pt x="794501" y="1862113"/>
                </a:cubicBezTo>
                <a:cubicBezTo>
                  <a:pt x="799020" y="1860983"/>
                  <a:pt x="808340" y="1855335"/>
                  <a:pt x="809470" y="1853357"/>
                </a:cubicBezTo>
                <a:cubicBezTo>
                  <a:pt x="810599" y="1851382"/>
                  <a:pt x="809751" y="1848274"/>
                  <a:pt x="807776" y="1843192"/>
                </a:cubicBezTo>
                <a:cubicBezTo>
                  <a:pt x="805799" y="1838107"/>
                  <a:pt x="801561" y="1839803"/>
                  <a:pt x="797324" y="1839800"/>
                </a:cubicBezTo>
                <a:cubicBezTo>
                  <a:pt x="793063" y="1838703"/>
                  <a:pt x="789407" y="1835960"/>
                  <a:pt x="787159" y="1832176"/>
                </a:cubicBezTo>
                <a:cubicBezTo>
                  <a:pt x="787014" y="1828434"/>
                  <a:pt x="787892" y="1824722"/>
                  <a:pt x="789700" y="1821442"/>
                </a:cubicBezTo>
                <a:cubicBezTo>
                  <a:pt x="790830" y="1817771"/>
                  <a:pt x="791678" y="1816360"/>
                  <a:pt x="793371" y="1811274"/>
                </a:cubicBezTo>
                <a:cubicBezTo>
                  <a:pt x="795005" y="1807212"/>
                  <a:pt x="796420" y="1803064"/>
                  <a:pt x="797609" y="1798847"/>
                </a:cubicBezTo>
                <a:cubicBezTo>
                  <a:pt x="799868" y="1791787"/>
                  <a:pt x="786593" y="1772581"/>
                  <a:pt x="784615" y="1767214"/>
                </a:cubicBezTo>
                <a:cubicBezTo>
                  <a:pt x="784007" y="1763196"/>
                  <a:pt x="785502" y="1759146"/>
                  <a:pt x="788571" y="1756483"/>
                </a:cubicBezTo>
                <a:cubicBezTo>
                  <a:pt x="794219" y="1750553"/>
                  <a:pt x="800998" y="1753094"/>
                  <a:pt x="807776" y="1753094"/>
                </a:cubicBezTo>
                <a:cubicBezTo>
                  <a:pt x="811854" y="1752533"/>
                  <a:pt x="815735" y="1750983"/>
                  <a:pt x="819074" y="1748575"/>
                </a:cubicBezTo>
                <a:cubicBezTo>
                  <a:pt x="821333" y="1748575"/>
                  <a:pt x="824723" y="1750553"/>
                  <a:pt x="829805" y="1748575"/>
                </a:cubicBezTo>
                <a:cubicBezTo>
                  <a:pt x="834890" y="1746597"/>
                  <a:pt x="834890" y="1744338"/>
                  <a:pt x="840821" y="1744338"/>
                </a:cubicBezTo>
                <a:close/>
                <a:moveTo>
                  <a:pt x="3094394" y="1740385"/>
                </a:moveTo>
                <a:cubicBezTo>
                  <a:pt x="3102303" y="1740948"/>
                  <a:pt x="3107670" y="1748011"/>
                  <a:pt x="3112470" y="1754224"/>
                </a:cubicBezTo>
                <a:cubicBezTo>
                  <a:pt x="3117274" y="1760436"/>
                  <a:pt x="3111059" y="1771170"/>
                  <a:pt x="3104844" y="1776537"/>
                </a:cubicBezTo>
                <a:cubicBezTo>
                  <a:pt x="3098587" y="1781883"/>
                  <a:pt x="3093576" y="1788537"/>
                  <a:pt x="3090157" y="1796024"/>
                </a:cubicBezTo>
                <a:cubicBezTo>
                  <a:pt x="3090157" y="1798566"/>
                  <a:pt x="3087053" y="1810993"/>
                  <a:pt x="3090160" y="1813537"/>
                </a:cubicBezTo>
                <a:cubicBezTo>
                  <a:pt x="3094964" y="1816799"/>
                  <a:pt x="3098386" y="1821730"/>
                  <a:pt x="3099761" y="1827376"/>
                </a:cubicBezTo>
                <a:cubicBezTo>
                  <a:pt x="3100043" y="1834999"/>
                  <a:pt x="3092701" y="1839803"/>
                  <a:pt x="3079426" y="1868047"/>
                </a:cubicBezTo>
                <a:cubicBezTo>
                  <a:pt x="3074744" y="1875662"/>
                  <a:pt x="3069653" y="1883015"/>
                  <a:pt x="3064173" y="1890076"/>
                </a:cubicBezTo>
                <a:cubicBezTo>
                  <a:pt x="3061068" y="1894876"/>
                  <a:pt x="3072366" y="1902503"/>
                  <a:pt x="3082533" y="1899962"/>
                </a:cubicBezTo>
                <a:cubicBezTo>
                  <a:pt x="3088182" y="1898266"/>
                  <a:pt x="3082815" y="1914367"/>
                  <a:pt x="3091572" y="1914367"/>
                </a:cubicBezTo>
                <a:cubicBezTo>
                  <a:pt x="3100325" y="1914367"/>
                  <a:pt x="3111622" y="1905892"/>
                  <a:pt x="3107951" y="1897139"/>
                </a:cubicBezTo>
                <a:cubicBezTo>
                  <a:pt x="3105129" y="1894313"/>
                  <a:pt x="3099195" y="1896854"/>
                  <a:pt x="3093265" y="1892335"/>
                </a:cubicBezTo>
                <a:cubicBezTo>
                  <a:pt x="3087334" y="1887816"/>
                  <a:pt x="3087616" y="1875674"/>
                  <a:pt x="3089875" y="1875674"/>
                </a:cubicBezTo>
                <a:cubicBezTo>
                  <a:pt x="3093730" y="1874224"/>
                  <a:pt x="3097072" y="1871668"/>
                  <a:pt x="3099480" y="1868329"/>
                </a:cubicBezTo>
                <a:cubicBezTo>
                  <a:pt x="3101458" y="1866351"/>
                  <a:pt x="3107388" y="1861550"/>
                  <a:pt x="3107388" y="1858724"/>
                </a:cubicBezTo>
                <a:cubicBezTo>
                  <a:pt x="3107388" y="1855901"/>
                  <a:pt x="3102584" y="1849404"/>
                  <a:pt x="3107388" y="1842626"/>
                </a:cubicBezTo>
                <a:cubicBezTo>
                  <a:pt x="3112189" y="1835847"/>
                  <a:pt x="3118119" y="1836695"/>
                  <a:pt x="3121227" y="1835847"/>
                </a:cubicBezTo>
                <a:cubicBezTo>
                  <a:pt x="3124334" y="1834999"/>
                  <a:pt x="3127439" y="1827657"/>
                  <a:pt x="3129135" y="1823702"/>
                </a:cubicBezTo>
                <a:cubicBezTo>
                  <a:pt x="3131122" y="1819625"/>
                  <a:pt x="3132364" y="1815224"/>
                  <a:pt x="3132806" y="1810711"/>
                </a:cubicBezTo>
                <a:cubicBezTo>
                  <a:pt x="3132806" y="1800262"/>
                  <a:pt x="3120660" y="1795176"/>
                  <a:pt x="3122920" y="1786986"/>
                </a:cubicBezTo>
                <a:cubicBezTo>
                  <a:pt x="3127157" y="1770040"/>
                  <a:pt x="3171499" y="1761565"/>
                  <a:pt x="3172629" y="1760720"/>
                </a:cubicBezTo>
                <a:cubicBezTo>
                  <a:pt x="3173762" y="1759872"/>
                  <a:pt x="3174888" y="1755920"/>
                  <a:pt x="3177148" y="1754505"/>
                </a:cubicBezTo>
                <a:cubicBezTo>
                  <a:pt x="3181353" y="1751300"/>
                  <a:pt x="3186936" y="1750550"/>
                  <a:pt x="3191835" y="1752530"/>
                </a:cubicBezTo>
                <a:cubicBezTo>
                  <a:pt x="3197483" y="1755448"/>
                  <a:pt x="3202871" y="1758852"/>
                  <a:pt x="3207936" y="1762698"/>
                </a:cubicBezTo>
                <a:cubicBezTo>
                  <a:pt x="3211195" y="1765595"/>
                  <a:pt x="3212695" y="1769990"/>
                  <a:pt x="3211888" y="1774277"/>
                </a:cubicBezTo>
                <a:cubicBezTo>
                  <a:pt x="3210195" y="1779644"/>
                  <a:pt x="3208499" y="1793198"/>
                  <a:pt x="3210195" y="1795176"/>
                </a:cubicBezTo>
                <a:cubicBezTo>
                  <a:pt x="3211888" y="1797154"/>
                  <a:pt x="3195790" y="1805910"/>
                  <a:pt x="3188445" y="1813252"/>
                </a:cubicBezTo>
                <a:cubicBezTo>
                  <a:pt x="3178912" y="1825089"/>
                  <a:pt x="3172937" y="1839388"/>
                  <a:pt x="3171217" y="1854490"/>
                </a:cubicBezTo>
                <a:cubicBezTo>
                  <a:pt x="3170936" y="1855901"/>
                  <a:pt x="3166135" y="1866069"/>
                  <a:pt x="3166135" y="1868895"/>
                </a:cubicBezTo>
                <a:lnTo>
                  <a:pt x="3161898" y="1885557"/>
                </a:lnTo>
                <a:cubicBezTo>
                  <a:pt x="3159496" y="1892460"/>
                  <a:pt x="3158253" y="1899713"/>
                  <a:pt x="3158227" y="1907022"/>
                </a:cubicBezTo>
                <a:cubicBezTo>
                  <a:pt x="3158790" y="1911541"/>
                  <a:pt x="3164721" y="1910130"/>
                  <a:pt x="3168395" y="1910130"/>
                </a:cubicBezTo>
                <a:cubicBezTo>
                  <a:pt x="3175731" y="1908564"/>
                  <a:pt x="3182423" y="1904825"/>
                  <a:pt x="3187600" y="1899395"/>
                </a:cubicBezTo>
                <a:cubicBezTo>
                  <a:pt x="3192007" y="1898856"/>
                  <a:pt x="3196466" y="1898856"/>
                  <a:pt x="3200873" y="1899395"/>
                </a:cubicBezTo>
                <a:cubicBezTo>
                  <a:pt x="3204262" y="1900528"/>
                  <a:pt x="3207651" y="1906174"/>
                  <a:pt x="3211607" y="1907304"/>
                </a:cubicBezTo>
                <a:cubicBezTo>
                  <a:pt x="3215559" y="1908436"/>
                  <a:pt x="3220645" y="1909000"/>
                  <a:pt x="3223752" y="1910978"/>
                </a:cubicBezTo>
                <a:cubicBezTo>
                  <a:pt x="3225306" y="1911967"/>
                  <a:pt x="3227777" y="1911967"/>
                  <a:pt x="3230354" y="1912319"/>
                </a:cubicBezTo>
                <a:lnTo>
                  <a:pt x="3235956" y="1914997"/>
                </a:lnTo>
                <a:lnTo>
                  <a:pt x="3242958" y="1945152"/>
                </a:lnTo>
                <a:cubicBezTo>
                  <a:pt x="3242510" y="1955008"/>
                  <a:pt x="3239907" y="1964651"/>
                  <a:pt x="3235332" y="1973396"/>
                </a:cubicBezTo>
                <a:cubicBezTo>
                  <a:pt x="3222282" y="1981191"/>
                  <a:pt x="3207319" y="1985200"/>
                  <a:pt x="3192119" y="1984975"/>
                </a:cubicBezTo>
                <a:cubicBezTo>
                  <a:pt x="3187108" y="1984969"/>
                  <a:pt x="3182313" y="1987009"/>
                  <a:pt x="3178844" y="1990624"/>
                </a:cubicBezTo>
                <a:cubicBezTo>
                  <a:pt x="3173293" y="1992373"/>
                  <a:pt x="3167268" y="1991759"/>
                  <a:pt x="3162179" y="1988930"/>
                </a:cubicBezTo>
                <a:cubicBezTo>
                  <a:pt x="3155122" y="1987249"/>
                  <a:pt x="3147771" y="1987249"/>
                  <a:pt x="3140714" y="1988930"/>
                </a:cubicBezTo>
                <a:cubicBezTo>
                  <a:pt x="3125781" y="1992966"/>
                  <a:pt x="3112770" y="2002173"/>
                  <a:pt x="3103999" y="2014915"/>
                </a:cubicBezTo>
                <a:cubicBezTo>
                  <a:pt x="3100541" y="2020614"/>
                  <a:pt x="3095921" y="2025521"/>
                  <a:pt x="3090442" y="2029320"/>
                </a:cubicBezTo>
                <a:cubicBezTo>
                  <a:pt x="3083497" y="2034554"/>
                  <a:pt x="3077318" y="2040733"/>
                  <a:pt x="3072081" y="2047678"/>
                </a:cubicBezTo>
                <a:cubicBezTo>
                  <a:pt x="3068431" y="2053786"/>
                  <a:pt x="3067221" y="2061048"/>
                  <a:pt x="3068692" y="2068013"/>
                </a:cubicBezTo>
                <a:cubicBezTo>
                  <a:pt x="3069540" y="2069991"/>
                  <a:pt x="3073777" y="2071118"/>
                  <a:pt x="3078860" y="2069991"/>
                </a:cubicBezTo>
                <a:cubicBezTo>
                  <a:pt x="3083945" y="2068858"/>
                  <a:pt x="3092701" y="2063210"/>
                  <a:pt x="3097502" y="2062646"/>
                </a:cubicBezTo>
                <a:cubicBezTo>
                  <a:pt x="3102303" y="2062083"/>
                  <a:pt x="3104844" y="2055868"/>
                  <a:pt x="3109648" y="2056149"/>
                </a:cubicBezTo>
                <a:cubicBezTo>
                  <a:pt x="3114448" y="2056431"/>
                  <a:pt x="3119249" y="2064058"/>
                  <a:pt x="3130828" y="2066883"/>
                </a:cubicBezTo>
                <a:cubicBezTo>
                  <a:pt x="3134784" y="2067729"/>
                  <a:pt x="3140996" y="2072248"/>
                  <a:pt x="3151448" y="2075355"/>
                </a:cubicBezTo>
                <a:cubicBezTo>
                  <a:pt x="3152860" y="2075637"/>
                  <a:pt x="3161050" y="2077333"/>
                  <a:pt x="3159638" y="2083548"/>
                </a:cubicBezTo>
                <a:cubicBezTo>
                  <a:pt x="3159170" y="2091059"/>
                  <a:pt x="3157352" y="2098425"/>
                  <a:pt x="3154271" y="2105295"/>
                </a:cubicBezTo>
                <a:cubicBezTo>
                  <a:pt x="3150600" y="2109248"/>
                  <a:pt x="3149752" y="2114051"/>
                  <a:pt x="3141844" y="2115744"/>
                </a:cubicBezTo>
                <a:cubicBezTo>
                  <a:pt x="3133936" y="2117438"/>
                  <a:pt x="3129135" y="2117438"/>
                  <a:pt x="3120097" y="2119697"/>
                </a:cubicBezTo>
                <a:cubicBezTo>
                  <a:pt x="3115860" y="2120827"/>
                  <a:pt x="3111059" y="2123653"/>
                  <a:pt x="3105410" y="2124782"/>
                </a:cubicBezTo>
                <a:cubicBezTo>
                  <a:pt x="3099761" y="2125912"/>
                  <a:pt x="3071518" y="2130998"/>
                  <a:pt x="3071518" y="2140036"/>
                </a:cubicBezTo>
                <a:cubicBezTo>
                  <a:pt x="3072478" y="2147905"/>
                  <a:pt x="3072950" y="2155828"/>
                  <a:pt x="3072929" y="2163760"/>
                </a:cubicBezTo>
                <a:cubicBezTo>
                  <a:pt x="3072606" y="2170500"/>
                  <a:pt x="3071755" y="2177205"/>
                  <a:pt x="3070388" y="2183811"/>
                </a:cubicBezTo>
                <a:cubicBezTo>
                  <a:pt x="3067627" y="2191245"/>
                  <a:pt x="3066008" y="2199055"/>
                  <a:pt x="3065587" y="2206973"/>
                </a:cubicBezTo>
                <a:cubicBezTo>
                  <a:pt x="3066151" y="2214033"/>
                  <a:pt x="3056831" y="2220811"/>
                  <a:pt x="3056831" y="2222223"/>
                </a:cubicBezTo>
                <a:cubicBezTo>
                  <a:pt x="3051464" y="2234087"/>
                  <a:pt x="3052312" y="2251596"/>
                  <a:pt x="3039885" y="2255552"/>
                </a:cubicBezTo>
                <a:cubicBezTo>
                  <a:pt x="3031796" y="2259001"/>
                  <a:pt x="3023496" y="2261924"/>
                  <a:pt x="3015030" y="2264305"/>
                </a:cubicBezTo>
                <a:cubicBezTo>
                  <a:pt x="3008086" y="2265097"/>
                  <a:pt x="3001313" y="2267007"/>
                  <a:pt x="2994976" y="2269954"/>
                </a:cubicBezTo>
                <a:cubicBezTo>
                  <a:pt x="2985090" y="2272700"/>
                  <a:pt x="2974644" y="2272700"/>
                  <a:pt x="2964758" y="2269954"/>
                </a:cubicBezTo>
                <a:cubicBezTo>
                  <a:pt x="2961366" y="2267131"/>
                  <a:pt x="2963062" y="2257527"/>
                  <a:pt x="2963062" y="2251881"/>
                </a:cubicBezTo>
                <a:cubicBezTo>
                  <a:pt x="2963062" y="2240017"/>
                  <a:pt x="2937359" y="2230131"/>
                  <a:pt x="2934818" y="2223637"/>
                </a:cubicBezTo>
                <a:cubicBezTo>
                  <a:pt x="2932277" y="2217140"/>
                  <a:pt x="2941315" y="2217422"/>
                  <a:pt x="2950353" y="2215729"/>
                </a:cubicBezTo>
                <a:cubicBezTo>
                  <a:pt x="2965885" y="2212903"/>
                  <a:pt x="2980574" y="2211210"/>
                  <a:pt x="2987916" y="2208947"/>
                </a:cubicBezTo>
                <a:cubicBezTo>
                  <a:pt x="3003451" y="2203865"/>
                  <a:pt x="3009663" y="2172514"/>
                  <a:pt x="3017571" y="2158393"/>
                </a:cubicBezTo>
                <a:cubicBezTo>
                  <a:pt x="3019831" y="2153874"/>
                  <a:pt x="3019267" y="2146529"/>
                  <a:pt x="3009381" y="2146529"/>
                </a:cubicBezTo>
                <a:cubicBezTo>
                  <a:pt x="2999830" y="2147363"/>
                  <a:pt x="2990377" y="2149065"/>
                  <a:pt x="2981138" y="2151615"/>
                </a:cubicBezTo>
                <a:cubicBezTo>
                  <a:pt x="2971845" y="2153865"/>
                  <a:pt x="2962406" y="2155470"/>
                  <a:pt x="2952894" y="2156416"/>
                </a:cubicBezTo>
                <a:cubicBezTo>
                  <a:pt x="2946397" y="2156979"/>
                  <a:pt x="2936514" y="2164605"/>
                  <a:pt x="2929451" y="2164887"/>
                </a:cubicBezTo>
                <a:cubicBezTo>
                  <a:pt x="2922391" y="2165172"/>
                  <a:pt x="2916460" y="2167713"/>
                  <a:pt x="2908270" y="2159805"/>
                </a:cubicBezTo>
                <a:cubicBezTo>
                  <a:pt x="2906292" y="2157545"/>
                  <a:pt x="2903751" y="2158112"/>
                  <a:pt x="2898948" y="2155567"/>
                </a:cubicBezTo>
                <a:cubicBezTo>
                  <a:pt x="2894147" y="2153026"/>
                  <a:pt x="2896688" y="2143707"/>
                  <a:pt x="2896688" y="2140033"/>
                </a:cubicBezTo>
                <a:cubicBezTo>
                  <a:pt x="2897068" y="2132803"/>
                  <a:pt x="2898497" y="2125669"/>
                  <a:pt x="2900925" y="2118852"/>
                </a:cubicBezTo>
                <a:cubicBezTo>
                  <a:pt x="2906909" y="2110357"/>
                  <a:pt x="2916081" y="2104652"/>
                  <a:pt x="2926343" y="2103035"/>
                </a:cubicBezTo>
                <a:cubicBezTo>
                  <a:pt x="2930017" y="2103035"/>
                  <a:pt x="2941596" y="2107836"/>
                  <a:pt x="2945267" y="2107836"/>
                </a:cubicBezTo>
                <a:cubicBezTo>
                  <a:pt x="2948938" y="2107836"/>
                  <a:pt x="2957131" y="2099928"/>
                  <a:pt x="2963343" y="2096539"/>
                </a:cubicBezTo>
                <a:cubicBezTo>
                  <a:pt x="2970570" y="2093837"/>
                  <a:pt x="2978042" y="2091851"/>
                  <a:pt x="2985657" y="2090608"/>
                </a:cubicBezTo>
                <a:cubicBezTo>
                  <a:pt x="2990481" y="2089016"/>
                  <a:pt x="2995048" y="2086733"/>
                  <a:pt x="2999214" y="2083830"/>
                </a:cubicBezTo>
                <a:cubicBezTo>
                  <a:pt x="3004014" y="2081289"/>
                  <a:pt x="3001755" y="2079311"/>
                  <a:pt x="3004014" y="2075921"/>
                </a:cubicBezTo>
                <a:cubicBezTo>
                  <a:pt x="3006274" y="2072532"/>
                  <a:pt x="3004581" y="2062928"/>
                  <a:pt x="3006274" y="2059257"/>
                </a:cubicBezTo>
                <a:cubicBezTo>
                  <a:pt x="3008963" y="2054050"/>
                  <a:pt x="3011048" y="2048555"/>
                  <a:pt x="3012489" y="2042874"/>
                </a:cubicBezTo>
                <a:cubicBezTo>
                  <a:pt x="3013337" y="2039203"/>
                  <a:pt x="3003166" y="2042874"/>
                  <a:pt x="2999495" y="2042877"/>
                </a:cubicBezTo>
                <a:cubicBezTo>
                  <a:pt x="2993947" y="2044466"/>
                  <a:pt x="2989019" y="2047719"/>
                  <a:pt x="2985375" y="2052197"/>
                </a:cubicBezTo>
                <a:cubicBezTo>
                  <a:pt x="2980619" y="2056212"/>
                  <a:pt x="2975020" y="2059109"/>
                  <a:pt x="2968992" y="2060668"/>
                </a:cubicBezTo>
                <a:cubicBezTo>
                  <a:pt x="2964607" y="2062219"/>
                  <a:pt x="2959821" y="2062219"/>
                  <a:pt x="2955435" y="2060668"/>
                </a:cubicBezTo>
                <a:cubicBezTo>
                  <a:pt x="2950068" y="2058127"/>
                  <a:pt x="2950068" y="2054738"/>
                  <a:pt x="2950068" y="2048241"/>
                </a:cubicBezTo>
                <a:cubicBezTo>
                  <a:pt x="2949721" y="2041878"/>
                  <a:pt x="2951085" y="2035538"/>
                  <a:pt x="2954024" y="2029883"/>
                </a:cubicBezTo>
                <a:cubicBezTo>
                  <a:pt x="2957131" y="2026494"/>
                  <a:pt x="2956001" y="2007288"/>
                  <a:pt x="2968429" y="1995991"/>
                </a:cubicBezTo>
                <a:cubicBezTo>
                  <a:pt x="2972381" y="1992320"/>
                  <a:pt x="2983961" y="1997120"/>
                  <a:pt x="2988480" y="1994579"/>
                </a:cubicBezTo>
                <a:cubicBezTo>
                  <a:pt x="2990784" y="1992767"/>
                  <a:pt x="2993242" y="1991160"/>
                  <a:pt x="2995824" y="1989779"/>
                </a:cubicBezTo>
                <a:cubicBezTo>
                  <a:pt x="3000062" y="1987801"/>
                  <a:pt x="3009663" y="1987801"/>
                  <a:pt x="3014464" y="1987801"/>
                </a:cubicBezTo>
                <a:cubicBezTo>
                  <a:pt x="3021717" y="1986546"/>
                  <a:pt x="3028887" y="1984850"/>
                  <a:pt x="3035929" y="1982715"/>
                </a:cubicBezTo>
                <a:cubicBezTo>
                  <a:pt x="3041302" y="1982460"/>
                  <a:pt x="3046619" y="1981511"/>
                  <a:pt x="3051746" y="1979892"/>
                </a:cubicBezTo>
                <a:cubicBezTo>
                  <a:pt x="3054853" y="1977915"/>
                  <a:pt x="3053723" y="1978478"/>
                  <a:pt x="3065021" y="1975089"/>
                </a:cubicBezTo>
                <a:cubicBezTo>
                  <a:pt x="3064173" y="1974807"/>
                  <a:pt x="3069825" y="1971418"/>
                  <a:pt x="3072929" y="1969443"/>
                </a:cubicBezTo>
                <a:cubicBezTo>
                  <a:pt x="3079115" y="1968595"/>
                  <a:pt x="3085386" y="1968595"/>
                  <a:pt x="3091572" y="1969443"/>
                </a:cubicBezTo>
                <a:cubicBezTo>
                  <a:pt x="3097220" y="1969443"/>
                  <a:pt x="3103999" y="1969443"/>
                  <a:pt x="3106822" y="1969440"/>
                </a:cubicBezTo>
                <a:cubicBezTo>
                  <a:pt x="3111726" y="1971619"/>
                  <a:pt x="3116995" y="1972865"/>
                  <a:pt x="3122356" y="1973114"/>
                </a:cubicBezTo>
                <a:cubicBezTo>
                  <a:pt x="3126312" y="1973114"/>
                  <a:pt x="3135913" y="1964924"/>
                  <a:pt x="3139866" y="1964924"/>
                </a:cubicBezTo>
                <a:cubicBezTo>
                  <a:pt x="3146760" y="1961609"/>
                  <a:pt x="3150579" y="1954086"/>
                  <a:pt x="3149189" y="1946563"/>
                </a:cubicBezTo>
                <a:cubicBezTo>
                  <a:pt x="3141571" y="1946282"/>
                  <a:pt x="3133956" y="1947139"/>
                  <a:pt x="3126594" y="1949107"/>
                </a:cubicBezTo>
                <a:cubicBezTo>
                  <a:pt x="3121508" y="1951082"/>
                  <a:pt x="3105977" y="1950801"/>
                  <a:pt x="3102587" y="1952494"/>
                </a:cubicBezTo>
                <a:cubicBezTo>
                  <a:pt x="3090581" y="1956882"/>
                  <a:pt x="3077679" y="1958240"/>
                  <a:pt x="3065021" y="1956449"/>
                </a:cubicBezTo>
                <a:cubicBezTo>
                  <a:pt x="3058489" y="1956776"/>
                  <a:pt x="3052075" y="1958309"/>
                  <a:pt x="3046100" y="1960968"/>
                </a:cubicBezTo>
                <a:cubicBezTo>
                  <a:pt x="3039923" y="1962860"/>
                  <a:pt x="3033589" y="1964183"/>
                  <a:pt x="3027176" y="1964921"/>
                </a:cubicBezTo>
                <a:cubicBezTo>
                  <a:pt x="3016851" y="1965686"/>
                  <a:pt x="3006573" y="1967006"/>
                  <a:pt x="2996391" y="1968877"/>
                </a:cubicBezTo>
                <a:cubicBezTo>
                  <a:pt x="2991024" y="1970006"/>
                  <a:pt x="2979726" y="1971700"/>
                  <a:pt x="2972948" y="1973677"/>
                </a:cubicBezTo>
                <a:cubicBezTo>
                  <a:pt x="2963079" y="1976064"/>
                  <a:pt x="2953579" y="1979768"/>
                  <a:pt x="2944704" y="1984693"/>
                </a:cubicBezTo>
                <a:cubicBezTo>
                  <a:pt x="2937733" y="1991380"/>
                  <a:pt x="2931826" y="1999095"/>
                  <a:pt x="2927191" y="2007570"/>
                </a:cubicBezTo>
                <a:cubicBezTo>
                  <a:pt x="2924644" y="2011013"/>
                  <a:pt x="2921910" y="2014313"/>
                  <a:pt x="2919001" y="2017456"/>
                </a:cubicBezTo>
                <a:cubicBezTo>
                  <a:pt x="2905163" y="2029320"/>
                  <a:pt x="2896406" y="2043159"/>
                  <a:pt x="2883131" y="2045700"/>
                </a:cubicBezTo>
                <a:cubicBezTo>
                  <a:pt x="2877838" y="2047411"/>
                  <a:pt x="2872086" y="2045015"/>
                  <a:pt x="2869574" y="2040051"/>
                </a:cubicBezTo>
                <a:cubicBezTo>
                  <a:pt x="2863561" y="2030085"/>
                  <a:pt x="2859893" y="2018882"/>
                  <a:pt x="2858843" y="2007288"/>
                </a:cubicBezTo>
                <a:cubicBezTo>
                  <a:pt x="2858843" y="1996839"/>
                  <a:pt x="2865055" y="1994295"/>
                  <a:pt x="2858843" y="1974525"/>
                </a:cubicBezTo>
                <a:cubicBezTo>
                  <a:pt x="2858090" y="1969455"/>
                  <a:pt x="2860142" y="1964372"/>
                  <a:pt x="2864210" y="1961250"/>
                </a:cubicBezTo>
                <a:cubicBezTo>
                  <a:pt x="2867632" y="1959702"/>
                  <a:pt x="2870781" y="1957603"/>
                  <a:pt x="2873530" y="1955038"/>
                </a:cubicBezTo>
                <a:cubicBezTo>
                  <a:pt x="2881803" y="1942824"/>
                  <a:pt x="2889438" y="1930192"/>
                  <a:pt x="2896406" y="1917190"/>
                </a:cubicBezTo>
                <a:cubicBezTo>
                  <a:pt x="2896406" y="1917190"/>
                  <a:pt x="2900077" y="1914930"/>
                  <a:pt x="2902900" y="1917190"/>
                </a:cubicBezTo>
                <a:cubicBezTo>
                  <a:pt x="2905729" y="1926355"/>
                  <a:pt x="2907342" y="1935850"/>
                  <a:pt x="2907704" y="1945434"/>
                </a:cubicBezTo>
                <a:cubicBezTo>
                  <a:pt x="2907588" y="1946563"/>
                  <a:pt x="2907734" y="1947702"/>
                  <a:pt x="2908134" y="1948763"/>
                </a:cubicBezTo>
                <a:cubicBezTo>
                  <a:pt x="2909557" y="1952562"/>
                  <a:pt x="2913791" y="1954483"/>
                  <a:pt x="2917590" y="1953060"/>
                </a:cubicBezTo>
                <a:cubicBezTo>
                  <a:pt x="2924534" y="1951557"/>
                  <a:pt x="2931203" y="1948986"/>
                  <a:pt x="2937359" y="1945434"/>
                </a:cubicBezTo>
                <a:cubicBezTo>
                  <a:pt x="2938489" y="1944588"/>
                  <a:pt x="2943856" y="1942044"/>
                  <a:pt x="2943856" y="1938655"/>
                </a:cubicBezTo>
                <a:cubicBezTo>
                  <a:pt x="2942708" y="1933949"/>
                  <a:pt x="2941000" y="1929398"/>
                  <a:pt x="2938771" y="1925098"/>
                </a:cubicBezTo>
                <a:cubicBezTo>
                  <a:pt x="2936819" y="1918580"/>
                  <a:pt x="2935681" y="1911843"/>
                  <a:pt x="2935381" y="1905047"/>
                </a:cubicBezTo>
                <a:cubicBezTo>
                  <a:pt x="2935381" y="1901655"/>
                  <a:pt x="2936796" y="1880193"/>
                  <a:pt x="2938489" y="1864658"/>
                </a:cubicBezTo>
                <a:cubicBezTo>
                  <a:pt x="2939337" y="1855053"/>
                  <a:pt x="2935381" y="1845167"/>
                  <a:pt x="2935381" y="1821442"/>
                </a:cubicBezTo>
                <a:cubicBezTo>
                  <a:pt x="2935752" y="1813092"/>
                  <a:pt x="2934504" y="1804751"/>
                  <a:pt x="2931710" y="1796872"/>
                </a:cubicBezTo>
                <a:cubicBezTo>
                  <a:pt x="2927473" y="1794328"/>
                  <a:pt x="2933122" y="1782749"/>
                  <a:pt x="2939619" y="1782749"/>
                </a:cubicBezTo>
                <a:cubicBezTo>
                  <a:pt x="2943568" y="1782473"/>
                  <a:pt x="2947533" y="1782473"/>
                  <a:pt x="2951482" y="1782749"/>
                </a:cubicBezTo>
                <a:cubicBezTo>
                  <a:pt x="2954305" y="1782749"/>
                  <a:pt x="2952330" y="1777382"/>
                  <a:pt x="2957413" y="1778796"/>
                </a:cubicBezTo>
                <a:cubicBezTo>
                  <a:pt x="2962495" y="1780208"/>
                  <a:pt x="2960239" y="1781338"/>
                  <a:pt x="2962495" y="1786705"/>
                </a:cubicBezTo>
                <a:cubicBezTo>
                  <a:pt x="2964758" y="1792072"/>
                  <a:pt x="2963343" y="1794613"/>
                  <a:pt x="2964758" y="1800543"/>
                </a:cubicBezTo>
                <a:cubicBezTo>
                  <a:pt x="2966169" y="1806474"/>
                  <a:pt x="2963910" y="1814664"/>
                  <a:pt x="2966169" y="1817771"/>
                </a:cubicBezTo>
                <a:cubicBezTo>
                  <a:pt x="2967753" y="1821172"/>
                  <a:pt x="2967753" y="1825101"/>
                  <a:pt x="2966169" y="1828505"/>
                </a:cubicBezTo>
                <a:cubicBezTo>
                  <a:pt x="2965434" y="1832425"/>
                  <a:pt x="2965434" y="1836446"/>
                  <a:pt x="2966169" y="1840366"/>
                </a:cubicBezTo>
                <a:cubicBezTo>
                  <a:pt x="2966169" y="1844885"/>
                  <a:pt x="2965885" y="1849971"/>
                  <a:pt x="2966169" y="1855053"/>
                </a:cubicBezTo>
                <a:cubicBezTo>
                  <a:pt x="2966451" y="1860139"/>
                  <a:pt x="2967862" y="1879060"/>
                  <a:pt x="2967862" y="1883297"/>
                </a:cubicBezTo>
                <a:cubicBezTo>
                  <a:pt x="2969923" y="1889607"/>
                  <a:pt x="2971157" y="1896157"/>
                  <a:pt x="2971533" y="1902785"/>
                </a:cubicBezTo>
                <a:cubicBezTo>
                  <a:pt x="2971533" y="1906459"/>
                  <a:pt x="2972381" y="1909848"/>
                  <a:pt x="2971533" y="1917190"/>
                </a:cubicBezTo>
                <a:cubicBezTo>
                  <a:pt x="2970688" y="1924535"/>
                  <a:pt x="2964191" y="1930183"/>
                  <a:pt x="2965885" y="1934418"/>
                </a:cubicBezTo>
                <a:cubicBezTo>
                  <a:pt x="2967432" y="1938121"/>
                  <a:pt x="2970377" y="1941063"/>
                  <a:pt x="2974077" y="1942611"/>
                </a:cubicBezTo>
                <a:cubicBezTo>
                  <a:pt x="2978596" y="1943740"/>
                  <a:pt x="2986505" y="1938373"/>
                  <a:pt x="2990176" y="1938373"/>
                </a:cubicBezTo>
                <a:cubicBezTo>
                  <a:pt x="2994879" y="1938631"/>
                  <a:pt x="2999593" y="1938631"/>
                  <a:pt x="3004299" y="1938373"/>
                </a:cubicBezTo>
                <a:cubicBezTo>
                  <a:pt x="3011789" y="1936363"/>
                  <a:pt x="3019445" y="1935040"/>
                  <a:pt x="3027176" y="1934418"/>
                </a:cubicBezTo>
                <a:cubicBezTo>
                  <a:pt x="3030565" y="1934136"/>
                  <a:pt x="3036495" y="1930183"/>
                  <a:pt x="3039603" y="1930183"/>
                </a:cubicBezTo>
                <a:cubicBezTo>
                  <a:pt x="3043277" y="1928659"/>
                  <a:pt x="3046631" y="1926456"/>
                  <a:pt x="3049489" y="1923687"/>
                </a:cubicBezTo>
                <a:cubicBezTo>
                  <a:pt x="3051387" y="1921744"/>
                  <a:pt x="3051944" y="1918853"/>
                  <a:pt x="3050900" y="1916345"/>
                </a:cubicBezTo>
                <a:cubicBezTo>
                  <a:pt x="3048356" y="1910411"/>
                  <a:pt x="3040448" y="1913519"/>
                  <a:pt x="3037062" y="1914930"/>
                </a:cubicBezTo>
                <a:cubicBezTo>
                  <a:pt x="3033670" y="1916345"/>
                  <a:pt x="3028305" y="1923968"/>
                  <a:pt x="3024635" y="1920016"/>
                </a:cubicBezTo>
                <a:cubicBezTo>
                  <a:pt x="3020961" y="1916060"/>
                  <a:pt x="3020113" y="1912389"/>
                  <a:pt x="3020961" y="1908718"/>
                </a:cubicBezTo>
                <a:cubicBezTo>
                  <a:pt x="3021809" y="1905047"/>
                  <a:pt x="3018701" y="1897421"/>
                  <a:pt x="3013619" y="1899114"/>
                </a:cubicBezTo>
                <a:cubicBezTo>
                  <a:pt x="3008533" y="1900810"/>
                  <a:pt x="3008252" y="1907870"/>
                  <a:pt x="3008533" y="1913237"/>
                </a:cubicBezTo>
                <a:cubicBezTo>
                  <a:pt x="3008818" y="1918601"/>
                  <a:pt x="3004862" y="1919449"/>
                  <a:pt x="3002603" y="1921427"/>
                </a:cubicBezTo>
                <a:cubicBezTo>
                  <a:pt x="3000343" y="1923405"/>
                  <a:pt x="2998084" y="1926228"/>
                  <a:pt x="2994128" y="1926228"/>
                </a:cubicBezTo>
                <a:cubicBezTo>
                  <a:pt x="2988311" y="1923067"/>
                  <a:pt x="2984969" y="1916715"/>
                  <a:pt x="2985657" y="1910130"/>
                </a:cubicBezTo>
                <a:cubicBezTo>
                  <a:pt x="2985657" y="1905047"/>
                  <a:pt x="2984809" y="1883864"/>
                  <a:pt x="2985657" y="1876803"/>
                </a:cubicBezTo>
                <a:cubicBezTo>
                  <a:pt x="2986505" y="1869740"/>
                  <a:pt x="2981986" y="1860139"/>
                  <a:pt x="2981983" y="1854490"/>
                </a:cubicBezTo>
                <a:cubicBezTo>
                  <a:pt x="2982617" y="1843765"/>
                  <a:pt x="2982617" y="1833013"/>
                  <a:pt x="2981983" y="1822290"/>
                </a:cubicBezTo>
                <a:cubicBezTo>
                  <a:pt x="2981449" y="1818670"/>
                  <a:pt x="2980696" y="1815088"/>
                  <a:pt x="2979726" y="1811559"/>
                </a:cubicBezTo>
                <a:cubicBezTo>
                  <a:pt x="2980127" y="1805807"/>
                  <a:pt x="2982410" y="1800351"/>
                  <a:pt x="2986220" y="1796024"/>
                </a:cubicBezTo>
                <a:cubicBezTo>
                  <a:pt x="2988877" y="1792564"/>
                  <a:pt x="2992886" y="1790405"/>
                  <a:pt x="2997236" y="1790094"/>
                </a:cubicBezTo>
                <a:cubicBezTo>
                  <a:pt x="3002321" y="1789528"/>
                  <a:pt x="3002321" y="1799980"/>
                  <a:pt x="3002321" y="1807604"/>
                </a:cubicBezTo>
                <a:cubicBezTo>
                  <a:pt x="3002134" y="1811432"/>
                  <a:pt x="3003451" y="1815183"/>
                  <a:pt x="3005992" y="1818053"/>
                </a:cubicBezTo>
                <a:cubicBezTo>
                  <a:pt x="3009298" y="1829822"/>
                  <a:pt x="3011009" y="1841982"/>
                  <a:pt x="3011075" y="1854205"/>
                </a:cubicBezTo>
                <a:cubicBezTo>
                  <a:pt x="3010793" y="1860987"/>
                  <a:pt x="3011923" y="1860420"/>
                  <a:pt x="3015878" y="1862680"/>
                </a:cubicBezTo>
                <a:cubicBezTo>
                  <a:pt x="3019831" y="1864939"/>
                  <a:pt x="3031695" y="1860420"/>
                  <a:pt x="3034518" y="1862680"/>
                </a:cubicBezTo>
                <a:cubicBezTo>
                  <a:pt x="3037343" y="1864939"/>
                  <a:pt x="3038755" y="1871436"/>
                  <a:pt x="3041581" y="1871436"/>
                </a:cubicBezTo>
                <a:cubicBezTo>
                  <a:pt x="3049489" y="1873129"/>
                  <a:pt x="3055701" y="1859009"/>
                  <a:pt x="3057961" y="1855620"/>
                </a:cubicBezTo>
                <a:cubicBezTo>
                  <a:pt x="3064457" y="1846581"/>
                  <a:pt x="3050900" y="1834154"/>
                  <a:pt x="3048923" y="1833870"/>
                </a:cubicBezTo>
                <a:cubicBezTo>
                  <a:pt x="3046945" y="1833588"/>
                  <a:pt x="3041296" y="1838673"/>
                  <a:pt x="3033670" y="1839803"/>
                </a:cubicBezTo>
                <a:cubicBezTo>
                  <a:pt x="3026046" y="1840933"/>
                  <a:pt x="3029435" y="1846297"/>
                  <a:pt x="3023220" y="1844604"/>
                </a:cubicBezTo>
                <a:cubicBezTo>
                  <a:pt x="3017008" y="1842908"/>
                  <a:pt x="3019831" y="1829635"/>
                  <a:pt x="3023220" y="1823420"/>
                </a:cubicBezTo>
                <a:cubicBezTo>
                  <a:pt x="3026882" y="1818148"/>
                  <a:pt x="3029121" y="1812019"/>
                  <a:pt x="3029717" y="1805626"/>
                </a:cubicBezTo>
                <a:cubicBezTo>
                  <a:pt x="3029154" y="1798002"/>
                  <a:pt x="3022938" y="1788964"/>
                  <a:pt x="3022657" y="1786420"/>
                </a:cubicBezTo>
                <a:cubicBezTo>
                  <a:pt x="3022372" y="1783879"/>
                  <a:pt x="3030847" y="1774841"/>
                  <a:pt x="3034518" y="1774559"/>
                </a:cubicBezTo>
                <a:cubicBezTo>
                  <a:pt x="3038189" y="1774277"/>
                  <a:pt x="3043837" y="1785290"/>
                  <a:pt x="3047511" y="1785290"/>
                </a:cubicBezTo>
                <a:cubicBezTo>
                  <a:pt x="3051182" y="1785290"/>
                  <a:pt x="3061068" y="1769192"/>
                  <a:pt x="3063609" y="1764391"/>
                </a:cubicBezTo>
                <a:cubicBezTo>
                  <a:pt x="3066151" y="1759591"/>
                  <a:pt x="3067562" y="1745749"/>
                  <a:pt x="3075470" y="1742363"/>
                </a:cubicBezTo>
                <a:cubicBezTo>
                  <a:pt x="3078578" y="1742363"/>
                  <a:pt x="3082815" y="1743774"/>
                  <a:pt x="3085075" y="1742363"/>
                </a:cubicBezTo>
                <a:cubicBezTo>
                  <a:pt x="3087909" y="1740776"/>
                  <a:pt x="3091159" y="1740088"/>
                  <a:pt x="3094394" y="1740385"/>
                </a:cubicBezTo>
                <a:close/>
                <a:moveTo>
                  <a:pt x="1749824" y="1465234"/>
                </a:moveTo>
                <a:cubicBezTo>
                  <a:pt x="1754418" y="1465078"/>
                  <a:pt x="1759071" y="1466676"/>
                  <a:pt x="1762696" y="1470064"/>
                </a:cubicBezTo>
                <a:cubicBezTo>
                  <a:pt x="1767619" y="1475396"/>
                  <a:pt x="1770778" y="1482116"/>
                  <a:pt x="1771757" y="1489309"/>
                </a:cubicBezTo>
                <a:cubicBezTo>
                  <a:pt x="1773497" y="1496173"/>
                  <a:pt x="1773047" y="1503405"/>
                  <a:pt x="1770473" y="1509997"/>
                </a:cubicBezTo>
                <a:cubicBezTo>
                  <a:pt x="1769736" y="1511512"/>
                  <a:pt x="1768789" y="1512924"/>
                  <a:pt x="1767667" y="1514183"/>
                </a:cubicBezTo>
                <a:cubicBezTo>
                  <a:pt x="1760931" y="1521704"/>
                  <a:pt x="1749368" y="1522346"/>
                  <a:pt x="1741847" y="1515610"/>
                </a:cubicBezTo>
                <a:cubicBezTo>
                  <a:pt x="1736987" y="1510430"/>
                  <a:pt x="1733852" y="1503879"/>
                  <a:pt x="1732866" y="1496846"/>
                </a:cubicBezTo>
                <a:cubicBezTo>
                  <a:pt x="1731094" y="1489798"/>
                  <a:pt x="1731543" y="1482381"/>
                  <a:pt x="1734149" y="1475597"/>
                </a:cubicBezTo>
                <a:cubicBezTo>
                  <a:pt x="1734951" y="1473881"/>
                  <a:pt x="1736017" y="1472301"/>
                  <a:pt x="1737308" y="1470922"/>
                </a:cubicBezTo>
                <a:cubicBezTo>
                  <a:pt x="1740696" y="1467298"/>
                  <a:pt x="1745231" y="1465389"/>
                  <a:pt x="1749824" y="1465234"/>
                </a:cubicBezTo>
                <a:close/>
                <a:moveTo>
                  <a:pt x="1653641" y="1464852"/>
                </a:moveTo>
                <a:lnTo>
                  <a:pt x="1599996" y="1465814"/>
                </a:lnTo>
                <a:lnTo>
                  <a:pt x="1601439" y="1545039"/>
                </a:lnTo>
                <a:lnTo>
                  <a:pt x="1655325" y="1543996"/>
                </a:lnTo>
                <a:lnTo>
                  <a:pt x="1655325" y="1536940"/>
                </a:lnTo>
                <a:lnTo>
                  <a:pt x="1655325" y="1529963"/>
                </a:lnTo>
                <a:lnTo>
                  <a:pt x="1615232" y="1530685"/>
                </a:lnTo>
                <a:lnTo>
                  <a:pt x="1615232" y="1510077"/>
                </a:lnTo>
                <a:lnTo>
                  <a:pt x="1650835" y="1509436"/>
                </a:lnTo>
                <a:lnTo>
                  <a:pt x="1650835" y="1502620"/>
                </a:lnTo>
                <a:lnTo>
                  <a:pt x="1650835" y="1495804"/>
                </a:lnTo>
                <a:lnTo>
                  <a:pt x="1615232" y="1496445"/>
                </a:lnTo>
                <a:lnTo>
                  <a:pt x="1615232" y="1479606"/>
                </a:lnTo>
                <a:lnTo>
                  <a:pt x="1653641" y="1478965"/>
                </a:lnTo>
                <a:lnTo>
                  <a:pt x="1653641" y="1471908"/>
                </a:lnTo>
                <a:close/>
                <a:moveTo>
                  <a:pt x="1522135" y="1458758"/>
                </a:moveTo>
                <a:lnTo>
                  <a:pt x="1521253" y="1465734"/>
                </a:lnTo>
                <a:lnTo>
                  <a:pt x="1520451" y="1472710"/>
                </a:lnTo>
                <a:lnTo>
                  <a:pt x="1542262" y="1475356"/>
                </a:lnTo>
                <a:lnTo>
                  <a:pt x="1534243" y="1539987"/>
                </a:lnTo>
                <a:lnTo>
                  <a:pt x="1542262" y="1540949"/>
                </a:lnTo>
                <a:lnTo>
                  <a:pt x="1549719" y="1541831"/>
                </a:lnTo>
                <a:lnTo>
                  <a:pt x="1557738" y="1477201"/>
                </a:lnTo>
                <a:lnTo>
                  <a:pt x="1579629" y="1479927"/>
                </a:lnTo>
                <a:lnTo>
                  <a:pt x="1580430" y="1472871"/>
                </a:lnTo>
                <a:lnTo>
                  <a:pt x="1580912" y="1465974"/>
                </a:lnTo>
                <a:close/>
                <a:moveTo>
                  <a:pt x="1742874" y="1452382"/>
                </a:moveTo>
                <a:cubicBezTo>
                  <a:pt x="1734333" y="1454518"/>
                  <a:pt x="1726607" y="1459912"/>
                  <a:pt x="1721720" y="1468059"/>
                </a:cubicBezTo>
                <a:cubicBezTo>
                  <a:pt x="1716828" y="1478010"/>
                  <a:pt x="1715610" y="1489373"/>
                  <a:pt x="1718272" y="1500134"/>
                </a:cubicBezTo>
                <a:cubicBezTo>
                  <a:pt x="1719787" y="1510919"/>
                  <a:pt x="1725143" y="1520798"/>
                  <a:pt x="1733347" y="1527959"/>
                </a:cubicBezTo>
                <a:cubicBezTo>
                  <a:pt x="1734093" y="1528504"/>
                  <a:pt x="1734862" y="1529025"/>
                  <a:pt x="1735648" y="1529514"/>
                </a:cubicBezTo>
                <a:cubicBezTo>
                  <a:pt x="1752006" y="1539610"/>
                  <a:pt x="1773448" y="1534534"/>
                  <a:pt x="1783544" y="1518176"/>
                </a:cubicBezTo>
                <a:cubicBezTo>
                  <a:pt x="1788475" y="1508465"/>
                  <a:pt x="1789702" y="1497295"/>
                  <a:pt x="1786992" y="1486743"/>
                </a:cubicBezTo>
                <a:cubicBezTo>
                  <a:pt x="1785524" y="1475757"/>
                  <a:pt x="1780176" y="1465662"/>
                  <a:pt x="1771916" y="1458277"/>
                </a:cubicBezTo>
                <a:cubicBezTo>
                  <a:pt x="1770954" y="1457547"/>
                  <a:pt x="1769952" y="1456873"/>
                  <a:pt x="1768918" y="1456256"/>
                </a:cubicBezTo>
                <a:cubicBezTo>
                  <a:pt x="1760771" y="1451369"/>
                  <a:pt x="1751415" y="1450246"/>
                  <a:pt x="1742874" y="1452382"/>
                </a:cubicBezTo>
                <a:close/>
                <a:moveTo>
                  <a:pt x="1448042" y="1441758"/>
                </a:moveTo>
                <a:lnTo>
                  <a:pt x="1436094" y="1489870"/>
                </a:lnTo>
                <a:cubicBezTo>
                  <a:pt x="1433376" y="1498121"/>
                  <a:pt x="1433801" y="1507094"/>
                  <a:pt x="1437297" y="1515049"/>
                </a:cubicBezTo>
                <a:cubicBezTo>
                  <a:pt x="1441691" y="1521985"/>
                  <a:pt x="1448844" y="1526708"/>
                  <a:pt x="1456943" y="1528039"/>
                </a:cubicBezTo>
                <a:cubicBezTo>
                  <a:pt x="1464737" y="1530781"/>
                  <a:pt x="1473325" y="1530108"/>
                  <a:pt x="1480598" y="1526195"/>
                </a:cubicBezTo>
                <a:cubicBezTo>
                  <a:pt x="1487374" y="1520614"/>
                  <a:pt x="1491857" y="1512739"/>
                  <a:pt x="1493187" y="1504063"/>
                </a:cubicBezTo>
                <a:lnTo>
                  <a:pt x="1504814" y="1455951"/>
                </a:lnTo>
                <a:lnTo>
                  <a:pt x="1497437" y="1454107"/>
                </a:lnTo>
                <a:lnTo>
                  <a:pt x="1490060" y="1452343"/>
                </a:lnTo>
                <a:lnTo>
                  <a:pt x="1477952" y="1500455"/>
                </a:lnTo>
                <a:cubicBezTo>
                  <a:pt x="1477246" y="1505041"/>
                  <a:pt x="1475017" y="1509251"/>
                  <a:pt x="1471617" y="1512403"/>
                </a:cubicBezTo>
                <a:cubicBezTo>
                  <a:pt x="1468145" y="1514520"/>
                  <a:pt x="1463887" y="1514937"/>
                  <a:pt x="1460070" y="1513525"/>
                </a:cubicBezTo>
                <a:cubicBezTo>
                  <a:pt x="1456109" y="1512852"/>
                  <a:pt x="1452685" y="1510398"/>
                  <a:pt x="1450769" y="1506870"/>
                </a:cubicBezTo>
                <a:cubicBezTo>
                  <a:pt x="1449237" y="1502564"/>
                  <a:pt x="1449237" y="1497865"/>
                  <a:pt x="1450769" y="1493559"/>
                </a:cubicBezTo>
                <a:lnTo>
                  <a:pt x="1462797" y="1445447"/>
                </a:lnTo>
                <a:lnTo>
                  <a:pt x="1455420" y="1443602"/>
                </a:lnTo>
                <a:close/>
                <a:moveTo>
                  <a:pt x="1850420" y="1426042"/>
                </a:moveTo>
                <a:lnTo>
                  <a:pt x="1801105" y="1442079"/>
                </a:lnTo>
                <a:lnTo>
                  <a:pt x="1825161" y="1517374"/>
                </a:lnTo>
                <a:lnTo>
                  <a:pt x="1832457" y="1514969"/>
                </a:lnTo>
                <a:lnTo>
                  <a:pt x="1839674" y="1512643"/>
                </a:lnTo>
                <a:lnTo>
                  <a:pt x="1829651" y="1480809"/>
                </a:lnTo>
                <a:lnTo>
                  <a:pt x="1860042" y="1470946"/>
                </a:lnTo>
                <a:lnTo>
                  <a:pt x="1857957" y="1464451"/>
                </a:lnTo>
                <a:lnTo>
                  <a:pt x="1855792" y="1457956"/>
                </a:lnTo>
                <a:lnTo>
                  <a:pt x="1825481" y="1467819"/>
                </a:lnTo>
                <a:lnTo>
                  <a:pt x="1819948" y="1450739"/>
                </a:lnTo>
                <a:lnTo>
                  <a:pt x="1854750" y="1439433"/>
                </a:lnTo>
                <a:lnTo>
                  <a:pt x="1852584" y="1432697"/>
                </a:lnTo>
                <a:close/>
                <a:moveTo>
                  <a:pt x="1375313" y="1416980"/>
                </a:moveTo>
                <a:lnTo>
                  <a:pt x="1372987" y="1423636"/>
                </a:lnTo>
                <a:lnTo>
                  <a:pt x="1370742" y="1430291"/>
                </a:lnTo>
                <a:lnTo>
                  <a:pt x="1391511" y="1437428"/>
                </a:lnTo>
                <a:lnTo>
                  <a:pt x="1370341" y="1499011"/>
                </a:lnTo>
                <a:lnTo>
                  <a:pt x="1377558" y="1501497"/>
                </a:lnTo>
                <a:lnTo>
                  <a:pt x="1384695" y="1503983"/>
                </a:lnTo>
                <a:lnTo>
                  <a:pt x="1405864" y="1442399"/>
                </a:lnTo>
                <a:lnTo>
                  <a:pt x="1426713" y="1449536"/>
                </a:lnTo>
                <a:lnTo>
                  <a:pt x="1429038" y="1442881"/>
                </a:lnTo>
                <a:lnTo>
                  <a:pt x="1431444" y="1436305"/>
                </a:lnTo>
                <a:close/>
                <a:moveTo>
                  <a:pt x="1346526" y="1402867"/>
                </a:moveTo>
                <a:lnTo>
                  <a:pt x="1313088" y="1474635"/>
                </a:lnTo>
                <a:lnTo>
                  <a:pt x="1319984" y="1477842"/>
                </a:lnTo>
                <a:lnTo>
                  <a:pt x="1326800" y="1481050"/>
                </a:lnTo>
                <a:lnTo>
                  <a:pt x="1360318" y="1409283"/>
                </a:lnTo>
                <a:lnTo>
                  <a:pt x="1353342" y="1406075"/>
                </a:lnTo>
                <a:close/>
                <a:moveTo>
                  <a:pt x="1947205" y="1379132"/>
                </a:moveTo>
                <a:lnTo>
                  <a:pt x="1894923" y="1406877"/>
                </a:lnTo>
                <a:lnTo>
                  <a:pt x="1898211" y="1413131"/>
                </a:lnTo>
                <a:lnTo>
                  <a:pt x="1901499" y="1419306"/>
                </a:lnTo>
                <a:lnTo>
                  <a:pt x="1920904" y="1408962"/>
                </a:lnTo>
                <a:lnTo>
                  <a:pt x="1951535" y="1466455"/>
                </a:lnTo>
                <a:lnTo>
                  <a:pt x="1958270" y="1462927"/>
                </a:lnTo>
                <a:lnTo>
                  <a:pt x="1964926" y="1459319"/>
                </a:lnTo>
                <a:lnTo>
                  <a:pt x="1934375" y="1401825"/>
                </a:lnTo>
                <a:lnTo>
                  <a:pt x="1953780" y="1391481"/>
                </a:lnTo>
                <a:lnTo>
                  <a:pt x="1950493" y="1385307"/>
                </a:lnTo>
                <a:close/>
                <a:moveTo>
                  <a:pt x="1278367" y="1365821"/>
                </a:moveTo>
                <a:lnTo>
                  <a:pt x="1275240" y="1372397"/>
                </a:lnTo>
                <a:lnTo>
                  <a:pt x="1271872" y="1378571"/>
                </a:lnTo>
                <a:lnTo>
                  <a:pt x="1291117" y="1389236"/>
                </a:lnTo>
                <a:lnTo>
                  <a:pt x="1259523" y="1446168"/>
                </a:lnTo>
                <a:lnTo>
                  <a:pt x="1266179" y="1449857"/>
                </a:lnTo>
                <a:lnTo>
                  <a:pt x="1272834" y="1453546"/>
                </a:lnTo>
                <a:lnTo>
                  <a:pt x="1304107" y="1396132"/>
                </a:lnTo>
                <a:lnTo>
                  <a:pt x="1323352" y="1406797"/>
                </a:lnTo>
                <a:lnTo>
                  <a:pt x="1326720" y="1400703"/>
                </a:lnTo>
                <a:lnTo>
                  <a:pt x="1330168" y="1394528"/>
                </a:lnTo>
                <a:close/>
                <a:moveTo>
                  <a:pt x="1776247" y="1354274"/>
                </a:moveTo>
                <a:lnTo>
                  <a:pt x="1776247" y="1354515"/>
                </a:lnTo>
                <a:cubicBezTo>
                  <a:pt x="1779374" y="1354515"/>
                  <a:pt x="1779855" y="1357562"/>
                  <a:pt x="1779374" y="1361331"/>
                </a:cubicBezTo>
                <a:cubicBezTo>
                  <a:pt x="1778893" y="1365100"/>
                  <a:pt x="1779053" y="1381538"/>
                  <a:pt x="1776167" y="1381538"/>
                </a:cubicBezTo>
                <a:cubicBezTo>
                  <a:pt x="1773280" y="1381538"/>
                  <a:pt x="1774242" y="1368467"/>
                  <a:pt x="1774242" y="1362293"/>
                </a:cubicBezTo>
                <a:cubicBezTo>
                  <a:pt x="1774242" y="1356119"/>
                  <a:pt x="1774242" y="1354274"/>
                  <a:pt x="1776247" y="1354274"/>
                </a:cubicBezTo>
                <a:close/>
                <a:moveTo>
                  <a:pt x="1640811" y="1354274"/>
                </a:moveTo>
                <a:lnTo>
                  <a:pt x="1640811" y="1354515"/>
                </a:lnTo>
                <a:cubicBezTo>
                  <a:pt x="1643938" y="1354515"/>
                  <a:pt x="1644419" y="1357562"/>
                  <a:pt x="1643938" y="1361331"/>
                </a:cubicBezTo>
                <a:cubicBezTo>
                  <a:pt x="1643457" y="1365100"/>
                  <a:pt x="1643617" y="1381538"/>
                  <a:pt x="1640731" y="1381538"/>
                </a:cubicBezTo>
                <a:cubicBezTo>
                  <a:pt x="1637844" y="1381538"/>
                  <a:pt x="1638806" y="1368467"/>
                  <a:pt x="1638806" y="1362293"/>
                </a:cubicBezTo>
                <a:cubicBezTo>
                  <a:pt x="1638806" y="1356119"/>
                  <a:pt x="1638806" y="1354274"/>
                  <a:pt x="1640811" y="1354274"/>
                </a:cubicBezTo>
                <a:close/>
                <a:moveTo>
                  <a:pt x="1480117" y="1353472"/>
                </a:moveTo>
                <a:cubicBezTo>
                  <a:pt x="1480117" y="1353472"/>
                  <a:pt x="1483485" y="1351948"/>
                  <a:pt x="1484448" y="1354114"/>
                </a:cubicBezTo>
                <a:cubicBezTo>
                  <a:pt x="1485153" y="1362758"/>
                  <a:pt x="1485337" y="1371434"/>
                  <a:pt x="1485009" y="1380094"/>
                </a:cubicBezTo>
                <a:cubicBezTo>
                  <a:pt x="1485009" y="1382099"/>
                  <a:pt x="1481080" y="1382901"/>
                  <a:pt x="1480117" y="1380094"/>
                </a:cubicBezTo>
                <a:cubicBezTo>
                  <a:pt x="1479636" y="1371282"/>
                  <a:pt x="1479636" y="1362445"/>
                  <a:pt x="1480117" y="1353633"/>
                </a:cubicBezTo>
                <a:close/>
                <a:moveTo>
                  <a:pt x="1753794" y="1353071"/>
                </a:moveTo>
                <a:cubicBezTo>
                  <a:pt x="1755799" y="1353071"/>
                  <a:pt x="1756761" y="1357321"/>
                  <a:pt x="1756761" y="1361090"/>
                </a:cubicBezTo>
                <a:cubicBezTo>
                  <a:pt x="1756761" y="1364859"/>
                  <a:pt x="1756601" y="1380896"/>
                  <a:pt x="1754195" y="1380896"/>
                </a:cubicBezTo>
                <a:cubicBezTo>
                  <a:pt x="1751789" y="1380896"/>
                  <a:pt x="1750426" y="1367665"/>
                  <a:pt x="1750426" y="1361731"/>
                </a:cubicBezTo>
                <a:cubicBezTo>
                  <a:pt x="1750426" y="1355798"/>
                  <a:pt x="1750426" y="1353312"/>
                  <a:pt x="1753794" y="1353312"/>
                </a:cubicBezTo>
                <a:close/>
                <a:moveTo>
                  <a:pt x="1618360" y="1353071"/>
                </a:moveTo>
                <a:cubicBezTo>
                  <a:pt x="1620364" y="1353071"/>
                  <a:pt x="1621326" y="1357642"/>
                  <a:pt x="1621326" y="1361090"/>
                </a:cubicBezTo>
                <a:cubicBezTo>
                  <a:pt x="1621326" y="1364538"/>
                  <a:pt x="1621246" y="1381297"/>
                  <a:pt x="1618841" y="1381297"/>
                </a:cubicBezTo>
                <a:cubicBezTo>
                  <a:pt x="1616435" y="1381297"/>
                  <a:pt x="1614991" y="1367665"/>
                  <a:pt x="1614991" y="1361731"/>
                </a:cubicBezTo>
                <a:cubicBezTo>
                  <a:pt x="1614991" y="1355798"/>
                  <a:pt x="1614991" y="1353312"/>
                  <a:pt x="1618360" y="1353312"/>
                </a:cubicBezTo>
                <a:close/>
                <a:moveTo>
                  <a:pt x="1503692" y="1351628"/>
                </a:moveTo>
                <a:cubicBezTo>
                  <a:pt x="1506659" y="1351307"/>
                  <a:pt x="1505937" y="1358925"/>
                  <a:pt x="1505937" y="1361090"/>
                </a:cubicBezTo>
                <a:cubicBezTo>
                  <a:pt x="1505937" y="1363255"/>
                  <a:pt x="1506098" y="1379934"/>
                  <a:pt x="1503692" y="1379934"/>
                </a:cubicBezTo>
                <a:cubicBezTo>
                  <a:pt x="1501286" y="1379934"/>
                  <a:pt x="1501286" y="1365741"/>
                  <a:pt x="1501286" y="1361090"/>
                </a:cubicBezTo>
                <a:cubicBezTo>
                  <a:pt x="1501286" y="1356439"/>
                  <a:pt x="1500805" y="1351628"/>
                  <a:pt x="1503692" y="1351628"/>
                </a:cubicBezTo>
                <a:close/>
                <a:moveTo>
                  <a:pt x="1490542" y="1349784"/>
                </a:moveTo>
                <a:lnTo>
                  <a:pt x="1490560" y="1350324"/>
                </a:lnTo>
                <a:lnTo>
                  <a:pt x="1490542" y="1350345"/>
                </a:lnTo>
                <a:close/>
                <a:moveTo>
                  <a:pt x="1491857" y="1348733"/>
                </a:moveTo>
                <a:cubicBezTo>
                  <a:pt x="1493332" y="1347835"/>
                  <a:pt x="1495256" y="1348309"/>
                  <a:pt x="1496154" y="1349784"/>
                </a:cubicBezTo>
                <a:cubicBezTo>
                  <a:pt x="1497117" y="1351067"/>
                  <a:pt x="1497117" y="1380014"/>
                  <a:pt x="1497117" y="1381859"/>
                </a:cubicBezTo>
                <a:cubicBezTo>
                  <a:pt x="1497117" y="1383703"/>
                  <a:pt x="1492546" y="1383382"/>
                  <a:pt x="1491584" y="1381859"/>
                </a:cubicBezTo>
                <a:lnTo>
                  <a:pt x="1490560" y="1350324"/>
                </a:lnTo>
                <a:close/>
                <a:moveTo>
                  <a:pt x="1765983" y="1347538"/>
                </a:moveTo>
                <a:cubicBezTo>
                  <a:pt x="1770073" y="1347538"/>
                  <a:pt x="1768870" y="1353392"/>
                  <a:pt x="1768870" y="1359566"/>
                </a:cubicBezTo>
                <a:cubicBezTo>
                  <a:pt x="1768870" y="1365741"/>
                  <a:pt x="1769912" y="1382901"/>
                  <a:pt x="1765502" y="1382901"/>
                </a:cubicBezTo>
                <a:cubicBezTo>
                  <a:pt x="1761092" y="1382901"/>
                  <a:pt x="1762054" y="1364859"/>
                  <a:pt x="1762054" y="1359246"/>
                </a:cubicBezTo>
                <a:cubicBezTo>
                  <a:pt x="1762054" y="1353633"/>
                  <a:pt x="1761092" y="1347538"/>
                  <a:pt x="1765983" y="1347538"/>
                </a:cubicBezTo>
                <a:close/>
                <a:moveTo>
                  <a:pt x="1630547" y="1347538"/>
                </a:moveTo>
                <a:cubicBezTo>
                  <a:pt x="1634717" y="1347538"/>
                  <a:pt x="1633434" y="1353392"/>
                  <a:pt x="1633434" y="1359566"/>
                </a:cubicBezTo>
                <a:cubicBezTo>
                  <a:pt x="1633434" y="1365741"/>
                  <a:pt x="1634476" y="1382901"/>
                  <a:pt x="1630066" y="1382901"/>
                </a:cubicBezTo>
                <a:cubicBezTo>
                  <a:pt x="1625656" y="1382901"/>
                  <a:pt x="1626618" y="1364859"/>
                  <a:pt x="1626618" y="1359246"/>
                </a:cubicBezTo>
                <a:cubicBezTo>
                  <a:pt x="1626618" y="1353633"/>
                  <a:pt x="1625656" y="1347538"/>
                  <a:pt x="1630547" y="1347538"/>
                </a:cubicBezTo>
                <a:close/>
                <a:moveTo>
                  <a:pt x="1414124" y="1345052"/>
                </a:moveTo>
                <a:lnTo>
                  <a:pt x="1414607" y="1345496"/>
                </a:lnTo>
                <a:lnTo>
                  <a:pt x="1413883" y="1345373"/>
                </a:lnTo>
                <a:close/>
                <a:moveTo>
                  <a:pt x="2008227" y="1340723"/>
                </a:moveTo>
                <a:lnTo>
                  <a:pt x="1963242" y="1369911"/>
                </a:lnTo>
                <a:lnTo>
                  <a:pt x="2006382" y="1436305"/>
                </a:lnTo>
                <a:lnTo>
                  <a:pt x="2052570" y="1405995"/>
                </a:lnTo>
                <a:lnTo>
                  <a:pt x="2048721" y="1400061"/>
                </a:lnTo>
                <a:lnTo>
                  <a:pt x="2044952" y="1394207"/>
                </a:lnTo>
                <a:lnTo>
                  <a:pt x="2011354" y="1416018"/>
                </a:lnTo>
                <a:lnTo>
                  <a:pt x="2000048" y="1398778"/>
                </a:lnTo>
                <a:lnTo>
                  <a:pt x="2030198" y="1379533"/>
                </a:lnTo>
                <a:lnTo>
                  <a:pt x="2026509" y="1373760"/>
                </a:lnTo>
                <a:lnTo>
                  <a:pt x="2022821" y="1368066"/>
                </a:lnTo>
                <a:lnTo>
                  <a:pt x="1992911" y="1387472"/>
                </a:lnTo>
                <a:lnTo>
                  <a:pt x="1983770" y="1373359"/>
                </a:lnTo>
                <a:lnTo>
                  <a:pt x="2015844" y="1352510"/>
                </a:lnTo>
                <a:lnTo>
                  <a:pt x="2012076" y="1346577"/>
                </a:lnTo>
                <a:close/>
                <a:moveTo>
                  <a:pt x="1222637" y="1332704"/>
                </a:moveTo>
                <a:cubicBezTo>
                  <a:pt x="1215741" y="1333410"/>
                  <a:pt x="1209535" y="1337179"/>
                  <a:pt x="1205718" y="1342968"/>
                </a:cubicBezTo>
                <a:cubicBezTo>
                  <a:pt x="1201973" y="1347250"/>
                  <a:pt x="1200410" y="1353016"/>
                  <a:pt x="1201468" y="1358605"/>
                </a:cubicBezTo>
                <a:cubicBezTo>
                  <a:pt x="1204475" y="1366439"/>
                  <a:pt x="1209030" y="1373583"/>
                  <a:pt x="1214859" y="1379613"/>
                </a:cubicBezTo>
                <a:cubicBezTo>
                  <a:pt x="1217914" y="1382741"/>
                  <a:pt x="1220416" y="1386381"/>
                  <a:pt x="1222236" y="1390358"/>
                </a:cubicBezTo>
                <a:cubicBezTo>
                  <a:pt x="1223014" y="1392804"/>
                  <a:pt x="1222469" y="1395474"/>
                  <a:pt x="1220793" y="1397415"/>
                </a:cubicBezTo>
                <a:cubicBezTo>
                  <a:pt x="1219109" y="1399820"/>
                  <a:pt x="1216246" y="1401111"/>
                  <a:pt x="1213336" y="1400783"/>
                </a:cubicBezTo>
                <a:cubicBezTo>
                  <a:pt x="1209391" y="1400253"/>
                  <a:pt x="1205670" y="1398650"/>
                  <a:pt x="1202591" y="1396132"/>
                </a:cubicBezTo>
                <a:cubicBezTo>
                  <a:pt x="1199231" y="1394015"/>
                  <a:pt x="1196769" y="1390735"/>
                  <a:pt x="1195695" y="1386910"/>
                </a:cubicBezTo>
                <a:cubicBezTo>
                  <a:pt x="1194885" y="1383302"/>
                  <a:pt x="1195711" y="1379517"/>
                  <a:pt x="1197940" y="1376566"/>
                </a:cubicBezTo>
                <a:lnTo>
                  <a:pt x="1186072" y="1367986"/>
                </a:lnTo>
                <a:cubicBezTo>
                  <a:pt x="1181614" y="1373952"/>
                  <a:pt x="1179842" y="1381506"/>
                  <a:pt x="1181181" y="1388835"/>
                </a:cubicBezTo>
                <a:cubicBezTo>
                  <a:pt x="1183209" y="1396404"/>
                  <a:pt x="1187989" y="1402948"/>
                  <a:pt x="1194572" y="1407198"/>
                </a:cubicBezTo>
                <a:cubicBezTo>
                  <a:pt x="1200682" y="1412113"/>
                  <a:pt x="1208300" y="1414775"/>
                  <a:pt x="1216142" y="1414735"/>
                </a:cubicBezTo>
                <a:cubicBezTo>
                  <a:pt x="1222982" y="1414358"/>
                  <a:pt x="1229245" y="1410798"/>
                  <a:pt x="1233062" y="1405113"/>
                </a:cubicBezTo>
                <a:cubicBezTo>
                  <a:pt x="1236903" y="1400694"/>
                  <a:pt x="1238755" y="1394897"/>
                  <a:pt x="1238193" y="1389075"/>
                </a:cubicBezTo>
                <a:cubicBezTo>
                  <a:pt x="1235836" y="1381642"/>
                  <a:pt x="1231747" y="1374874"/>
                  <a:pt x="1226246" y="1369349"/>
                </a:cubicBezTo>
                <a:cubicBezTo>
                  <a:pt x="1222806" y="1365653"/>
                  <a:pt x="1219823" y="1361563"/>
                  <a:pt x="1217345" y="1357161"/>
                </a:cubicBezTo>
                <a:cubicBezTo>
                  <a:pt x="1216190" y="1355124"/>
                  <a:pt x="1216383" y="1352591"/>
                  <a:pt x="1217826" y="1350746"/>
                </a:cubicBezTo>
                <a:cubicBezTo>
                  <a:pt x="1219430" y="1348300"/>
                  <a:pt x="1222052" y="1346713"/>
                  <a:pt x="1224963" y="1346416"/>
                </a:cubicBezTo>
                <a:cubicBezTo>
                  <a:pt x="1228226" y="1346320"/>
                  <a:pt x="1231418" y="1347402"/>
                  <a:pt x="1233944" y="1349463"/>
                </a:cubicBezTo>
                <a:cubicBezTo>
                  <a:pt x="1237191" y="1351604"/>
                  <a:pt x="1239605" y="1354804"/>
                  <a:pt x="1240760" y="1358524"/>
                </a:cubicBezTo>
                <a:cubicBezTo>
                  <a:pt x="1241738" y="1361900"/>
                  <a:pt x="1241185" y="1365541"/>
                  <a:pt x="1239236" y="1368467"/>
                </a:cubicBezTo>
                <a:lnTo>
                  <a:pt x="1251184" y="1377208"/>
                </a:lnTo>
                <a:lnTo>
                  <a:pt x="1251184" y="1377047"/>
                </a:lnTo>
                <a:cubicBezTo>
                  <a:pt x="1255217" y="1371138"/>
                  <a:pt x="1256749" y="1363873"/>
                  <a:pt x="1255434" y="1356840"/>
                </a:cubicBezTo>
                <a:cubicBezTo>
                  <a:pt x="1253774" y="1349720"/>
                  <a:pt x="1249476" y="1343505"/>
                  <a:pt x="1243406" y="1339440"/>
                </a:cubicBezTo>
                <a:cubicBezTo>
                  <a:pt x="1237560" y="1334685"/>
                  <a:pt x="1230159" y="1332287"/>
                  <a:pt x="1222637" y="1332704"/>
                </a:cubicBezTo>
                <a:close/>
                <a:moveTo>
                  <a:pt x="2069249" y="1297101"/>
                </a:moveTo>
                <a:cubicBezTo>
                  <a:pt x="2061375" y="1296949"/>
                  <a:pt x="2053741" y="1299820"/>
                  <a:pt x="2047919" y="1305120"/>
                </a:cubicBezTo>
                <a:cubicBezTo>
                  <a:pt x="2040518" y="1310877"/>
                  <a:pt x="2036292" y="1319802"/>
                  <a:pt x="2036533" y="1329176"/>
                </a:cubicBezTo>
                <a:cubicBezTo>
                  <a:pt x="2037310" y="1340161"/>
                  <a:pt x="2041841" y="1350554"/>
                  <a:pt x="2049363" y="1358605"/>
                </a:cubicBezTo>
                <a:cubicBezTo>
                  <a:pt x="2055874" y="1367249"/>
                  <a:pt x="2065207" y="1373351"/>
                  <a:pt x="2075744" y="1375845"/>
                </a:cubicBezTo>
                <a:cubicBezTo>
                  <a:pt x="2093514" y="1378579"/>
                  <a:pt x="2110152" y="1366423"/>
                  <a:pt x="2112951" y="1348661"/>
                </a:cubicBezTo>
                <a:lnTo>
                  <a:pt x="2112790" y="1348501"/>
                </a:lnTo>
                <a:cubicBezTo>
                  <a:pt x="2113352" y="1340410"/>
                  <a:pt x="2110994" y="1332383"/>
                  <a:pt x="2106135" y="1325888"/>
                </a:cubicBezTo>
                <a:lnTo>
                  <a:pt x="2094428" y="1335671"/>
                </a:lnTo>
                <a:cubicBezTo>
                  <a:pt x="2096986" y="1339135"/>
                  <a:pt x="2098213" y="1343401"/>
                  <a:pt x="2097876" y="1347699"/>
                </a:cubicBezTo>
                <a:cubicBezTo>
                  <a:pt x="2097763" y="1348605"/>
                  <a:pt x="2097571" y="1349503"/>
                  <a:pt x="2097298" y="1350377"/>
                </a:cubicBezTo>
                <a:cubicBezTo>
                  <a:pt x="2094708" y="1358845"/>
                  <a:pt x="2085735" y="1363608"/>
                  <a:pt x="2077268" y="1361010"/>
                </a:cubicBezTo>
                <a:cubicBezTo>
                  <a:pt x="2070853" y="1358580"/>
                  <a:pt x="2065288" y="1354347"/>
                  <a:pt x="2061230" y="1348822"/>
                </a:cubicBezTo>
                <a:cubicBezTo>
                  <a:pt x="2056339" y="1343642"/>
                  <a:pt x="2053051" y="1337147"/>
                  <a:pt x="2051768" y="1330138"/>
                </a:cubicBezTo>
                <a:cubicBezTo>
                  <a:pt x="2050942" y="1324774"/>
                  <a:pt x="2053019" y="1319377"/>
                  <a:pt x="2057221" y="1315945"/>
                </a:cubicBezTo>
                <a:cubicBezTo>
                  <a:pt x="2060204" y="1313235"/>
                  <a:pt x="2064093" y="1311743"/>
                  <a:pt x="2068126" y="1311776"/>
                </a:cubicBezTo>
                <a:cubicBezTo>
                  <a:pt x="2072048" y="1311864"/>
                  <a:pt x="2075792" y="1313475"/>
                  <a:pt x="2078551" y="1316266"/>
                </a:cubicBezTo>
                <a:lnTo>
                  <a:pt x="2090258" y="1306483"/>
                </a:lnTo>
                <a:cubicBezTo>
                  <a:pt x="2084701" y="1300806"/>
                  <a:pt x="2077188" y="1297454"/>
                  <a:pt x="2069249" y="1297101"/>
                </a:cubicBezTo>
                <a:close/>
                <a:moveTo>
                  <a:pt x="1650486" y="1294415"/>
                </a:moveTo>
                <a:lnTo>
                  <a:pt x="1650646" y="1294415"/>
                </a:lnTo>
                <a:lnTo>
                  <a:pt x="1650646" y="1315825"/>
                </a:lnTo>
                <a:lnTo>
                  <a:pt x="1632444" y="1315825"/>
                </a:lnTo>
                <a:close/>
                <a:moveTo>
                  <a:pt x="1694857" y="1290285"/>
                </a:moveTo>
                <a:cubicBezTo>
                  <a:pt x="1703357" y="1290285"/>
                  <a:pt x="1706724" y="1297342"/>
                  <a:pt x="1706724" y="1309210"/>
                </a:cubicBezTo>
                <a:cubicBezTo>
                  <a:pt x="1706724" y="1321077"/>
                  <a:pt x="1703036" y="1328133"/>
                  <a:pt x="1694857" y="1328133"/>
                </a:cubicBezTo>
                <a:cubicBezTo>
                  <a:pt x="1686678" y="1328133"/>
                  <a:pt x="1682989" y="1320997"/>
                  <a:pt x="1682989" y="1309210"/>
                </a:cubicBezTo>
                <a:cubicBezTo>
                  <a:pt x="1682989" y="1297422"/>
                  <a:pt x="1686838" y="1290285"/>
                  <a:pt x="1694857" y="1290285"/>
                </a:cubicBezTo>
                <a:close/>
                <a:moveTo>
                  <a:pt x="1596147" y="1290285"/>
                </a:moveTo>
                <a:cubicBezTo>
                  <a:pt x="1604326" y="1290285"/>
                  <a:pt x="1607614" y="1295016"/>
                  <a:pt x="1607614" y="1300388"/>
                </a:cubicBezTo>
                <a:cubicBezTo>
                  <a:pt x="1607670" y="1301006"/>
                  <a:pt x="1607662" y="1301623"/>
                  <a:pt x="1607598" y="1302241"/>
                </a:cubicBezTo>
                <a:cubicBezTo>
                  <a:pt x="1607052" y="1307701"/>
                  <a:pt x="1602169" y="1311687"/>
                  <a:pt x="1596708" y="1311133"/>
                </a:cubicBezTo>
                <a:cubicBezTo>
                  <a:pt x="1591977" y="1311133"/>
                  <a:pt x="1585242" y="1310011"/>
                  <a:pt x="1585242" y="1300869"/>
                </a:cubicBezTo>
                <a:cubicBezTo>
                  <a:pt x="1585226" y="1300484"/>
                  <a:pt x="1585233" y="1300100"/>
                  <a:pt x="1585257" y="1299715"/>
                </a:cubicBezTo>
                <a:cubicBezTo>
                  <a:pt x="1585667" y="1294102"/>
                  <a:pt x="1590534" y="1289884"/>
                  <a:pt x="1596147" y="1290285"/>
                </a:cubicBezTo>
                <a:close/>
                <a:moveTo>
                  <a:pt x="1593918" y="1285410"/>
                </a:moveTo>
                <a:cubicBezTo>
                  <a:pt x="1585057" y="1285490"/>
                  <a:pt x="1577944" y="1292731"/>
                  <a:pt x="1578025" y="1301592"/>
                </a:cubicBezTo>
                <a:cubicBezTo>
                  <a:pt x="1578041" y="1301953"/>
                  <a:pt x="1578065" y="1302313"/>
                  <a:pt x="1578105" y="1302666"/>
                </a:cubicBezTo>
                <a:cubicBezTo>
                  <a:pt x="1579091" y="1311471"/>
                  <a:pt x="1587022" y="1317814"/>
                  <a:pt x="1595826" y="1316827"/>
                </a:cubicBezTo>
                <a:cubicBezTo>
                  <a:pt x="1600814" y="1317188"/>
                  <a:pt x="1605665" y="1315095"/>
                  <a:pt x="1608817" y="1311214"/>
                </a:cubicBezTo>
                <a:cubicBezTo>
                  <a:pt x="1607052" y="1323483"/>
                  <a:pt x="1603203" y="1328855"/>
                  <a:pt x="1595185" y="1328855"/>
                </a:cubicBezTo>
                <a:cubicBezTo>
                  <a:pt x="1594631" y="1328960"/>
                  <a:pt x="1594070" y="1329008"/>
                  <a:pt x="1593517" y="1329000"/>
                </a:cubicBezTo>
                <a:cubicBezTo>
                  <a:pt x="1589083" y="1328920"/>
                  <a:pt x="1585562" y="1325263"/>
                  <a:pt x="1585643" y="1320837"/>
                </a:cubicBezTo>
                <a:lnTo>
                  <a:pt x="1578506" y="1320837"/>
                </a:lnTo>
                <a:cubicBezTo>
                  <a:pt x="1578506" y="1325487"/>
                  <a:pt x="1582114" y="1333506"/>
                  <a:pt x="1595345" y="1333506"/>
                </a:cubicBezTo>
                <a:lnTo>
                  <a:pt x="1595345" y="1333747"/>
                </a:lnTo>
                <a:cubicBezTo>
                  <a:pt x="1615151" y="1333747"/>
                  <a:pt x="1615953" y="1311936"/>
                  <a:pt x="1616113" y="1307445"/>
                </a:cubicBezTo>
                <a:cubicBezTo>
                  <a:pt x="1616113" y="1299828"/>
                  <a:pt x="1614269" y="1285554"/>
                  <a:pt x="1596227" y="1285554"/>
                </a:cubicBezTo>
                <a:cubicBezTo>
                  <a:pt x="1595457" y="1285450"/>
                  <a:pt x="1594688" y="1285402"/>
                  <a:pt x="1593918" y="1285410"/>
                </a:cubicBezTo>
                <a:close/>
                <a:moveTo>
                  <a:pt x="1694857" y="1285314"/>
                </a:moveTo>
                <a:cubicBezTo>
                  <a:pt x="1678579" y="1285314"/>
                  <a:pt x="1675452" y="1299748"/>
                  <a:pt x="1675452" y="1309370"/>
                </a:cubicBezTo>
                <a:cubicBezTo>
                  <a:pt x="1675452" y="1318992"/>
                  <a:pt x="1678820" y="1333426"/>
                  <a:pt x="1694857" y="1333426"/>
                </a:cubicBezTo>
                <a:lnTo>
                  <a:pt x="1694857" y="1333747"/>
                </a:lnTo>
                <a:cubicBezTo>
                  <a:pt x="1711375" y="1333747"/>
                  <a:pt x="1714262" y="1318992"/>
                  <a:pt x="1714262" y="1309370"/>
                </a:cubicBezTo>
                <a:cubicBezTo>
                  <a:pt x="1714262" y="1299748"/>
                  <a:pt x="1711135" y="1285314"/>
                  <a:pt x="1694857" y="1285314"/>
                </a:cubicBezTo>
                <a:close/>
                <a:moveTo>
                  <a:pt x="1651636" y="1284993"/>
                </a:moveTo>
                <a:lnTo>
                  <a:pt x="1625736" y="1314903"/>
                </a:lnTo>
                <a:lnTo>
                  <a:pt x="1625736" y="1320676"/>
                </a:lnTo>
                <a:lnTo>
                  <a:pt x="1650434" y="1320676"/>
                </a:lnTo>
                <a:lnTo>
                  <a:pt x="1650434" y="1332223"/>
                </a:lnTo>
                <a:lnTo>
                  <a:pt x="1657570" y="1332223"/>
                </a:lnTo>
                <a:lnTo>
                  <a:pt x="1657570" y="1320676"/>
                </a:lnTo>
                <a:lnTo>
                  <a:pt x="1665589" y="1320676"/>
                </a:lnTo>
                <a:lnTo>
                  <a:pt x="1665589" y="1315624"/>
                </a:lnTo>
                <a:lnTo>
                  <a:pt x="1657570" y="1315624"/>
                </a:lnTo>
                <a:lnTo>
                  <a:pt x="1657570" y="1284993"/>
                </a:lnTo>
                <a:close/>
                <a:moveTo>
                  <a:pt x="1548917" y="1284672"/>
                </a:moveTo>
                <a:cubicBezTo>
                  <a:pt x="1546672" y="1292370"/>
                  <a:pt x="1542823" y="1293172"/>
                  <a:pt x="1533682" y="1293653"/>
                </a:cubicBezTo>
                <a:lnTo>
                  <a:pt x="1533682" y="1298705"/>
                </a:lnTo>
                <a:lnTo>
                  <a:pt x="1546912" y="1298705"/>
                </a:lnTo>
                <a:lnTo>
                  <a:pt x="1546912" y="1332223"/>
                </a:lnTo>
                <a:lnTo>
                  <a:pt x="1554450" y="1332223"/>
                </a:lnTo>
                <a:lnTo>
                  <a:pt x="1554450" y="1284672"/>
                </a:lnTo>
                <a:close/>
                <a:moveTo>
                  <a:pt x="1158809" y="1270961"/>
                </a:moveTo>
                <a:lnTo>
                  <a:pt x="1104763" y="1328855"/>
                </a:lnTo>
                <a:lnTo>
                  <a:pt x="1109975" y="1333747"/>
                </a:lnTo>
                <a:lnTo>
                  <a:pt x="1115187" y="1338879"/>
                </a:lnTo>
                <a:lnTo>
                  <a:pt x="1154078" y="1297101"/>
                </a:lnTo>
                <a:lnTo>
                  <a:pt x="1137158" y="1359406"/>
                </a:lnTo>
                <a:lnTo>
                  <a:pt x="1142691" y="1364538"/>
                </a:lnTo>
                <a:lnTo>
                  <a:pt x="1148224" y="1369430"/>
                </a:lnTo>
                <a:lnTo>
                  <a:pt x="1202190" y="1311455"/>
                </a:lnTo>
                <a:lnTo>
                  <a:pt x="1196978" y="1306643"/>
                </a:lnTo>
                <a:lnTo>
                  <a:pt x="1191846" y="1301832"/>
                </a:lnTo>
                <a:lnTo>
                  <a:pt x="1153917" y="1342487"/>
                </a:lnTo>
                <a:lnTo>
                  <a:pt x="1170436" y="1281866"/>
                </a:lnTo>
                <a:lnTo>
                  <a:pt x="1164582" y="1276413"/>
                </a:lnTo>
                <a:close/>
                <a:moveTo>
                  <a:pt x="1133229" y="1243055"/>
                </a:moveTo>
                <a:lnTo>
                  <a:pt x="1074372" y="1296059"/>
                </a:lnTo>
                <a:lnTo>
                  <a:pt x="1079504" y="1301672"/>
                </a:lnTo>
                <a:lnTo>
                  <a:pt x="1084556" y="1307365"/>
                </a:lnTo>
                <a:lnTo>
                  <a:pt x="1143413" y="1254362"/>
                </a:lnTo>
                <a:lnTo>
                  <a:pt x="1138361" y="1248669"/>
                </a:lnTo>
                <a:close/>
                <a:moveTo>
                  <a:pt x="2127625" y="1227579"/>
                </a:moveTo>
                <a:lnTo>
                  <a:pt x="2122573" y="1233273"/>
                </a:lnTo>
                <a:lnTo>
                  <a:pt x="2117441" y="1238886"/>
                </a:lnTo>
                <a:lnTo>
                  <a:pt x="2139493" y="1258772"/>
                </a:lnTo>
                <a:lnTo>
                  <a:pt x="2120489" y="1279941"/>
                </a:lnTo>
                <a:lnTo>
                  <a:pt x="2098437" y="1260055"/>
                </a:lnTo>
                <a:lnTo>
                  <a:pt x="2093305" y="1265748"/>
                </a:lnTo>
                <a:lnTo>
                  <a:pt x="2088253" y="1271361"/>
                </a:lnTo>
                <a:lnTo>
                  <a:pt x="2146950" y="1324525"/>
                </a:lnTo>
                <a:lnTo>
                  <a:pt x="2152002" y="1318832"/>
                </a:lnTo>
                <a:lnTo>
                  <a:pt x="2157134" y="1313219"/>
                </a:lnTo>
                <a:lnTo>
                  <a:pt x="2130432" y="1289163"/>
                </a:lnTo>
                <a:lnTo>
                  <a:pt x="2149516" y="1267993"/>
                </a:lnTo>
                <a:lnTo>
                  <a:pt x="2176138" y="1292049"/>
                </a:lnTo>
                <a:lnTo>
                  <a:pt x="2181270" y="1286356"/>
                </a:lnTo>
                <a:lnTo>
                  <a:pt x="2186482" y="1280583"/>
                </a:lnTo>
                <a:close/>
                <a:moveTo>
                  <a:pt x="1623490" y="1187967"/>
                </a:moveTo>
                <a:cubicBezTo>
                  <a:pt x="1625247" y="1190573"/>
                  <a:pt x="1627203" y="1193043"/>
                  <a:pt x="1629344" y="1195344"/>
                </a:cubicBezTo>
                <a:cubicBezTo>
                  <a:pt x="1631830" y="1197830"/>
                  <a:pt x="1635518" y="1200075"/>
                  <a:pt x="1635759" y="1201519"/>
                </a:cubicBezTo>
                <a:cubicBezTo>
                  <a:pt x="1636000" y="1202962"/>
                  <a:pt x="1633995" y="1203443"/>
                  <a:pt x="1633995" y="1203443"/>
                </a:cubicBezTo>
                <a:lnTo>
                  <a:pt x="1633995" y="1252838"/>
                </a:lnTo>
                <a:cubicBezTo>
                  <a:pt x="1633995" y="1252838"/>
                  <a:pt x="1652759" y="1252518"/>
                  <a:pt x="1658853" y="1257168"/>
                </a:cubicBezTo>
                <a:cubicBezTo>
                  <a:pt x="1664947" y="1261819"/>
                  <a:pt x="1675452" y="1265748"/>
                  <a:pt x="1678178" y="1268956"/>
                </a:cubicBezTo>
                <a:cubicBezTo>
                  <a:pt x="1680904" y="1272163"/>
                  <a:pt x="1692291" y="1272885"/>
                  <a:pt x="1696942" y="1274168"/>
                </a:cubicBezTo>
                <a:cubicBezTo>
                  <a:pt x="1701593" y="1275451"/>
                  <a:pt x="1703838" y="1281465"/>
                  <a:pt x="1706484" y="1283470"/>
                </a:cubicBezTo>
                <a:cubicBezTo>
                  <a:pt x="1709130" y="1285474"/>
                  <a:pt x="1713219" y="1283229"/>
                  <a:pt x="1717149" y="1284432"/>
                </a:cubicBezTo>
                <a:cubicBezTo>
                  <a:pt x="1721078" y="1285635"/>
                  <a:pt x="1727733" y="1293493"/>
                  <a:pt x="1732064" y="1295578"/>
                </a:cubicBezTo>
                <a:cubicBezTo>
                  <a:pt x="1736394" y="1297663"/>
                  <a:pt x="1741686" y="1298064"/>
                  <a:pt x="1743611" y="1302714"/>
                </a:cubicBezTo>
                <a:cubicBezTo>
                  <a:pt x="1745535" y="1307365"/>
                  <a:pt x="1744412" y="1309931"/>
                  <a:pt x="1749384" y="1309931"/>
                </a:cubicBezTo>
                <a:cubicBezTo>
                  <a:pt x="1753425" y="1309763"/>
                  <a:pt x="1757338" y="1311334"/>
                  <a:pt x="1760129" y="1314261"/>
                </a:cubicBezTo>
                <a:cubicBezTo>
                  <a:pt x="1761813" y="1315705"/>
                  <a:pt x="1767265" y="1313941"/>
                  <a:pt x="1772317" y="1315705"/>
                </a:cubicBezTo>
                <a:cubicBezTo>
                  <a:pt x="1774883" y="1316426"/>
                  <a:pt x="1783223" y="1320676"/>
                  <a:pt x="1788354" y="1322120"/>
                </a:cubicBezTo>
                <a:cubicBezTo>
                  <a:pt x="1796493" y="1325624"/>
                  <a:pt x="1804264" y="1329954"/>
                  <a:pt x="1811529" y="1335030"/>
                </a:cubicBezTo>
                <a:cubicBezTo>
                  <a:pt x="1826740" y="1336072"/>
                  <a:pt x="1841807" y="1338622"/>
                  <a:pt x="1856513" y="1342647"/>
                </a:cubicBezTo>
                <a:lnTo>
                  <a:pt x="1396642" y="1343129"/>
                </a:lnTo>
                <a:cubicBezTo>
                  <a:pt x="1396642" y="1343129"/>
                  <a:pt x="1411477" y="1340162"/>
                  <a:pt x="1451570" y="1336714"/>
                </a:cubicBezTo>
                <a:cubicBezTo>
                  <a:pt x="1458635" y="1330836"/>
                  <a:pt x="1466822" y="1326442"/>
                  <a:pt x="1475626" y="1323804"/>
                </a:cubicBezTo>
                <a:cubicBezTo>
                  <a:pt x="1478513" y="1323563"/>
                  <a:pt x="1487414" y="1313299"/>
                  <a:pt x="1488537" y="1311615"/>
                </a:cubicBezTo>
                <a:cubicBezTo>
                  <a:pt x="1489659" y="1309931"/>
                  <a:pt x="1499281" y="1311214"/>
                  <a:pt x="1501446" y="1305120"/>
                </a:cubicBezTo>
                <a:cubicBezTo>
                  <a:pt x="1503612" y="1299026"/>
                  <a:pt x="1509626" y="1299828"/>
                  <a:pt x="1512993" y="1298625"/>
                </a:cubicBezTo>
                <a:cubicBezTo>
                  <a:pt x="1516361" y="1297422"/>
                  <a:pt x="1516842" y="1288922"/>
                  <a:pt x="1523017" y="1285715"/>
                </a:cubicBezTo>
                <a:cubicBezTo>
                  <a:pt x="1525823" y="1284271"/>
                  <a:pt x="1532960" y="1281946"/>
                  <a:pt x="1538092" y="1279941"/>
                </a:cubicBezTo>
                <a:cubicBezTo>
                  <a:pt x="1543224" y="1277937"/>
                  <a:pt x="1548677" y="1270479"/>
                  <a:pt x="1552445" y="1269918"/>
                </a:cubicBezTo>
                <a:cubicBezTo>
                  <a:pt x="1558964" y="1269597"/>
                  <a:pt x="1565339" y="1267873"/>
                  <a:pt x="1571129" y="1264866"/>
                </a:cubicBezTo>
                <a:cubicBezTo>
                  <a:pt x="1576581" y="1261178"/>
                  <a:pt x="1582916" y="1257569"/>
                  <a:pt x="1587647" y="1254843"/>
                </a:cubicBezTo>
                <a:cubicBezTo>
                  <a:pt x="1592378" y="1252117"/>
                  <a:pt x="1613868" y="1253560"/>
                  <a:pt x="1613868" y="1253560"/>
                </a:cubicBezTo>
                <a:lnTo>
                  <a:pt x="1613868" y="1204486"/>
                </a:lnTo>
                <a:lnTo>
                  <a:pt x="1611462" y="1202241"/>
                </a:lnTo>
                <a:cubicBezTo>
                  <a:pt x="1610420" y="1201278"/>
                  <a:pt x="1614831" y="1198311"/>
                  <a:pt x="1617798" y="1195344"/>
                </a:cubicBezTo>
                <a:cubicBezTo>
                  <a:pt x="1619947" y="1193091"/>
                  <a:pt x="1621855" y="1190621"/>
                  <a:pt x="1623490" y="1187967"/>
                </a:cubicBezTo>
                <a:close/>
                <a:moveTo>
                  <a:pt x="2176058" y="1161345"/>
                </a:moveTo>
                <a:lnTo>
                  <a:pt x="2171968" y="1167199"/>
                </a:lnTo>
                <a:lnTo>
                  <a:pt x="2167879" y="1173052"/>
                </a:lnTo>
                <a:lnTo>
                  <a:pt x="2213425" y="1205127"/>
                </a:lnTo>
                <a:lnTo>
                  <a:pt x="2151120" y="1197108"/>
                </a:lnTo>
                <a:lnTo>
                  <a:pt x="2146549" y="1203684"/>
                </a:lnTo>
                <a:lnTo>
                  <a:pt x="2141979" y="1210179"/>
                </a:lnTo>
                <a:lnTo>
                  <a:pt x="2206849" y="1255645"/>
                </a:lnTo>
                <a:lnTo>
                  <a:pt x="2210939" y="1249791"/>
                </a:lnTo>
                <a:lnTo>
                  <a:pt x="2214948" y="1243937"/>
                </a:lnTo>
                <a:lnTo>
                  <a:pt x="2168199" y="1211221"/>
                </a:lnTo>
                <a:lnTo>
                  <a:pt x="2232349" y="1219240"/>
                </a:lnTo>
                <a:lnTo>
                  <a:pt x="2236759" y="1212985"/>
                </a:lnTo>
                <a:lnTo>
                  <a:pt x="2240929" y="1206811"/>
                </a:lnTo>
                <a:close/>
                <a:moveTo>
                  <a:pt x="1057212" y="1154369"/>
                </a:moveTo>
                <a:cubicBezTo>
                  <a:pt x="1034912" y="1153511"/>
                  <a:pt x="1014432" y="1166629"/>
                  <a:pt x="1005892" y="1187246"/>
                </a:cubicBezTo>
                <a:cubicBezTo>
                  <a:pt x="1003078" y="1196499"/>
                  <a:pt x="1004706" y="1206538"/>
                  <a:pt x="1010303" y="1214429"/>
                </a:cubicBezTo>
                <a:cubicBezTo>
                  <a:pt x="1014737" y="1221581"/>
                  <a:pt x="1022580" y="1225895"/>
                  <a:pt x="1030991" y="1225815"/>
                </a:cubicBezTo>
                <a:lnTo>
                  <a:pt x="1032515" y="1225815"/>
                </a:lnTo>
                <a:lnTo>
                  <a:pt x="1024496" y="1232631"/>
                </a:lnTo>
                <a:lnTo>
                  <a:pt x="1030029" y="1241211"/>
                </a:lnTo>
                <a:lnTo>
                  <a:pt x="1065872" y="1217957"/>
                </a:lnTo>
                <a:lnTo>
                  <a:pt x="1049274" y="1192297"/>
                </a:lnTo>
                <a:lnTo>
                  <a:pt x="1037807" y="1199755"/>
                </a:lnTo>
                <a:lnTo>
                  <a:pt x="1046707" y="1214429"/>
                </a:lnTo>
                <a:cubicBezTo>
                  <a:pt x="1043412" y="1215720"/>
                  <a:pt x="1039908" y="1216401"/>
                  <a:pt x="1036364" y="1216433"/>
                </a:cubicBezTo>
                <a:cubicBezTo>
                  <a:pt x="1030823" y="1216441"/>
                  <a:pt x="1025667" y="1213595"/>
                  <a:pt x="1022732" y="1208896"/>
                </a:cubicBezTo>
                <a:cubicBezTo>
                  <a:pt x="1019083" y="1203988"/>
                  <a:pt x="1018097" y="1197598"/>
                  <a:pt x="1020086" y="1191816"/>
                </a:cubicBezTo>
                <a:cubicBezTo>
                  <a:pt x="1022997" y="1185177"/>
                  <a:pt x="1028016" y="1179684"/>
                  <a:pt x="1034359" y="1176180"/>
                </a:cubicBezTo>
                <a:cubicBezTo>
                  <a:pt x="1040261" y="1171842"/>
                  <a:pt x="1047405" y="1169532"/>
                  <a:pt x="1054726" y="1169604"/>
                </a:cubicBezTo>
                <a:cubicBezTo>
                  <a:pt x="1060844" y="1169909"/>
                  <a:pt x="1066393" y="1173293"/>
                  <a:pt x="1069481" y="1178585"/>
                </a:cubicBezTo>
                <a:cubicBezTo>
                  <a:pt x="1071565" y="1181817"/>
                  <a:pt x="1072416" y="1185682"/>
                  <a:pt x="1071886" y="1189491"/>
                </a:cubicBezTo>
                <a:cubicBezTo>
                  <a:pt x="1071670" y="1193139"/>
                  <a:pt x="1069994" y="1196547"/>
                  <a:pt x="1067236" y="1198953"/>
                </a:cubicBezTo>
                <a:lnTo>
                  <a:pt x="1076216" y="1211702"/>
                </a:lnTo>
                <a:cubicBezTo>
                  <a:pt x="1082190" y="1207027"/>
                  <a:pt x="1086103" y="1200212"/>
                  <a:pt x="1087122" y="1192698"/>
                </a:cubicBezTo>
                <a:cubicBezTo>
                  <a:pt x="1087907" y="1184808"/>
                  <a:pt x="1085831" y="1176893"/>
                  <a:pt x="1081268" y="1170406"/>
                </a:cubicBezTo>
                <a:cubicBezTo>
                  <a:pt x="1076192" y="1161594"/>
                  <a:pt x="1067292" y="1155668"/>
                  <a:pt x="1057212" y="1154369"/>
                </a:cubicBezTo>
                <a:close/>
                <a:moveTo>
                  <a:pt x="2226816" y="1108261"/>
                </a:moveTo>
                <a:cubicBezTo>
                  <a:pt x="2234041" y="1107812"/>
                  <a:pt x="2241226" y="1109576"/>
                  <a:pt x="2247424" y="1113313"/>
                </a:cubicBezTo>
                <a:cubicBezTo>
                  <a:pt x="2254088" y="1116079"/>
                  <a:pt x="2259685" y="1120914"/>
                  <a:pt x="2263382" y="1127105"/>
                </a:cubicBezTo>
                <a:cubicBezTo>
                  <a:pt x="2264055" y="1128580"/>
                  <a:pt x="2264536" y="1130144"/>
                  <a:pt x="2264801" y="1131740"/>
                </a:cubicBezTo>
                <a:cubicBezTo>
                  <a:pt x="2266453" y="1141707"/>
                  <a:pt x="2259709" y="1151113"/>
                  <a:pt x="2249750" y="1152764"/>
                </a:cubicBezTo>
                <a:cubicBezTo>
                  <a:pt x="2242653" y="1153310"/>
                  <a:pt x="2235557" y="1151626"/>
                  <a:pt x="2229462" y="1147953"/>
                </a:cubicBezTo>
                <a:cubicBezTo>
                  <a:pt x="2222767" y="1144970"/>
                  <a:pt x="2217170" y="1139983"/>
                  <a:pt x="2213425" y="1133680"/>
                </a:cubicBezTo>
                <a:cubicBezTo>
                  <a:pt x="2210699" y="1128684"/>
                  <a:pt x="2210699" y="1122638"/>
                  <a:pt x="2213425" y="1117643"/>
                </a:cubicBezTo>
                <a:cubicBezTo>
                  <a:pt x="2215983" y="1112422"/>
                  <a:pt x="2221035" y="1108878"/>
                  <a:pt x="2226816" y="1108261"/>
                </a:cubicBezTo>
                <a:close/>
                <a:moveTo>
                  <a:pt x="2223288" y="1093988"/>
                </a:moveTo>
                <a:cubicBezTo>
                  <a:pt x="2222109" y="1094277"/>
                  <a:pt x="2220946" y="1094638"/>
                  <a:pt x="2219808" y="1095047"/>
                </a:cubicBezTo>
                <a:cubicBezTo>
                  <a:pt x="2201950" y="1101542"/>
                  <a:pt x="2192737" y="1121276"/>
                  <a:pt x="2199232" y="1139134"/>
                </a:cubicBezTo>
                <a:cubicBezTo>
                  <a:pt x="2203875" y="1149165"/>
                  <a:pt x="2211909" y="1157232"/>
                  <a:pt x="2221925" y="1161907"/>
                </a:cubicBezTo>
                <a:cubicBezTo>
                  <a:pt x="2231258" y="1167512"/>
                  <a:pt x="2242308" y="1169564"/>
                  <a:pt x="2253037" y="1167680"/>
                </a:cubicBezTo>
                <a:cubicBezTo>
                  <a:pt x="2262588" y="1165627"/>
                  <a:pt x="2270646" y="1159260"/>
                  <a:pt x="2274848" y="1150440"/>
                </a:cubicBezTo>
                <a:lnTo>
                  <a:pt x="2274688" y="1150279"/>
                </a:lnTo>
                <a:cubicBezTo>
                  <a:pt x="2279643" y="1141900"/>
                  <a:pt x="2280533" y="1131724"/>
                  <a:pt x="2277093" y="1122615"/>
                </a:cubicBezTo>
                <a:cubicBezTo>
                  <a:pt x="2272659" y="1112664"/>
                  <a:pt x="2264768" y="1104653"/>
                  <a:pt x="2254882" y="1100082"/>
                </a:cubicBezTo>
                <a:cubicBezTo>
                  <a:pt x="2245411" y="1094349"/>
                  <a:pt x="2234209" y="1092192"/>
                  <a:pt x="2223288" y="1093988"/>
                </a:cubicBezTo>
                <a:close/>
                <a:moveTo>
                  <a:pt x="1024656" y="1068890"/>
                </a:moveTo>
                <a:lnTo>
                  <a:pt x="952889" y="1102408"/>
                </a:lnTo>
                <a:lnTo>
                  <a:pt x="955856" y="1108823"/>
                </a:lnTo>
                <a:lnTo>
                  <a:pt x="958903" y="1115238"/>
                </a:lnTo>
                <a:lnTo>
                  <a:pt x="1010623" y="1091182"/>
                </a:lnTo>
                <a:lnTo>
                  <a:pt x="971573" y="1142582"/>
                </a:lnTo>
                <a:lnTo>
                  <a:pt x="974780" y="1149397"/>
                </a:lnTo>
                <a:lnTo>
                  <a:pt x="977988" y="1156133"/>
                </a:lnTo>
                <a:lnTo>
                  <a:pt x="1049755" y="1122695"/>
                </a:lnTo>
                <a:lnTo>
                  <a:pt x="1046707" y="1116200"/>
                </a:lnTo>
                <a:lnTo>
                  <a:pt x="1043741" y="1109785"/>
                </a:lnTo>
                <a:lnTo>
                  <a:pt x="993383" y="1133280"/>
                </a:lnTo>
                <a:lnTo>
                  <a:pt x="1031392" y="1083404"/>
                </a:lnTo>
                <a:lnTo>
                  <a:pt x="1028024" y="1076187"/>
                </a:lnTo>
                <a:close/>
                <a:moveTo>
                  <a:pt x="2305479" y="1036414"/>
                </a:moveTo>
                <a:lnTo>
                  <a:pt x="2292489" y="1070253"/>
                </a:lnTo>
                <a:lnTo>
                  <a:pt x="2231708" y="1046919"/>
                </a:lnTo>
                <a:lnTo>
                  <a:pt x="2228981" y="1054055"/>
                </a:lnTo>
                <a:lnTo>
                  <a:pt x="2226255" y="1061112"/>
                </a:lnTo>
                <a:lnTo>
                  <a:pt x="2300347" y="1089578"/>
                </a:lnTo>
                <a:lnTo>
                  <a:pt x="2318630" y="1041466"/>
                </a:lnTo>
                <a:lnTo>
                  <a:pt x="2312054" y="1038980"/>
                </a:lnTo>
                <a:close/>
                <a:moveTo>
                  <a:pt x="1010704" y="1033688"/>
                </a:moveTo>
                <a:lnTo>
                  <a:pt x="936772" y="1062074"/>
                </a:lnTo>
                <a:lnTo>
                  <a:pt x="939498" y="1069211"/>
                </a:lnTo>
                <a:lnTo>
                  <a:pt x="942224" y="1076267"/>
                </a:lnTo>
                <a:lnTo>
                  <a:pt x="1016156" y="1047881"/>
                </a:lnTo>
                <a:lnTo>
                  <a:pt x="1013430" y="1040825"/>
                </a:lnTo>
                <a:close/>
                <a:moveTo>
                  <a:pt x="942946" y="979722"/>
                </a:moveTo>
                <a:lnTo>
                  <a:pt x="938375" y="980925"/>
                </a:lnTo>
                <a:cubicBezTo>
                  <a:pt x="930966" y="982072"/>
                  <a:pt x="924230" y="985897"/>
                  <a:pt x="919451" y="991670"/>
                </a:cubicBezTo>
                <a:cubicBezTo>
                  <a:pt x="915995" y="997492"/>
                  <a:pt x="915322" y="1004548"/>
                  <a:pt x="917607" y="1010915"/>
                </a:cubicBezTo>
                <a:cubicBezTo>
                  <a:pt x="918826" y="1017258"/>
                  <a:pt x="922635" y="1022807"/>
                  <a:pt x="928111" y="1026231"/>
                </a:cubicBezTo>
                <a:lnTo>
                  <a:pt x="928111" y="1026070"/>
                </a:lnTo>
                <a:cubicBezTo>
                  <a:pt x="934077" y="1029021"/>
                  <a:pt x="940973" y="1029486"/>
                  <a:pt x="947276" y="1027353"/>
                </a:cubicBezTo>
                <a:lnTo>
                  <a:pt x="1002284" y="1012599"/>
                </a:lnTo>
                <a:lnTo>
                  <a:pt x="1000280" y="1005222"/>
                </a:lnTo>
                <a:lnTo>
                  <a:pt x="998355" y="997925"/>
                </a:lnTo>
                <a:lnTo>
                  <a:pt x="943347" y="1012679"/>
                </a:lnTo>
                <a:cubicBezTo>
                  <a:pt x="940556" y="1013561"/>
                  <a:pt x="937557" y="1013561"/>
                  <a:pt x="934767" y="1012679"/>
                </a:cubicBezTo>
                <a:cubicBezTo>
                  <a:pt x="934486" y="1012511"/>
                  <a:pt x="934214" y="1012318"/>
                  <a:pt x="933949" y="1012118"/>
                </a:cubicBezTo>
                <a:cubicBezTo>
                  <a:pt x="930012" y="1009103"/>
                  <a:pt x="929266" y="1003466"/>
                  <a:pt x="932281" y="999528"/>
                </a:cubicBezTo>
                <a:cubicBezTo>
                  <a:pt x="935056" y="997115"/>
                  <a:pt x="938439" y="995511"/>
                  <a:pt x="942064" y="994877"/>
                </a:cubicBezTo>
                <a:lnTo>
                  <a:pt x="946635" y="993675"/>
                </a:lnTo>
                <a:close/>
                <a:moveTo>
                  <a:pt x="2280381" y="954223"/>
                </a:moveTo>
                <a:cubicBezTo>
                  <a:pt x="2287301" y="952074"/>
                  <a:pt x="2294710" y="952074"/>
                  <a:pt x="2301630" y="954223"/>
                </a:cubicBezTo>
                <a:cubicBezTo>
                  <a:pt x="2308630" y="955554"/>
                  <a:pt x="2315022" y="959066"/>
                  <a:pt x="2319913" y="964246"/>
                </a:cubicBezTo>
                <a:cubicBezTo>
                  <a:pt x="2320923" y="965513"/>
                  <a:pt x="2321765" y="966916"/>
                  <a:pt x="2322415" y="968408"/>
                </a:cubicBezTo>
                <a:cubicBezTo>
                  <a:pt x="2326440" y="977710"/>
                  <a:pt x="2322166" y="988527"/>
                  <a:pt x="2312857" y="992552"/>
                </a:cubicBezTo>
                <a:cubicBezTo>
                  <a:pt x="2306073" y="994709"/>
                  <a:pt x="2298792" y="994709"/>
                  <a:pt x="2292008" y="992552"/>
                </a:cubicBezTo>
                <a:cubicBezTo>
                  <a:pt x="2284887" y="991197"/>
                  <a:pt x="2278360" y="987669"/>
                  <a:pt x="2273325" y="982449"/>
                </a:cubicBezTo>
                <a:cubicBezTo>
                  <a:pt x="2272098" y="980989"/>
                  <a:pt x="2271111" y="979353"/>
                  <a:pt x="2270406" y="977581"/>
                </a:cubicBezTo>
                <a:cubicBezTo>
                  <a:pt x="2266709" y="968376"/>
                  <a:pt x="2271176" y="957920"/>
                  <a:pt x="2280381" y="954223"/>
                </a:cubicBezTo>
                <a:close/>
                <a:moveTo>
                  <a:pt x="2305158" y="939468"/>
                </a:moveTo>
                <a:cubicBezTo>
                  <a:pt x="2294598" y="936221"/>
                  <a:pt x="2283227" y="936846"/>
                  <a:pt x="2273084" y="941233"/>
                </a:cubicBezTo>
                <a:cubicBezTo>
                  <a:pt x="2272001" y="941810"/>
                  <a:pt x="2270943" y="942443"/>
                  <a:pt x="2269924" y="943133"/>
                </a:cubicBezTo>
                <a:cubicBezTo>
                  <a:pt x="2254224" y="953750"/>
                  <a:pt x="2250110" y="975088"/>
                  <a:pt x="2260735" y="990788"/>
                </a:cubicBezTo>
                <a:cubicBezTo>
                  <a:pt x="2267695" y="999400"/>
                  <a:pt x="2277462" y="1005302"/>
                  <a:pt x="2288319" y="1007467"/>
                </a:cubicBezTo>
                <a:cubicBezTo>
                  <a:pt x="2298744" y="1010642"/>
                  <a:pt x="2309954" y="1009961"/>
                  <a:pt x="2319913" y="1005542"/>
                </a:cubicBezTo>
                <a:cubicBezTo>
                  <a:pt x="2328613" y="1001148"/>
                  <a:pt x="2334835" y="993033"/>
                  <a:pt x="2336832" y="983491"/>
                </a:cubicBezTo>
                <a:cubicBezTo>
                  <a:pt x="2339631" y="974101"/>
                  <a:pt x="2337915" y="963934"/>
                  <a:pt x="2332181" y="955987"/>
                </a:cubicBezTo>
                <a:cubicBezTo>
                  <a:pt x="2325470" y="947391"/>
                  <a:pt x="2315871" y="941513"/>
                  <a:pt x="2305158" y="939468"/>
                </a:cubicBezTo>
                <a:close/>
                <a:moveTo>
                  <a:pt x="983360" y="934256"/>
                </a:moveTo>
                <a:lnTo>
                  <a:pt x="905659" y="949412"/>
                </a:lnTo>
                <a:lnTo>
                  <a:pt x="907103" y="956869"/>
                </a:lnTo>
                <a:lnTo>
                  <a:pt x="908546" y="964326"/>
                </a:lnTo>
                <a:lnTo>
                  <a:pt x="986247" y="949251"/>
                </a:lnTo>
                <a:lnTo>
                  <a:pt x="984804" y="941714"/>
                </a:lnTo>
                <a:close/>
                <a:moveTo>
                  <a:pt x="1152073" y="933454"/>
                </a:moveTo>
                <a:cubicBezTo>
                  <a:pt x="1181799" y="940727"/>
                  <a:pt x="1212085" y="945531"/>
                  <a:pt x="1242604" y="947808"/>
                </a:cubicBezTo>
                <a:cubicBezTo>
                  <a:pt x="1301141" y="950133"/>
                  <a:pt x="1384054" y="945162"/>
                  <a:pt x="1459910" y="946044"/>
                </a:cubicBezTo>
                <a:cubicBezTo>
                  <a:pt x="1472019" y="948289"/>
                  <a:pt x="1482924" y="950133"/>
                  <a:pt x="1491424" y="951176"/>
                </a:cubicBezTo>
                <a:cubicBezTo>
                  <a:pt x="1511791" y="953982"/>
                  <a:pt x="1545710" y="957591"/>
                  <a:pt x="1560625" y="959194"/>
                </a:cubicBezTo>
                <a:lnTo>
                  <a:pt x="1539375" y="1045074"/>
                </a:lnTo>
                <a:lnTo>
                  <a:pt x="1624453" y="1059508"/>
                </a:lnTo>
                <a:lnTo>
                  <a:pt x="1709452" y="1045074"/>
                </a:lnTo>
                <a:lnTo>
                  <a:pt x="1688202" y="959274"/>
                </a:lnTo>
                <a:cubicBezTo>
                  <a:pt x="1703116" y="957510"/>
                  <a:pt x="1737036" y="953902"/>
                  <a:pt x="1757403" y="951256"/>
                </a:cubicBezTo>
                <a:cubicBezTo>
                  <a:pt x="1765903" y="950214"/>
                  <a:pt x="1776808" y="948369"/>
                  <a:pt x="1788997" y="946124"/>
                </a:cubicBezTo>
                <a:cubicBezTo>
                  <a:pt x="1864853" y="945242"/>
                  <a:pt x="1947686" y="950214"/>
                  <a:pt x="2006303" y="947888"/>
                </a:cubicBezTo>
                <a:lnTo>
                  <a:pt x="2006624" y="947808"/>
                </a:lnTo>
                <a:cubicBezTo>
                  <a:pt x="2037118" y="945522"/>
                  <a:pt x="2067373" y="940727"/>
                  <a:pt x="2097074" y="933454"/>
                </a:cubicBezTo>
                <a:cubicBezTo>
                  <a:pt x="2097074" y="933454"/>
                  <a:pt x="2070532" y="976114"/>
                  <a:pt x="2040142" y="996962"/>
                </a:cubicBezTo>
                <a:cubicBezTo>
                  <a:pt x="1923053" y="1030809"/>
                  <a:pt x="1802869" y="1052836"/>
                  <a:pt x="1681386" y="1062715"/>
                </a:cubicBezTo>
                <a:lnTo>
                  <a:pt x="1704400" y="1154770"/>
                </a:lnTo>
                <a:lnTo>
                  <a:pt x="1624213" y="1172090"/>
                </a:lnTo>
                <a:lnTo>
                  <a:pt x="1544026" y="1154770"/>
                </a:lnTo>
                <a:lnTo>
                  <a:pt x="1567040" y="1062715"/>
                </a:lnTo>
                <a:cubicBezTo>
                  <a:pt x="1445797" y="1052788"/>
                  <a:pt x="1325862" y="1030761"/>
                  <a:pt x="1209006" y="996962"/>
                </a:cubicBezTo>
                <a:cubicBezTo>
                  <a:pt x="1178615" y="976114"/>
                  <a:pt x="1152073" y="933454"/>
                  <a:pt x="1152073" y="933454"/>
                </a:cubicBezTo>
                <a:close/>
                <a:moveTo>
                  <a:pt x="974139" y="859282"/>
                </a:moveTo>
                <a:lnTo>
                  <a:pt x="895556" y="868985"/>
                </a:lnTo>
                <a:lnTo>
                  <a:pt x="902291" y="924153"/>
                </a:lnTo>
                <a:lnTo>
                  <a:pt x="909268" y="923351"/>
                </a:lnTo>
                <a:lnTo>
                  <a:pt x="916244" y="922469"/>
                </a:lnTo>
                <a:lnTo>
                  <a:pt x="911352" y="882376"/>
                </a:lnTo>
                <a:lnTo>
                  <a:pt x="931800" y="879810"/>
                </a:lnTo>
                <a:lnTo>
                  <a:pt x="936130" y="915172"/>
                </a:lnTo>
                <a:lnTo>
                  <a:pt x="942946" y="914370"/>
                </a:lnTo>
                <a:lnTo>
                  <a:pt x="949682" y="913568"/>
                </a:lnTo>
                <a:lnTo>
                  <a:pt x="945352" y="878206"/>
                </a:lnTo>
                <a:lnTo>
                  <a:pt x="962030" y="876121"/>
                </a:lnTo>
                <a:lnTo>
                  <a:pt x="966681" y="914210"/>
                </a:lnTo>
                <a:lnTo>
                  <a:pt x="973738" y="913408"/>
                </a:lnTo>
                <a:lnTo>
                  <a:pt x="980634" y="912526"/>
                </a:lnTo>
                <a:close/>
                <a:moveTo>
                  <a:pt x="2299385" y="845891"/>
                </a:moveTo>
                <a:cubicBezTo>
                  <a:pt x="2291831" y="845778"/>
                  <a:pt x="2284535" y="848665"/>
                  <a:pt x="2279098" y="853909"/>
                </a:cubicBezTo>
                <a:cubicBezTo>
                  <a:pt x="2266989" y="867661"/>
                  <a:pt x="2266989" y="888269"/>
                  <a:pt x="2279098" y="902021"/>
                </a:cubicBezTo>
                <a:cubicBezTo>
                  <a:pt x="2296146" y="916359"/>
                  <a:pt x="2320298" y="918628"/>
                  <a:pt x="2339719" y="907715"/>
                </a:cubicBezTo>
                <a:cubicBezTo>
                  <a:pt x="2347657" y="902206"/>
                  <a:pt x="2352581" y="893313"/>
                  <a:pt x="2353030" y="883659"/>
                </a:cubicBezTo>
                <a:cubicBezTo>
                  <a:pt x="2353944" y="875287"/>
                  <a:pt x="2350416" y="867044"/>
                  <a:pt x="2343728" y="861928"/>
                </a:cubicBezTo>
                <a:lnTo>
                  <a:pt x="2342526" y="861286"/>
                </a:lnTo>
                <a:lnTo>
                  <a:pt x="2352870" y="860645"/>
                </a:lnTo>
                <a:lnTo>
                  <a:pt x="2353592" y="850622"/>
                </a:lnTo>
                <a:lnTo>
                  <a:pt x="2311012" y="846933"/>
                </a:lnTo>
                <a:lnTo>
                  <a:pt x="2308366" y="877324"/>
                </a:lnTo>
                <a:lnTo>
                  <a:pt x="2321998" y="878527"/>
                </a:lnTo>
                <a:lnTo>
                  <a:pt x="2323441" y="861367"/>
                </a:lnTo>
                <a:cubicBezTo>
                  <a:pt x="2326841" y="862377"/>
                  <a:pt x="2330017" y="864013"/>
                  <a:pt x="2332823" y="866178"/>
                </a:cubicBezTo>
                <a:cubicBezTo>
                  <a:pt x="2337201" y="869586"/>
                  <a:pt x="2339503" y="875014"/>
                  <a:pt x="2338917" y="880531"/>
                </a:cubicBezTo>
                <a:cubicBezTo>
                  <a:pt x="2338829" y="886553"/>
                  <a:pt x="2335846" y="892166"/>
                  <a:pt x="2330899" y="895606"/>
                </a:cubicBezTo>
                <a:cubicBezTo>
                  <a:pt x="2324492" y="899014"/>
                  <a:pt x="2317146" y="900257"/>
                  <a:pt x="2309970" y="899135"/>
                </a:cubicBezTo>
                <a:cubicBezTo>
                  <a:pt x="2302641" y="898918"/>
                  <a:pt x="2295576" y="896328"/>
                  <a:pt x="2289843" y="891758"/>
                </a:cubicBezTo>
                <a:cubicBezTo>
                  <a:pt x="2285288" y="887748"/>
                  <a:pt x="2283003" y="881742"/>
                  <a:pt x="2283749" y="875720"/>
                </a:cubicBezTo>
                <a:cubicBezTo>
                  <a:pt x="2284069" y="871855"/>
                  <a:pt x="2285777" y="868239"/>
                  <a:pt x="2288560" y="865536"/>
                </a:cubicBezTo>
                <a:cubicBezTo>
                  <a:pt x="2291014" y="862826"/>
                  <a:pt x="2294454" y="861214"/>
                  <a:pt x="2298102" y="861046"/>
                </a:cubicBezTo>
                <a:close/>
                <a:moveTo>
                  <a:pt x="1204114" y="821273"/>
                </a:moveTo>
                <a:cubicBezTo>
                  <a:pt x="1220681" y="824361"/>
                  <a:pt x="1237464" y="826181"/>
                  <a:pt x="1254311" y="826726"/>
                </a:cubicBezTo>
                <a:cubicBezTo>
                  <a:pt x="1266259" y="827207"/>
                  <a:pt x="1281014" y="826726"/>
                  <a:pt x="1297853" y="826726"/>
                </a:cubicBezTo>
                <a:cubicBezTo>
                  <a:pt x="1312848" y="826245"/>
                  <a:pt x="1329847" y="826245"/>
                  <a:pt x="1347729" y="826245"/>
                </a:cubicBezTo>
                <a:cubicBezTo>
                  <a:pt x="1368497" y="826245"/>
                  <a:pt x="1394718" y="826485"/>
                  <a:pt x="1423024" y="828170"/>
                </a:cubicBezTo>
                <a:cubicBezTo>
                  <a:pt x="1449743" y="836148"/>
                  <a:pt x="1476918" y="842467"/>
                  <a:pt x="1504414" y="847093"/>
                </a:cubicBezTo>
                <a:cubicBezTo>
                  <a:pt x="1523458" y="849796"/>
                  <a:pt x="1542671" y="851111"/>
                  <a:pt x="1561908" y="851023"/>
                </a:cubicBezTo>
                <a:lnTo>
                  <a:pt x="1542503" y="933535"/>
                </a:lnTo>
                <a:lnTo>
                  <a:pt x="1622689" y="942997"/>
                </a:lnTo>
                <a:lnTo>
                  <a:pt x="1623571" y="942997"/>
                </a:lnTo>
                <a:lnTo>
                  <a:pt x="1624614" y="942997"/>
                </a:lnTo>
                <a:lnTo>
                  <a:pt x="1705362" y="933374"/>
                </a:lnTo>
                <a:lnTo>
                  <a:pt x="1685957" y="850862"/>
                </a:lnTo>
                <a:cubicBezTo>
                  <a:pt x="1705193" y="850950"/>
                  <a:pt x="1724406" y="849636"/>
                  <a:pt x="1743451" y="846933"/>
                </a:cubicBezTo>
                <a:cubicBezTo>
                  <a:pt x="1771051" y="842403"/>
                  <a:pt x="1798338" y="836156"/>
                  <a:pt x="1825161" y="828250"/>
                </a:cubicBezTo>
                <a:cubicBezTo>
                  <a:pt x="1853466" y="826325"/>
                  <a:pt x="1879688" y="826325"/>
                  <a:pt x="1900456" y="826325"/>
                </a:cubicBezTo>
                <a:cubicBezTo>
                  <a:pt x="1918258" y="826325"/>
                  <a:pt x="1935337" y="826806"/>
                  <a:pt x="1950332" y="826806"/>
                </a:cubicBezTo>
                <a:cubicBezTo>
                  <a:pt x="1967252" y="826806"/>
                  <a:pt x="1982006" y="826806"/>
                  <a:pt x="1993874" y="826806"/>
                </a:cubicBezTo>
                <a:lnTo>
                  <a:pt x="1993874" y="826726"/>
                </a:lnTo>
                <a:cubicBezTo>
                  <a:pt x="2010721" y="826181"/>
                  <a:pt x="2027504" y="824361"/>
                  <a:pt x="2044071" y="821273"/>
                </a:cubicBezTo>
                <a:cubicBezTo>
                  <a:pt x="2030471" y="839364"/>
                  <a:pt x="2014257" y="855337"/>
                  <a:pt x="1995959" y="868664"/>
                </a:cubicBezTo>
                <a:cubicBezTo>
                  <a:pt x="1973611" y="881397"/>
                  <a:pt x="1950188" y="892126"/>
                  <a:pt x="1925956" y="900738"/>
                </a:cubicBezTo>
                <a:cubicBezTo>
                  <a:pt x="1869857" y="916944"/>
                  <a:pt x="1812780" y="929557"/>
                  <a:pt x="1755078" y="938506"/>
                </a:cubicBezTo>
                <a:cubicBezTo>
                  <a:pt x="1728776" y="941874"/>
                  <a:pt x="1679301" y="947086"/>
                  <a:pt x="1678820" y="947086"/>
                </a:cubicBezTo>
                <a:lnTo>
                  <a:pt x="1671443" y="947808"/>
                </a:lnTo>
                <a:lnTo>
                  <a:pt x="1692853" y="1034650"/>
                </a:lnTo>
                <a:lnTo>
                  <a:pt x="1623812" y="1046357"/>
                </a:lnTo>
                <a:lnTo>
                  <a:pt x="1554691" y="1034650"/>
                </a:lnTo>
                <a:lnTo>
                  <a:pt x="1576181" y="947808"/>
                </a:lnTo>
                <a:lnTo>
                  <a:pt x="1568724" y="947086"/>
                </a:lnTo>
                <a:cubicBezTo>
                  <a:pt x="1568243" y="947006"/>
                  <a:pt x="1518767" y="941874"/>
                  <a:pt x="1492466" y="938506"/>
                </a:cubicBezTo>
                <a:cubicBezTo>
                  <a:pt x="1434980" y="929517"/>
                  <a:pt x="1378120" y="916904"/>
                  <a:pt x="1322229" y="900738"/>
                </a:cubicBezTo>
                <a:cubicBezTo>
                  <a:pt x="1297997" y="892126"/>
                  <a:pt x="1274575" y="881397"/>
                  <a:pt x="1252226" y="868664"/>
                </a:cubicBezTo>
                <a:cubicBezTo>
                  <a:pt x="1233928" y="855337"/>
                  <a:pt x="1217714" y="839364"/>
                  <a:pt x="1204114" y="821273"/>
                </a:cubicBezTo>
                <a:close/>
                <a:moveTo>
                  <a:pt x="941743" y="791924"/>
                </a:moveTo>
                <a:lnTo>
                  <a:pt x="959144" y="791924"/>
                </a:lnTo>
                <a:lnTo>
                  <a:pt x="959144" y="808764"/>
                </a:lnTo>
                <a:cubicBezTo>
                  <a:pt x="959304" y="811875"/>
                  <a:pt x="958550" y="814970"/>
                  <a:pt x="956979" y="817664"/>
                </a:cubicBezTo>
                <a:cubicBezTo>
                  <a:pt x="955607" y="819645"/>
                  <a:pt x="953290" y="820751"/>
                  <a:pt x="950884" y="820551"/>
                </a:cubicBezTo>
                <a:cubicBezTo>
                  <a:pt x="948278" y="820768"/>
                  <a:pt x="945712" y="819797"/>
                  <a:pt x="943908" y="817905"/>
                </a:cubicBezTo>
                <a:cubicBezTo>
                  <a:pt x="942208" y="815387"/>
                  <a:pt x="941446" y="812348"/>
                  <a:pt x="941743" y="809325"/>
                </a:cubicBezTo>
                <a:close/>
                <a:moveTo>
                  <a:pt x="907343" y="790882"/>
                </a:moveTo>
                <a:lnTo>
                  <a:pt x="928432" y="791283"/>
                </a:lnTo>
                <a:lnTo>
                  <a:pt x="928432" y="809405"/>
                </a:lnTo>
                <a:cubicBezTo>
                  <a:pt x="928592" y="812653"/>
                  <a:pt x="927686" y="815861"/>
                  <a:pt x="925866" y="818547"/>
                </a:cubicBezTo>
                <a:cubicBezTo>
                  <a:pt x="923973" y="820632"/>
                  <a:pt x="921207" y="821706"/>
                  <a:pt x="918408" y="821433"/>
                </a:cubicBezTo>
                <a:cubicBezTo>
                  <a:pt x="915289" y="821610"/>
                  <a:pt x="912234" y="820471"/>
                  <a:pt x="909989" y="818306"/>
                </a:cubicBezTo>
                <a:cubicBezTo>
                  <a:pt x="907968" y="815772"/>
                  <a:pt x="907022" y="812549"/>
                  <a:pt x="907343" y="809325"/>
                </a:cubicBezTo>
                <a:close/>
                <a:moveTo>
                  <a:pt x="894112" y="776048"/>
                </a:moveTo>
                <a:lnTo>
                  <a:pt x="894112" y="783345"/>
                </a:lnTo>
                <a:lnTo>
                  <a:pt x="894032" y="809085"/>
                </a:lnTo>
                <a:cubicBezTo>
                  <a:pt x="893358" y="816382"/>
                  <a:pt x="895483" y="823655"/>
                  <a:pt x="899966" y="829452"/>
                </a:cubicBezTo>
                <a:cubicBezTo>
                  <a:pt x="904777" y="834376"/>
                  <a:pt x="911457" y="836998"/>
                  <a:pt x="918329" y="836669"/>
                </a:cubicBezTo>
                <a:cubicBezTo>
                  <a:pt x="924230" y="837094"/>
                  <a:pt x="929972" y="834576"/>
                  <a:pt x="933644" y="829934"/>
                </a:cubicBezTo>
                <a:cubicBezTo>
                  <a:pt x="934727" y="828562"/>
                  <a:pt x="935617" y="827055"/>
                  <a:pt x="936290" y="825443"/>
                </a:cubicBezTo>
                <a:cubicBezTo>
                  <a:pt x="939410" y="831377"/>
                  <a:pt x="945632" y="835009"/>
                  <a:pt x="952328" y="834825"/>
                </a:cubicBezTo>
                <a:cubicBezTo>
                  <a:pt x="957869" y="835218"/>
                  <a:pt x="963305" y="833133"/>
                  <a:pt x="967162" y="829132"/>
                </a:cubicBezTo>
                <a:cubicBezTo>
                  <a:pt x="970987" y="824529"/>
                  <a:pt x="972960" y="818667"/>
                  <a:pt x="972695" y="812693"/>
                </a:cubicBezTo>
                <a:lnTo>
                  <a:pt x="973257" y="784708"/>
                </a:lnTo>
                <a:lnTo>
                  <a:pt x="973257" y="777491"/>
                </a:lnTo>
                <a:close/>
                <a:moveTo>
                  <a:pt x="2275650" y="761935"/>
                </a:moveTo>
                <a:lnTo>
                  <a:pt x="2275650" y="770595"/>
                </a:lnTo>
                <a:lnTo>
                  <a:pt x="2275650" y="779175"/>
                </a:lnTo>
                <a:lnTo>
                  <a:pt x="2310371" y="792166"/>
                </a:lnTo>
                <a:lnTo>
                  <a:pt x="2276612" y="808203"/>
                </a:lnTo>
                <a:lnTo>
                  <a:pt x="2276612" y="817264"/>
                </a:lnTo>
                <a:lnTo>
                  <a:pt x="2276612" y="826325"/>
                </a:lnTo>
                <a:lnTo>
                  <a:pt x="2324724" y="799142"/>
                </a:lnTo>
                <a:lnTo>
                  <a:pt x="2354473" y="798099"/>
                </a:lnTo>
                <a:lnTo>
                  <a:pt x="2354473" y="790482"/>
                </a:lnTo>
                <a:lnTo>
                  <a:pt x="2354473" y="782944"/>
                </a:lnTo>
                <a:lnTo>
                  <a:pt x="2324403" y="783987"/>
                </a:lnTo>
                <a:close/>
                <a:moveTo>
                  <a:pt x="1995718" y="696262"/>
                </a:moveTo>
                <a:cubicBezTo>
                  <a:pt x="1982559" y="715836"/>
                  <a:pt x="1966594" y="733373"/>
                  <a:pt x="1948327" y="748303"/>
                </a:cubicBezTo>
                <a:cubicBezTo>
                  <a:pt x="1927126" y="766370"/>
                  <a:pt x="1903639" y="781573"/>
                  <a:pt x="1878485" y="793529"/>
                </a:cubicBezTo>
                <a:cubicBezTo>
                  <a:pt x="1834590" y="813086"/>
                  <a:pt x="1788290" y="826702"/>
                  <a:pt x="1740804" y="834023"/>
                </a:cubicBezTo>
                <a:cubicBezTo>
                  <a:pt x="1721118" y="836709"/>
                  <a:pt x="1701255" y="837968"/>
                  <a:pt x="1681385" y="837792"/>
                </a:cubicBezTo>
                <a:lnTo>
                  <a:pt x="1669117" y="837792"/>
                </a:lnTo>
                <a:lnTo>
                  <a:pt x="1689003" y="922228"/>
                </a:lnTo>
                <a:lnTo>
                  <a:pt x="1624854" y="930247"/>
                </a:lnTo>
                <a:lnTo>
                  <a:pt x="1624052" y="930247"/>
                </a:lnTo>
                <a:lnTo>
                  <a:pt x="1623170" y="930247"/>
                </a:lnTo>
                <a:lnTo>
                  <a:pt x="1559020" y="922228"/>
                </a:lnTo>
                <a:lnTo>
                  <a:pt x="1578987" y="837952"/>
                </a:lnTo>
                <a:lnTo>
                  <a:pt x="1566718" y="837952"/>
                </a:lnTo>
                <a:cubicBezTo>
                  <a:pt x="1546848" y="838137"/>
                  <a:pt x="1526986" y="836878"/>
                  <a:pt x="1507300" y="834184"/>
                </a:cubicBezTo>
                <a:cubicBezTo>
                  <a:pt x="1459805" y="826887"/>
                  <a:pt x="1413506" y="813263"/>
                  <a:pt x="1369619" y="793689"/>
                </a:cubicBezTo>
                <a:cubicBezTo>
                  <a:pt x="1344393" y="781733"/>
                  <a:pt x="1320858" y="766498"/>
                  <a:pt x="1299616" y="748384"/>
                </a:cubicBezTo>
                <a:cubicBezTo>
                  <a:pt x="1281382" y="733501"/>
                  <a:pt x="1265465" y="715988"/>
                  <a:pt x="1252386" y="696423"/>
                </a:cubicBezTo>
                <a:cubicBezTo>
                  <a:pt x="1269867" y="699069"/>
                  <a:pt x="1295607" y="702036"/>
                  <a:pt x="1301942" y="702036"/>
                </a:cubicBezTo>
                <a:lnTo>
                  <a:pt x="1321187" y="702918"/>
                </a:lnTo>
                <a:cubicBezTo>
                  <a:pt x="1344521" y="703960"/>
                  <a:pt x="1374832" y="705404"/>
                  <a:pt x="1411637" y="707649"/>
                </a:cubicBezTo>
                <a:cubicBezTo>
                  <a:pt x="1414925" y="709493"/>
                  <a:pt x="1418293" y="711257"/>
                  <a:pt x="1421741" y="713021"/>
                </a:cubicBezTo>
                <a:cubicBezTo>
                  <a:pt x="1453839" y="729275"/>
                  <a:pt x="1488328" y="740293"/>
                  <a:pt x="1523899" y="745657"/>
                </a:cubicBezTo>
                <a:cubicBezTo>
                  <a:pt x="1529953" y="746507"/>
                  <a:pt x="1536063" y="746908"/>
                  <a:pt x="1542181" y="746860"/>
                </a:cubicBezTo>
                <a:cubicBezTo>
                  <a:pt x="1550601" y="746860"/>
                  <a:pt x="1558700" y="746219"/>
                  <a:pt x="1564634" y="745657"/>
                </a:cubicBezTo>
                <a:lnTo>
                  <a:pt x="1546992" y="819028"/>
                </a:lnTo>
                <a:lnTo>
                  <a:pt x="1624453" y="823920"/>
                </a:lnTo>
                <a:lnTo>
                  <a:pt x="1701833" y="819028"/>
                </a:lnTo>
                <a:lnTo>
                  <a:pt x="1684272" y="745657"/>
                </a:lnTo>
                <a:cubicBezTo>
                  <a:pt x="1690126" y="746219"/>
                  <a:pt x="1698625" y="746860"/>
                  <a:pt x="1706644" y="746860"/>
                </a:cubicBezTo>
                <a:cubicBezTo>
                  <a:pt x="1712762" y="746916"/>
                  <a:pt x="1718873" y="746515"/>
                  <a:pt x="1724927" y="745657"/>
                </a:cubicBezTo>
                <a:cubicBezTo>
                  <a:pt x="1760522" y="740277"/>
                  <a:pt x="1795034" y="729259"/>
                  <a:pt x="1827165" y="713021"/>
                </a:cubicBezTo>
                <a:lnTo>
                  <a:pt x="1837269" y="707649"/>
                </a:lnTo>
                <a:cubicBezTo>
                  <a:pt x="1874074" y="705404"/>
                  <a:pt x="1904305" y="703960"/>
                  <a:pt x="1927719" y="702918"/>
                </a:cubicBezTo>
                <a:lnTo>
                  <a:pt x="1946884" y="702036"/>
                </a:lnTo>
                <a:lnTo>
                  <a:pt x="1946082" y="701875"/>
                </a:lnTo>
                <a:cubicBezTo>
                  <a:pt x="1952497" y="701555"/>
                  <a:pt x="1978157" y="698908"/>
                  <a:pt x="1995718" y="696262"/>
                </a:cubicBezTo>
                <a:close/>
                <a:moveTo>
                  <a:pt x="1623651" y="377359"/>
                </a:moveTo>
                <a:cubicBezTo>
                  <a:pt x="1613467" y="377359"/>
                  <a:pt x="1609779" y="388826"/>
                  <a:pt x="1607613" y="400052"/>
                </a:cubicBezTo>
                <a:lnTo>
                  <a:pt x="1607613" y="401175"/>
                </a:lnTo>
                <a:cubicBezTo>
                  <a:pt x="1606571" y="407028"/>
                  <a:pt x="1594062" y="471178"/>
                  <a:pt x="1594062" y="471178"/>
                </a:cubicBezTo>
                <a:lnTo>
                  <a:pt x="1593019" y="476390"/>
                </a:lnTo>
                <a:lnTo>
                  <a:pt x="1583076" y="476390"/>
                </a:lnTo>
                <a:cubicBezTo>
                  <a:pt x="1500476" y="476727"/>
                  <a:pt x="1418284" y="464867"/>
                  <a:pt x="1339148" y="441188"/>
                </a:cubicBezTo>
                <a:cubicBezTo>
                  <a:pt x="1340968" y="460345"/>
                  <a:pt x="1348354" y="478547"/>
                  <a:pt x="1360398" y="493550"/>
                </a:cubicBezTo>
                <a:cubicBezTo>
                  <a:pt x="1375409" y="511456"/>
                  <a:pt x="1395704" y="524141"/>
                  <a:pt x="1418373" y="529794"/>
                </a:cubicBezTo>
                <a:lnTo>
                  <a:pt x="1423184" y="530756"/>
                </a:lnTo>
                <a:lnTo>
                  <a:pt x="1423184" y="535648"/>
                </a:lnTo>
                <a:lnTo>
                  <a:pt x="1423504" y="535648"/>
                </a:lnTo>
                <a:cubicBezTo>
                  <a:pt x="1425277" y="551990"/>
                  <a:pt x="1432806" y="567169"/>
                  <a:pt x="1444754" y="578467"/>
                </a:cubicBezTo>
                <a:cubicBezTo>
                  <a:pt x="1457713" y="588034"/>
                  <a:pt x="1473477" y="593021"/>
                  <a:pt x="1489579" y="592660"/>
                </a:cubicBezTo>
                <a:cubicBezTo>
                  <a:pt x="1493267" y="592660"/>
                  <a:pt x="1495593" y="592660"/>
                  <a:pt x="1495593" y="592660"/>
                </a:cubicBezTo>
                <a:lnTo>
                  <a:pt x="1500644" y="592019"/>
                </a:lnTo>
                <a:lnTo>
                  <a:pt x="1502408" y="596750"/>
                </a:lnTo>
                <a:cubicBezTo>
                  <a:pt x="1509096" y="610366"/>
                  <a:pt x="1521301" y="620469"/>
                  <a:pt x="1535926" y="624495"/>
                </a:cubicBezTo>
                <a:cubicBezTo>
                  <a:pt x="1541483" y="626219"/>
                  <a:pt x="1547273" y="627085"/>
                  <a:pt x="1553087" y="627061"/>
                </a:cubicBezTo>
                <a:cubicBezTo>
                  <a:pt x="1560656" y="627053"/>
                  <a:pt x="1568170" y="625746"/>
                  <a:pt x="1575298" y="623212"/>
                </a:cubicBezTo>
                <a:lnTo>
                  <a:pt x="1587086" y="618320"/>
                </a:lnTo>
                <a:lnTo>
                  <a:pt x="1569766" y="689125"/>
                </a:lnTo>
                <a:lnTo>
                  <a:pt x="1678819" y="689125"/>
                </a:lnTo>
                <a:lnTo>
                  <a:pt x="1661419" y="618240"/>
                </a:lnTo>
                <a:lnTo>
                  <a:pt x="1673286" y="623212"/>
                </a:lnTo>
                <a:cubicBezTo>
                  <a:pt x="1680391" y="625754"/>
                  <a:pt x="1687872" y="627061"/>
                  <a:pt x="1695418" y="627061"/>
                </a:cubicBezTo>
                <a:cubicBezTo>
                  <a:pt x="1701231" y="627077"/>
                  <a:pt x="1707021" y="626219"/>
                  <a:pt x="1712578" y="624495"/>
                </a:cubicBezTo>
                <a:cubicBezTo>
                  <a:pt x="1727212" y="620477"/>
                  <a:pt x="1739416" y="610374"/>
                  <a:pt x="1746096" y="596750"/>
                </a:cubicBezTo>
                <a:lnTo>
                  <a:pt x="1747860" y="592019"/>
                </a:lnTo>
                <a:lnTo>
                  <a:pt x="1752912" y="592660"/>
                </a:lnTo>
                <a:cubicBezTo>
                  <a:pt x="1752912" y="592660"/>
                  <a:pt x="1755237" y="592660"/>
                  <a:pt x="1758926" y="592660"/>
                </a:cubicBezTo>
                <a:cubicBezTo>
                  <a:pt x="1775027" y="593021"/>
                  <a:pt x="1790792" y="588034"/>
                  <a:pt x="1803750" y="578467"/>
                </a:cubicBezTo>
                <a:cubicBezTo>
                  <a:pt x="1815778" y="567201"/>
                  <a:pt x="1823332" y="551966"/>
                  <a:pt x="1825000" y="535568"/>
                </a:cubicBezTo>
                <a:lnTo>
                  <a:pt x="1825000" y="530756"/>
                </a:lnTo>
                <a:lnTo>
                  <a:pt x="1829811" y="529794"/>
                </a:lnTo>
                <a:cubicBezTo>
                  <a:pt x="1852416" y="524053"/>
                  <a:pt x="1872663" y="511375"/>
                  <a:pt x="1887706" y="493550"/>
                </a:cubicBezTo>
                <a:cubicBezTo>
                  <a:pt x="1899750" y="478547"/>
                  <a:pt x="1907135" y="460345"/>
                  <a:pt x="1908955" y="441188"/>
                </a:cubicBezTo>
                <a:cubicBezTo>
                  <a:pt x="1829899" y="464843"/>
                  <a:pt x="1747788" y="476702"/>
                  <a:pt x="1665268" y="476390"/>
                </a:cubicBezTo>
                <a:lnTo>
                  <a:pt x="1655325" y="476390"/>
                </a:lnTo>
                <a:lnTo>
                  <a:pt x="1654282" y="471178"/>
                </a:lnTo>
                <a:cubicBezTo>
                  <a:pt x="1654282" y="471178"/>
                  <a:pt x="1641853" y="406708"/>
                  <a:pt x="1640731" y="401175"/>
                </a:cubicBezTo>
                <a:lnTo>
                  <a:pt x="1640731" y="400052"/>
                </a:lnTo>
                <a:cubicBezTo>
                  <a:pt x="1638646" y="388826"/>
                  <a:pt x="1635037" y="377359"/>
                  <a:pt x="1624693" y="377359"/>
                </a:cubicBezTo>
                <a:close/>
                <a:moveTo>
                  <a:pt x="1749785" y="374553"/>
                </a:moveTo>
                <a:cubicBezTo>
                  <a:pt x="1761717" y="378698"/>
                  <a:pt x="1772470" y="385659"/>
                  <a:pt x="1781138" y="394840"/>
                </a:cubicBezTo>
                <a:cubicBezTo>
                  <a:pt x="1768925" y="397486"/>
                  <a:pt x="1756360" y="398168"/>
                  <a:pt x="1743931" y="396845"/>
                </a:cubicBezTo>
                <a:cubicBezTo>
                  <a:pt x="1728535" y="395241"/>
                  <a:pt x="1716186" y="376638"/>
                  <a:pt x="1716186" y="376638"/>
                </a:cubicBezTo>
                <a:cubicBezTo>
                  <a:pt x="1726851" y="372283"/>
                  <a:pt x="1738663" y="371546"/>
                  <a:pt x="1749785" y="374553"/>
                </a:cubicBezTo>
                <a:close/>
                <a:moveTo>
                  <a:pt x="1075815" y="339111"/>
                </a:moveTo>
                <a:cubicBezTo>
                  <a:pt x="1074773" y="339111"/>
                  <a:pt x="1073169" y="340394"/>
                  <a:pt x="1072528" y="340394"/>
                </a:cubicBezTo>
                <a:cubicBezTo>
                  <a:pt x="1071373" y="340875"/>
                  <a:pt x="1070314" y="341548"/>
                  <a:pt x="1069400" y="342398"/>
                </a:cubicBezTo>
                <a:cubicBezTo>
                  <a:pt x="1068759" y="343120"/>
                  <a:pt x="1067155" y="345526"/>
                  <a:pt x="1065712" y="346568"/>
                </a:cubicBezTo>
                <a:cubicBezTo>
                  <a:pt x="1064268" y="347611"/>
                  <a:pt x="1062504" y="349375"/>
                  <a:pt x="1061542" y="350096"/>
                </a:cubicBezTo>
                <a:cubicBezTo>
                  <a:pt x="1060580" y="350818"/>
                  <a:pt x="1058495" y="350738"/>
                  <a:pt x="1057854" y="351299"/>
                </a:cubicBezTo>
                <a:cubicBezTo>
                  <a:pt x="1057204" y="351820"/>
                  <a:pt x="1056899" y="352646"/>
                  <a:pt x="1057052" y="353464"/>
                </a:cubicBezTo>
                <a:lnTo>
                  <a:pt x="1056972" y="353464"/>
                </a:lnTo>
                <a:cubicBezTo>
                  <a:pt x="1057044" y="354867"/>
                  <a:pt x="1056907" y="356271"/>
                  <a:pt x="1056571" y="357634"/>
                </a:cubicBezTo>
                <a:cubicBezTo>
                  <a:pt x="1056763" y="358428"/>
                  <a:pt x="1057381" y="359045"/>
                  <a:pt x="1058174" y="359238"/>
                </a:cubicBezTo>
                <a:cubicBezTo>
                  <a:pt x="1061173" y="358941"/>
                  <a:pt x="1064148" y="360072"/>
                  <a:pt x="1066193" y="362285"/>
                </a:cubicBezTo>
                <a:cubicBezTo>
                  <a:pt x="1069320" y="365492"/>
                  <a:pt x="1070122" y="368138"/>
                  <a:pt x="1073731" y="371907"/>
                </a:cubicBezTo>
                <a:cubicBezTo>
                  <a:pt x="1075815" y="373912"/>
                  <a:pt x="1075334" y="375916"/>
                  <a:pt x="1075815" y="377921"/>
                </a:cubicBezTo>
                <a:cubicBezTo>
                  <a:pt x="1075374" y="380166"/>
                  <a:pt x="1074645" y="382355"/>
                  <a:pt x="1073650" y="384416"/>
                </a:cubicBezTo>
                <a:cubicBezTo>
                  <a:pt x="1072792" y="385627"/>
                  <a:pt x="1071854" y="386782"/>
                  <a:pt x="1070844" y="387864"/>
                </a:cubicBezTo>
                <a:cubicBezTo>
                  <a:pt x="1069400" y="389468"/>
                  <a:pt x="1069240" y="391874"/>
                  <a:pt x="1068037" y="393718"/>
                </a:cubicBezTo>
                <a:cubicBezTo>
                  <a:pt x="1066385" y="395474"/>
                  <a:pt x="1066385" y="398216"/>
                  <a:pt x="1068037" y="399972"/>
                </a:cubicBezTo>
                <a:cubicBezTo>
                  <a:pt x="1069986" y="401600"/>
                  <a:pt x="1071766" y="403428"/>
                  <a:pt x="1073330" y="405425"/>
                </a:cubicBezTo>
                <a:cubicBezTo>
                  <a:pt x="1074693" y="406788"/>
                  <a:pt x="1075014" y="406307"/>
                  <a:pt x="1076617" y="407269"/>
                </a:cubicBezTo>
                <a:cubicBezTo>
                  <a:pt x="1078221" y="408232"/>
                  <a:pt x="1079103" y="409595"/>
                  <a:pt x="1081188" y="410236"/>
                </a:cubicBezTo>
                <a:cubicBezTo>
                  <a:pt x="1082078" y="410645"/>
                  <a:pt x="1083104" y="410645"/>
                  <a:pt x="1083995" y="410236"/>
                </a:cubicBezTo>
                <a:cubicBezTo>
                  <a:pt x="1084876" y="409835"/>
                  <a:pt x="1085438" y="408312"/>
                  <a:pt x="1085919" y="407510"/>
                </a:cubicBezTo>
                <a:cubicBezTo>
                  <a:pt x="1086408" y="406051"/>
                  <a:pt x="1086993" y="404631"/>
                  <a:pt x="1087683" y="403260"/>
                </a:cubicBezTo>
                <a:cubicBezTo>
                  <a:pt x="1088806" y="402170"/>
                  <a:pt x="1089728" y="400895"/>
                  <a:pt x="1090409" y="399491"/>
                </a:cubicBezTo>
                <a:cubicBezTo>
                  <a:pt x="1090409" y="399491"/>
                  <a:pt x="1092013" y="398689"/>
                  <a:pt x="1093136" y="398689"/>
                </a:cubicBezTo>
                <a:cubicBezTo>
                  <a:pt x="1095934" y="400838"/>
                  <a:pt x="1098613" y="403140"/>
                  <a:pt x="1101154" y="405585"/>
                </a:cubicBezTo>
                <a:cubicBezTo>
                  <a:pt x="1102518" y="407189"/>
                  <a:pt x="1101635" y="410397"/>
                  <a:pt x="1101154" y="412000"/>
                </a:cubicBezTo>
                <a:cubicBezTo>
                  <a:pt x="1100553" y="415697"/>
                  <a:pt x="1099663" y="419346"/>
                  <a:pt x="1098508" y="422906"/>
                </a:cubicBezTo>
                <a:cubicBezTo>
                  <a:pt x="1097418" y="424630"/>
                  <a:pt x="1096632" y="426530"/>
                  <a:pt x="1096183" y="428519"/>
                </a:cubicBezTo>
                <a:cubicBezTo>
                  <a:pt x="1095902" y="430556"/>
                  <a:pt x="1095445" y="432568"/>
                  <a:pt x="1094820" y="434533"/>
                </a:cubicBezTo>
                <a:cubicBezTo>
                  <a:pt x="1094499" y="435575"/>
                  <a:pt x="1093216" y="436217"/>
                  <a:pt x="1092735" y="437259"/>
                </a:cubicBezTo>
                <a:cubicBezTo>
                  <a:pt x="1092286" y="438542"/>
                  <a:pt x="1092599" y="439970"/>
                  <a:pt x="1093537" y="440948"/>
                </a:cubicBezTo>
                <a:cubicBezTo>
                  <a:pt x="1093938" y="441349"/>
                  <a:pt x="1096183" y="442070"/>
                  <a:pt x="1097306" y="442712"/>
                </a:cubicBezTo>
                <a:cubicBezTo>
                  <a:pt x="1098428" y="443353"/>
                  <a:pt x="1100032" y="445117"/>
                  <a:pt x="1101315" y="445117"/>
                </a:cubicBezTo>
                <a:cubicBezTo>
                  <a:pt x="1102822" y="444757"/>
                  <a:pt x="1104346" y="444484"/>
                  <a:pt x="1105885" y="444316"/>
                </a:cubicBezTo>
                <a:cubicBezTo>
                  <a:pt x="1108371" y="444316"/>
                  <a:pt x="1112862" y="445519"/>
                  <a:pt x="1113503" y="443754"/>
                </a:cubicBezTo>
                <a:cubicBezTo>
                  <a:pt x="1114249" y="440186"/>
                  <a:pt x="1114706" y="436570"/>
                  <a:pt x="1114866" y="432929"/>
                </a:cubicBezTo>
                <a:cubicBezTo>
                  <a:pt x="1115740" y="431045"/>
                  <a:pt x="1116438" y="429088"/>
                  <a:pt x="1116951" y="427075"/>
                </a:cubicBezTo>
                <a:cubicBezTo>
                  <a:pt x="1117304" y="423483"/>
                  <a:pt x="1118114" y="419955"/>
                  <a:pt x="1119357" y="416571"/>
                </a:cubicBezTo>
                <a:cubicBezTo>
                  <a:pt x="1120351" y="414117"/>
                  <a:pt x="1121185" y="411599"/>
                  <a:pt x="1121843" y="409033"/>
                </a:cubicBezTo>
                <a:cubicBezTo>
                  <a:pt x="1122324" y="406949"/>
                  <a:pt x="1120479" y="402619"/>
                  <a:pt x="1121843" y="399571"/>
                </a:cubicBezTo>
                <a:cubicBezTo>
                  <a:pt x="1122973" y="396709"/>
                  <a:pt x="1123599" y="393670"/>
                  <a:pt x="1123687" y="390591"/>
                </a:cubicBezTo>
                <a:cubicBezTo>
                  <a:pt x="1123920" y="388939"/>
                  <a:pt x="1123486" y="387271"/>
                  <a:pt x="1122484" y="385940"/>
                </a:cubicBezTo>
                <a:cubicBezTo>
                  <a:pt x="1120319" y="382973"/>
                  <a:pt x="1119036" y="380006"/>
                  <a:pt x="1118475" y="379284"/>
                </a:cubicBezTo>
                <a:cubicBezTo>
                  <a:pt x="1117913" y="378563"/>
                  <a:pt x="1116630" y="378322"/>
                  <a:pt x="1115508" y="377520"/>
                </a:cubicBezTo>
                <a:lnTo>
                  <a:pt x="1113583" y="376237"/>
                </a:lnTo>
                <a:cubicBezTo>
                  <a:pt x="1113022" y="375836"/>
                  <a:pt x="1111819" y="376398"/>
                  <a:pt x="1109975" y="374553"/>
                </a:cubicBezTo>
                <a:cubicBezTo>
                  <a:pt x="1108620" y="373262"/>
                  <a:pt x="1107337" y="371891"/>
                  <a:pt x="1106126" y="370464"/>
                </a:cubicBezTo>
                <a:cubicBezTo>
                  <a:pt x="1104362" y="368379"/>
                  <a:pt x="1103239" y="366615"/>
                  <a:pt x="1101956" y="365252"/>
                </a:cubicBezTo>
                <a:cubicBezTo>
                  <a:pt x="1097787" y="360681"/>
                  <a:pt x="1096423" y="359157"/>
                  <a:pt x="1094419" y="357233"/>
                </a:cubicBezTo>
                <a:cubicBezTo>
                  <a:pt x="1093016" y="355766"/>
                  <a:pt x="1091700" y="354210"/>
                  <a:pt x="1090490" y="352582"/>
                </a:cubicBezTo>
                <a:cubicBezTo>
                  <a:pt x="1089367" y="349936"/>
                  <a:pt x="1088645" y="347450"/>
                  <a:pt x="1088164" y="346648"/>
                </a:cubicBezTo>
                <a:cubicBezTo>
                  <a:pt x="1087034" y="345253"/>
                  <a:pt x="1085766" y="343962"/>
                  <a:pt x="1084395" y="342799"/>
                </a:cubicBezTo>
                <a:cubicBezTo>
                  <a:pt x="1083353" y="341997"/>
                  <a:pt x="1083353" y="341196"/>
                  <a:pt x="1081990" y="340233"/>
                </a:cubicBezTo>
                <a:cubicBezTo>
                  <a:pt x="1080049" y="339375"/>
                  <a:pt x="1077932" y="338990"/>
                  <a:pt x="1075815" y="339111"/>
                </a:cubicBezTo>
                <a:close/>
                <a:moveTo>
                  <a:pt x="1784243" y="338797"/>
                </a:moveTo>
                <a:lnTo>
                  <a:pt x="1816259" y="343200"/>
                </a:lnTo>
                <a:cubicBezTo>
                  <a:pt x="1807976" y="351747"/>
                  <a:pt x="1797391" y="357705"/>
                  <a:pt x="1785789" y="360360"/>
                </a:cubicBezTo>
                <a:cubicBezTo>
                  <a:pt x="1771515" y="363407"/>
                  <a:pt x="1753232" y="350096"/>
                  <a:pt x="1753232" y="350096"/>
                </a:cubicBezTo>
                <a:close/>
                <a:moveTo>
                  <a:pt x="1784185" y="338789"/>
                </a:moveTo>
                <a:lnTo>
                  <a:pt x="1784265" y="338789"/>
                </a:lnTo>
                <a:lnTo>
                  <a:pt x="1784243" y="338797"/>
                </a:lnTo>
                <a:close/>
                <a:moveTo>
                  <a:pt x="2166997" y="301102"/>
                </a:moveTo>
                <a:cubicBezTo>
                  <a:pt x="2165473" y="300060"/>
                  <a:pt x="2162506" y="301423"/>
                  <a:pt x="2162667" y="302064"/>
                </a:cubicBezTo>
                <a:cubicBezTo>
                  <a:pt x="2162827" y="302706"/>
                  <a:pt x="2159940" y="306074"/>
                  <a:pt x="2158497" y="307357"/>
                </a:cubicBezTo>
                <a:cubicBezTo>
                  <a:pt x="2153686" y="311527"/>
                  <a:pt x="2152563" y="314333"/>
                  <a:pt x="2150478" y="315857"/>
                </a:cubicBezTo>
                <a:cubicBezTo>
                  <a:pt x="2147111" y="318503"/>
                  <a:pt x="2142620" y="322031"/>
                  <a:pt x="2141979" y="322753"/>
                </a:cubicBezTo>
                <a:cubicBezTo>
                  <a:pt x="2140687" y="324052"/>
                  <a:pt x="2139557" y="325511"/>
                  <a:pt x="2138611" y="327083"/>
                </a:cubicBezTo>
                <a:cubicBezTo>
                  <a:pt x="2138194" y="328302"/>
                  <a:pt x="2137632" y="329456"/>
                  <a:pt x="2136927" y="330531"/>
                </a:cubicBezTo>
                <a:cubicBezTo>
                  <a:pt x="2136285" y="331333"/>
                  <a:pt x="2134361" y="330531"/>
                  <a:pt x="2134361" y="330531"/>
                </a:cubicBezTo>
                <a:cubicBezTo>
                  <a:pt x="2132524" y="330026"/>
                  <a:pt x="2130792" y="329216"/>
                  <a:pt x="2129229" y="328125"/>
                </a:cubicBezTo>
                <a:cubicBezTo>
                  <a:pt x="2128988" y="327973"/>
                  <a:pt x="2128788" y="327764"/>
                  <a:pt x="2128635" y="327532"/>
                </a:cubicBezTo>
                <a:cubicBezTo>
                  <a:pt x="2128034" y="326602"/>
                  <a:pt x="2128299" y="325359"/>
                  <a:pt x="2129229" y="324757"/>
                </a:cubicBezTo>
                <a:cubicBezTo>
                  <a:pt x="2131129" y="322865"/>
                  <a:pt x="2132773" y="320740"/>
                  <a:pt x="2134120" y="318423"/>
                </a:cubicBezTo>
                <a:cubicBezTo>
                  <a:pt x="2134040" y="317220"/>
                  <a:pt x="2132837" y="317220"/>
                  <a:pt x="2132837" y="317220"/>
                </a:cubicBezTo>
                <a:cubicBezTo>
                  <a:pt x="2128988" y="318278"/>
                  <a:pt x="2125075" y="319112"/>
                  <a:pt x="2121130" y="319705"/>
                </a:cubicBezTo>
                <a:cubicBezTo>
                  <a:pt x="2120127" y="319649"/>
                  <a:pt x="2119150" y="319401"/>
                  <a:pt x="2118243" y="318984"/>
                </a:cubicBezTo>
                <a:cubicBezTo>
                  <a:pt x="2116864" y="318775"/>
                  <a:pt x="2115485" y="319329"/>
                  <a:pt x="2114635" y="320427"/>
                </a:cubicBezTo>
                <a:cubicBezTo>
                  <a:pt x="2111828" y="325238"/>
                  <a:pt x="2110144" y="324356"/>
                  <a:pt x="2108059" y="326361"/>
                </a:cubicBezTo>
                <a:cubicBezTo>
                  <a:pt x="2105959" y="328646"/>
                  <a:pt x="2104427" y="331397"/>
                  <a:pt x="2103569" y="334380"/>
                </a:cubicBezTo>
                <a:cubicBezTo>
                  <a:pt x="2103064" y="335823"/>
                  <a:pt x="2103673" y="337411"/>
                  <a:pt x="2105013" y="338148"/>
                </a:cubicBezTo>
                <a:cubicBezTo>
                  <a:pt x="2107899" y="340153"/>
                  <a:pt x="2112149" y="339431"/>
                  <a:pt x="2116880" y="340153"/>
                </a:cubicBezTo>
                <a:cubicBezTo>
                  <a:pt x="2118027" y="340273"/>
                  <a:pt x="2119181" y="340273"/>
                  <a:pt x="2120328" y="340153"/>
                </a:cubicBezTo>
                <a:cubicBezTo>
                  <a:pt x="2122950" y="339504"/>
                  <a:pt x="2125652" y="339263"/>
                  <a:pt x="2128347" y="339431"/>
                </a:cubicBezTo>
                <a:cubicBezTo>
                  <a:pt x="2130840" y="340346"/>
                  <a:pt x="2133190" y="341613"/>
                  <a:pt x="2135323" y="343200"/>
                </a:cubicBezTo>
                <a:cubicBezTo>
                  <a:pt x="2136927" y="344243"/>
                  <a:pt x="2139332" y="346087"/>
                  <a:pt x="2140535" y="346969"/>
                </a:cubicBezTo>
                <a:cubicBezTo>
                  <a:pt x="2142772" y="348605"/>
                  <a:pt x="2144921" y="350369"/>
                  <a:pt x="2146950" y="352261"/>
                </a:cubicBezTo>
                <a:cubicBezTo>
                  <a:pt x="2148297" y="353408"/>
                  <a:pt x="2149749" y="354426"/>
                  <a:pt x="2151280" y="355308"/>
                </a:cubicBezTo>
                <a:cubicBezTo>
                  <a:pt x="2152892" y="355990"/>
                  <a:pt x="2154359" y="356976"/>
                  <a:pt x="2155610" y="358195"/>
                </a:cubicBezTo>
                <a:cubicBezTo>
                  <a:pt x="2157695" y="361058"/>
                  <a:pt x="2160445" y="363375"/>
                  <a:pt x="2163629" y="364931"/>
                </a:cubicBezTo>
                <a:cubicBezTo>
                  <a:pt x="2164591" y="365252"/>
                  <a:pt x="2167317" y="368379"/>
                  <a:pt x="2168681" y="369020"/>
                </a:cubicBezTo>
                <a:cubicBezTo>
                  <a:pt x="2170453" y="370111"/>
                  <a:pt x="2172049" y="371458"/>
                  <a:pt x="2173412" y="373030"/>
                </a:cubicBezTo>
                <a:cubicBezTo>
                  <a:pt x="2172137" y="374649"/>
                  <a:pt x="2169956" y="375235"/>
                  <a:pt x="2168039" y="374473"/>
                </a:cubicBezTo>
                <a:cubicBezTo>
                  <a:pt x="2167157" y="373912"/>
                  <a:pt x="2163869" y="373350"/>
                  <a:pt x="2163148" y="372629"/>
                </a:cubicBezTo>
                <a:cubicBezTo>
                  <a:pt x="2162274" y="371450"/>
                  <a:pt x="2161568" y="370159"/>
                  <a:pt x="2161063" y="368780"/>
                </a:cubicBezTo>
                <a:cubicBezTo>
                  <a:pt x="2160662" y="368138"/>
                  <a:pt x="2159058" y="367176"/>
                  <a:pt x="2158096" y="365973"/>
                </a:cubicBezTo>
                <a:cubicBezTo>
                  <a:pt x="2157206" y="364546"/>
                  <a:pt x="2156067" y="363295"/>
                  <a:pt x="2154728" y="362285"/>
                </a:cubicBezTo>
                <a:cubicBezTo>
                  <a:pt x="2153766" y="361723"/>
                  <a:pt x="2152162" y="361723"/>
                  <a:pt x="2152162" y="361723"/>
                </a:cubicBezTo>
                <a:cubicBezTo>
                  <a:pt x="2149436" y="359959"/>
                  <a:pt x="2150077" y="360280"/>
                  <a:pt x="2148794" y="359959"/>
                </a:cubicBezTo>
                <a:cubicBezTo>
                  <a:pt x="2147511" y="359639"/>
                  <a:pt x="2145908" y="357393"/>
                  <a:pt x="2145266" y="357393"/>
                </a:cubicBezTo>
                <a:cubicBezTo>
                  <a:pt x="2143558" y="356415"/>
                  <a:pt x="2141922" y="355316"/>
                  <a:pt x="2140375" y="354106"/>
                </a:cubicBezTo>
                <a:cubicBezTo>
                  <a:pt x="2139252" y="353384"/>
                  <a:pt x="2137568" y="351379"/>
                  <a:pt x="2136606" y="350818"/>
                </a:cubicBezTo>
                <a:cubicBezTo>
                  <a:pt x="2135844" y="350577"/>
                  <a:pt x="2135066" y="350385"/>
                  <a:pt x="2134280" y="350257"/>
                </a:cubicBezTo>
                <a:cubicBezTo>
                  <a:pt x="2132917" y="349856"/>
                  <a:pt x="2131795" y="346488"/>
                  <a:pt x="2130271" y="346488"/>
                </a:cubicBezTo>
                <a:cubicBezTo>
                  <a:pt x="2125781" y="346167"/>
                  <a:pt x="2122172" y="349936"/>
                  <a:pt x="2120970" y="349936"/>
                </a:cubicBezTo>
                <a:cubicBezTo>
                  <a:pt x="2119293" y="350369"/>
                  <a:pt x="2117786" y="351291"/>
                  <a:pt x="2116639" y="352582"/>
                </a:cubicBezTo>
                <a:cubicBezTo>
                  <a:pt x="2115116" y="353705"/>
                  <a:pt x="2114555" y="354266"/>
                  <a:pt x="2115116" y="355870"/>
                </a:cubicBezTo>
                <a:cubicBezTo>
                  <a:pt x="2115605" y="357033"/>
                  <a:pt x="2116487" y="357995"/>
                  <a:pt x="2117601" y="358596"/>
                </a:cubicBezTo>
                <a:cubicBezTo>
                  <a:pt x="2118989" y="359534"/>
                  <a:pt x="2120584" y="360120"/>
                  <a:pt x="2122252" y="360280"/>
                </a:cubicBezTo>
                <a:cubicBezTo>
                  <a:pt x="2123816" y="360184"/>
                  <a:pt x="2125380" y="360545"/>
                  <a:pt x="2126743" y="361322"/>
                </a:cubicBezTo>
                <a:cubicBezTo>
                  <a:pt x="2127385" y="362044"/>
                  <a:pt x="2129951" y="363407"/>
                  <a:pt x="2128828" y="364129"/>
                </a:cubicBezTo>
                <a:cubicBezTo>
                  <a:pt x="2127449" y="364867"/>
                  <a:pt x="2125997" y="365460"/>
                  <a:pt x="2124498" y="365893"/>
                </a:cubicBezTo>
                <a:cubicBezTo>
                  <a:pt x="2123455" y="366214"/>
                  <a:pt x="2121531" y="367978"/>
                  <a:pt x="2120809" y="368459"/>
                </a:cubicBezTo>
                <a:cubicBezTo>
                  <a:pt x="2120087" y="368940"/>
                  <a:pt x="2119526" y="368940"/>
                  <a:pt x="2118404" y="368940"/>
                </a:cubicBezTo>
                <a:cubicBezTo>
                  <a:pt x="2117056" y="368708"/>
                  <a:pt x="2115750" y="368243"/>
                  <a:pt x="2114555" y="367577"/>
                </a:cubicBezTo>
                <a:cubicBezTo>
                  <a:pt x="2112887" y="366334"/>
                  <a:pt x="2111115" y="365236"/>
                  <a:pt x="2109262" y="364289"/>
                </a:cubicBezTo>
                <a:cubicBezTo>
                  <a:pt x="2107498" y="363648"/>
                  <a:pt x="2104291" y="363487"/>
                  <a:pt x="2103649" y="362766"/>
                </a:cubicBezTo>
                <a:cubicBezTo>
                  <a:pt x="2103008" y="362044"/>
                  <a:pt x="2101885" y="358917"/>
                  <a:pt x="2101163" y="358195"/>
                </a:cubicBezTo>
                <a:cubicBezTo>
                  <a:pt x="2098910" y="356383"/>
                  <a:pt x="2095992" y="355629"/>
                  <a:pt x="2093145" y="356110"/>
                </a:cubicBezTo>
                <a:cubicBezTo>
                  <a:pt x="2091372" y="356880"/>
                  <a:pt x="2089729" y="357906"/>
                  <a:pt x="2088253" y="359157"/>
                </a:cubicBezTo>
                <a:cubicBezTo>
                  <a:pt x="2087531" y="359799"/>
                  <a:pt x="2085447" y="361563"/>
                  <a:pt x="2085607" y="362365"/>
                </a:cubicBezTo>
                <a:cubicBezTo>
                  <a:pt x="2085768" y="363167"/>
                  <a:pt x="2086569" y="364289"/>
                  <a:pt x="2086569" y="365091"/>
                </a:cubicBezTo>
                <a:cubicBezTo>
                  <a:pt x="2086489" y="368138"/>
                  <a:pt x="2088654" y="369421"/>
                  <a:pt x="2089376" y="370143"/>
                </a:cubicBezTo>
                <a:cubicBezTo>
                  <a:pt x="2090097" y="370865"/>
                  <a:pt x="2094107" y="371987"/>
                  <a:pt x="2095390" y="373190"/>
                </a:cubicBezTo>
                <a:cubicBezTo>
                  <a:pt x="2097290" y="374962"/>
                  <a:pt x="2099359" y="376550"/>
                  <a:pt x="2101564" y="377921"/>
                </a:cubicBezTo>
                <a:cubicBezTo>
                  <a:pt x="2103738" y="379244"/>
                  <a:pt x="2105774" y="380776"/>
                  <a:pt x="2107658" y="382492"/>
                </a:cubicBezTo>
                <a:cubicBezTo>
                  <a:pt x="2109262" y="384577"/>
                  <a:pt x="2108139" y="385860"/>
                  <a:pt x="2106857" y="386260"/>
                </a:cubicBezTo>
                <a:cubicBezTo>
                  <a:pt x="2102607" y="387303"/>
                  <a:pt x="2095230" y="391874"/>
                  <a:pt x="2091381" y="389709"/>
                </a:cubicBezTo>
                <a:cubicBezTo>
                  <a:pt x="2089857" y="388746"/>
                  <a:pt x="2086810" y="386100"/>
                  <a:pt x="2083362" y="383614"/>
                </a:cubicBezTo>
                <a:cubicBezTo>
                  <a:pt x="2081438" y="381930"/>
                  <a:pt x="2079513" y="380647"/>
                  <a:pt x="2079032" y="381930"/>
                </a:cubicBezTo>
                <a:cubicBezTo>
                  <a:pt x="2078551" y="383213"/>
                  <a:pt x="2081197" y="390591"/>
                  <a:pt x="2079032" y="392756"/>
                </a:cubicBezTo>
                <a:cubicBezTo>
                  <a:pt x="2077909" y="393798"/>
                  <a:pt x="2075744" y="395562"/>
                  <a:pt x="2074702" y="396605"/>
                </a:cubicBezTo>
                <a:cubicBezTo>
                  <a:pt x="2075945" y="399090"/>
                  <a:pt x="2077861" y="401175"/>
                  <a:pt x="2080235" y="402619"/>
                </a:cubicBezTo>
                <a:cubicBezTo>
                  <a:pt x="2081959" y="403324"/>
                  <a:pt x="2083554" y="404302"/>
                  <a:pt x="2084966" y="405505"/>
                </a:cubicBezTo>
                <a:cubicBezTo>
                  <a:pt x="2087019" y="406764"/>
                  <a:pt x="2089159" y="407863"/>
                  <a:pt x="2091381" y="408793"/>
                </a:cubicBezTo>
                <a:cubicBezTo>
                  <a:pt x="2094428" y="410557"/>
                  <a:pt x="2097635" y="407189"/>
                  <a:pt x="2101003" y="406067"/>
                </a:cubicBezTo>
                <a:cubicBezTo>
                  <a:pt x="2101484" y="405986"/>
                  <a:pt x="2104291" y="406387"/>
                  <a:pt x="2105654" y="405024"/>
                </a:cubicBezTo>
                <a:cubicBezTo>
                  <a:pt x="2107234" y="403573"/>
                  <a:pt x="2109086" y="402458"/>
                  <a:pt x="2111106" y="401737"/>
                </a:cubicBezTo>
                <a:cubicBezTo>
                  <a:pt x="2112790" y="400774"/>
                  <a:pt x="2113993" y="399652"/>
                  <a:pt x="2115517" y="398529"/>
                </a:cubicBezTo>
                <a:cubicBezTo>
                  <a:pt x="2117041" y="397406"/>
                  <a:pt x="2117923" y="395482"/>
                  <a:pt x="2119847" y="393878"/>
                </a:cubicBezTo>
                <a:cubicBezTo>
                  <a:pt x="2121771" y="392274"/>
                  <a:pt x="2128186" y="397005"/>
                  <a:pt x="2129148" y="397727"/>
                </a:cubicBezTo>
                <a:cubicBezTo>
                  <a:pt x="2130111" y="398449"/>
                  <a:pt x="2130752" y="398449"/>
                  <a:pt x="2132837" y="399732"/>
                </a:cubicBezTo>
                <a:cubicBezTo>
                  <a:pt x="2134922" y="401015"/>
                  <a:pt x="2135804" y="401977"/>
                  <a:pt x="2137648" y="403260"/>
                </a:cubicBezTo>
                <a:cubicBezTo>
                  <a:pt x="2139012" y="403845"/>
                  <a:pt x="2140519" y="404014"/>
                  <a:pt x="2141979" y="403741"/>
                </a:cubicBezTo>
                <a:cubicBezTo>
                  <a:pt x="2143662" y="403661"/>
                  <a:pt x="2145827" y="401737"/>
                  <a:pt x="2147190" y="400855"/>
                </a:cubicBezTo>
                <a:cubicBezTo>
                  <a:pt x="2148554" y="399972"/>
                  <a:pt x="2147190" y="397727"/>
                  <a:pt x="2147190" y="397727"/>
                </a:cubicBezTo>
                <a:cubicBezTo>
                  <a:pt x="2145908" y="395081"/>
                  <a:pt x="2145587" y="393076"/>
                  <a:pt x="2145026" y="392034"/>
                </a:cubicBezTo>
                <a:cubicBezTo>
                  <a:pt x="2143261" y="389308"/>
                  <a:pt x="2143903" y="386661"/>
                  <a:pt x="2143261" y="385940"/>
                </a:cubicBezTo>
                <a:cubicBezTo>
                  <a:pt x="2142620" y="385218"/>
                  <a:pt x="2141097" y="385779"/>
                  <a:pt x="2139813" y="384737"/>
                </a:cubicBezTo>
                <a:cubicBezTo>
                  <a:pt x="2138531" y="383695"/>
                  <a:pt x="2136045" y="383133"/>
                  <a:pt x="2134922" y="382412"/>
                </a:cubicBezTo>
                <a:cubicBezTo>
                  <a:pt x="2133799" y="381690"/>
                  <a:pt x="2133399" y="380647"/>
                  <a:pt x="2133399" y="380006"/>
                </a:cubicBezTo>
                <a:cubicBezTo>
                  <a:pt x="2134537" y="378466"/>
                  <a:pt x="2136181" y="377384"/>
                  <a:pt x="2138049" y="376959"/>
                </a:cubicBezTo>
                <a:cubicBezTo>
                  <a:pt x="2140391" y="376702"/>
                  <a:pt x="2142756" y="376702"/>
                  <a:pt x="2145106" y="376959"/>
                </a:cubicBezTo>
                <a:cubicBezTo>
                  <a:pt x="2146814" y="377400"/>
                  <a:pt x="2148610" y="377400"/>
                  <a:pt x="2150318" y="376959"/>
                </a:cubicBezTo>
                <a:cubicBezTo>
                  <a:pt x="2154472" y="376373"/>
                  <a:pt x="2158689" y="377255"/>
                  <a:pt x="2162266" y="379445"/>
                </a:cubicBezTo>
                <a:cubicBezTo>
                  <a:pt x="2163950" y="380728"/>
                  <a:pt x="2166115" y="382251"/>
                  <a:pt x="2166275" y="383614"/>
                </a:cubicBezTo>
                <a:cubicBezTo>
                  <a:pt x="2166435" y="384977"/>
                  <a:pt x="2168440" y="387143"/>
                  <a:pt x="2169001" y="387143"/>
                </a:cubicBezTo>
                <a:cubicBezTo>
                  <a:pt x="2170364" y="387199"/>
                  <a:pt x="2171656" y="387776"/>
                  <a:pt x="2172610" y="388746"/>
                </a:cubicBezTo>
                <a:cubicBezTo>
                  <a:pt x="2175336" y="391801"/>
                  <a:pt x="2178864" y="394023"/>
                  <a:pt x="2182793" y="395161"/>
                </a:cubicBezTo>
                <a:cubicBezTo>
                  <a:pt x="2185392" y="394464"/>
                  <a:pt x="2187797" y="393205"/>
                  <a:pt x="2189850" y="391473"/>
                </a:cubicBezTo>
                <a:cubicBezTo>
                  <a:pt x="2192183" y="389596"/>
                  <a:pt x="2193891" y="387046"/>
                  <a:pt x="2194742" y="384176"/>
                </a:cubicBezTo>
                <a:cubicBezTo>
                  <a:pt x="2194902" y="382492"/>
                  <a:pt x="2193378" y="382412"/>
                  <a:pt x="2193138" y="380567"/>
                </a:cubicBezTo>
                <a:cubicBezTo>
                  <a:pt x="2192897" y="378723"/>
                  <a:pt x="2191614" y="378322"/>
                  <a:pt x="2191614" y="377520"/>
                </a:cubicBezTo>
                <a:cubicBezTo>
                  <a:pt x="2191614" y="376718"/>
                  <a:pt x="2191614" y="374794"/>
                  <a:pt x="2191614" y="373912"/>
                </a:cubicBezTo>
                <a:cubicBezTo>
                  <a:pt x="2190884" y="372966"/>
                  <a:pt x="2190018" y="372132"/>
                  <a:pt x="2189048" y="371426"/>
                </a:cubicBezTo>
                <a:cubicBezTo>
                  <a:pt x="2187019" y="371330"/>
                  <a:pt x="2185055" y="370696"/>
                  <a:pt x="2183355" y="369582"/>
                </a:cubicBezTo>
                <a:cubicBezTo>
                  <a:pt x="2182714" y="368860"/>
                  <a:pt x="2181350" y="367978"/>
                  <a:pt x="2182152" y="367016"/>
                </a:cubicBezTo>
                <a:cubicBezTo>
                  <a:pt x="2183595" y="365685"/>
                  <a:pt x="2185247" y="364602"/>
                  <a:pt x="2187043" y="363808"/>
                </a:cubicBezTo>
                <a:lnTo>
                  <a:pt x="2191133" y="361563"/>
                </a:lnTo>
                <a:cubicBezTo>
                  <a:pt x="2191774" y="361162"/>
                  <a:pt x="2194902" y="359879"/>
                  <a:pt x="2194902" y="359879"/>
                </a:cubicBezTo>
                <a:cubicBezTo>
                  <a:pt x="2198214" y="357473"/>
                  <a:pt x="2202126" y="356030"/>
                  <a:pt x="2206208" y="355709"/>
                </a:cubicBezTo>
                <a:cubicBezTo>
                  <a:pt x="2208934" y="355789"/>
                  <a:pt x="2213505" y="358195"/>
                  <a:pt x="2213746" y="356672"/>
                </a:cubicBezTo>
                <a:cubicBezTo>
                  <a:pt x="2213986" y="355148"/>
                  <a:pt x="2217033" y="354026"/>
                  <a:pt x="2218156" y="353224"/>
                </a:cubicBezTo>
                <a:cubicBezTo>
                  <a:pt x="2219174" y="352582"/>
                  <a:pt x="2219775" y="351459"/>
                  <a:pt x="2219760" y="350257"/>
                </a:cubicBezTo>
                <a:cubicBezTo>
                  <a:pt x="2219599" y="348565"/>
                  <a:pt x="2219246" y="346897"/>
                  <a:pt x="2218717" y="345285"/>
                </a:cubicBezTo>
                <a:cubicBezTo>
                  <a:pt x="2218236" y="343930"/>
                  <a:pt x="2217081" y="342920"/>
                  <a:pt x="2215670" y="342639"/>
                </a:cubicBezTo>
                <a:cubicBezTo>
                  <a:pt x="2214948" y="342238"/>
                  <a:pt x="2214948" y="342960"/>
                  <a:pt x="2213585" y="342639"/>
                </a:cubicBezTo>
                <a:cubicBezTo>
                  <a:pt x="2212222" y="342318"/>
                  <a:pt x="2203401" y="335342"/>
                  <a:pt x="2199312" y="337667"/>
                </a:cubicBezTo>
                <a:cubicBezTo>
                  <a:pt x="2197307" y="338790"/>
                  <a:pt x="2198590" y="342078"/>
                  <a:pt x="2196425" y="344002"/>
                </a:cubicBezTo>
                <a:cubicBezTo>
                  <a:pt x="2195471" y="344756"/>
                  <a:pt x="2194380" y="345325"/>
                  <a:pt x="2193218" y="345686"/>
                </a:cubicBezTo>
                <a:cubicBezTo>
                  <a:pt x="2192095" y="346328"/>
                  <a:pt x="2190331" y="346889"/>
                  <a:pt x="2189449" y="346328"/>
                </a:cubicBezTo>
                <a:cubicBezTo>
                  <a:pt x="2188567" y="345766"/>
                  <a:pt x="2187765" y="344804"/>
                  <a:pt x="2185520" y="344804"/>
                </a:cubicBezTo>
                <a:cubicBezTo>
                  <a:pt x="2181992" y="345365"/>
                  <a:pt x="2183515" y="347290"/>
                  <a:pt x="2182553" y="348092"/>
                </a:cubicBezTo>
                <a:cubicBezTo>
                  <a:pt x="2181591" y="348893"/>
                  <a:pt x="2179987" y="348092"/>
                  <a:pt x="2179265" y="348092"/>
                </a:cubicBezTo>
                <a:cubicBezTo>
                  <a:pt x="2178143" y="348260"/>
                  <a:pt x="2177004" y="348092"/>
                  <a:pt x="2175978" y="347611"/>
                </a:cubicBezTo>
                <a:cubicBezTo>
                  <a:pt x="2175497" y="347210"/>
                  <a:pt x="2173171" y="350176"/>
                  <a:pt x="2173331" y="351299"/>
                </a:cubicBezTo>
                <a:cubicBezTo>
                  <a:pt x="2173492" y="352422"/>
                  <a:pt x="2176138" y="352742"/>
                  <a:pt x="2175096" y="355148"/>
                </a:cubicBezTo>
                <a:cubicBezTo>
                  <a:pt x="2174053" y="357554"/>
                  <a:pt x="2170926" y="357554"/>
                  <a:pt x="2168681" y="355148"/>
                </a:cubicBezTo>
                <a:cubicBezTo>
                  <a:pt x="2166435" y="352742"/>
                  <a:pt x="2172449" y="352181"/>
                  <a:pt x="2169964" y="350658"/>
                </a:cubicBezTo>
                <a:cubicBezTo>
                  <a:pt x="2167478" y="349134"/>
                  <a:pt x="2167558" y="345445"/>
                  <a:pt x="2168440" y="345285"/>
                </a:cubicBezTo>
                <a:cubicBezTo>
                  <a:pt x="2169322" y="345125"/>
                  <a:pt x="2175577" y="344243"/>
                  <a:pt x="2175577" y="344243"/>
                </a:cubicBezTo>
                <a:cubicBezTo>
                  <a:pt x="2183355" y="341837"/>
                  <a:pt x="2185921" y="342238"/>
                  <a:pt x="2187364" y="340714"/>
                </a:cubicBezTo>
                <a:cubicBezTo>
                  <a:pt x="2188238" y="339423"/>
                  <a:pt x="2188583" y="337844"/>
                  <a:pt x="2188326" y="336304"/>
                </a:cubicBezTo>
                <a:cubicBezTo>
                  <a:pt x="2188326" y="335182"/>
                  <a:pt x="2191133" y="333097"/>
                  <a:pt x="2191774" y="333097"/>
                </a:cubicBezTo>
                <a:cubicBezTo>
                  <a:pt x="2193891" y="332399"/>
                  <a:pt x="2196136" y="332183"/>
                  <a:pt x="2198350" y="332455"/>
                </a:cubicBezTo>
                <a:cubicBezTo>
                  <a:pt x="2200515" y="332696"/>
                  <a:pt x="2204123" y="331894"/>
                  <a:pt x="2204123" y="329889"/>
                </a:cubicBezTo>
                <a:cubicBezTo>
                  <a:pt x="2204773" y="327836"/>
                  <a:pt x="2204572" y="325615"/>
                  <a:pt x="2203562" y="323715"/>
                </a:cubicBezTo>
                <a:cubicBezTo>
                  <a:pt x="2203008" y="323041"/>
                  <a:pt x="2202287" y="322520"/>
                  <a:pt x="2201477" y="322191"/>
                </a:cubicBezTo>
                <a:cubicBezTo>
                  <a:pt x="2200756" y="322031"/>
                  <a:pt x="2200354" y="320507"/>
                  <a:pt x="2199553" y="320507"/>
                </a:cubicBezTo>
                <a:cubicBezTo>
                  <a:pt x="2197387" y="319625"/>
                  <a:pt x="2195383" y="321470"/>
                  <a:pt x="2193057" y="322191"/>
                </a:cubicBezTo>
                <a:cubicBezTo>
                  <a:pt x="2190732" y="322913"/>
                  <a:pt x="2186001" y="323875"/>
                  <a:pt x="2186001" y="322913"/>
                </a:cubicBezTo>
                <a:cubicBezTo>
                  <a:pt x="2186001" y="321951"/>
                  <a:pt x="2186723" y="319064"/>
                  <a:pt x="2186001" y="318342"/>
                </a:cubicBezTo>
                <a:cubicBezTo>
                  <a:pt x="2184534" y="317741"/>
                  <a:pt x="2182898" y="317741"/>
                  <a:pt x="2181430" y="318342"/>
                </a:cubicBezTo>
                <a:cubicBezTo>
                  <a:pt x="2180789" y="318984"/>
                  <a:pt x="2180308" y="321790"/>
                  <a:pt x="2179025" y="323234"/>
                </a:cubicBezTo>
                <a:cubicBezTo>
                  <a:pt x="2177662" y="324324"/>
                  <a:pt x="2176026" y="325014"/>
                  <a:pt x="2174294" y="325238"/>
                </a:cubicBezTo>
                <a:cubicBezTo>
                  <a:pt x="2172449" y="325719"/>
                  <a:pt x="2169402" y="327965"/>
                  <a:pt x="2170044" y="329168"/>
                </a:cubicBezTo>
                <a:cubicBezTo>
                  <a:pt x="2170686" y="330370"/>
                  <a:pt x="2171648" y="329328"/>
                  <a:pt x="2173011" y="330370"/>
                </a:cubicBezTo>
                <a:cubicBezTo>
                  <a:pt x="2174374" y="331413"/>
                  <a:pt x="2176378" y="331413"/>
                  <a:pt x="2176940" y="332295"/>
                </a:cubicBezTo>
                <a:cubicBezTo>
                  <a:pt x="2177501" y="333177"/>
                  <a:pt x="2177260" y="337667"/>
                  <a:pt x="2174374" y="338068"/>
                </a:cubicBezTo>
                <a:cubicBezTo>
                  <a:pt x="2173251" y="338229"/>
                  <a:pt x="2169322" y="339592"/>
                  <a:pt x="2168199" y="337667"/>
                </a:cubicBezTo>
                <a:cubicBezTo>
                  <a:pt x="2167798" y="337026"/>
                  <a:pt x="2168681" y="336144"/>
                  <a:pt x="2168601" y="334700"/>
                </a:cubicBezTo>
                <a:cubicBezTo>
                  <a:pt x="2168520" y="333257"/>
                  <a:pt x="2165473" y="331733"/>
                  <a:pt x="2165393" y="330851"/>
                </a:cubicBezTo>
                <a:cubicBezTo>
                  <a:pt x="2165313" y="329969"/>
                  <a:pt x="2164832" y="329569"/>
                  <a:pt x="2166115" y="328446"/>
                </a:cubicBezTo>
                <a:cubicBezTo>
                  <a:pt x="2168537" y="326072"/>
                  <a:pt x="2170613" y="323370"/>
                  <a:pt x="2172289" y="320427"/>
                </a:cubicBezTo>
                <a:cubicBezTo>
                  <a:pt x="2172425" y="319393"/>
                  <a:pt x="2172938" y="318455"/>
                  <a:pt x="2173732" y="317781"/>
                </a:cubicBezTo>
                <a:cubicBezTo>
                  <a:pt x="2175256" y="316418"/>
                  <a:pt x="2177100" y="314253"/>
                  <a:pt x="2176218" y="313531"/>
                </a:cubicBezTo>
                <a:cubicBezTo>
                  <a:pt x="2175336" y="312753"/>
                  <a:pt x="2174181" y="312377"/>
                  <a:pt x="2173011" y="312489"/>
                </a:cubicBezTo>
                <a:cubicBezTo>
                  <a:pt x="2171479" y="312577"/>
                  <a:pt x="2170004" y="313106"/>
                  <a:pt x="2168761" y="314012"/>
                </a:cubicBezTo>
                <a:cubicBezTo>
                  <a:pt x="2168272" y="314886"/>
                  <a:pt x="2167710" y="315720"/>
                  <a:pt x="2167077" y="316498"/>
                </a:cubicBezTo>
                <a:cubicBezTo>
                  <a:pt x="2165096" y="318583"/>
                  <a:pt x="2163004" y="320564"/>
                  <a:pt x="2160822" y="322432"/>
                </a:cubicBezTo>
                <a:cubicBezTo>
                  <a:pt x="2159620" y="323474"/>
                  <a:pt x="2157775" y="326762"/>
                  <a:pt x="2157054" y="327323"/>
                </a:cubicBezTo>
                <a:cubicBezTo>
                  <a:pt x="2156332" y="327885"/>
                  <a:pt x="2150959" y="332455"/>
                  <a:pt x="2150318" y="333177"/>
                </a:cubicBezTo>
                <a:cubicBezTo>
                  <a:pt x="2148891" y="334259"/>
                  <a:pt x="2148257" y="336096"/>
                  <a:pt x="2148714" y="337828"/>
                </a:cubicBezTo>
                <a:cubicBezTo>
                  <a:pt x="2149115" y="338630"/>
                  <a:pt x="2150318" y="338549"/>
                  <a:pt x="2151120" y="338630"/>
                </a:cubicBezTo>
                <a:cubicBezTo>
                  <a:pt x="2151922" y="338710"/>
                  <a:pt x="2153125" y="339031"/>
                  <a:pt x="2153846" y="338229"/>
                </a:cubicBezTo>
                <a:cubicBezTo>
                  <a:pt x="2154568" y="337427"/>
                  <a:pt x="2156011" y="335823"/>
                  <a:pt x="2157535" y="336625"/>
                </a:cubicBezTo>
                <a:cubicBezTo>
                  <a:pt x="2159058" y="337427"/>
                  <a:pt x="2158577" y="339031"/>
                  <a:pt x="2157054" y="339832"/>
                </a:cubicBezTo>
                <a:cubicBezTo>
                  <a:pt x="2155530" y="340634"/>
                  <a:pt x="2155610" y="341757"/>
                  <a:pt x="2155530" y="342639"/>
                </a:cubicBezTo>
                <a:cubicBezTo>
                  <a:pt x="2155450" y="343521"/>
                  <a:pt x="2157054" y="343280"/>
                  <a:pt x="2158737" y="344162"/>
                </a:cubicBezTo>
                <a:cubicBezTo>
                  <a:pt x="2160421" y="345045"/>
                  <a:pt x="2161784" y="345606"/>
                  <a:pt x="2161063" y="347129"/>
                </a:cubicBezTo>
                <a:cubicBezTo>
                  <a:pt x="2160782" y="347851"/>
                  <a:pt x="2160069" y="348308"/>
                  <a:pt x="2159299" y="348252"/>
                </a:cubicBezTo>
                <a:cubicBezTo>
                  <a:pt x="2158248" y="348148"/>
                  <a:pt x="2157222" y="347875"/>
                  <a:pt x="2156252" y="347450"/>
                </a:cubicBezTo>
                <a:cubicBezTo>
                  <a:pt x="2155169" y="346969"/>
                  <a:pt x="2154127" y="346408"/>
                  <a:pt x="2153125" y="345766"/>
                </a:cubicBezTo>
                <a:cubicBezTo>
                  <a:pt x="2151593" y="344371"/>
                  <a:pt x="2149933" y="343136"/>
                  <a:pt x="2148153" y="342078"/>
                </a:cubicBezTo>
                <a:cubicBezTo>
                  <a:pt x="2147166" y="341284"/>
                  <a:pt x="2146228" y="340426"/>
                  <a:pt x="2145346" y="339512"/>
                </a:cubicBezTo>
                <a:cubicBezTo>
                  <a:pt x="2144545" y="338790"/>
                  <a:pt x="2142139" y="338148"/>
                  <a:pt x="2141497" y="337026"/>
                </a:cubicBezTo>
                <a:cubicBezTo>
                  <a:pt x="2141104" y="336024"/>
                  <a:pt x="2141104" y="334901"/>
                  <a:pt x="2141497" y="333899"/>
                </a:cubicBezTo>
                <a:cubicBezTo>
                  <a:pt x="2141979" y="332856"/>
                  <a:pt x="2145106" y="332375"/>
                  <a:pt x="2145908" y="331894"/>
                </a:cubicBezTo>
                <a:cubicBezTo>
                  <a:pt x="2146709" y="331413"/>
                  <a:pt x="2146870" y="330771"/>
                  <a:pt x="2148794" y="329328"/>
                </a:cubicBezTo>
                <a:cubicBezTo>
                  <a:pt x="2150719" y="327885"/>
                  <a:pt x="2151120" y="325800"/>
                  <a:pt x="2151922" y="324998"/>
                </a:cubicBezTo>
                <a:cubicBezTo>
                  <a:pt x="2152723" y="324196"/>
                  <a:pt x="2156332" y="320427"/>
                  <a:pt x="2157374" y="319305"/>
                </a:cubicBezTo>
                <a:cubicBezTo>
                  <a:pt x="2158417" y="318182"/>
                  <a:pt x="2159940" y="317220"/>
                  <a:pt x="2160421" y="316739"/>
                </a:cubicBezTo>
                <a:cubicBezTo>
                  <a:pt x="2160903" y="316258"/>
                  <a:pt x="2162346" y="314734"/>
                  <a:pt x="2162907" y="314734"/>
                </a:cubicBezTo>
                <a:cubicBezTo>
                  <a:pt x="2163829" y="314381"/>
                  <a:pt x="2164559" y="313651"/>
                  <a:pt x="2164912" y="312729"/>
                </a:cubicBezTo>
                <a:cubicBezTo>
                  <a:pt x="2165153" y="311607"/>
                  <a:pt x="2167317" y="310644"/>
                  <a:pt x="2168120" y="309281"/>
                </a:cubicBezTo>
                <a:cubicBezTo>
                  <a:pt x="2168921" y="307918"/>
                  <a:pt x="2169883" y="307437"/>
                  <a:pt x="2170445" y="306234"/>
                </a:cubicBezTo>
                <a:cubicBezTo>
                  <a:pt x="2171006" y="305031"/>
                  <a:pt x="2171327" y="304310"/>
                  <a:pt x="2171006" y="303829"/>
                </a:cubicBezTo>
                <a:cubicBezTo>
                  <a:pt x="2170686" y="303347"/>
                  <a:pt x="2169643" y="303909"/>
                  <a:pt x="2169162" y="303347"/>
                </a:cubicBezTo>
                <a:cubicBezTo>
                  <a:pt x="2168480" y="302562"/>
                  <a:pt x="2167758" y="301808"/>
                  <a:pt x="2166997" y="301102"/>
                </a:cubicBezTo>
                <a:close/>
                <a:moveTo>
                  <a:pt x="1103801" y="296131"/>
                </a:moveTo>
                <a:cubicBezTo>
                  <a:pt x="1103127" y="296860"/>
                  <a:pt x="1102309" y="297430"/>
                  <a:pt x="1101395" y="297815"/>
                </a:cubicBezTo>
                <a:cubicBezTo>
                  <a:pt x="1100192" y="298055"/>
                  <a:pt x="1099150" y="297414"/>
                  <a:pt x="1097626" y="298857"/>
                </a:cubicBezTo>
                <a:cubicBezTo>
                  <a:pt x="1096688" y="300164"/>
                  <a:pt x="1095830" y="301535"/>
                  <a:pt x="1095060" y="302946"/>
                </a:cubicBezTo>
                <a:cubicBezTo>
                  <a:pt x="1094419" y="303588"/>
                  <a:pt x="1092655" y="304390"/>
                  <a:pt x="1092013" y="305112"/>
                </a:cubicBezTo>
                <a:cubicBezTo>
                  <a:pt x="1091372" y="305833"/>
                  <a:pt x="1091051" y="307677"/>
                  <a:pt x="1089928" y="308720"/>
                </a:cubicBezTo>
                <a:cubicBezTo>
                  <a:pt x="1088806" y="309762"/>
                  <a:pt x="1086560" y="310805"/>
                  <a:pt x="1085919" y="311607"/>
                </a:cubicBezTo>
                <a:cubicBezTo>
                  <a:pt x="1084636" y="313050"/>
                  <a:pt x="1083995" y="314012"/>
                  <a:pt x="1084957" y="315776"/>
                </a:cubicBezTo>
                <a:cubicBezTo>
                  <a:pt x="1086304" y="317420"/>
                  <a:pt x="1087811" y="318920"/>
                  <a:pt x="1089447" y="320267"/>
                </a:cubicBezTo>
                <a:cubicBezTo>
                  <a:pt x="1091444" y="322809"/>
                  <a:pt x="1093272" y="325487"/>
                  <a:pt x="1094900" y="328286"/>
                </a:cubicBezTo>
                <a:cubicBezTo>
                  <a:pt x="1095790" y="330090"/>
                  <a:pt x="1096921" y="331766"/>
                  <a:pt x="1098268" y="333257"/>
                </a:cubicBezTo>
                <a:cubicBezTo>
                  <a:pt x="1098909" y="333899"/>
                  <a:pt x="1102357" y="337347"/>
                  <a:pt x="1104843" y="340153"/>
                </a:cubicBezTo>
                <a:cubicBezTo>
                  <a:pt x="1105324" y="340714"/>
                  <a:pt x="1106687" y="343040"/>
                  <a:pt x="1108451" y="345205"/>
                </a:cubicBezTo>
                <a:cubicBezTo>
                  <a:pt x="1110216" y="347370"/>
                  <a:pt x="1109414" y="347691"/>
                  <a:pt x="1111899" y="350337"/>
                </a:cubicBezTo>
                <a:cubicBezTo>
                  <a:pt x="1112380" y="350818"/>
                  <a:pt x="1112942" y="353384"/>
                  <a:pt x="1113423" y="354026"/>
                </a:cubicBezTo>
                <a:cubicBezTo>
                  <a:pt x="1118154" y="359639"/>
                  <a:pt x="1117833" y="360761"/>
                  <a:pt x="1120640" y="363327"/>
                </a:cubicBezTo>
                <a:cubicBezTo>
                  <a:pt x="1122348" y="365059"/>
                  <a:pt x="1124288" y="366551"/>
                  <a:pt x="1126413" y="367737"/>
                </a:cubicBezTo>
                <a:cubicBezTo>
                  <a:pt x="1127784" y="368507"/>
                  <a:pt x="1129075" y="369421"/>
                  <a:pt x="1130262" y="370464"/>
                </a:cubicBezTo>
                <a:lnTo>
                  <a:pt x="1134031" y="373591"/>
                </a:lnTo>
                <a:cubicBezTo>
                  <a:pt x="1134672" y="374232"/>
                  <a:pt x="1139804" y="376959"/>
                  <a:pt x="1140847" y="377681"/>
                </a:cubicBezTo>
                <a:cubicBezTo>
                  <a:pt x="1142386" y="379236"/>
                  <a:pt x="1144078" y="380631"/>
                  <a:pt x="1145899" y="381850"/>
                </a:cubicBezTo>
                <a:cubicBezTo>
                  <a:pt x="1147991" y="382580"/>
                  <a:pt x="1150181" y="382981"/>
                  <a:pt x="1152394" y="383053"/>
                </a:cubicBezTo>
                <a:cubicBezTo>
                  <a:pt x="1153821" y="382861"/>
                  <a:pt x="1155200" y="382428"/>
                  <a:pt x="1156483" y="381770"/>
                </a:cubicBezTo>
                <a:cubicBezTo>
                  <a:pt x="1158007" y="380888"/>
                  <a:pt x="1160412" y="377681"/>
                  <a:pt x="1161936" y="376558"/>
                </a:cubicBezTo>
                <a:cubicBezTo>
                  <a:pt x="1163460" y="375435"/>
                  <a:pt x="1166426" y="373832"/>
                  <a:pt x="1166426" y="373832"/>
                </a:cubicBezTo>
                <a:cubicBezTo>
                  <a:pt x="1166426" y="373832"/>
                  <a:pt x="1169554" y="370784"/>
                  <a:pt x="1170676" y="369501"/>
                </a:cubicBezTo>
                <a:cubicBezTo>
                  <a:pt x="1171919" y="367858"/>
                  <a:pt x="1173475" y="366470"/>
                  <a:pt x="1175247" y="365412"/>
                </a:cubicBezTo>
                <a:cubicBezTo>
                  <a:pt x="1176129" y="365011"/>
                  <a:pt x="1178294" y="364690"/>
                  <a:pt x="1179176" y="363728"/>
                </a:cubicBezTo>
                <a:cubicBezTo>
                  <a:pt x="1180411" y="362213"/>
                  <a:pt x="1181381" y="360505"/>
                  <a:pt x="1182063" y="358676"/>
                </a:cubicBezTo>
                <a:cubicBezTo>
                  <a:pt x="1182704" y="356992"/>
                  <a:pt x="1185190" y="355629"/>
                  <a:pt x="1185350" y="353865"/>
                </a:cubicBezTo>
                <a:cubicBezTo>
                  <a:pt x="1185511" y="352101"/>
                  <a:pt x="1184308" y="350658"/>
                  <a:pt x="1183185" y="348813"/>
                </a:cubicBezTo>
                <a:cubicBezTo>
                  <a:pt x="1182111" y="346344"/>
                  <a:pt x="1180852" y="343954"/>
                  <a:pt x="1179417" y="341677"/>
                </a:cubicBezTo>
                <a:cubicBezTo>
                  <a:pt x="1177877" y="339375"/>
                  <a:pt x="1175006" y="338365"/>
                  <a:pt x="1172360" y="339191"/>
                </a:cubicBezTo>
                <a:cubicBezTo>
                  <a:pt x="1170845" y="340113"/>
                  <a:pt x="1169490" y="341276"/>
                  <a:pt x="1168351" y="342639"/>
                </a:cubicBezTo>
                <a:cubicBezTo>
                  <a:pt x="1167397" y="343417"/>
                  <a:pt x="1166266" y="343970"/>
                  <a:pt x="1165063" y="344243"/>
                </a:cubicBezTo>
                <a:cubicBezTo>
                  <a:pt x="1164662" y="344323"/>
                  <a:pt x="1163299" y="346247"/>
                  <a:pt x="1162096" y="346247"/>
                </a:cubicBezTo>
                <a:cubicBezTo>
                  <a:pt x="1160749" y="347178"/>
                  <a:pt x="1159490" y="348220"/>
                  <a:pt x="1158328" y="349375"/>
                </a:cubicBezTo>
                <a:cubicBezTo>
                  <a:pt x="1156443" y="351131"/>
                  <a:pt x="1154005" y="352181"/>
                  <a:pt x="1151432" y="352342"/>
                </a:cubicBezTo>
                <a:cubicBezTo>
                  <a:pt x="1147743" y="352181"/>
                  <a:pt x="1146380" y="349856"/>
                  <a:pt x="1143814" y="348573"/>
                </a:cubicBezTo>
                <a:cubicBezTo>
                  <a:pt x="1142386" y="347827"/>
                  <a:pt x="1141128" y="346785"/>
                  <a:pt x="1140125" y="345526"/>
                </a:cubicBezTo>
                <a:cubicBezTo>
                  <a:pt x="1137856" y="342888"/>
                  <a:pt x="1136108" y="339840"/>
                  <a:pt x="1134993" y="336545"/>
                </a:cubicBezTo>
                <a:cubicBezTo>
                  <a:pt x="1136629" y="333634"/>
                  <a:pt x="1137639" y="330410"/>
                  <a:pt x="1137960" y="327083"/>
                </a:cubicBezTo>
                <a:cubicBezTo>
                  <a:pt x="1138353" y="324998"/>
                  <a:pt x="1138866" y="322937"/>
                  <a:pt x="1139484" y="320908"/>
                </a:cubicBezTo>
                <a:cubicBezTo>
                  <a:pt x="1139363" y="319248"/>
                  <a:pt x="1139580" y="317589"/>
                  <a:pt x="1140125" y="316017"/>
                </a:cubicBezTo>
                <a:cubicBezTo>
                  <a:pt x="1141087" y="314173"/>
                  <a:pt x="1141569" y="313291"/>
                  <a:pt x="1142450" y="311767"/>
                </a:cubicBezTo>
                <a:cubicBezTo>
                  <a:pt x="1143301" y="310773"/>
                  <a:pt x="1143301" y="309313"/>
                  <a:pt x="1142450" y="308319"/>
                </a:cubicBezTo>
                <a:cubicBezTo>
                  <a:pt x="1141216" y="307172"/>
                  <a:pt x="1139813" y="306226"/>
                  <a:pt x="1138281" y="305513"/>
                </a:cubicBezTo>
                <a:cubicBezTo>
                  <a:pt x="1135955" y="305031"/>
                  <a:pt x="1133390" y="301663"/>
                  <a:pt x="1130663" y="303508"/>
                </a:cubicBezTo>
                <a:cubicBezTo>
                  <a:pt x="1127937" y="305352"/>
                  <a:pt x="1124810" y="305272"/>
                  <a:pt x="1124328" y="306795"/>
                </a:cubicBezTo>
                <a:cubicBezTo>
                  <a:pt x="1124272" y="308399"/>
                  <a:pt x="1123920" y="309971"/>
                  <a:pt x="1123286" y="311446"/>
                </a:cubicBezTo>
                <a:cubicBezTo>
                  <a:pt x="1123847" y="313451"/>
                  <a:pt x="1121522" y="314894"/>
                  <a:pt x="1119357" y="313451"/>
                </a:cubicBezTo>
                <a:cubicBezTo>
                  <a:pt x="1118258" y="312264"/>
                  <a:pt x="1117320" y="310941"/>
                  <a:pt x="1116550" y="309522"/>
                </a:cubicBezTo>
                <a:cubicBezTo>
                  <a:pt x="1115187" y="306475"/>
                  <a:pt x="1116791" y="303187"/>
                  <a:pt x="1113182" y="299499"/>
                </a:cubicBezTo>
                <a:cubicBezTo>
                  <a:pt x="1111370" y="298015"/>
                  <a:pt x="1109309" y="296868"/>
                  <a:pt x="1107088" y="296131"/>
                </a:cubicBezTo>
                <a:cubicBezTo>
                  <a:pt x="1105966" y="296131"/>
                  <a:pt x="1104442" y="295649"/>
                  <a:pt x="1103801" y="296131"/>
                </a:cubicBezTo>
                <a:close/>
                <a:moveTo>
                  <a:pt x="1805194" y="262933"/>
                </a:moveTo>
                <a:cubicBezTo>
                  <a:pt x="1804953" y="275154"/>
                  <a:pt x="1802868" y="287262"/>
                  <a:pt x="1799019" y="298857"/>
                </a:cubicBezTo>
                <a:cubicBezTo>
                  <a:pt x="1796221" y="308030"/>
                  <a:pt x="1789221" y="315327"/>
                  <a:pt x="1780176" y="318503"/>
                </a:cubicBezTo>
                <a:cubicBezTo>
                  <a:pt x="1778460" y="322905"/>
                  <a:pt x="1775990" y="326970"/>
                  <a:pt x="1772878" y="330531"/>
                </a:cubicBezTo>
                <a:cubicBezTo>
                  <a:pt x="1753473" y="353624"/>
                  <a:pt x="1718191" y="378723"/>
                  <a:pt x="1678098" y="396043"/>
                </a:cubicBezTo>
                <a:cubicBezTo>
                  <a:pt x="1687367" y="393253"/>
                  <a:pt x="1697335" y="393902"/>
                  <a:pt x="1706163" y="397887"/>
                </a:cubicBezTo>
                <a:lnTo>
                  <a:pt x="1706484" y="397647"/>
                </a:lnTo>
                <a:cubicBezTo>
                  <a:pt x="1717903" y="403236"/>
                  <a:pt x="1728287" y="410717"/>
                  <a:pt x="1737195" y="419779"/>
                </a:cubicBezTo>
                <a:cubicBezTo>
                  <a:pt x="1737195" y="419779"/>
                  <a:pt x="1725488" y="425953"/>
                  <a:pt x="1700951" y="420420"/>
                </a:cubicBezTo>
                <a:cubicBezTo>
                  <a:pt x="1689155" y="417205"/>
                  <a:pt x="1679613" y="408528"/>
                  <a:pt x="1675291" y="397086"/>
                </a:cubicBezTo>
                <a:lnTo>
                  <a:pt x="1655170" y="404476"/>
                </a:lnTo>
                <a:lnTo>
                  <a:pt x="1655884" y="408130"/>
                </a:lnTo>
                <a:cubicBezTo>
                  <a:pt x="1658853" y="423356"/>
                  <a:pt x="1664326" y="451472"/>
                  <a:pt x="1666550" y="463079"/>
                </a:cubicBezTo>
                <a:cubicBezTo>
                  <a:pt x="1750578" y="463552"/>
                  <a:pt x="1834173" y="450947"/>
                  <a:pt x="1914328" y="425712"/>
                </a:cubicBezTo>
                <a:lnTo>
                  <a:pt x="1922908" y="422825"/>
                </a:lnTo>
                <a:lnTo>
                  <a:pt x="1922908" y="431806"/>
                </a:lnTo>
                <a:cubicBezTo>
                  <a:pt x="1922852" y="457089"/>
                  <a:pt x="1914200" y="481610"/>
                  <a:pt x="1898371" y="501328"/>
                </a:cubicBezTo>
                <a:cubicBezTo>
                  <a:pt x="1882526" y="520396"/>
                  <a:pt x="1861276" y="534237"/>
                  <a:pt x="1837428" y="541020"/>
                </a:cubicBezTo>
                <a:cubicBezTo>
                  <a:pt x="1834823" y="559255"/>
                  <a:pt x="1825817" y="575974"/>
                  <a:pt x="1812009" y="588170"/>
                </a:cubicBezTo>
                <a:cubicBezTo>
                  <a:pt x="1808385" y="591233"/>
                  <a:pt x="1804464" y="593919"/>
                  <a:pt x="1800302" y="596189"/>
                </a:cubicBezTo>
                <a:cubicBezTo>
                  <a:pt x="1855391" y="589934"/>
                  <a:pt x="1897328" y="582076"/>
                  <a:pt x="1917375" y="578307"/>
                </a:cubicBezTo>
                <a:lnTo>
                  <a:pt x="1926597" y="576543"/>
                </a:lnTo>
                <a:lnTo>
                  <a:pt x="1926115" y="576543"/>
                </a:lnTo>
                <a:cubicBezTo>
                  <a:pt x="1935176" y="575020"/>
                  <a:pt x="1943997" y="573095"/>
                  <a:pt x="1951213" y="571331"/>
                </a:cubicBezTo>
                <a:cubicBezTo>
                  <a:pt x="1940388" y="591787"/>
                  <a:pt x="1927350" y="610983"/>
                  <a:pt x="1912323" y="628584"/>
                </a:cubicBezTo>
                <a:cubicBezTo>
                  <a:pt x="1886960" y="658743"/>
                  <a:pt x="1855823" y="683520"/>
                  <a:pt x="1820750" y="701474"/>
                </a:cubicBezTo>
                <a:cubicBezTo>
                  <a:pt x="1789886" y="717094"/>
                  <a:pt x="1756729" y="727679"/>
                  <a:pt x="1722521" y="732827"/>
                </a:cubicBezTo>
                <a:cubicBezTo>
                  <a:pt x="1717205" y="733573"/>
                  <a:pt x="1711848" y="733918"/>
                  <a:pt x="1706484" y="733869"/>
                </a:cubicBezTo>
                <a:cubicBezTo>
                  <a:pt x="1696477" y="733829"/>
                  <a:pt x="1686485" y="733108"/>
                  <a:pt x="1676574" y="731704"/>
                </a:cubicBezTo>
                <a:lnTo>
                  <a:pt x="1667112" y="730341"/>
                </a:lnTo>
                <a:lnTo>
                  <a:pt x="1685475" y="807080"/>
                </a:lnTo>
                <a:lnTo>
                  <a:pt x="1624292" y="811009"/>
                </a:lnTo>
                <a:lnTo>
                  <a:pt x="1563030" y="807080"/>
                </a:lnTo>
                <a:lnTo>
                  <a:pt x="1581392" y="730341"/>
                </a:lnTo>
                <a:lnTo>
                  <a:pt x="1571930" y="731704"/>
                </a:lnTo>
                <a:cubicBezTo>
                  <a:pt x="1562019" y="733108"/>
                  <a:pt x="1552028" y="733829"/>
                  <a:pt x="1542021" y="733869"/>
                </a:cubicBezTo>
                <a:cubicBezTo>
                  <a:pt x="1536656" y="733925"/>
                  <a:pt x="1531292" y="733573"/>
                  <a:pt x="1525983" y="732827"/>
                </a:cubicBezTo>
                <a:cubicBezTo>
                  <a:pt x="1491752" y="727695"/>
                  <a:pt x="1458562" y="717110"/>
                  <a:pt x="1427674" y="701474"/>
                </a:cubicBezTo>
                <a:cubicBezTo>
                  <a:pt x="1392593" y="683528"/>
                  <a:pt x="1361464" y="658743"/>
                  <a:pt x="1336101" y="628584"/>
                </a:cubicBezTo>
                <a:cubicBezTo>
                  <a:pt x="1321074" y="610983"/>
                  <a:pt x="1308036" y="591787"/>
                  <a:pt x="1297210" y="571331"/>
                </a:cubicBezTo>
                <a:cubicBezTo>
                  <a:pt x="1304508" y="573095"/>
                  <a:pt x="1313488" y="575020"/>
                  <a:pt x="1322309" y="576543"/>
                </a:cubicBezTo>
                <a:lnTo>
                  <a:pt x="1331611" y="578307"/>
                </a:lnTo>
                <a:cubicBezTo>
                  <a:pt x="1351577" y="582076"/>
                  <a:pt x="1393434" y="589934"/>
                  <a:pt x="1448603" y="596109"/>
                </a:cubicBezTo>
                <a:cubicBezTo>
                  <a:pt x="1444441" y="594000"/>
                  <a:pt x="1440512" y="591442"/>
                  <a:pt x="1436896" y="588491"/>
                </a:cubicBezTo>
                <a:cubicBezTo>
                  <a:pt x="1423128" y="576270"/>
                  <a:pt x="1414123" y="559568"/>
                  <a:pt x="1411476" y="541341"/>
                </a:cubicBezTo>
                <a:cubicBezTo>
                  <a:pt x="1387637" y="534533"/>
                  <a:pt x="1366396" y="520701"/>
                  <a:pt x="1350535" y="501649"/>
                </a:cubicBezTo>
                <a:cubicBezTo>
                  <a:pt x="1334762" y="481899"/>
                  <a:pt x="1326118" y="457402"/>
                  <a:pt x="1325998" y="432127"/>
                </a:cubicBezTo>
                <a:lnTo>
                  <a:pt x="1325998" y="423146"/>
                </a:lnTo>
                <a:lnTo>
                  <a:pt x="1334497" y="426033"/>
                </a:lnTo>
                <a:cubicBezTo>
                  <a:pt x="1414796" y="451203"/>
                  <a:pt x="1498527" y="463696"/>
                  <a:pt x="1582675" y="463079"/>
                </a:cubicBezTo>
                <a:cubicBezTo>
                  <a:pt x="1585642" y="447603"/>
                  <a:pt x="1594382" y="402778"/>
                  <a:pt x="1595265" y="398288"/>
                </a:cubicBezTo>
                <a:lnTo>
                  <a:pt x="1595265" y="397246"/>
                </a:lnTo>
                <a:cubicBezTo>
                  <a:pt x="1596868" y="388986"/>
                  <a:pt x="1601680" y="364048"/>
                  <a:pt x="1624052" y="364048"/>
                </a:cubicBezTo>
                <a:lnTo>
                  <a:pt x="1625094" y="364048"/>
                </a:lnTo>
                <a:cubicBezTo>
                  <a:pt x="1636280" y="364048"/>
                  <a:pt x="1643096" y="370343"/>
                  <a:pt x="1647316" y="377640"/>
                </a:cubicBezTo>
                <a:lnTo>
                  <a:pt x="1653068" y="394609"/>
                </a:lnTo>
                <a:lnTo>
                  <a:pt x="1672405" y="387543"/>
                </a:lnTo>
                <a:cubicBezTo>
                  <a:pt x="1665917" y="377344"/>
                  <a:pt x="1663095" y="365243"/>
                  <a:pt x="1664386" y="353224"/>
                </a:cubicBezTo>
                <a:cubicBezTo>
                  <a:pt x="1667313" y="340602"/>
                  <a:pt x="1673928" y="329127"/>
                  <a:pt x="1683390" y="320267"/>
                </a:cubicBezTo>
                <a:cubicBezTo>
                  <a:pt x="1687006" y="332279"/>
                  <a:pt x="1689083" y="344700"/>
                  <a:pt x="1689565" y="357233"/>
                </a:cubicBezTo>
                <a:cubicBezTo>
                  <a:pt x="1690046" y="371185"/>
                  <a:pt x="1675692" y="384737"/>
                  <a:pt x="1672886" y="387223"/>
                </a:cubicBezTo>
                <a:lnTo>
                  <a:pt x="1711757" y="364316"/>
                </a:lnTo>
                <a:lnTo>
                  <a:pt x="1704399" y="332455"/>
                </a:lnTo>
                <a:cubicBezTo>
                  <a:pt x="1706837" y="319761"/>
                  <a:pt x="1712875" y="308046"/>
                  <a:pt x="1721800" y="298696"/>
                </a:cubicBezTo>
                <a:cubicBezTo>
                  <a:pt x="1725392" y="310861"/>
                  <a:pt x="1727541" y="323402"/>
                  <a:pt x="1728215" y="336063"/>
                </a:cubicBezTo>
                <a:lnTo>
                  <a:pt x="1728455" y="336063"/>
                </a:lnTo>
                <a:cubicBezTo>
                  <a:pt x="1728655" y="343922"/>
                  <a:pt x="1724646" y="351700"/>
                  <a:pt x="1720587" y="357514"/>
                </a:cubicBezTo>
                <a:lnTo>
                  <a:pt x="1717893" y="360700"/>
                </a:lnTo>
                <a:lnTo>
                  <a:pt x="1747860" y="343040"/>
                </a:lnTo>
                <a:cubicBezTo>
                  <a:pt x="1741942" y="332976"/>
                  <a:pt x="1739304" y="321317"/>
                  <a:pt x="1740323" y="309682"/>
                </a:cubicBezTo>
                <a:cubicBezTo>
                  <a:pt x="1742552" y="297694"/>
                  <a:pt x="1748109" y="286580"/>
                  <a:pt x="1756360" y="277607"/>
                </a:cubicBezTo>
                <a:cubicBezTo>
                  <a:pt x="1759688" y="289291"/>
                  <a:pt x="1761652" y="301319"/>
                  <a:pt x="1762214" y="313451"/>
                </a:cubicBezTo>
                <a:cubicBezTo>
                  <a:pt x="1762935" y="326922"/>
                  <a:pt x="1750266" y="340714"/>
                  <a:pt x="1748101" y="342960"/>
                </a:cubicBezTo>
                <a:cubicBezTo>
                  <a:pt x="1756344" y="336400"/>
                  <a:pt x="1764114" y="329280"/>
                  <a:pt x="1771355" y="321630"/>
                </a:cubicBezTo>
                <a:cubicBezTo>
                  <a:pt x="1773119" y="319705"/>
                  <a:pt x="1775124" y="317220"/>
                  <a:pt x="1776567" y="315375"/>
                </a:cubicBezTo>
                <a:cubicBezTo>
                  <a:pt x="1774634" y="305545"/>
                  <a:pt x="1776254" y="295337"/>
                  <a:pt x="1781138" y="286588"/>
                </a:cubicBezTo>
                <a:cubicBezTo>
                  <a:pt x="1786542" y="276421"/>
                  <a:pt x="1794938" y="268161"/>
                  <a:pt x="1805194" y="262933"/>
                </a:cubicBezTo>
                <a:close/>
                <a:moveTo>
                  <a:pt x="1289192" y="258764"/>
                </a:moveTo>
                <a:cubicBezTo>
                  <a:pt x="1289192" y="258764"/>
                  <a:pt x="1284381" y="261731"/>
                  <a:pt x="1284381" y="261731"/>
                </a:cubicBezTo>
                <a:cubicBezTo>
                  <a:pt x="1283387" y="263126"/>
                  <a:pt x="1282168" y="264345"/>
                  <a:pt x="1280773" y="265339"/>
                </a:cubicBezTo>
                <a:cubicBezTo>
                  <a:pt x="1279810" y="265900"/>
                  <a:pt x="1276683" y="261089"/>
                  <a:pt x="1273877" y="262773"/>
                </a:cubicBezTo>
                <a:cubicBezTo>
                  <a:pt x="1273075" y="263254"/>
                  <a:pt x="1272433" y="265179"/>
                  <a:pt x="1271712" y="266381"/>
                </a:cubicBezTo>
                <a:cubicBezTo>
                  <a:pt x="1270469" y="269581"/>
                  <a:pt x="1270469" y="273125"/>
                  <a:pt x="1271712" y="276325"/>
                </a:cubicBezTo>
                <a:cubicBezTo>
                  <a:pt x="1271712" y="277447"/>
                  <a:pt x="1271230" y="279773"/>
                  <a:pt x="1271712" y="280574"/>
                </a:cubicBezTo>
                <a:cubicBezTo>
                  <a:pt x="1272193" y="281376"/>
                  <a:pt x="1273796" y="282178"/>
                  <a:pt x="1274198" y="282900"/>
                </a:cubicBezTo>
                <a:cubicBezTo>
                  <a:pt x="1274598" y="283621"/>
                  <a:pt x="1275240" y="285867"/>
                  <a:pt x="1275721" y="286669"/>
                </a:cubicBezTo>
                <a:cubicBezTo>
                  <a:pt x="1277405" y="290036"/>
                  <a:pt x="1280853" y="289635"/>
                  <a:pt x="1283740" y="287952"/>
                </a:cubicBezTo>
                <a:cubicBezTo>
                  <a:pt x="1285103" y="287070"/>
                  <a:pt x="1286546" y="283862"/>
                  <a:pt x="1287268" y="283140"/>
                </a:cubicBezTo>
                <a:cubicBezTo>
                  <a:pt x="1287990" y="282419"/>
                  <a:pt x="1289834" y="282339"/>
                  <a:pt x="1290636" y="280735"/>
                </a:cubicBezTo>
                <a:cubicBezTo>
                  <a:pt x="1291469" y="279508"/>
                  <a:pt x="1292095" y="278153"/>
                  <a:pt x="1292480" y="276725"/>
                </a:cubicBezTo>
                <a:lnTo>
                  <a:pt x="1292480" y="276405"/>
                </a:lnTo>
                <a:cubicBezTo>
                  <a:pt x="1292720" y="274480"/>
                  <a:pt x="1291678" y="273358"/>
                  <a:pt x="1292079" y="271674"/>
                </a:cubicBezTo>
                <a:cubicBezTo>
                  <a:pt x="1291919" y="270792"/>
                  <a:pt x="1293282" y="269429"/>
                  <a:pt x="1293282" y="268787"/>
                </a:cubicBezTo>
                <a:cubicBezTo>
                  <a:pt x="1293426" y="267568"/>
                  <a:pt x="1293675" y="266357"/>
                  <a:pt x="1294004" y="265179"/>
                </a:cubicBezTo>
                <a:cubicBezTo>
                  <a:pt x="1293795" y="263968"/>
                  <a:pt x="1293330" y="262821"/>
                  <a:pt x="1292641" y="261811"/>
                </a:cubicBezTo>
                <a:cubicBezTo>
                  <a:pt x="1292504" y="260696"/>
                  <a:pt x="1292063" y="259638"/>
                  <a:pt x="1291357" y="258764"/>
                </a:cubicBezTo>
                <a:cubicBezTo>
                  <a:pt x="1290796" y="258042"/>
                  <a:pt x="1289192" y="258764"/>
                  <a:pt x="1289192" y="258764"/>
                </a:cubicBezTo>
                <a:close/>
                <a:moveTo>
                  <a:pt x="1594784" y="219320"/>
                </a:moveTo>
                <a:cubicBezTo>
                  <a:pt x="1480273" y="224889"/>
                  <a:pt x="1366140" y="263536"/>
                  <a:pt x="1267462" y="337427"/>
                </a:cubicBezTo>
                <a:lnTo>
                  <a:pt x="1267382" y="337427"/>
                </a:lnTo>
                <a:cubicBezTo>
                  <a:pt x="1117272" y="449784"/>
                  <a:pt x="1029002" y="626396"/>
                  <a:pt x="1029227" y="813896"/>
                </a:cubicBezTo>
                <a:cubicBezTo>
                  <a:pt x="1029211" y="844231"/>
                  <a:pt x="1031496" y="874517"/>
                  <a:pt x="1036043" y="904507"/>
                </a:cubicBezTo>
                <a:cubicBezTo>
                  <a:pt x="1036444" y="906993"/>
                  <a:pt x="1037005" y="909398"/>
                  <a:pt x="1037406" y="911884"/>
                </a:cubicBezTo>
                <a:cubicBezTo>
                  <a:pt x="1039250" y="923030"/>
                  <a:pt x="1041415" y="934016"/>
                  <a:pt x="1043821" y="944921"/>
                </a:cubicBezTo>
                <a:cubicBezTo>
                  <a:pt x="1047349" y="960317"/>
                  <a:pt x="1051198" y="975633"/>
                  <a:pt x="1055849" y="990548"/>
                </a:cubicBezTo>
                <a:cubicBezTo>
                  <a:pt x="1060981" y="1006585"/>
                  <a:pt x="1066915" y="1022622"/>
                  <a:pt x="1073330" y="1038660"/>
                </a:cubicBezTo>
                <a:cubicBezTo>
                  <a:pt x="1074212" y="1040744"/>
                  <a:pt x="1075014" y="1042990"/>
                  <a:pt x="1075896" y="1045074"/>
                </a:cubicBezTo>
                <a:cubicBezTo>
                  <a:pt x="1094451" y="1089201"/>
                  <a:pt x="1118250" y="1130930"/>
                  <a:pt x="1146781" y="1169364"/>
                </a:cubicBezTo>
                <a:lnTo>
                  <a:pt x="1147182" y="1169845"/>
                </a:lnTo>
                <a:cubicBezTo>
                  <a:pt x="1147382" y="1170118"/>
                  <a:pt x="1147583" y="1170382"/>
                  <a:pt x="1147783" y="1170655"/>
                </a:cubicBezTo>
                <a:cubicBezTo>
                  <a:pt x="1221674" y="1269330"/>
                  <a:pt x="1320317" y="1338536"/>
                  <a:pt x="1428632" y="1376109"/>
                </a:cubicBezTo>
                <a:lnTo>
                  <a:pt x="1453812" y="1382223"/>
                </a:lnTo>
                <a:lnTo>
                  <a:pt x="1452473" y="1375954"/>
                </a:lnTo>
                <a:cubicBezTo>
                  <a:pt x="1450408" y="1368647"/>
                  <a:pt x="1446760" y="1360408"/>
                  <a:pt x="1440425" y="1356679"/>
                </a:cubicBezTo>
                <a:cubicBezTo>
                  <a:pt x="1433384" y="1352951"/>
                  <a:pt x="1425855" y="1350256"/>
                  <a:pt x="1418053" y="1348661"/>
                </a:cubicBezTo>
                <a:lnTo>
                  <a:pt x="1414607" y="1345496"/>
                </a:lnTo>
                <a:lnTo>
                  <a:pt x="1448925" y="1351307"/>
                </a:lnTo>
                <a:cubicBezTo>
                  <a:pt x="1466005" y="1358443"/>
                  <a:pt x="1471377" y="1386108"/>
                  <a:pt x="1471377" y="1386108"/>
                </a:cubicBezTo>
                <a:cubicBezTo>
                  <a:pt x="1471377" y="1386108"/>
                  <a:pt x="1478353" y="1385787"/>
                  <a:pt x="1481561" y="1386108"/>
                </a:cubicBezTo>
                <a:lnTo>
                  <a:pt x="1484324" y="1389631"/>
                </a:lnTo>
                <a:lnTo>
                  <a:pt x="1486654" y="1390197"/>
                </a:lnTo>
                <a:lnTo>
                  <a:pt x="1511791" y="1390197"/>
                </a:lnTo>
                <a:cubicBezTo>
                  <a:pt x="1511791" y="1390197"/>
                  <a:pt x="1512252" y="1392262"/>
                  <a:pt x="1512413" y="1394578"/>
                </a:cubicBezTo>
                <a:lnTo>
                  <a:pt x="1512054" y="1396364"/>
                </a:lnTo>
                <a:lnTo>
                  <a:pt x="1539614" y="1403056"/>
                </a:lnTo>
                <a:cubicBezTo>
                  <a:pt x="1577310" y="1408470"/>
                  <a:pt x="1615523" y="1410289"/>
                  <a:pt x="1653693" y="1408433"/>
                </a:cubicBezTo>
                <a:lnTo>
                  <a:pt x="1752411" y="1393971"/>
                </a:lnTo>
                <a:lnTo>
                  <a:pt x="1752351" y="1393967"/>
                </a:lnTo>
                <a:lnTo>
                  <a:pt x="1756922" y="1392523"/>
                </a:lnTo>
                <a:lnTo>
                  <a:pt x="1728215" y="1392523"/>
                </a:lnTo>
                <a:cubicBezTo>
                  <a:pt x="1728215" y="1392523"/>
                  <a:pt x="1729659" y="1362854"/>
                  <a:pt x="1712178" y="1356119"/>
                </a:cubicBezTo>
                <a:cubicBezTo>
                  <a:pt x="1699156" y="1350810"/>
                  <a:pt x="1684690" y="1350209"/>
                  <a:pt x="1671283" y="1354435"/>
                </a:cubicBezTo>
                <a:cubicBezTo>
                  <a:pt x="1656689" y="1359406"/>
                  <a:pt x="1653000" y="1384264"/>
                  <a:pt x="1650835" y="1385708"/>
                </a:cubicBezTo>
                <a:lnTo>
                  <a:pt x="1648985" y="1389977"/>
                </a:lnTo>
                <a:lnTo>
                  <a:pt x="1648990" y="1389877"/>
                </a:lnTo>
                <a:lnTo>
                  <a:pt x="1648750" y="1390519"/>
                </a:lnTo>
                <a:lnTo>
                  <a:pt x="1648985" y="1389977"/>
                </a:lnTo>
                <a:lnTo>
                  <a:pt x="1648349" y="1402306"/>
                </a:lnTo>
                <a:cubicBezTo>
                  <a:pt x="1643506" y="1402956"/>
                  <a:pt x="1638599" y="1402956"/>
                  <a:pt x="1633755" y="1402306"/>
                </a:cubicBezTo>
                <a:cubicBezTo>
                  <a:pt x="1631670" y="1401584"/>
                  <a:pt x="1641774" y="1401103"/>
                  <a:pt x="1639930" y="1400061"/>
                </a:cubicBezTo>
                <a:cubicBezTo>
                  <a:pt x="1638085" y="1399019"/>
                  <a:pt x="1635599" y="1399580"/>
                  <a:pt x="1634798" y="1399179"/>
                </a:cubicBezTo>
                <a:cubicBezTo>
                  <a:pt x="1632633" y="1398056"/>
                  <a:pt x="1636883" y="1398056"/>
                  <a:pt x="1637043" y="1396773"/>
                </a:cubicBezTo>
                <a:cubicBezTo>
                  <a:pt x="1637203" y="1395490"/>
                  <a:pt x="1629986" y="1396773"/>
                  <a:pt x="1629024" y="1396773"/>
                </a:cubicBezTo>
                <a:cubicBezTo>
                  <a:pt x="1628062" y="1396773"/>
                  <a:pt x="1632151" y="1394689"/>
                  <a:pt x="1632151" y="1394689"/>
                </a:cubicBezTo>
                <a:lnTo>
                  <a:pt x="1618360" y="1394689"/>
                </a:lnTo>
                <a:lnTo>
                  <a:pt x="1621166" y="1392523"/>
                </a:lnTo>
                <a:lnTo>
                  <a:pt x="1592860" y="1392523"/>
                </a:lnTo>
                <a:cubicBezTo>
                  <a:pt x="1592860" y="1392523"/>
                  <a:pt x="1594383" y="1362854"/>
                  <a:pt x="1576822" y="1356119"/>
                </a:cubicBezTo>
                <a:cubicBezTo>
                  <a:pt x="1563800" y="1350810"/>
                  <a:pt x="1549335" y="1350209"/>
                  <a:pt x="1535927" y="1354435"/>
                </a:cubicBezTo>
                <a:cubicBezTo>
                  <a:pt x="1521333" y="1359406"/>
                  <a:pt x="1517645" y="1384264"/>
                  <a:pt x="1515480" y="1385708"/>
                </a:cubicBezTo>
                <a:cubicBezTo>
                  <a:pt x="1513315" y="1387151"/>
                  <a:pt x="1511871" y="1384585"/>
                  <a:pt x="1511871" y="1384585"/>
                </a:cubicBezTo>
                <a:cubicBezTo>
                  <a:pt x="1511871" y="1384585"/>
                  <a:pt x="1514999" y="1364699"/>
                  <a:pt x="1520852" y="1358765"/>
                </a:cubicBezTo>
                <a:cubicBezTo>
                  <a:pt x="1529889" y="1349624"/>
                  <a:pt x="1542318" y="1344628"/>
                  <a:pt x="1555172" y="1344973"/>
                </a:cubicBezTo>
                <a:cubicBezTo>
                  <a:pt x="1575860" y="1343529"/>
                  <a:pt x="1594624" y="1348822"/>
                  <a:pt x="1603284" y="1357562"/>
                </a:cubicBezTo>
                <a:cubicBezTo>
                  <a:pt x="1611944" y="1366302"/>
                  <a:pt x="1612506" y="1388675"/>
                  <a:pt x="1612506" y="1388675"/>
                </a:cubicBezTo>
                <a:lnTo>
                  <a:pt x="1644580" y="1387873"/>
                </a:lnTo>
                <a:cubicBezTo>
                  <a:pt x="1644580" y="1387873"/>
                  <a:pt x="1650755" y="1364699"/>
                  <a:pt x="1656608" y="1358765"/>
                </a:cubicBezTo>
                <a:cubicBezTo>
                  <a:pt x="1665638" y="1349607"/>
                  <a:pt x="1678066" y="1344612"/>
                  <a:pt x="1690928" y="1344973"/>
                </a:cubicBezTo>
                <a:cubicBezTo>
                  <a:pt x="1711617" y="1343529"/>
                  <a:pt x="1730380" y="1348822"/>
                  <a:pt x="1739041" y="1357562"/>
                </a:cubicBezTo>
                <a:cubicBezTo>
                  <a:pt x="1747701" y="1366302"/>
                  <a:pt x="1748262" y="1388675"/>
                  <a:pt x="1748262" y="1388675"/>
                </a:cubicBezTo>
                <a:lnTo>
                  <a:pt x="1778295" y="1387924"/>
                </a:lnTo>
                <a:lnTo>
                  <a:pt x="1780547" y="1387123"/>
                </a:lnTo>
                <a:lnTo>
                  <a:pt x="1781584" y="1383429"/>
                </a:lnTo>
                <a:cubicBezTo>
                  <a:pt x="1784050" y="1375254"/>
                  <a:pt x="1790080" y="1358024"/>
                  <a:pt x="1798860" y="1350987"/>
                </a:cubicBezTo>
                <a:cubicBezTo>
                  <a:pt x="1807640" y="1343951"/>
                  <a:pt x="1822149" y="1343184"/>
                  <a:pt x="1828855" y="1343240"/>
                </a:cubicBezTo>
                <a:cubicBezTo>
                  <a:pt x="1831090" y="1343259"/>
                  <a:pt x="1832458" y="1343369"/>
                  <a:pt x="1832458" y="1343369"/>
                </a:cubicBezTo>
                <a:lnTo>
                  <a:pt x="1832458" y="1355237"/>
                </a:lnTo>
                <a:cubicBezTo>
                  <a:pt x="1832458" y="1355237"/>
                  <a:pt x="1808402" y="1353232"/>
                  <a:pt x="1799100" y="1360048"/>
                </a:cubicBezTo>
                <a:cubicBezTo>
                  <a:pt x="1794450" y="1363456"/>
                  <a:pt x="1791102" y="1369791"/>
                  <a:pt x="1788887" y="1375705"/>
                </a:cubicBezTo>
                <a:lnTo>
                  <a:pt x="1786461" y="1385019"/>
                </a:lnTo>
                <a:lnTo>
                  <a:pt x="1877742" y="1352549"/>
                </a:lnTo>
                <a:cubicBezTo>
                  <a:pt x="1913510" y="1335670"/>
                  <a:pt x="1948119" y="1314956"/>
                  <a:pt x="1981011" y="1290325"/>
                </a:cubicBezTo>
                <a:cubicBezTo>
                  <a:pt x="2244153" y="1093291"/>
                  <a:pt x="2297733" y="720238"/>
                  <a:pt x="2100691" y="457105"/>
                </a:cubicBezTo>
                <a:cubicBezTo>
                  <a:pt x="1977539" y="292643"/>
                  <a:pt x="1785636" y="210039"/>
                  <a:pt x="1594784" y="219320"/>
                </a:cubicBezTo>
                <a:close/>
                <a:moveTo>
                  <a:pt x="1337545" y="215623"/>
                </a:moveTo>
                <a:cubicBezTo>
                  <a:pt x="1336767" y="216377"/>
                  <a:pt x="1335941" y="217075"/>
                  <a:pt x="1335059" y="217708"/>
                </a:cubicBezTo>
                <a:cubicBezTo>
                  <a:pt x="1334337" y="218109"/>
                  <a:pt x="1332173" y="217868"/>
                  <a:pt x="1331370" y="218590"/>
                </a:cubicBezTo>
                <a:cubicBezTo>
                  <a:pt x="1330320" y="219312"/>
                  <a:pt x="1329149" y="219857"/>
                  <a:pt x="1327922" y="220194"/>
                </a:cubicBezTo>
                <a:cubicBezTo>
                  <a:pt x="1327041" y="220194"/>
                  <a:pt x="1325196" y="219071"/>
                  <a:pt x="1323753" y="220194"/>
                </a:cubicBezTo>
                <a:cubicBezTo>
                  <a:pt x="1322309" y="221316"/>
                  <a:pt x="1321107" y="220595"/>
                  <a:pt x="1320224" y="221316"/>
                </a:cubicBezTo>
                <a:lnTo>
                  <a:pt x="1319984" y="220996"/>
                </a:lnTo>
                <a:cubicBezTo>
                  <a:pt x="1319262" y="222760"/>
                  <a:pt x="1321508" y="224604"/>
                  <a:pt x="1321668" y="226448"/>
                </a:cubicBezTo>
                <a:cubicBezTo>
                  <a:pt x="1321700" y="227619"/>
                  <a:pt x="1322221" y="228726"/>
                  <a:pt x="1323111" y="229495"/>
                </a:cubicBezTo>
                <a:cubicBezTo>
                  <a:pt x="1324763" y="230402"/>
                  <a:pt x="1326150" y="231725"/>
                  <a:pt x="1327121" y="233344"/>
                </a:cubicBezTo>
                <a:cubicBezTo>
                  <a:pt x="1327922" y="234547"/>
                  <a:pt x="1331210" y="235429"/>
                  <a:pt x="1331692" y="236231"/>
                </a:cubicBezTo>
                <a:cubicBezTo>
                  <a:pt x="1332173" y="237033"/>
                  <a:pt x="1336021" y="238637"/>
                  <a:pt x="1337144" y="239439"/>
                </a:cubicBezTo>
                <a:cubicBezTo>
                  <a:pt x="1338266" y="240241"/>
                  <a:pt x="1338748" y="242165"/>
                  <a:pt x="1339469" y="242887"/>
                </a:cubicBezTo>
                <a:cubicBezTo>
                  <a:pt x="1340375" y="244210"/>
                  <a:pt x="1342083" y="244715"/>
                  <a:pt x="1343559" y="244089"/>
                </a:cubicBezTo>
                <a:cubicBezTo>
                  <a:pt x="1344361" y="243608"/>
                  <a:pt x="1345163" y="241283"/>
                  <a:pt x="1345884" y="240561"/>
                </a:cubicBezTo>
                <a:cubicBezTo>
                  <a:pt x="1346606" y="239840"/>
                  <a:pt x="1348130" y="239358"/>
                  <a:pt x="1348931" y="238637"/>
                </a:cubicBezTo>
                <a:cubicBezTo>
                  <a:pt x="1350102" y="237658"/>
                  <a:pt x="1351032" y="236424"/>
                  <a:pt x="1351658" y="235028"/>
                </a:cubicBezTo>
                <a:cubicBezTo>
                  <a:pt x="1351995" y="233826"/>
                  <a:pt x="1352211" y="232591"/>
                  <a:pt x="1352299" y="231340"/>
                </a:cubicBezTo>
                <a:cubicBezTo>
                  <a:pt x="1352540" y="229896"/>
                  <a:pt x="1351898" y="227892"/>
                  <a:pt x="1351898" y="226609"/>
                </a:cubicBezTo>
                <a:cubicBezTo>
                  <a:pt x="1352452" y="225238"/>
                  <a:pt x="1352620" y="223738"/>
                  <a:pt x="1352379" y="222279"/>
                </a:cubicBezTo>
                <a:cubicBezTo>
                  <a:pt x="1352091" y="221036"/>
                  <a:pt x="1351514" y="219881"/>
                  <a:pt x="1350696" y="218911"/>
                </a:cubicBezTo>
                <a:cubicBezTo>
                  <a:pt x="1349653" y="218293"/>
                  <a:pt x="1348555" y="217788"/>
                  <a:pt x="1347408" y="217387"/>
                </a:cubicBezTo>
                <a:cubicBezTo>
                  <a:pt x="1345564" y="216505"/>
                  <a:pt x="1338988" y="214340"/>
                  <a:pt x="1337545" y="215623"/>
                </a:cubicBezTo>
                <a:close/>
                <a:moveTo>
                  <a:pt x="1295046" y="204798"/>
                </a:moveTo>
                <a:cubicBezTo>
                  <a:pt x="1295687" y="204638"/>
                  <a:pt x="1295687" y="206963"/>
                  <a:pt x="1295767" y="208647"/>
                </a:cubicBezTo>
                <a:cubicBezTo>
                  <a:pt x="1295471" y="210451"/>
                  <a:pt x="1294934" y="212199"/>
                  <a:pt x="1294164" y="213859"/>
                </a:cubicBezTo>
                <a:cubicBezTo>
                  <a:pt x="1292961" y="216185"/>
                  <a:pt x="1292881" y="217788"/>
                  <a:pt x="1291919" y="219633"/>
                </a:cubicBezTo>
                <a:cubicBezTo>
                  <a:pt x="1290924" y="221172"/>
                  <a:pt x="1289682" y="222527"/>
                  <a:pt x="1288230" y="223642"/>
                </a:cubicBezTo>
                <a:cubicBezTo>
                  <a:pt x="1286851" y="224452"/>
                  <a:pt x="1285079" y="224027"/>
                  <a:pt x="1284221" y="222680"/>
                </a:cubicBezTo>
                <a:cubicBezTo>
                  <a:pt x="1283419" y="221437"/>
                  <a:pt x="1283419" y="219833"/>
                  <a:pt x="1284221" y="218590"/>
                </a:cubicBezTo>
                <a:cubicBezTo>
                  <a:pt x="1285512" y="216481"/>
                  <a:pt x="1286963" y="214469"/>
                  <a:pt x="1288551" y="212576"/>
                </a:cubicBezTo>
                <a:cubicBezTo>
                  <a:pt x="1289144" y="211718"/>
                  <a:pt x="1289609" y="210772"/>
                  <a:pt x="1289914" y="209770"/>
                </a:cubicBezTo>
                <a:cubicBezTo>
                  <a:pt x="1290235" y="208647"/>
                  <a:pt x="1291598" y="208326"/>
                  <a:pt x="1292320" y="206963"/>
                </a:cubicBezTo>
                <a:cubicBezTo>
                  <a:pt x="1293073" y="206065"/>
                  <a:pt x="1294004" y="205335"/>
                  <a:pt x="1295046" y="204798"/>
                </a:cubicBezTo>
                <a:close/>
                <a:moveTo>
                  <a:pt x="1301942" y="182586"/>
                </a:moveTo>
                <a:cubicBezTo>
                  <a:pt x="1300819" y="182586"/>
                  <a:pt x="1298815" y="184751"/>
                  <a:pt x="1298013" y="184751"/>
                </a:cubicBezTo>
                <a:cubicBezTo>
                  <a:pt x="1296601" y="184839"/>
                  <a:pt x="1295206" y="185088"/>
                  <a:pt x="1293843" y="185473"/>
                </a:cubicBezTo>
                <a:cubicBezTo>
                  <a:pt x="1292969" y="185882"/>
                  <a:pt x="1292303" y="186636"/>
                  <a:pt x="1291999" y="187558"/>
                </a:cubicBezTo>
                <a:cubicBezTo>
                  <a:pt x="1291518" y="188279"/>
                  <a:pt x="1291093" y="189025"/>
                  <a:pt x="1290716" y="189803"/>
                </a:cubicBezTo>
                <a:cubicBezTo>
                  <a:pt x="1290179" y="190701"/>
                  <a:pt x="1289730" y="191639"/>
                  <a:pt x="1289353" y="192610"/>
                </a:cubicBezTo>
                <a:cubicBezTo>
                  <a:pt x="1288647" y="194069"/>
                  <a:pt x="1287669" y="195376"/>
                  <a:pt x="1286466" y="196459"/>
                </a:cubicBezTo>
                <a:cubicBezTo>
                  <a:pt x="1284942" y="197982"/>
                  <a:pt x="1284862" y="198463"/>
                  <a:pt x="1284061" y="198944"/>
                </a:cubicBezTo>
                <a:cubicBezTo>
                  <a:pt x="1282978" y="199995"/>
                  <a:pt x="1282031" y="201182"/>
                  <a:pt x="1281254" y="202473"/>
                </a:cubicBezTo>
                <a:cubicBezTo>
                  <a:pt x="1279971" y="204317"/>
                  <a:pt x="1277886" y="205600"/>
                  <a:pt x="1277084" y="206803"/>
                </a:cubicBezTo>
                <a:cubicBezTo>
                  <a:pt x="1275713" y="209168"/>
                  <a:pt x="1273821" y="211197"/>
                  <a:pt x="1271551" y="212736"/>
                </a:cubicBezTo>
                <a:cubicBezTo>
                  <a:pt x="1270669" y="212328"/>
                  <a:pt x="1269755" y="211975"/>
                  <a:pt x="1268825" y="211694"/>
                </a:cubicBezTo>
                <a:cubicBezTo>
                  <a:pt x="1266740" y="211293"/>
                  <a:pt x="1266018" y="210972"/>
                  <a:pt x="1264575" y="211694"/>
                </a:cubicBezTo>
                <a:cubicBezTo>
                  <a:pt x="1263597" y="212897"/>
                  <a:pt x="1262691" y="214156"/>
                  <a:pt x="1261849" y="215463"/>
                </a:cubicBezTo>
                <a:cubicBezTo>
                  <a:pt x="1261849" y="217788"/>
                  <a:pt x="1259764" y="220354"/>
                  <a:pt x="1262330" y="224845"/>
                </a:cubicBezTo>
                <a:cubicBezTo>
                  <a:pt x="1262811" y="225647"/>
                  <a:pt x="1264094" y="227330"/>
                  <a:pt x="1266499" y="231019"/>
                </a:cubicBezTo>
                <a:cubicBezTo>
                  <a:pt x="1267999" y="232976"/>
                  <a:pt x="1269611" y="234844"/>
                  <a:pt x="1271311" y="236632"/>
                </a:cubicBezTo>
                <a:cubicBezTo>
                  <a:pt x="1272674" y="238316"/>
                  <a:pt x="1274759" y="240000"/>
                  <a:pt x="1275240" y="240802"/>
                </a:cubicBezTo>
                <a:cubicBezTo>
                  <a:pt x="1275721" y="241604"/>
                  <a:pt x="1277244" y="243929"/>
                  <a:pt x="1277645" y="243929"/>
                </a:cubicBezTo>
                <a:cubicBezTo>
                  <a:pt x="1278046" y="243929"/>
                  <a:pt x="1278287" y="244170"/>
                  <a:pt x="1279410" y="245132"/>
                </a:cubicBezTo>
                <a:cubicBezTo>
                  <a:pt x="1280532" y="246094"/>
                  <a:pt x="1280853" y="247056"/>
                  <a:pt x="1282216" y="247778"/>
                </a:cubicBezTo>
                <a:cubicBezTo>
                  <a:pt x="1282946" y="248107"/>
                  <a:pt x="1283740" y="248275"/>
                  <a:pt x="1284542" y="248259"/>
                </a:cubicBezTo>
                <a:cubicBezTo>
                  <a:pt x="1286129" y="247682"/>
                  <a:pt x="1287661" y="246952"/>
                  <a:pt x="1289112" y="246094"/>
                </a:cubicBezTo>
                <a:cubicBezTo>
                  <a:pt x="1289834" y="245613"/>
                  <a:pt x="1290315" y="244731"/>
                  <a:pt x="1291438" y="244009"/>
                </a:cubicBezTo>
                <a:cubicBezTo>
                  <a:pt x="1292560" y="243288"/>
                  <a:pt x="1294805" y="243047"/>
                  <a:pt x="1295447" y="242887"/>
                </a:cubicBezTo>
                <a:cubicBezTo>
                  <a:pt x="1296089" y="242726"/>
                  <a:pt x="1297852" y="243689"/>
                  <a:pt x="1297852" y="244330"/>
                </a:cubicBezTo>
                <a:cubicBezTo>
                  <a:pt x="1298727" y="246639"/>
                  <a:pt x="1299745" y="248885"/>
                  <a:pt x="1300900" y="251066"/>
                </a:cubicBezTo>
                <a:cubicBezTo>
                  <a:pt x="1301677" y="252734"/>
                  <a:pt x="1302615" y="254313"/>
                  <a:pt x="1303706" y="255797"/>
                </a:cubicBezTo>
                <a:cubicBezTo>
                  <a:pt x="1304187" y="256518"/>
                  <a:pt x="1305711" y="258443"/>
                  <a:pt x="1305711" y="259245"/>
                </a:cubicBezTo>
                <a:cubicBezTo>
                  <a:pt x="1307796" y="262933"/>
                  <a:pt x="1307154" y="264778"/>
                  <a:pt x="1304348" y="266542"/>
                </a:cubicBezTo>
                <a:cubicBezTo>
                  <a:pt x="1303546" y="267023"/>
                  <a:pt x="1300659" y="266221"/>
                  <a:pt x="1298013" y="267905"/>
                </a:cubicBezTo>
                <a:cubicBezTo>
                  <a:pt x="1297612" y="268145"/>
                  <a:pt x="1294404" y="270711"/>
                  <a:pt x="1295367" y="271513"/>
                </a:cubicBezTo>
                <a:cubicBezTo>
                  <a:pt x="1296329" y="272315"/>
                  <a:pt x="1302503" y="272796"/>
                  <a:pt x="1304348" y="273839"/>
                </a:cubicBezTo>
                <a:cubicBezTo>
                  <a:pt x="1306192" y="274881"/>
                  <a:pt x="1307074" y="276004"/>
                  <a:pt x="1308517" y="276405"/>
                </a:cubicBezTo>
                <a:cubicBezTo>
                  <a:pt x="1310113" y="276541"/>
                  <a:pt x="1311717" y="276381"/>
                  <a:pt x="1313248" y="275924"/>
                </a:cubicBezTo>
                <a:cubicBezTo>
                  <a:pt x="1314451" y="275843"/>
                  <a:pt x="1315654" y="276325"/>
                  <a:pt x="1316456" y="276325"/>
                </a:cubicBezTo>
                <a:cubicBezTo>
                  <a:pt x="1317258" y="276325"/>
                  <a:pt x="1319262" y="275924"/>
                  <a:pt x="1319904" y="275924"/>
                </a:cubicBezTo>
                <a:cubicBezTo>
                  <a:pt x="1320698" y="276276"/>
                  <a:pt x="1321596" y="276276"/>
                  <a:pt x="1322390" y="275924"/>
                </a:cubicBezTo>
                <a:cubicBezTo>
                  <a:pt x="1323192" y="275443"/>
                  <a:pt x="1323432" y="273598"/>
                  <a:pt x="1325116" y="271513"/>
                </a:cubicBezTo>
                <a:cubicBezTo>
                  <a:pt x="1326800" y="269429"/>
                  <a:pt x="1325918" y="265980"/>
                  <a:pt x="1326800" y="264778"/>
                </a:cubicBezTo>
                <a:cubicBezTo>
                  <a:pt x="1328083" y="262292"/>
                  <a:pt x="1328235" y="259365"/>
                  <a:pt x="1327201" y="256759"/>
                </a:cubicBezTo>
                <a:cubicBezTo>
                  <a:pt x="1323512" y="249486"/>
                  <a:pt x="1319302" y="242494"/>
                  <a:pt x="1314612" y="235830"/>
                </a:cubicBezTo>
                <a:cubicBezTo>
                  <a:pt x="1313160" y="234668"/>
                  <a:pt x="1311958" y="233224"/>
                  <a:pt x="1311083" y="231580"/>
                </a:cubicBezTo>
                <a:cubicBezTo>
                  <a:pt x="1310121" y="229977"/>
                  <a:pt x="1311083" y="227651"/>
                  <a:pt x="1311805" y="227651"/>
                </a:cubicBezTo>
                <a:cubicBezTo>
                  <a:pt x="1312807" y="227483"/>
                  <a:pt x="1313649" y="226817"/>
                  <a:pt x="1314050" y="225887"/>
                </a:cubicBezTo>
                <a:cubicBezTo>
                  <a:pt x="1314427" y="223874"/>
                  <a:pt x="1314667" y="221838"/>
                  <a:pt x="1314772" y="219793"/>
                </a:cubicBezTo>
                <a:cubicBezTo>
                  <a:pt x="1314451" y="214027"/>
                  <a:pt x="1314451" y="208238"/>
                  <a:pt x="1314772" y="202473"/>
                </a:cubicBezTo>
                <a:cubicBezTo>
                  <a:pt x="1314860" y="200765"/>
                  <a:pt x="1314860" y="199049"/>
                  <a:pt x="1314772" y="197341"/>
                </a:cubicBezTo>
                <a:cubicBezTo>
                  <a:pt x="1315173" y="194759"/>
                  <a:pt x="1315766" y="192217"/>
                  <a:pt x="1316536" y="189723"/>
                </a:cubicBezTo>
                <a:cubicBezTo>
                  <a:pt x="1316207" y="188352"/>
                  <a:pt x="1315413" y="187133"/>
                  <a:pt x="1314291" y="186275"/>
                </a:cubicBezTo>
                <a:cubicBezTo>
                  <a:pt x="1313489" y="185794"/>
                  <a:pt x="1311565" y="183308"/>
                  <a:pt x="1309961" y="182586"/>
                </a:cubicBezTo>
                <a:cubicBezTo>
                  <a:pt x="1307290" y="182322"/>
                  <a:pt x="1304612" y="182322"/>
                  <a:pt x="1301942" y="182586"/>
                </a:cubicBezTo>
                <a:close/>
                <a:moveTo>
                  <a:pt x="1988340" y="171921"/>
                </a:moveTo>
                <a:cubicBezTo>
                  <a:pt x="1987378" y="171681"/>
                  <a:pt x="1986416" y="171440"/>
                  <a:pt x="1985695" y="172804"/>
                </a:cubicBezTo>
                <a:cubicBezTo>
                  <a:pt x="1985101" y="174736"/>
                  <a:pt x="1984179" y="176556"/>
                  <a:pt x="1982968" y="178176"/>
                </a:cubicBezTo>
                <a:cubicBezTo>
                  <a:pt x="1981838" y="180205"/>
                  <a:pt x="1980458" y="182089"/>
                  <a:pt x="1978878" y="183789"/>
                </a:cubicBezTo>
                <a:cubicBezTo>
                  <a:pt x="1975767" y="185802"/>
                  <a:pt x="1973210" y="188560"/>
                  <a:pt x="1971421" y="191808"/>
                </a:cubicBezTo>
                <a:cubicBezTo>
                  <a:pt x="1967212" y="191896"/>
                  <a:pt x="1963033" y="191102"/>
                  <a:pt x="1959153" y="189482"/>
                </a:cubicBezTo>
                <a:cubicBezTo>
                  <a:pt x="1956907" y="188360"/>
                  <a:pt x="1954261" y="185714"/>
                  <a:pt x="1952978" y="185714"/>
                </a:cubicBezTo>
                <a:cubicBezTo>
                  <a:pt x="1951815" y="185449"/>
                  <a:pt x="1950613" y="185449"/>
                  <a:pt x="1949450" y="185714"/>
                </a:cubicBezTo>
                <a:cubicBezTo>
                  <a:pt x="1948087" y="185794"/>
                  <a:pt x="1946964" y="185072"/>
                  <a:pt x="1945761" y="185072"/>
                </a:cubicBezTo>
                <a:cubicBezTo>
                  <a:pt x="1944527" y="185513"/>
                  <a:pt x="1943268" y="185890"/>
                  <a:pt x="1941993" y="186195"/>
                </a:cubicBezTo>
                <a:cubicBezTo>
                  <a:pt x="1940253" y="186379"/>
                  <a:pt x="1938809" y="187622"/>
                  <a:pt x="1938384" y="189322"/>
                </a:cubicBezTo>
                <a:cubicBezTo>
                  <a:pt x="1937021" y="192401"/>
                  <a:pt x="1937558" y="195985"/>
                  <a:pt x="1939747" y="198543"/>
                </a:cubicBezTo>
                <a:cubicBezTo>
                  <a:pt x="1941592" y="199987"/>
                  <a:pt x="1941672" y="201671"/>
                  <a:pt x="1942955" y="203114"/>
                </a:cubicBezTo>
                <a:cubicBezTo>
                  <a:pt x="1943693" y="203940"/>
                  <a:pt x="1944679" y="204501"/>
                  <a:pt x="1945761" y="204718"/>
                </a:cubicBezTo>
                <a:cubicBezTo>
                  <a:pt x="1946900" y="204942"/>
                  <a:pt x="1948023" y="205239"/>
                  <a:pt x="1949130" y="205600"/>
                </a:cubicBezTo>
                <a:lnTo>
                  <a:pt x="1951374" y="206883"/>
                </a:lnTo>
                <a:cubicBezTo>
                  <a:pt x="1952177" y="207364"/>
                  <a:pt x="1954662" y="207364"/>
                  <a:pt x="1954341" y="208406"/>
                </a:cubicBezTo>
                <a:cubicBezTo>
                  <a:pt x="1954021" y="209449"/>
                  <a:pt x="1951856" y="211053"/>
                  <a:pt x="1950813" y="211774"/>
                </a:cubicBezTo>
                <a:cubicBezTo>
                  <a:pt x="1947654" y="214797"/>
                  <a:pt x="1943845" y="217051"/>
                  <a:pt x="1939667" y="218349"/>
                </a:cubicBezTo>
                <a:cubicBezTo>
                  <a:pt x="1932338" y="220563"/>
                  <a:pt x="1924897" y="222383"/>
                  <a:pt x="1917375" y="223802"/>
                </a:cubicBezTo>
                <a:cubicBezTo>
                  <a:pt x="1916653" y="223802"/>
                  <a:pt x="1915290" y="223802"/>
                  <a:pt x="1914649" y="223802"/>
                </a:cubicBezTo>
                <a:cubicBezTo>
                  <a:pt x="1913190" y="224075"/>
                  <a:pt x="1911714" y="224259"/>
                  <a:pt x="1910239" y="224363"/>
                </a:cubicBezTo>
                <a:cubicBezTo>
                  <a:pt x="1908282" y="224764"/>
                  <a:pt x="1906262" y="224764"/>
                  <a:pt x="1904305" y="224363"/>
                </a:cubicBezTo>
                <a:lnTo>
                  <a:pt x="1904305" y="224043"/>
                </a:lnTo>
                <a:cubicBezTo>
                  <a:pt x="1901819" y="223562"/>
                  <a:pt x="1900135" y="224283"/>
                  <a:pt x="1900376" y="225005"/>
                </a:cubicBezTo>
                <a:cubicBezTo>
                  <a:pt x="1900616" y="225727"/>
                  <a:pt x="1901739" y="226689"/>
                  <a:pt x="1902781" y="227812"/>
                </a:cubicBezTo>
                <a:cubicBezTo>
                  <a:pt x="1903824" y="228934"/>
                  <a:pt x="1902300" y="231260"/>
                  <a:pt x="1902781" y="232462"/>
                </a:cubicBezTo>
                <a:cubicBezTo>
                  <a:pt x="1903262" y="233665"/>
                  <a:pt x="1903102" y="235109"/>
                  <a:pt x="1903904" y="235830"/>
                </a:cubicBezTo>
                <a:cubicBezTo>
                  <a:pt x="1905115" y="236520"/>
                  <a:pt x="1906454" y="236985"/>
                  <a:pt x="1907833" y="237193"/>
                </a:cubicBezTo>
                <a:cubicBezTo>
                  <a:pt x="1910191" y="238051"/>
                  <a:pt x="1912604" y="238749"/>
                  <a:pt x="1915050" y="239278"/>
                </a:cubicBezTo>
                <a:cubicBezTo>
                  <a:pt x="1916975" y="239278"/>
                  <a:pt x="1922026" y="239278"/>
                  <a:pt x="1924111" y="239278"/>
                </a:cubicBezTo>
                <a:cubicBezTo>
                  <a:pt x="1928273" y="240064"/>
                  <a:pt x="1932539" y="240064"/>
                  <a:pt x="1936700" y="239278"/>
                </a:cubicBezTo>
                <a:cubicBezTo>
                  <a:pt x="1942875" y="237354"/>
                  <a:pt x="1946483" y="237113"/>
                  <a:pt x="1950893" y="235750"/>
                </a:cubicBezTo>
                <a:cubicBezTo>
                  <a:pt x="1955304" y="234387"/>
                  <a:pt x="1961718" y="228213"/>
                  <a:pt x="1962601" y="229816"/>
                </a:cubicBezTo>
                <a:cubicBezTo>
                  <a:pt x="1963483" y="231420"/>
                  <a:pt x="1964686" y="237675"/>
                  <a:pt x="1967091" y="242967"/>
                </a:cubicBezTo>
                <a:cubicBezTo>
                  <a:pt x="1967765" y="245228"/>
                  <a:pt x="1968302" y="247537"/>
                  <a:pt x="1968695" y="249863"/>
                </a:cubicBezTo>
                <a:cubicBezTo>
                  <a:pt x="1969000" y="253928"/>
                  <a:pt x="1969561" y="257978"/>
                  <a:pt x="1970379" y="261971"/>
                </a:cubicBezTo>
                <a:cubicBezTo>
                  <a:pt x="1972359" y="266245"/>
                  <a:pt x="1972359" y="271169"/>
                  <a:pt x="1970379" y="275443"/>
                </a:cubicBezTo>
                <a:cubicBezTo>
                  <a:pt x="1970411" y="277295"/>
                  <a:pt x="1971221" y="279043"/>
                  <a:pt x="1972624" y="280254"/>
                </a:cubicBezTo>
                <a:cubicBezTo>
                  <a:pt x="1974308" y="281938"/>
                  <a:pt x="1977115" y="282018"/>
                  <a:pt x="1978718" y="284985"/>
                </a:cubicBezTo>
                <a:cubicBezTo>
                  <a:pt x="1979769" y="286276"/>
                  <a:pt x="1981044" y="287358"/>
                  <a:pt x="1982487" y="288192"/>
                </a:cubicBezTo>
                <a:cubicBezTo>
                  <a:pt x="1984251" y="289555"/>
                  <a:pt x="1986336" y="290117"/>
                  <a:pt x="1987378" y="290918"/>
                </a:cubicBezTo>
                <a:cubicBezTo>
                  <a:pt x="1988814" y="292001"/>
                  <a:pt x="1990313" y="292995"/>
                  <a:pt x="1991869" y="293885"/>
                </a:cubicBezTo>
                <a:cubicBezTo>
                  <a:pt x="1992510" y="294126"/>
                  <a:pt x="1993312" y="294848"/>
                  <a:pt x="1994194" y="294687"/>
                </a:cubicBezTo>
                <a:cubicBezTo>
                  <a:pt x="1995076" y="294527"/>
                  <a:pt x="1996359" y="294126"/>
                  <a:pt x="1997242" y="294126"/>
                </a:cubicBezTo>
                <a:cubicBezTo>
                  <a:pt x="1999334" y="295064"/>
                  <a:pt x="2001724" y="295064"/>
                  <a:pt x="2003816" y="294126"/>
                </a:cubicBezTo>
                <a:cubicBezTo>
                  <a:pt x="2005100" y="293645"/>
                  <a:pt x="2005661" y="291801"/>
                  <a:pt x="2006142" y="291079"/>
                </a:cubicBezTo>
                <a:cubicBezTo>
                  <a:pt x="2006623" y="290357"/>
                  <a:pt x="2008467" y="290437"/>
                  <a:pt x="2008467" y="289315"/>
                </a:cubicBezTo>
                <a:cubicBezTo>
                  <a:pt x="2008467" y="288192"/>
                  <a:pt x="2006944" y="287150"/>
                  <a:pt x="2006222" y="286187"/>
                </a:cubicBezTo>
                <a:cubicBezTo>
                  <a:pt x="2003256" y="282659"/>
                  <a:pt x="2001411" y="280494"/>
                  <a:pt x="1999326" y="278169"/>
                </a:cubicBezTo>
                <a:cubicBezTo>
                  <a:pt x="1998524" y="277207"/>
                  <a:pt x="1997963" y="274881"/>
                  <a:pt x="1996921" y="273438"/>
                </a:cubicBezTo>
                <a:cubicBezTo>
                  <a:pt x="1995445" y="271914"/>
                  <a:pt x="1994130" y="270254"/>
                  <a:pt x="1992991" y="268466"/>
                </a:cubicBezTo>
                <a:cubicBezTo>
                  <a:pt x="1991556" y="264561"/>
                  <a:pt x="1989760" y="260800"/>
                  <a:pt x="1987619" y="257240"/>
                </a:cubicBezTo>
                <a:cubicBezTo>
                  <a:pt x="1985053" y="253391"/>
                  <a:pt x="1985695" y="245372"/>
                  <a:pt x="1984572" y="242486"/>
                </a:cubicBezTo>
                <a:cubicBezTo>
                  <a:pt x="1982094" y="236488"/>
                  <a:pt x="1980474" y="230169"/>
                  <a:pt x="1979760" y="223722"/>
                </a:cubicBezTo>
                <a:cubicBezTo>
                  <a:pt x="1979632" y="221485"/>
                  <a:pt x="1980515" y="219304"/>
                  <a:pt x="1982166" y="217788"/>
                </a:cubicBezTo>
                <a:cubicBezTo>
                  <a:pt x="1983449" y="216850"/>
                  <a:pt x="1984892" y="216144"/>
                  <a:pt x="1986416" y="215703"/>
                </a:cubicBezTo>
                <a:cubicBezTo>
                  <a:pt x="1989351" y="215784"/>
                  <a:pt x="1992262" y="216241"/>
                  <a:pt x="1995076" y="217067"/>
                </a:cubicBezTo>
                <a:cubicBezTo>
                  <a:pt x="1996600" y="217548"/>
                  <a:pt x="1998204" y="218349"/>
                  <a:pt x="2000048" y="219151"/>
                </a:cubicBezTo>
                <a:cubicBezTo>
                  <a:pt x="2001836" y="219961"/>
                  <a:pt x="2003777" y="220370"/>
                  <a:pt x="2005741" y="220354"/>
                </a:cubicBezTo>
                <a:cubicBezTo>
                  <a:pt x="2008580" y="221004"/>
                  <a:pt x="2011483" y="221356"/>
                  <a:pt x="2014401" y="221397"/>
                </a:cubicBezTo>
                <a:cubicBezTo>
                  <a:pt x="2016326" y="220916"/>
                  <a:pt x="2017208" y="220194"/>
                  <a:pt x="2018651" y="220916"/>
                </a:cubicBezTo>
                <a:cubicBezTo>
                  <a:pt x="2020095" y="221637"/>
                  <a:pt x="2020415" y="221156"/>
                  <a:pt x="2021137" y="219873"/>
                </a:cubicBezTo>
                <a:cubicBezTo>
                  <a:pt x="2022420" y="216746"/>
                  <a:pt x="2023462" y="212416"/>
                  <a:pt x="2021137" y="210571"/>
                </a:cubicBezTo>
                <a:cubicBezTo>
                  <a:pt x="2018812" y="208727"/>
                  <a:pt x="2016807" y="207364"/>
                  <a:pt x="2016727" y="205760"/>
                </a:cubicBezTo>
                <a:cubicBezTo>
                  <a:pt x="2016647" y="204157"/>
                  <a:pt x="2011354" y="202633"/>
                  <a:pt x="2010472" y="202152"/>
                </a:cubicBezTo>
                <a:cubicBezTo>
                  <a:pt x="2009590" y="201671"/>
                  <a:pt x="2006704" y="202633"/>
                  <a:pt x="2004699" y="202633"/>
                </a:cubicBezTo>
                <a:cubicBezTo>
                  <a:pt x="2003280" y="202537"/>
                  <a:pt x="2001884" y="202264"/>
                  <a:pt x="2000529" y="201831"/>
                </a:cubicBezTo>
                <a:cubicBezTo>
                  <a:pt x="1999326" y="201430"/>
                  <a:pt x="1996840" y="201430"/>
                  <a:pt x="1996840" y="201430"/>
                </a:cubicBezTo>
                <a:cubicBezTo>
                  <a:pt x="1995878" y="201486"/>
                  <a:pt x="1994924" y="201230"/>
                  <a:pt x="1994114" y="200708"/>
                </a:cubicBezTo>
                <a:cubicBezTo>
                  <a:pt x="1993473" y="200147"/>
                  <a:pt x="1996199" y="197822"/>
                  <a:pt x="1996199" y="197341"/>
                </a:cubicBezTo>
                <a:cubicBezTo>
                  <a:pt x="1998605" y="195336"/>
                  <a:pt x="2000770" y="193732"/>
                  <a:pt x="2001972" y="192850"/>
                </a:cubicBezTo>
                <a:cubicBezTo>
                  <a:pt x="2003175" y="191968"/>
                  <a:pt x="2002373" y="191006"/>
                  <a:pt x="2003175" y="189322"/>
                </a:cubicBezTo>
                <a:cubicBezTo>
                  <a:pt x="2003977" y="187638"/>
                  <a:pt x="2005100" y="187157"/>
                  <a:pt x="2003977" y="185473"/>
                </a:cubicBezTo>
                <a:cubicBezTo>
                  <a:pt x="2002558" y="183589"/>
                  <a:pt x="2001716" y="181335"/>
                  <a:pt x="2001571" y="178978"/>
                </a:cubicBezTo>
                <a:cubicBezTo>
                  <a:pt x="2001571" y="178096"/>
                  <a:pt x="1996680" y="176171"/>
                  <a:pt x="1995878" y="175369"/>
                </a:cubicBezTo>
                <a:cubicBezTo>
                  <a:pt x="1995076" y="174568"/>
                  <a:pt x="1993152" y="175129"/>
                  <a:pt x="1992190" y="174568"/>
                </a:cubicBezTo>
                <a:cubicBezTo>
                  <a:pt x="1991228" y="174006"/>
                  <a:pt x="1991468" y="172804"/>
                  <a:pt x="1988340" y="171921"/>
                </a:cubicBezTo>
                <a:close/>
                <a:moveTo>
                  <a:pt x="1463598" y="159492"/>
                </a:moveTo>
                <a:lnTo>
                  <a:pt x="1463839" y="159813"/>
                </a:lnTo>
                <a:lnTo>
                  <a:pt x="1463657" y="159603"/>
                </a:lnTo>
                <a:close/>
                <a:moveTo>
                  <a:pt x="1272273" y="144257"/>
                </a:moveTo>
                <a:cubicBezTo>
                  <a:pt x="1271230" y="143856"/>
                  <a:pt x="1269627" y="145299"/>
                  <a:pt x="1268183" y="145299"/>
                </a:cubicBezTo>
                <a:cubicBezTo>
                  <a:pt x="1266740" y="145299"/>
                  <a:pt x="1266259" y="144738"/>
                  <a:pt x="1265297" y="145299"/>
                </a:cubicBezTo>
                <a:cubicBezTo>
                  <a:pt x="1264102" y="146141"/>
                  <a:pt x="1262843" y="146895"/>
                  <a:pt x="1261528" y="147545"/>
                </a:cubicBezTo>
                <a:cubicBezTo>
                  <a:pt x="1260446" y="147970"/>
                  <a:pt x="1259403" y="148483"/>
                  <a:pt x="1258401" y="149068"/>
                </a:cubicBezTo>
                <a:cubicBezTo>
                  <a:pt x="1257037" y="149950"/>
                  <a:pt x="1257037" y="150832"/>
                  <a:pt x="1256476" y="151474"/>
                </a:cubicBezTo>
                <a:cubicBezTo>
                  <a:pt x="1255915" y="152115"/>
                  <a:pt x="1254471" y="152757"/>
                  <a:pt x="1254071" y="153238"/>
                </a:cubicBezTo>
                <a:cubicBezTo>
                  <a:pt x="1253670" y="153719"/>
                  <a:pt x="1253670" y="154922"/>
                  <a:pt x="1252146" y="155884"/>
                </a:cubicBezTo>
                <a:cubicBezTo>
                  <a:pt x="1250623" y="156846"/>
                  <a:pt x="1248618" y="157087"/>
                  <a:pt x="1248137" y="159252"/>
                </a:cubicBezTo>
                <a:cubicBezTo>
                  <a:pt x="1247792" y="160294"/>
                  <a:pt x="1248001" y="161449"/>
                  <a:pt x="1248698" y="162299"/>
                </a:cubicBezTo>
                <a:cubicBezTo>
                  <a:pt x="1249901" y="163261"/>
                  <a:pt x="1255594" y="165907"/>
                  <a:pt x="1256075" y="167832"/>
                </a:cubicBezTo>
                <a:cubicBezTo>
                  <a:pt x="1256436" y="168955"/>
                  <a:pt x="1256701" y="170109"/>
                  <a:pt x="1256877" y="171280"/>
                </a:cubicBezTo>
                <a:cubicBezTo>
                  <a:pt x="1257439" y="172643"/>
                  <a:pt x="1257439" y="173124"/>
                  <a:pt x="1257439" y="174167"/>
                </a:cubicBezTo>
                <a:cubicBezTo>
                  <a:pt x="1257398" y="175177"/>
                  <a:pt x="1257711" y="176171"/>
                  <a:pt x="1258320" y="176973"/>
                </a:cubicBezTo>
                <a:cubicBezTo>
                  <a:pt x="1259387" y="177478"/>
                  <a:pt x="1260622" y="177478"/>
                  <a:pt x="1261688" y="176973"/>
                </a:cubicBezTo>
                <a:cubicBezTo>
                  <a:pt x="1262811" y="176332"/>
                  <a:pt x="1264174" y="175931"/>
                  <a:pt x="1264655" y="176332"/>
                </a:cubicBezTo>
                <a:cubicBezTo>
                  <a:pt x="1265136" y="176733"/>
                  <a:pt x="1266179" y="176733"/>
                  <a:pt x="1266419" y="178417"/>
                </a:cubicBezTo>
                <a:cubicBezTo>
                  <a:pt x="1266660" y="180101"/>
                  <a:pt x="1265617" y="180822"/>
                  <a:pt x="1264174" y="182586"/>
                </a:cubicBezTo>
                <a:cubicBezTo>
                  <a:pt x="1262731" y="184350"/>
                  <a:pt x="1257679" y="189081"/>
                  <a:pt x="1257198" y="190605"/>
                </a:cubicBezTo>
                <a:cubicBezTo>
                  <a:pt x="1256717" y="192129"/>
                  <a:pt x="1254552" y="192369"/>
                  <a:pt x="1253028" y="193973"/>
                </a:cubicBezTo>
                <a:cubicBezTo>
                  <a:pt x="1250061" y="197116"/>
                  <a:pt x="1246878" y="200035"/>
                  <a:pt x="1243486" y="202713"/>
                </a:cubicBezTo>
                <a:cubicBezTo>
                  <a:pt x="1242363" y="203515"/>
                  <a:pt x="1240679" y="206562"/>
                  <a:pt x="1239878" y="206963"/>
                </a:cubicBezTo>
                <a:cubicBezTo>
                  <a:pt x="1239076" y="207364"/>
                  <a:pt x="1237712" y="206321"/>
                  <a:pt x="1237071" y="206963"/>
                </a:cubicBezTo>
                <a:lnTo>
                  <a:pt x="1237071" y="206642"/>
                </a:lnTo>
                <a:cubicBezTo>
                  <a:pt x="1234569" y="209240"/>
                  <a:pt x="1232581" y="212287"/>
                  <a:pt x="1231217" y="215623"/>
                </a:cubicBezTo>
                <a:cubicBezTo>
                  <a:pt x="1231049" y="216746"/>
                  <a:pt x="1231370" y="217884"/>
                  <a:pt x="1232099" y="218750"/>
                </a:cubicBezTo>
                <a:cubicBezTo>
                  <a:pt x="1233222" y="220354"/>
                  <a:pt x="1234425" y="221798"/>
                  <a:pt x="1234425" y="222199"/>
                </a:cubicBezTo>
                <a:cubicBezTo>
                  <a:pt x="1235146" y="223963"/>
                  <a:pt x="1236510" y="225887"/>
                  <a:pt x="1237953" y="225727"/>
                </a:cubicBezTo>
                <a:cubicBezTo>
                  <a:pt x="1239396" y="225566"/>
                  <a:pt x="1239958" y="224043"/>
                  <a:pt x="1242123" y="223642"/>
                </a:cubicBezTo>
                <a:cubicBezTo>
                  <a:pt x="1244288" y="223241"/>
                  <a:pt x="1243967" y="224604"/>
                  <a:pt x="1245170" y="223642"/>
                </a:cubicBezTo>
                <a:cubicBezTo>
                  <a:pt x="1246373" y="222680"/>
                  <a:pt x="1246934" y="221397"/>
                  <a:pt x="1246934" y="220515"/>
                </a:cubicBezTo>
                <a:cubicBezTo>
                  <a:pt x="1247616" y="219432"/>
                  <a:pt x="1248450" y="218462"/>
                  <a:pt x="1249420" y="217628"/>
                </a:cubicBezTo>
                <a:cubicBezTo>
                  <a:pt x="1250783" y="216666"/>
                  <a:pt x="1252467" y="215784"/>
                  <a:pt x="1252467" y="214501"/>
                </a:cubicBezTo>
                <a:cubicBezTo>
                  <a:pt x="1253108" y="213907"/>
                  <a:pt x="1253838" y="213418"/>
                  <a:pt x="1254632" y="213057"/>
                </a:cubicBezTo>
                <a:cubicBezTo>
                  <a:pt x="1255690" y="212648"/>
                  <a:pt x="1256644" y="212023"/>
                  <a:pt x="1257439" y="211213"/>
                </a:cubicBezTo>
                <a:cubicBezTo>
                  <a:pt x="1258288" y="210219"/>
                  <a:pt x="1259195" y="209280"/>
                  <a:pt x="1260165" y="208406"/>
                </a:cubicBezTo>
                <a:cubicBezTo>
                  <a:pt x="1261247" y="207893"/>
                  <a:pt x="1262185" y="207123"/>
                  <a:pt x="1262891" y="206161"/>
                </a:cubicBezTo>
                <a:cubicBezTo>
                  <a:pt x="1263613" y="205119"/>
                  <a:pt x="1265216" y="204397"/>
                  <a:pt x="1265938" y="203194"/>
                </a:cubicBezTo>
                <a:cubicBezTo>
                  <a:pt x="1266660" y="201991"/>
                  <a:pt x="1268344" y="201430"/>
                  <a:pt x="1269146" y="199907"/>
                </a:cubicBezTo>
                <a:cubicBezTo>
                  <a:pt x="1269948" y="198383"/>
                  <a:pt x="1272433" y="198223"/>
                  <a:pt x="1272433" y="196539"/>
                </a:cubicBezTo>
                <a:cubicBezTo>
                  <a:pt x="1276114" y="192289"/>
                  <a:pt x="1280083" y="188304"/>
                  <a:pt x="1284301" y="184591"/>
                </a:cubicBezTo>
                <a:cubicBezTo>
                  <a:pt x="1285921" y="182658"/>
                  <a:pt x="1287428" y="180622"/>
                  <a:pt x="1288791" y="178497"/>
                </a:cubicBezTo>
                <a:cubicBezTo>
                  <a:pt x="1290395" y="177134"/>
                  <a:pt x="1292320" y="176893"/>
                  <a:pt x="1293041" y="176171"/>
                </a:cubicBezTo>
                <a:cubicBezTo>
                  <a:pt x="1294035" y="174704"/>
                  <a:pt x="1295166" y="173341"/>
                  <a:pt x="1296409" y="172082"/>
                </a:cubicBezTo>
                <a:cubicBezTo>
                  <a:pt x="1297211" y="171120"/>
                  <a:pt x="1298975" y="169115"/>
                  <a:pt x="1299937" y="168233"/>
                </a:cubicBezTo>
                <a:lnTo>
                  <a:pt x="1304267" y="164865"/>
                </a:lnTo>
                <a:cubicBezTo>
                  <a:pt x="1305069" y="164384"/>
                  <a:pt x="1309159" y="161417"/>
                  <a:pt x="1309880" y="160856"/>
                </a:cubicBezTo>
                <a:cubicBezTo>
                  <a:pt x="1312046" y="159813"/>
                  <a:pt x="1314050" y="160615"/>
                  <a:pt x="1314050" y="159813"/>
                </a:cubicBezTo>
                <a:cubicBezTo>
                  <a:pt x="1315173" y="157488"/>
                  <a:pt x="1317979" y="152115"/>
                  <a:pt x="1317178" y="150431"/>
                </a:cubicBezTo>
                <a:cubicBezTo>
                  <a:pt x="1316376" y="148747"/>
                  <a:pt x="1315654" y="147464"/>
                  <a:pt x="1315173" y="146663"/>
                </a:cubicBezTo>
                <a:cubicBezTo>
                  <a:pt x="1314491" y="145949"/>
                  <a:pt x="1313489" y="145644"/>
                  <a:pt x="1312527" y="145861"/>
                </a:cubicBezTo>
                <a:cubicBezTo>
                  <a:pt x="1310634" y="146470"/>
                  <a:pt x="1308565" y="146117"/>
                  <a:pt x="1306994" y="144899"/>
                </a:cubicBezTo>
                <a:cubicBezTo>
                  <a:pt x="1306192" y="144257"/>
                  <a:pt x="1304829" y="145139"/>
                  <a:pt x="1303466" y="145700"/>
                </a:cubicBezTo>
                <a:cubicBezTo>
                  <a:pt x="1302103" y="146262"/>
                  <a:pt x="1300499" y="145700"/>
                  <a:pt x="1299777" y="146262"/>
                </a:cubicBezTo>
                <a:cubicBezTo>
                  <a:pt x="1297708" y="147954"/>
                  <a:pt x="1295776" y="149798"/>
                  <a:pt x="1294004" y="151795"/>
                </a:cubicBezTo>
                <a:cubicBezTo>
                  <a:pt x="1292480" y="153559"/>
                  <a:pt x="1284942" y="160535"/>
                  <a:pt x="1283900" y="161577"/>
                </a:cubicBezTo>
                <a:cubicBezTo>
                  <a:pt x="1282858" y="162620"/>
                  <a:pt x="1282056" y="161257"/>
                  <a:pt x="1282056" y="159974"/>
                </a:cubicBezTo>
                <a:cubicBezTo>
                  <a:pt x="1283579" y="156526"/>
                  <a:pt x="1284622" y="156285"/>
                  <a:pt x="1282056" y="151955"/>
                </a:cubicBezTo>
                <a:cubicBezTo>
                  <a:pt x="1279490" y="147625"/>
                  <a:pt x="1276683" y="148186"/>
                  <a:pt x="1275801" y="147625"/>
                </a:cubicBezTo>
                <a:cubicBezTo>
                  <a:pt x="1274919" y="147064"/>
                  <a:pt x="1273315" y="144658"/>
                  <a:pt x="1272273" y="144257"/>
                </a:cubicBezTo>
                <a:close/>
                <a:moveTo>
                  <a:pt x="1526024" y="121604"/>
                </a:moveTo>
                <a:cubicBezTo>
                  <a:pt x="1526778" y="121628"/>
                  <a:pt x="1527371" y="122254"/>
                  <a:pt x="1527347" y="123007"/>
                </a:cubicBezTo>
                <a:cubicBezTo>
                  <a:pt x="1527515" y="125148"/>
                  <a:pt x="1526689" y="127249"/>
                  <a:pt x="1525102" y="128701"/>
                </a:cubicBezTo>
                <a:cubicBezTo>
                  <a:pt x="1523562" y="129174"/>
                  <a:pt x="1521910" y="129174"/>
                  <a:pt x="1520371" y="128701"/>
                </a:cubicBezTo>
                <a:cubicBezTo>
                  <a:pt x="1519841" y="127955"/>
                  <a:pt x="1519593" y="127049"/>
                  <a:pt x="1519649" y="126135"/>
                </a:cubicBezTo>
                <a:cubicBezTo>
                  <a:pt x="1519601" y="125100"/>
                  <a:pt x="1519913" y="124082"/>
                  <a:pt x="1520531" y="123248"/>
                </a:cubicBezTo>
                <a:cubicBezTo>
                  <a:pt x="1522207" y="122599"/>
                  <a:pt x="1523915" y="122061"/>
                  <a:pt x="1525663" y="121644"/>
                </a:cubicBezTo>
                <a:cubicBezTo>
                  <a:pt x="1525783" y="121612"/>
                  <a:pt x="1525903" y="121604"/>
                  <a:pt x="1526024" y="121604"/>
                </a:cubicBezTo>
                <a:close/>
                <a:moveTo>
                  <a:pt x="1540658" y="114908"/>
                </a:moveTo>
                <a:cubicBezTo>
                  <a:pt x="1541379" y="114347"/>
                  <a:pt x="1542983" y="114026"/>
                  <a:pt x="1543384" y="115470"/>
                </a:cubicBezTo>
                <a:cubicBezTo>
                  <a:pt x="1543649" y="116600"/>
                  <a:pt x="1543785" y="117755"/>
                  <a:pt x="1543785" y="118918"/>
                </a:cubicBezTo>
                <a:cubicBezTo>
                  <a:pt x="1543135" y="120874"/>
                  <a:pt x="1541580" y="122390"/>
                  <a:pt x="1539615" y="123007"/>
                </a:cubicBezTo>
                <a:cubicBezTo>
                  <a:pt x="1539054" y="123248"/>
                  <a:pt x="1536728" y="121884"/>
                  <a:pt x="1536728" y="121002"/>
                </a:cubicBezTo>
                <a:cubicBezTo>
                  <a:pt x="1536728" y="120120"/>
                  <a:pt x="1534724" y="116913"/>
                  <a:pt x="1536728" y="116833"/>
                </a:cubicBezTo>
                <a:cubicBezTo>
                  <a:pt x="1538733" y="116752"/>
                  <a:pt x="1539455" y="115470"/>
                  <a:pt x="1540658" y="114908"/>
                </a:cubicBezTo>
                <a:close/>
                <a:moveTo>
                  <a:pt x="1521654" y="104323"/>
                </a:moveTo>
                <a:cubicBezTo>
                  <a:pt x="1524460" y="103281"/>
                  <a:pt x="1525502" y="105045"/>
                  <a:pt x="1525583" y="107691"/>
                </a:cubicBezTo>
                <a:cubicBezTo>
                  <a:pt x="1525663" y="110337"/>
                  <a:pt x="1522936" y="111380"/>
                  <a:pt x="1521012" y="113384"/>
                </a:cubicBezTo>
                <a:cubicBezTo>
                  <a:pt x="1520050" y="114347"/>
                  <a:pt x="1520050" y="113384"/>
                  <a:pt x="1518927" y="112502"/>
                </a:cubicBezTo>
                <a:cubicBezTo>
                  <a:pt x="1517804" y="111620"/>
                  <a:pt x="1517804" y="109455"/>
                  <a:pt x="1517804" y="108092"/>
                </a:cubicBezTo>
                <a:cubicBezTo>
                  <a:pt x="1517243" y="104965"/>
                  <a:pt x="1520932" y="105606"/>
                  <a:pt x="1521654" y="104323"/>
                </a:cubicBezTo>
                <a:close/>
                <a:moveTo>
                  <a:pt x="1746979" y="101036"/>
                </a:moveTo>
                <a:cubicBezTo>
                  <a:pt x="1744573" y="101598"/>
                  <a:pt x="1742408" y="101197"/>
                  <a:pt x="1741686" y="103683"/>
                </a:cubicBezTo>
                <a:cubicBezTo>
                  <a:pt x="1741446" y="104565"/>
                  <a:pt x="1740884" y="107772"/>
                  <a:pt x="1740884" y="108734"/>
                </a:cubicBezTo>
                <a:cubicBezTo>
                  <a:pt x="1740524" y="110506"/>
                  <a:pt x="1740524" y="112335"/>
                  <a:pt x="1740884" y="114107"/>
                </a:cubicBezTo>
                <a:cubicBezTo>
                  <a:pt x="1742143" y="116304"/>
                  <a:pt x="1742801" y="118790"/>
                  <a:pt x="1742809" y="121324"/>
                </a:cubicBezTo>
                <a:cubicBezTo>
                  <a:pt x="1742488" y="123809"/>
                  <a:pt x="1741606" y="125974"/>
                  <a:pt x="1743209" y="127097"/>
                </a:cubicBezTo>
                <a:cubicBezTo>
                  <a:pt x="1745062" y="127963"/>
                  <a:pt x="1747107" y="128324"/>
                  <a:pt x="1749144" y="128139"/>
                </a:cubicBezTo>
                <a:cubicBezTo>
                  <a:pt x="1750715" y="128043"/>
                  <a:pt x="1752303" y="128043"/>
                  <a:pt x="1753874" y="128139"/>
                </a:cubicBezTo>
                <a:cubicBezTo>
                  <a:pt x="1754756" y="128701"/>
                  <a:pt x="1754356" y="130786"/>
                  <a:pt x="1753874" y="132550"/>
                </a:cubicBezTo>
                <a:cubicBezTo>
                  <a:pt x="1753450" y="134362"/>
                  <a:pt x="1752688" y="136078"/>
                  <a:pt x="1751629" y="137602"/>
                </a:cubicBezTo>
                <a:cubicBezTo>
                  <a:pt x="1749625" y="140809"/>
                  <a:pt x="1746578" y="149950"/>
                  <a:pt x="1738559" y="151073"/>
                </a:cubicBezTo>
                <a:cubicBezTo>
                  <a:pt x="1734550" y="151554"/>
                  <a:pt x="1729097" y="152997"/>
                  <a:pt x="1725569" y="152997"/>
                </a:cubicBezTo>
                <a:cubicBezTo>
                  <a:pt x="1724366" y="152997"/>
                  <a:pt x="1722361" y="152997"/>
                  <a:pt x="1721078" y="152997"/>
                </a:cubicBezTo>
                <a:cubicBezTo>
                  <a:pt x="1717309" y="153318"/>
                  <a:pt x="1711055" y="154361"/>
                  <a:pt x="1709291" y="154361"/>
                </a:cubicBezTo>
                <a:cubicBezTo>
                  <a:pt x="1707527" y="154361"/>
                  <a:pt x="1705201" y="152596"/>
                  <a:pt x="1704239" y="152596"/>
                </a:cubicBezTo>
                <a:cubicBezTo>
                  <a:pt x="1700751" y="152588"/>
                  <a:pt x="1697319" y="153503"/>
                  <a:pt x="1694296" y="155243"/>
                </a:cubicBezTo>
                <a:cubicBezTo>
                  <a:pt x="1694480" y="157159"/>
                  <a:pt x="1694175" y="159092"/>
                  <a:pt x="1693414" y="160856"/>
                </a:cubicBezTo>
                <a:lnTo>
                  <a:pt x="1693414" y="160535"/>
                </a:lnTo>
                <a:cubicBezTo>
                  <a:pt x="1692532" y="162059"/>
                  <a:pt x="1691986" y="163750"/>
                  <a:pt x="1691810" y="165506"/>
                </a:cubicBezTo>
                <a:cubicBezTo>
                  <a:pt x="1694216" y="169355"/>
                  <a:pt x="1697102" y="174728"/>
                  <a:pt x="1697985" y="175129"/>
                </a:cubicBezTo>
                <a:cubicBezTo>
                  <a:pt x="1698866" y="175530"/>
                  <a:pt x="1712979" y="173044"/>
                  <a:pt x="1720998" y="172403"/>
                </a:cubicBezTo>
                <a:cubicBezTo>
                  <a:pt x="1727044" y="171970"/>
                  <a:pt x="1733122" y="172210"/>
                  <a:pt x="1739120" y="173124"/>
                </a:cubicBezTo>
                <a:cubicBezTo>
                  <a:pt x="1741927" y="173605"/>
                  <a:pt x="1746177" y="175450"/>
                  <a:pt x="1748823" y="175770"/>
                </a:cubicBezTo>
                <a:cubicBezTo>
                  <a:pt x="1751469" y="176091"/>
                  <a:pt x="1755959" y="176652"/>
                  <a:pt x="1757643" y="176652"/>
                </a:cubicBezTo>
                <a:cubicBezTo>
                  <a:pt x="1760722" y="176677"/>
                  <a:pt x="1763786" y="177190"/>
                  <a:pt x="1766705" y="178176"/>
                </a:cubicBezTo>
                <a:cubicBezTo>
                  <a:pt x="1768388" y="178818"/>
                  <a:pt x="1772798" y="179299"/>
                  <a:pt x="1775445" y="180341"/>
                </a:cubicBezTo>
                <a:cubicBezTo>
                  <a:pt x="1778091" y="181383"/>
                  <a:pt x="1782662" y="182987"/>
                  <a:pt x="1784826" y="183548"/>
                </a:cubicBezTo>
                <a:cubicBezTo>
                  <a:pt x="1786992" y="184110"/>
                  <a:pt x="1788836" y="184030"/>
                  <a:pt x="1790761" y="184511"/>
                </a:cubicBezTo>
                <a:cubicBezTo>
                  <a:pt x="1792621" y="185208"/>
                  <a:pt x="1794441" y="186018"/>
                  <a:pt x="1796213" y="186916"/>
                </a:cubicBezTo>
                <a:cubicBezTo>
                  <a:pt x="1797095" y="187157"/>
                  <a:pt x="1798619" y="187237"/>
                  <a:pt x="1801505" y="187879"/>
                </a:cubicBezTo>
                <a:cubicBezTo>
                  <a:pt x="1802628" y="188119"/>
                  <a:pt x="1803911" y="186756"/>
                  <a:pt x="1804873" y="185794"/>
                </a:cubicBezTo>
                <a:cubicBezTo>
                  <a:pt x="1805796" y="185032"/>
                  <a:pt x="1806533" y="184070"/>
                  <a:pt x="1807038" y="182987"/>
                </a:cubicBezTo>
                <a:cubicBezTo>
                  <a:pt x="1807231" y="182306"/>
                  <a:pt x="1807231" y="181584"/>
                  <a:pt x="1807038" y="180902"/>
                </a:cubicBezTo>
                <a:cubicBezTo>
                  <a:pt x="1807038" y="180742"/>
                  <a:pt x="1807038" y="179860"/>
                  <a:pt x="1807038" y="179459"/>
                </a:cubicBezTo>
                <a:cubicBezTo>
                  <a:pt x="1807239" y="178208"/>
                  <a:pt x="1807239" y="176941"/>
                  <a:pt x="1807038" y="175690"/>
                </a:cubicBezTo>
                <a:cubicBezTo>
                  <a:pt x="1806637" y="172563"/>
                  <a:pt x="1804071" y="171280"/>
                  <a:pt x="1802708" y="169997"/>
                </a:cubicBezTo>
                <a:cubicBezTo>
                  <a:pt x="1801610" y="168818"/>
                  <a:pt x="1800431" y="167720"/>
                  <a:pt x="1799180" y="166709"/>
                </a:cubicBezTo>
                <a:cubicBezTo>
                  <a:pt x="1797937" y="165875"/>
                  <a:pt x="1796622" y="165146"/>
                  <a:pt x="1795251" y="164544"/>
                </a:cubicBezTo>
                <a:cubicBezTo>
                  <a:pt x="1793960" y="164256"/>
                  <a:pt x="1792645" y="164071"/>
                  <a:pt x="1791322" y="163983"/>
                </a:cubicBezTo>
                <a:cubicBezTo>
                  <a:pt x="1789878" y="163983"/>
                  <a:pt x="1788836" y="165025"/>
                  <a:pt x="1786911" y="164544"/>
                </a:cubicBezTo>
                <a:cubicBezTo>
                  <a:pt x="1781795" y="163085"/>
                  <a:pt x="1776608" y="161938"/>
                  <a:pt x="1771355" y="161096"/>
                </a:cubicBezTo>
                <a:cubicBezTo>
                  <a:pt x="1770393" y="159733"/>
                  <a:pt x="1771997" y="156365"/>
                  <a:pt x="1773039" y="152356"/>
                </a:cubicBezTo>
                <a:cubicBezTo>
                  <a:pt x="1773440" y="151233"/>
                  <a:pt x="1773681" y="149790"/>
                  <a:pt x="1774483" y="149229"/>
                </a:cubicBezTo>
                <a:cubicBezTo>
                  <a:pt x="1775276" y="148435"/>
                  <a:pt x="1775830" y="147432"/>
                  <a:pt x="1776086" y="146342"/>
                </a:cubicBezTo>
                <a:cubicBezTo>
                  <a:pt x="1776455" y="145267"/>
                  <a:pt x="1777120" y="144321"/>
                  <a:pt x="1778011" y="143616"/>
                </a:cubicBezTo>
                <a:cubicBezTo>
                  <a:pt x="1778941" y="142886"/>
                  <a:pt x="1779663" y="141916"/>
                  <a:pt x="1780096" y="140809"/>
                </a:cubicBezTo>
                <a:cubicBezTo>
                  <a:pt x="1781298" y="136319"/>
                  <a:pt x="1778812" y="137040"/>
                  <a:pt x="1780096" y="133271"/>
                </a:cubicBezTo>
                <a:cubicBezTo>
                  <a:pt x="1781378" y="129503"/>
                  <a:pt x="1785228" y="130305"/>
                  <a:pt x="1789959" y="129503"/>
                </a:cubicBezTo>
                <a:cubicBezTo>
                  <a:pt x="1791699" y="129286"/>
                  <a:pt x="1793366" y="128685"/>
                  <a:pt x="1794850" y="127739"/>
                </a:cubicBezTo>
                <a:cubicBezTo>
                  <a:pt x="1796815" y="126239"/>
                  <a:pt x="1799044" y="125116"/>
                  <a:pt x="1801425" y="124451"/>
                </a:cubicBezTo>
                <a:cubicBezTo>
                  <a:pt x="1805916" y="122767"/>
                  <a:pt x="1808722" y="123489"/>
                  <a:pt x="1809925" y="119800"/>
                </a:cubicBezTo>
                <a:cubicBezTo>
                  <a:pt x="1810166" y="119239"/>
                  <a:pt x="1808963" y="117635"/>
                  <a:pt x="1808963" y="116593"/>
                </a:cubicBezTo>
                <a:cubicBezTo>
                  <a:pt x="1809227" y="115133"/>
                  <a:pt x="1809227" y="113642"/>
                  <a:pt x="1808963" y="112182"/>
                </a:cubicBezTo>
                <a:cubicBezTo>
                  <a:pt x="1808241" y="110178"/>
                  <a:pt x="1806718" y="108895"/>
                  <a:pt x="1805756" y="106890"/>
                </a:cubicBezTo>
                <a:cubicBezTo>
                  <a:pt x="1805218" y="105799"/>
                  <a:pt x="1804312" y="104949"/>
                  <a:pt x="1803190" y="104484"/>
                </a:cubicBezTo>
                <a:cubicBezTo>
                  <a:pt x="1802227" y="104484"/>
                  <a:pt x="1801425" y="105046"/>
                  <a:pt x="1799581" y="104484"/>
                </a:cubicBezTo>
                <a:cubicBezTo>
                  <a:pt x="1798274" y="103995"/>
                  <a:pt x="1796871" y="103827"/>
                  <a:pt x="1795491" y="104003"/>
                </a:cubicBezTo>
                <a:cubicBezTo>
                  <a:pt x="1790416" y="105391"/>
                  <a:pt x="1785195" y="106200"/>
                  <a:pt x="1779935" y="106409"/>
                </a:cubicBezTo>
                <a:lnTo>
                  <a:pt x="1777449" y="106409"/>
                </a:lnTo>
                <a:lnTo>
                  <a:pt x="1773921" y="106409"/>
                </a:lnTo>
                <a:cubicBezTo>
                  <a:pt x="1767186" y="106249"/>
                  <a:pt x="1755238" y="104885"/>
                  <a:pt x="1754356" y="104885"/>
                </a:cubicBezTo>
                <a:cubicBezTo>
                  <a:pt x="1752030" y="103923"/>
                  <a:pt x="1747941" y="101036"/>
                  <a:pt x="1746979" y="101036"/>
                </a:cubicBezTo>
                <a:close/>
                <a:moveTo>
                  <a:pt x="1492947" y="95504"/>
                </a:moveTo>
                <a:cubicBezTo>
                  <a:pt x="1491664" y="96466"/>
                  <a:pt x="1490220" y="96867"/>
                  <a:pt x="1486612" y="96867"/>
                </a:cubicBezTo>
                <a:cubicBezTo>
                  <a:pt x="1479556" y="97508"/>
                  <a:pt x="1472499" y="106810"/>
                  <a:pt x="1465603" y="110819"/>
                </a:cubicBezTo>
                <a:cubicBezTo>
                  <a:pt x="1463927" y="111373"/>
                  <a:pt x="1462211" y="111797"/>
                  <a:pt x="1460471" y="112102"/>
                </a:cubicBezTo>
                <a:cubicBezTo>
                  <a:pt x="1459028" y="112744"/>
                  <a:pt x="1457183" y="113946"/>
                  <a:pt x="1456863" y="115069"/>
                </a:cubicBezTo>
                <a:cubicBezTo>
                  <a:pt x="1456542" y="116192"/>
                  <a:pt x="1456702" y="117475"/>
                  <a:pt x="1455420" y="118196"/>
                </a:cubicBezTo>
                <a:cubicBezTo>
                  <a:pt x="1454136" y="118918"/>
                  <a:pt x="1453094" y="119078"/>
                  <a:pt x="1453174" y="120041"/>
                </a:cubicBezTo>
                <a:cubicBezTo>
                  <a:pt x="1453254" y="121003"/>
                  <a:pt x="1453976" y="125012"/>
                  <a:pt x="1455179" y="125253"/>
                </a:cubicBezTo>
                <a:cubicBezTo>
                  <a:pt x="1456382" y="125493"/>
                  <a:pt x="1457264" y="125253"/>
                  <a:pt x="1457745" y="126456"/>
                </a:cubicBezTo>
                <a:cubicBezTo>
                  <a:pt x="1458226" y="127658"/>
                  <a:pt x="1459830" y="129182"/>
                  <a:pt x="1461033" y="129182"/>
                </a:cubicBezTo>
                <a:cubicBezTo>
                  <a:pt x="1462644" y="129326"/>
                  <a:pt x="1464240" y="129679"/>
                  <a:pt x="1465764" y="130224"/>
                </a:cubicBezTo>
                <a:cubicBezTo>
                  <a:pt x="1467287" y="130625"/>
                  <a:pt x="1470093" y="130786"/>
                  <a:pt x="1470093" y="133271"/>
                </a:cubicBezTo>
                <a:cubicBezTo>
                  <a:pt x="1470093" y="135757"/>
                  <a:pt x="1470976" y="139366"/>
                  <a:pt x="1470093" y="141290"/>
                </a:cubicBezTo>
                <a:cubicBezTo>
                  <a:pt x="1469212" y="143215"/>
                  <a:pt x="1466726" y="146021"/>
                  <a:pt x="1465764" y="146021"/>
                </a:cubicBezTo>
                <a:cubicBezTo>
                  <a:pt x="1464801" y="146021"/>
                  <a:pt x="1463117" y="146021"/>
                  <a:pt x="1462155" y="146021"/>
                </a:cubicBezTo>
                <a:cubicBezTo>
                  <a:pt x="1459340" y="146623"/>
                  <a:pt x="1457432" y="149253"/>
                  <a:pt x="1457745" y="152115"/>
                </a:cubicBezTo>
                <a:cubicBezTo>
                  <a:pt x="1457986" y="154040"/>
                  <a:pt x="1461754" y="157408"/>
                  <a:pt x="1461754" y="157408"/>
                </a:cubicBezTo>
                <a:lnTo>
                  <a:pt x="1463657" y="159603"/>
                </a:lnTo>
                <a:lnTo>
                  <a:pt x="1465042" y="162219"/>
                </a:lnTo>
                <a:cubicBezTo>
                  <a:pt x="1465523" y="163341"/>
                  <a:pt x="1465042" y="164544"/>
                  <a:pt x="1465042" y="166148"/>
                </a:cubicBezTo>
                <a:cubicBezTo>
                  <a:pt x="1465202" y="167158"/>
                  <a:pt x="1465202" y="168185"/>
                  <a:pt x="1465042" y="169195"/>
                </a:cubicBezTo>
                <a:cubicBezTo>
                  <a:pt x="1464585" y="170598"/>
                  <a:pt x="1463719" y="171825"/>
                  <a:pt x="1462556" y="172723"/>
                </a:cubicBezTo>
                <a:cubicBezTo>
                  <a:pt x="1461754" y="173365"/>
                  <a:pt x="1459669" y="175931"/>
                  <a:pt x="1458868" y="176332"/>
                </a:cubicBezTo>
                <a:cubicBezTo>
                  <a:pt x="1455764" y="178040"/>
                  <a:pt x="1453479" y="180934"/>
                  <a:pt x="1452533" y="184350"/>
                </a:cubicBezTo>
                <a:cubicBezTo>
                  <a:pt x="1452830" y="186884"/>
                  <a:pt x="1453615" y="189338"/>
                  <a:pt x="1454858" y="191567"/>
                </a:cubicBezTo>
                <a:cubicBezTo>
                  <a:pt x="1455772" y="192978"/>
                  <a:pt x="1456943" y="194197"/>
                  <a:pt x="1458306" y="195176"/>
                </a:cubicBezTo>
                <a:cubicBezTo>
                  <a:pt x="1459589" y="196298"/>
                  <a:pt x="1459188" y="198944"/>
                  <a:pt x="1460792" y="198944"/>
                </a:cubicBezTo>
                <a:cubicBezTo>
                  <a:pt x="1462412" y="199017"/>
                  <a:pt x="1464024" y="199233"/>
                  <a:pt x="1465603" y="199586"/>
                </a:cubicBezTo>
                <a:cubicBezTo>
                  <a:pt x="1466726" y="200147"/>
                  <a:pt x="1468891" y="199025"/>
                  <a:pt x="1468891" y="199025"/>
                </a:cubicBezTo>
                <a:cubicBezTo>
                  <a:pt x="1470655" y="198383"/>
                  <a:pt x="1472499" y="193732"/>
                  <a:pt x="1476028" y="191006"/>
                </a:cubicBezTo>
                <a:cubicBezTo>
                  <a:pt x="1479556" y="188279"/>
                  <a:pt x="1487414" y="183789"/>
                  <a:pt x="1491584" y="180261"/>
                </a:cubicBezTo>
                <a:cubicBezTo>
                  <a:pt x="1496347" y="177214"/>
                  <a:pt x="1499474" y="172170"/>
                  <a:pt x="1500084" y="166549"/>
                </a:cubicBezTo>
                <a:cubicBezTo>
                  <a:pt x="1499843" y="165146"/>
                  <a:pt x="1499265" y="163831"/>
                  <a:pt x="1498400" y="162700"/>
                </a:cubicBezTo>
                <a:cubicBezTo>
                  <a:pt x="1497285" y="161738"/>
                  <a:pt x="1495922" y="161096"/>
                  <a:pt x="1494471" y="160856"/>
                </a:cubicBezTo>
                <a:lnTo>
                  <a:pt x="1490461" y="161417"/>
                </a:lnTo>
                <a:cubicBezTo>
                  <a:pt x="1489900" y="161257"/>
                  <a:pt x="1489338" y="158290"/>
                  <a:pt x="1489338" y="157408"/>
                </a:cubicBezTo>
                <a:cubicBezTo>
                  <a:pt x="1491559" y="152877"/>
                  <a:pt x="1494727" y="148884"/>
                  <a:pt x="1498640" y="145700"/>
                </a:cubicBezTo>
                <a:cubicBezTo>
                  <a:pt x="1499121" y="145219"/>
                  <a:pt x="1499201" y="145059"/>
                  <a:pt x="1499121" y="143455"/>
                </a:cubicBezTo>
                <a:cubicBezTo>
                  <a:pt x="1499041" y="141851"/>
                  <a:pt x="1498319" y="141450"/>
                  <a:pt x="1496154" y="138484"/>
                </a:cubicBezTo>
                <a:cubicBezTo>
                  <a:pt x="1495032" y="136880"/>
                  <a:pt x="1495673" y="135276"/>
                  <a:pt x="1494471" y="135276"/>
                </a:cubicBezTo>
                <a:cubicBezTo>
                  <a:pt x="1493268" y="135276"/>
                  <a:pt x="1491904" y="136880"/>
                  <a:pt x="1490862" y="135918"/>
                </a:cubicBezTo>
                <a:cubicBezTo>
                  <a:pt x="1489820" y="134955"/>
                  <a:pt x="1489820" y="132149"/>
                  <a:pt x="1489820" y="131187"/>
                </a:cubicBezTo>
                <a:cubicBezTo>
                  <a:pt x="1488905" y="128973"/>
                  <a:pt x="1488761" y="126512"/>
                  <a:pt x="1489419" y="124210"/>
                </a:cubicBezTo>
                <a:cubicBezTo>
                  <a:pt x="1490822" y="121773"/>
                  <a:pt x="1492402" y="119439"/>
                  <a:pt x="1494149" y="117234"/>
                </a:cubicBezTo>
                <a:cubicBezTo>
                  <a:pt x="1495834" y="115229"/>
                  <a:pt x="1496876" y="113866"/>
                  <a:pt x="1496876" y="112343"/>
                </a:cubicBezTo>
                <a:cubicBezTo>
                  <a:pt x="1496315" y="108815"/>
                  <a:pt x="1497838" y="107532"/>
                  <a:pt x="1497838" y="105928"/>
                </a:cubicBezTo>
                <a:cubicBezTo>
                  <a:pt x="1497838" y="104324"/>
                  <a:pt x="1498800" y="101999"/>
                  <a:pt x="1497838" y="100315"/>
                </a:cubicBezTo>
                <a:cubicBezTo>
                  <a:pt x="1496876" y="98631"/>
                  <a:pt x="1494230" y="94541"/>
                  <a:pt x="1492947" y="95504"/>
                </a:cubicBezTo>
                <a:close/>
                <a:moveTo>
                  <a:pt x="1546271" y="94220"/>
                </a:moveTo>
                <a:cubicBezTo>
                  <a:pt x="1546752" y="94541"/>
                  <a:pt x="1547234" y="97187"/>
                  <a:pt x="1547234" y="98150"/>
                </a:cubicBezTo>
                <a:cubicBezTo>
                  <a:pt x="1546881" y="100379"/>
                  <a:pt x="1545806" y="102431"/>
                  <a:pt x="1544187" y="104003"/>
                </a:cubicBezTo>
                <a:cubicBezTo>
                  <a:pt x="1542366" y="104524"/>
                  <a:pt x="1540458" y="104685"/>
                  <a:pt x="1538574" y="104484"/>
                </a:cubicBezTo>
                <a:cubicBezTo>
                  <a:pt x="1536889" y="104083"/>
                  <a:pt x="1536489" y="101357"/>
                  <a:pt x="1536408" y="99753"/>
                </a:cubicBezTo>
                <a:cubicBezTo>
                  <a:pt x="1536248" y="96706"/>
                  <a:pt x="1542503" y="95984"/>
                  <a:pt x="1546271" y="94220"/>
                </a:cubicBezTo>
                <a:close/>
                <a:moveTo>
                  <a:pt x="1550360" y="78263"/>
                </a:moveTo>
                <a:cubicBezTo>
                  <a:pt x="1543713" y="81086"/>
                  <a:pt x="1537210" y="84245"/>
                  <a:pt x="1530875" y="87725"/>
                </a:cubicBezTo>
                <a:cubicBezTo>
                  <a:pt x="1529192" y="88527"/>
                  <a:pt x="1527347" y="87806"/>
                  <a:pt x="1524219" y="89329"/>
                </a:cubicBezTo>
                <a:cubicBezTo>
                  <a:pt x="1521093" y="90853"/>
                  <a:pt x="1519088" y="92537"/>
                  <a:pt x="1516201" y="94060"/>
                </a:cubicBezTo>
                <a:cubicBezTo>
                  <a:pt x="1515239" y="94621"/>
                  <a:pt x="1512031" y="95985"/>
                  <a:pt x="1511390" y="96386"/>
                </a:cubicBezTo>
                <a:cubicBezTo>
                  <a:pt x="1510195" y="96915"/>
                  <a:pt x="1508920" y="97236"/>
                  <a:pt x="1507621" y="97348"/>
                </a:cubicBezTo>
                <a:cubicBezTo>
                  <a:pt x="1505456" y="97588"/>
                  <a:pt x="1504734" y="95183"/>
                  <a:pt x="1503211" y="95423"/>
                </a:cubicBezTo>
                <a:cubicBezTo>
                  <a:pt x="1501687" y="95664"/>
                  <a:pt x="1500324" y="99513"/>
                  <a:pt x="1500966" y="102319"/>
                </a:cubicBezTo>
                <a:cubicBezTo>
                  <a:pt x="1501182" y="104532"/>
                  <a:pt x="1501182" y="106762"/>
                  <a:pt x="1500966" y="108975"/>
                </a:cubicBezTo>
                <a:lnTo>
                  <a:pt x="1500725" y="108654"/>
                </a:lnTo>
                <a:cubicBezTo>
                  <a:pt x="1500629" y="110130"/>
                  <a:pt x="1500709" y="111613"/>
                  <a:pt x="1500966" y="113064"/>
                </a:cubicBezTo>
                <a:cubicBezTo>
                  <a:pt x="1501366" y="115149"/>
                  <a:pt x="1503131" y="116673"/>
                  <a:pt x="1503131" y="117795"/>
                </a:cubicBezTo>
                <a:cubicBezTo>
                  <a:pt x="1503604" y="121692"/>
                  <a:pt x="1504542" y="125517"/>
                  <a:pt x="1505937" y="129182"/>
                </a:cubicBezTo>
                <a:cubicBezTo>
                  <a:pt x="1506499" y="130946"/>
                  <a:pt x="1504494" y="133672"/>
                  <a:pt x="1504494" y="136639"/>
                </a:cubicBezTo>
                <a:cubicBezTo>
                  <a:pt x="1504814" y="138275"/>
                  <a:pt x="1505472" y="139831"/>
                  <a:pt x="1506418" y="141210"/>
                </a:cubicBezTo>
                <a:cubicBezTo>
                  <a:pt x="1506819" y="141851"/>
                  <a:pt x="1509305" y="142493"/>
                  <a:pt x="1509305" y="145139"/>
                </a:cubicBezTo>
                <a:cubicBezTo>
                  <a:pt x="1509305" y="146101"/>
                  <a:pt x="1510187" y="147144"/>
                  <a:pt x="1510668" y="147946"/>
                </a:cubicBezTo>
                <a:cubicBezTo>
                  <a:pt x="1511150" y="148747"/>
                  <a:pt x="1511069" y="149710"/>
                  <a:pt x="1512191" y="149710"/>
                </a:cubicBezTo>
                <a:cubicBezTo>
                  <a:pt x="1513074" y="149830"/>
                  <a:pt x="1513956" y="149830"/>
                  <a:pt x="1514838" y="149710"/>
                </a:cubicBezTo>
                <a:cubicBezTo>
                  <a:pt x="1515800" y="149549"/>
                  <a:pt x="1517243" y="148587"/>
                  <a:pt x="1517885" y="148587"/>
                </a:cubicBezTo>
                <a:cubicBezTo>
                  <a:pt x="1519015" y="148154"/>
                  <a:pt x="1520114" y="147649"/>
                  <a:pt x="1521173" y="147064"/>
                </a:cubicBezTo>
                <a:cubicBezTo>
                  <a:pt x="1522456" y="146101"/>
                  <a:pt x="1523899" y="145861"/>
                  <a:pt x="1523899" y="147064"/>
                </a:cubicBezTo>
                <a:cubicBezTo>
                  <a:pt x="1524124" y="148555"/>
                  <a:pt x="1524124" y="150063"/>
                  <a:pt x="1523899" y="151554"/>
                </a:cubicBezTo>
                <a:cubicBezTo>
                  <a:pt x="1523514" y="152372"/>
                  <a:pt x="1522897" y="153070"/>
                  <a:pt x="1522135" y="153559"/>
                </a:cubicBezTo>
                <a:cubicBezTo>
                  <a:pt x="1521477" y="153839"/>
                  <a:pt x="1520764" y="153976"/>
                  <a:pt x="1520050" y="153960"/>
                </a:cubicBezTo>
                <a:cubicBezTo>
                  <a:pt x="1519088" y="154120"/>
                  <a:pt x="1518767" y="154521"/>
                  <a:pt x="1517805" y="154681"/>
                </a:cubicBezTo>
                <a:cubicBezTo>
                  <a:pt x="1516842" y="154842"/>
                  <a:pt x="1517324" y="154040"/>
                  <a:pt x="1515640" y="154280"/>
                </a:cubicBezTo>
                <a:cubicBezTo>
                  <a:pt x="1513956" y="154521"/>
                  <a:pt x="1513956" y="155483"/>
                  <a:pt x="1513956" y="157327"/>
                </a:cubicBezTo>
                <a:cubicBezTo>
                  <a:pt x="1513956" y="159172"/>
                  <a:pt x="1513956" y="160375"/>
                  <a:pt x="1513956" y="161096"/>
                </a:cubicBezTo>
                <a:cubicBezTo>
                  <a:pt x="1513956" y="161818"/>
                  <a:pt x="1513475" y="163101"/>
                  <a:pt x="1513956" y="164223"/>
                </a:cubicBezTo>
                <a:cubicBezTo>
                  <a:pt x="1514437" y="165346"/>
                  <a:pt x="1515399" y="165346"/>
                  <a:pt x="1517324" y="165346"/>
                </a:cubicBezTo>
                <a:cubicBezTo>
                  <a:pt x="1518527" y="165867"/>
                  <a:pt x="1519890" y="165867"/>
                  <a:pt x="1521093" y="165346"/>
                </a:cubicBezTo>
                <a:cubicBezTo>
                  <a:pt x="1521814" y="165186"/>
                  <a:pt x="1523899" y="165907"/>
                  <a:pt x="1522937" y="167752"/>
                </a:cubicBezTo>
                <a:cubicBezTo>
                  <a:pt x="1519962" y="169331"/>
                  <a:pt x="1517099" y="171096"/>
                  <a:pt x="1514357" y="173044"/>
                </a:cubicBezTo>
                <a:cubicBezTo>
                  <a:pt x="1512232" y="174463"/>
                  <a:pt x="1509939" y="175618"/>
                  <a:pt x="1507541" y="176492"/>
                </a:cubicBezTo>
                <a:cubicBezTo>
                  <a:pt x="1506177" y="176893"/>
                  <a:pt x="1505857" y="175690"/>
                  <a:pt x="1504895" y="175690"/>
                </a:cubicBezTo>
                <a:cubicBezTo>
                  <a:pt x="1503933" y="175690"/>
                  <a:pt x="1503131" y="177534"/>
                  <a:pt x="1503131" y="177534"/>
                </a:cubicBezTo>
                <a:cubicBezTo>
                  <a:pt x="1502184" y="178641"/>
                  <a:pt x="1501751" y="180101"/>
                  <a:pt x="1501928" y="181544"/>
                </a:cubicBezTo>
                <a:cubicBezTo>
                  <a:pt x="1501928" y="182265"/>
                  <a:pt x="1501928" y="183869"/>
                  <a:pt x="1501928" y="184832"/>
                </a:cubicBezTo>
                <a:cubicBezTo>
                  <a:pt x="1502088" y="188119"/>
                  <a:pt x="1503772" y="189723"/>
                  <a:pt x="1504093" y="191728"/>
                </a:cubicBezTo>
                <a:cubicBezTo>
                  <a:pt x="1504414" y="193732"/>
                  <a:pt x="1508262" y="194133"/>
                  <a:pt x="1509786" y="193732"/>
                </a:cubicBezTo>
                <a:cubicBezTo>
                  <a:pt x="1512568" y="192754"/>
                  <a:pt x="1515255" y="191519"/>
                  <a:pt x="1517805" y="190044"/>
                </a:cubicBezTo>
                <a:cubicBezTo>
                  <a:pt x="1520539" y="189643"/>
                  <a:pt x="1523225" y="188969"/>
                  <a:pt x="1525823" y="188039"/>
                </a:cubicBezTo>
                <a:cubicBezTo>
                  <a:pt x="1528269" y="186580"/>
                  <a:pt x="1531012" y="185682"/>
                  <a:pt x="1533842" y="185393"/>
                </a:cubicBezTo>
                <a:cubicBezTo>
                  <a:pt x="1536015" y="184928"/>
                  <a:pt x="1538132" y="184254"/>
                  <a:pt x="1540177" y="183388"/>
                </a:cubicBezTo>
                <a:cubicBezTo>
                  <a:pt x="1542021" y="182747"/>
                  <a:pt x="1543929" y="182290"/>
                  <a:pt x="1545870" y="182025"/>
                </a:cubicBezTo>
                <a:cubicBezTo>
                  <a:pt x="1548099" y="182025"/>
                  <a:pt x="1550329" y="181841"/>
                  <a:pt x="1552526" y="181464"/>
                </a:cubicBezTo>
                <a:cubicBezTo>
                  <a:pt x="1553488" y="181143"/>
                  <a:pt x="1557738" y="180662"/>
                  <a:pt x="1564554" y="179299"/>
                </a:cubicBezTo>
                <a:cubicBezTo>
                  <a:pt x="1571369" y="177935"/>
                  <a:pt x="1570247" y="179299"/>
                  <a:pt x="1572172" y="179299"/>
                </a:cubicBezTo>
                <a:cubicBezTo>
                  <a:pt x="1576742" y="178256"/>
                  <a:pt x="1579308" y="171841"/>
                  <a:pt x="1578586" y="166549"/>
                </a:cubicBezTo>
                <a:cubicBezTo>
                  <a:pt x="1578025" y="162780"/>
                  <a:pt x="1574577" y="161176"/>
                  <a:pt x="1573134" y="159974"/>
                </a:cubicBezTo>
                <a:cubicBezTo>
                  <a:pt x="1571690" y="158771"/>
                  <a:pt x="1569445" y="161016"/>
                  <a:pt x="1567681" y="160856"/>
                </a:cubicBezTo>
                <a:cubicBezTo>
                  <a:pt x="1565917" y="160695"/>
                  <a:pt x="1562710" y="163021"/>
                  <a:pt x="1561507" y="163021"/>
                </a:cubicBezTo>
                <a:cubicBezTo>
                  <a:pt x="1559807" y="163277"/>
                  <a:pt x="1558090" y="163438"/>
                  <a:pt x="1556374" y="163502"/>
                </a:cubicBezTo>
                <a:cubicBezTo>
                  <a:pt x="1554146" y="164135"/>
                  <a:pt x="1551948" y="164889"/>
                  <a:pt x="1549799" y="165747"/>
                </a:cubicBezTo>
                <a:cubicBezTo>
                  <a:pt x="1548837" y="165907"/>
                  <a:pt x="1547073" y="165907"/>
                  <a:pt x="1547073" y="164143"/>
                </a:cubicBezTo>
                <a:cubicBezTo>
                  <a:pt x="1546977" y="162965"/>
                  <a:pt x="1547386" y="161794"/>
                  <a:pt x="1548196" y="160936"/>
                </a:cubicBezTo>
                <a:cubicBezTo>
                  <a:pt x="1549639" y="159733"/>
                  <a:pt x="1552045" y="159172"/>
                  <a:pt x="1553087" y="158370"/>
                </a:cubicBezTo>
                <a:cubicBezTo>
                  <a:pt x="1554546" y="157279"/>
                  <a:pt x="1555862" y="156012"/>
                  <a:pt x="1557016" y="154601"/>
                </a:cubicBezTo>
                <a:cubicBezTo>
                  <a:pt x="1557457" y="153791"/>
                  <a:pt x="1557625" y="152869"/>
                  <a:pt x="1557497" y="151955"/>
                </a:cubicBezTo>
                <a:cubicBezTo>
                  <a:pt x="1556367" y="150095"/>
                  <a:pt x="1555629" y="148018"/>
                  <a:pt x="1555332" y="145861"/>
                </a:cubicBezTo>
                <a:cubicBezTo>
                  <a:pt x="1555132" y="144738"/>
                  <a:pt x="1554153" y="143920"/>
                  <a:pt x="1553007" y="143936"/>
                </a:cubicBezTo>
                <a:cubicBezTo>
                  <a:pt x="1551267" y="143824"/>
                  <a:pt x="1549550" y="143527"/>
                  <a:pt x="1547875" y="143054"/>
                </a:cubicBezTo>
                <a:cubicBezTo>
                  <a:pt x="1546592" y="142894"/>
                  <a:pt x="1545068" y="144337"/>
                  <a:pt x="1544587" y="145219"/>
                </a:cubicBezTo>
                <a:cubicBezTo>
                  <a:pt x="1544106" y="146101"/>
                  <a:pt x="1541701" y="148026"/>
                  <a:pt x="1540257" y="146582"/>
                </a:cubicBezTo>
                <a:cubicBezTo>
                  <a:pt x="1539447" y="145235"/>
                  <a:pt x="1539215" y="143616"/>
                  <a:pt x="1539616" y="142092"/>
                </a:cubicBezTo>
                <a:cubicBezTo>
                  <a:pt x="1540177" y="140328"/>
                  <a:pt x="1544186" y="140809"/>
                  <a:pt x="1545149" y="139526"/>
                </a:cubicBezTo>
                <a:cubicBezTo>
                  <a:pt x="1546111" y="138243"/>
                  <a:pt x="1548436" y="138243"/>
                  <a:pt x="1548917" y="137682"/>
                </a:cubicBezTo>
                <a:cubicBezTo>
                  <a:pt x="1550000" y="136880"/>
                  <a:pt x="1551395" y="136647"/>
                  <a:pt x="1552686" y="137040"/>
                </a:cubicBezTo>
                <a:cubicBezTo>
                  <a:pt x="1553568" y="137361"/>
                  <a:pt x="1555252" y="134715"/>
                  <a:pt x="1555252" y="133592"/>
                </a:cubicBezTo>
                <a:cubicBezTo>
                  <a:pt x="1556856" y="126135"/>
                  <a:pt x="1559582" y="120682"/>
                  <a:pt x="1561747" y="113145"/>
                </a:cubicBezTo>
                <a:cubicBezTo>
                  <a:pt x="1562068" y="112022"/>
                  <a:pt x="1565195" y="109055"/>
                  <a:pt x="1565195" y="107852"/>
                </a:cubicBezTo>
                <a:cubicBezTo>
                  <a:pt x="1565925" y="104853"/>
                  <a:pt x="1566999" y="101942"/>
                  <a:pt x="1568402" y="99192"/>
                </a:cubicBezTo>
                <a:cubicBezTo>
                  <a:pt x="1569141" y="97556"/>
                  <a:pt x="1569309" y="95720"/>
                  <a:pt x="1568884" y="93980"/>
                </a:cubicBezTo>
                <a:cubicBezTo>
                  <a:pt x="1568803" y="93338"/>
                  <a:pt x="1570728" y="90051"/>
                  <a:pt x="1570728" y="88207"/>
                </a:cubicBezTo>
                <a:cubicBezTo>
                  <a:pt x="1570087" y="85817"/>
                  <a:pt x="1568643" y="83724"/>
                  <a:pt x="1566639" y="82273"/>
                </a:cubicBezTo>
                <a:cubicBezTo>
                  <a:pt x="1565917" y="81792"/>
                  <a:pt x="1565195" y="79145"/>
                  <a:pt x="1564554" y="78745"/>
                </a:cubicBezTo>
                <a:cubicBezTo>
                  <a:pt x="1561466" y="78480"/>
                  <a:pt x="1558355" y="78696"/>
                  <a:pt x="1555332" y="79386"/>
                </a:cubicBezTo>
                <a:cubicBezTo>
                  <a:pt x="1553808" y="79546"/>
                  <a:pt x="1552205" y="78263"/>
                  <a:pt x="1550360" y="78263"/>
                </a:cubicBezTo>
                <a:close/>
                <a:moveTo>
                  <a:pt x="1624453" y="28868"/>
                </a:moveTo>
                <a:cubicBezTo>
                  <a:pt x="2057799" y="29045"/>
                  <a:pt x="2409000" y="380391"/>
                  <a:pt x="2409000" y="813736"/>
                </a:cubicBezTo>
                <a:cubicBezTo>
                  <a:pt x="2409000" y="813840"/>
                  <a:pt x="2409000" y="813952"/>
                  <a:pt x="2409000" y="814057"/>
                </a:cubicBezTo>
                <a:cubicBezTo>
                  <a:pt x="2408824" y="1247530"/>
                  <a:pt x="2057285" y="1598780"/>
                  <a:pt x="1623812" y="1598603"/>
                </a:cubicBezTo>
                <a:cubicBezTo>
                  <a:pt x="1190338" y="1598427"/>
                  <a:pt x="839088" y="1246888"/>
                  <a:pt x="839264" y="813415"/>
                </a:cubicBezTo>
                <a:cubicBezTo>
                  <a:pt x="839441" y="379942"/>
                  <a:pt x="1190980" y="28692"/>
                  <a:pt x="1624453" y="28868"/>
                </a:cubicBezTo>
                <a:close/>
                <a:moveTo>
                  <a:pt x="1624453" y="18203"/>
                </a:moveTo>
                <a:cubicBezTo>
                  <a:pt x="1185094" y="18203"/>
                  <a:pt x="828921" y="374376"/>
                  <a:pt x="828921" y="813735"/>
                </a:cubicBezTo>
                <a:cubicBezTo>
                  <a:pt x="828921" y="1253094"/>
                  <a:pt x="1185094" y="1609267"/>
                  <a:pt x="1624453" y="1609267"/>
                </a:cubicBezTo>
                <a:cubicBezTo>
                  <a:pt x="2063596" y="1608738"/>
                  <a:pt x="2419457" y="1252878"/>
                  <a:pt x="2419986" y="813735"/>
                </a:cubicBezTo>
                <a:cubicBezTo>
                  <a:pt x="2419986" y="374376"/>
                  <a:pt x="2063813" y="18203"/>
                  <a:pt x="1624453" y="18203"/>
                </a:cubicBezTo>
                <a:close/>
                <a:moveTo>
                  <a:pt x="1624453" y="0"/>
                </a:moveTo>
                <a:cubicBezTo>
                  <a:pt x="2073644" y="530"/>
                  <a:pt x="2437659" y="364545"/>
                  <a:pt x="2438189" y="813735"/>
                </a:cubicBezTo>
                <a:cubicBezTo>
                  <a:pt x="2438189" y="1263150"/>
                  <a:pt x="2073868" y="1627470"/>
                  <a:pt x="1624453" y="1627470"/>
                </a:cubicBezTo>
                <a:cubicBezTo>
                  <a:pt x="1175039" y="1627470"/>
                  <a:pt x="810718" y="1263150"/>
                  <a:pt x="810718" y="813735"/>
                </a:cubicBezTo>
                <a:cubicBezTo>
                  <a:pt x="810718" y="364321"/>
                  <a:pt x="1175039" y="0"/>
                  <a:pt x="1624453" y="0"/>
                </a:cubicBezTo>
                <a:close/>
              </a:path>
            </a:pathLst>
          </a:custGeom>
          <a:solidFill>
            <a:schemeClr val="bg1"/>
          </a:solidFill>
          <a:ln w="797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98" name="组合 97"/>
          <p:cNvGrpSpPr/>
          <p:nvPr/>
        </p:nvGrpSpPr>
        <p:grpSpPr>
          <a:xfrm>
            <a:off x="671368" y="6061309"/>
            <a:ext cx="2479573" cy="304965"/>
            <a:chOff x="671368" y="6061309"/>
            <a:chExt cx="2479573" cy="304965"/>
          </a:xfrm>
        </p:grpSpPr>
        <p:grpSp>
          <p:nvGrpSpPr>
            <p:cNvPr id="99" name="组合 98"/>
            <p:cNvGrpSpPr/>
            <p:nvPr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14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15" name="Freeform 6"/>
              <p:cNvSpPr/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116" name="组合 115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21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7" name="组合 116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18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100" name="组合 99"/>
            <p:cNvGrpSpPr/>
            <p:nvPr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01" name="组合 100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12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2" name="组合 101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10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3" name="组合 102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07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4" name="组合 103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05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1379387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383" name="任意多边形: 形状 382"/>
          <p:cNvSpPr/>
          <p:nvPr/>
        </p:nvSpPr>
        <p:spPr>
          <a:xfrm>
            <a:off x="-2914560" y="151695"/>
            <a:ext cx="6808928" cy="6554610"/>
          </a:xfrm>
          <a:custGeom>
            <a:avLst/>
            <a:gdLst>
              <a:gd name="connsiteX0" fmla="*/ 0 w 6808928"/>
              <a:gd name="connsiteY0" fmla="*/ 4834307 h 6554610"/>
              <a:gd name="connsiteX1" fmla="*/ 655516 w 6808928"/>
              <a:gd name="connsiteY1" fmla="*/ 4936045 h 6554610"/>
              <a:gd name="connsiteX2" fmla="*/ 2221471 w 6808928"/>
              <a:gd name="connsiteY2" fmla="*/ 4923906 h 6554610"/>
              <a:gd name="connsiteX3" fmla="*/ 2449225 w 6808928"/>
              <a:gd name="connsiteY3" fmla="*/ 4960902 h 6554610"/>
              <a:gd name="connsiteX4" fmla="*/ 2948088 w 6808928"/>
              <a:gd name="connsiteY4" fmla="*/ 5018708 h 6554610"/>
              <a:gd name="connsiteX5" fmla="*/ 2792013 w 6808928"/>
              <a:gd name="connsiteY5" fmla="*/ 5637809 h 6554610"/>
              <a:gd name="connsiteX6" fmla="*/ 3404753 w 6808928"/>
              <a:gd name="connsiteY6" fmla="*/ 5741860 h 6554610"/>
              <a:gd name="connsiteX7" fmla="*/ 4018071 w 6808928"/>
              <a:gd name="connsiteY7" fmla="*/ 5639543 h 6554610"/>
              <a:gd name="connsiteX8" fmla="*/ 3864886 w 6808928"/>
              <a:gd name="connsiteY8" fmla="*/ 5020442 h 6554610"/>
              <a:gd name="connsiteX9" fmla="*/ 4363749 w 6808928"/>
              <a:gd name="connsiteY9" fmla="*/ 4962636 h 6554610"/>
              <a:gd name="connsiteX10" fmla="*/ 4591503 w 6808928"/>
              <a:gd name="connsiteY10" fmla="*/ 4925640 h 6554610"/>
              <a:gd name="connsiteX11" fmla="*/ 6157458 w 6808928"/>
              <a:gd name="connsiteY11" fmla="*/ 4937780 h 6554610"/>
              <a:gd name="connsiteX12" fmla="*/ 6156302 w 6808928"/>
              <a:gd name="connsiteY12" fmla="*/ 4937780 h 6554610"/>
              <a:gd name="connsiteX13" fmla="*/ 6808928 w 6808928"/>
              <a:gd name="connsiteY13" fmla="*/ 4834307 h 6554610"/>
              <a:gd name="connsiteX14" fmla="*/ 6398508 w 6808928"/>
              <a:gd name="connsiteY14" fmla="*/ 5292130 h 6554610"/>
              <a:gd name="connsiteX15" fmla="*/ 3815173 w 6808928"/>
              <a:gd name="connsiteY15" fmla="*/ 5765560 h 6554610"/>
              <a:gd name="connsiteX16" fmla="*/ 3983965 w 6808928"/>
              <a:gd name="connsiteY16" fmla="*/ 6429171 h 6554610"/>
              <a:gd name="connsiteX17" fmla="*/ 3405909 w 6808928"/>
              <a:gd name="connsiteY17" fmla="*/ 6554610 h 6554610"/>
              <a:gd name="connsiteX18" fmla="*/ 2827852 w 6808928"/>
              <a:gd name="connsiteY18" fmla="*/ 6429171 h 6554610"/>
              <a:gd name="connsiteX19" fmla="*/ 2993755 w 6808928"/>
              <a:gd name="connsiteY19" fmla="*/ 5765560 h 6554610"/>
              <a:gd name="connsiteX20" fmla="*/ 410420 w 6808928"/>
              <a:gd name="connsiteY20" fmla="*/ 5292130 h 6554610"/>
              <a:gd name="connsiteX21" fmla="*/ 0 w 6808928"/>
              <a:gd name="connsiteY21" fmla="*/ 4834307 h 6554610"/>
              <a:gd name="connsiteX22" fmla="*/ 378627 w 6808928"/>
              <a:gd name="connsiteY22" fmla="*/ 4023869 h 6554610"/>
              <a:gd name="connsiteX23" fmla="*/ 740489 w 6808928"/>
              <a:gd name="connsiteY23" fmla="*/ 4063177 h 6554610"/>
              <a:gd name="connsiteX24" fmla="*/ 1054374 w 6808928"/>
              <a:gd name="connsiteY24" fmla="*/ 4063177 h 6554610"/>
              <a:gd name="connsiteX25" fmla="*/ 1413926 w 6808928"/>
              <a:gd name="connsiteY25" fmla="*/ 4059709 h 6554610"/>
              <a:gd name="connsiteX26" fmla="*/ 1956720 w 6808928"/>
              <a:gd name="connsiteY26" fmla="*/ 4073582 h 6554610"/>
              <a:gd name="connsiteX27" fmla="*/ 2543448 w 6808928"/>
              <a:gd name="connsiteY27" fmla="*/ 4210004 h 6554610"/>
              <a:gd name="connsiteX28" fmla="*/ 2958492 w 6808928"/>
              <a:gd name="connsiteY28" fmla="*/ 4238907 h 6554610"/>
              <a:gd name="connsiteX29" fmla="*/ 2818602 w 6808928"/>
              <a:gd name="connsiteY29" fmla="*/ 4834307 h 6554610"/>
              <a:gd name="connsiteX30" fmla="*/ 3396660 w 6808928"/>
              <a:gd name="connsiteY30" fmla="*/ 4902518 h 6554610"/>
              <a:gd name="connsiteX31" fmla="*/ 3410532 w 6808928"/>
              <a:gd name="connsiteY31" fmla="*/ 4902518 h 6554610"/>
              <a:gd name="connsiteX32" fmla="*/ 3988589 w 6808928"/>
              <a:gd name="connsiteY32" fmla="*/ 4833729 h 6554610"/>
              <a:gd name="connsiteX33" fmla="*/ 3852168 w 6808928"/>
              <a:gd name="connsiteY33" fmla="*/ 4240063 h 6554610"/>
              <a:gd name="connsiteX34" fmla="*/ 4266634 w 6808928"/>
              <a:gd name="connsiteY34" fmla="*/ 4211738 h 6554610"/>
              <a:gd name="connsiteX35" fmla="*/ 4853361 w 6808928"/>
              <a:gd name="connsiteY35" fmla="*/ 4075316 h 6554610"/>
              <a:gd name="connsiteX36" fmla="*/ 5396156 w 6808928"/>
              <a:gd name="connsiteY36" fmla="*/ 4061443 h 6554610"/>
              <a:gd name="connsiteX37" fmla="*/ 5755708 w 6808928"/>
              <a:gd name="connsiteY37" fmla="*/ 4064911 h 6554610"/>
              <a:gd name="connsiteX38" fmla="*/ 6069592 w 6808928"/>
              <a:gd name="connsiteY38" fmla="*/ 4064911 h 6554610"/>
              <a:gd name="connsiteX39" fmla="*/ 6068436 w 6808928"/>
              <a:gd name="connsiteY39" fmla="*/ 4063755 h 6554610"/>
              <a:gd name="connsiteX40" fmla="*/ 6430299 w 6808928"/>
              <a:gd name="connsiteY40" fmla="*/ 4024447 h 6554610"/>
              <a:gd name="connsiteX41" fmla="*/ 6083466 w 6808928"/>
              <a:gd name="connsiteY41" fmla="*/ 4366080 h 6554610"/>
              <a:gd name="connsiteX42" fmla="*/ 5578823 w 6808928"/>
              <a:gd name="connsiteY42" fmla="*/ 4597303 h 6554610"/>
              <a:gd name="connsiteX43" fmla="*/ 4351608 w 6808928"/>
              <a:gd name="connsiteY43" fmla="*/ 4869569 h 6554610"/>
              <a:gd name="connsiteX44" fmla="*/ 3801876 w 6808928"/>
              <a:gd name="connsiteY44" fmla="*/ 4931421 h 6554610"/>
              <a:gd name="connsiteX45" fmla="*/ 3748117 w 6808928"/>
              <a:gd name="connsiteY45" fmla="*/ 4936624 h 6554610"/>
              <a:gd name="connsiteX46" fmla="*/ 3903036 w 6808928"/>
              <a:gd name="connsiteY46" fmla="*/ 5562662 h 6554610"/>
              <a:gd name="connsiteX47" fmla="*/ 3404752 w 6808928"/>
              <a:gd name="connsiteY47" fmla="*/ 5647058 h 6554610"/>
              <a:gd name="connsiteX48" fmla="*/ 2907045 w 6808928"/>
              <a:gd name="connsiteY48" fmla="*/ 5562662 h 6554610"/>
              <a:gd name="connsiteX49" fmla="*/ 3060808 w 6808928"/>
              <a:gd name="connsiteY49" fmla="*/ 4936046 h 6554610"/>
              <a:gd name="connsiteX50" fmla="*/ 3007049 w 6808928"/>
              <a:gd name="connsiteY50" fmla="*/ 4930843 h 6554610"/>
              <a:gd name="connsiteX51" fmla="*/ 2457317 w 6808928"/>
              <a:gd name="connsiteY51" fmla="*/ 4868991 h 6554610"/>
              <a:gd name="connsiteX52" fmla="*/ 1230103 w 6808928"/>
              <a:gd name="connsiteY52" fmla="*/ 4596725 h 6554610"/>
              <a:gd name="connsiteX53" fmla="*/ 725460 w 6808928"/>
              <a:gd name="connsiteY53" fmla="*/ 4365502 h 6554610"/>
              <a:gd name="connsiteX54" fmla="*/ 378627 w 6808928"/>
              <a:gd name="connsiteY54" fmla="*/ 4023869 h 6554610"/>
              <a:gd name="connsiteX55" fmla="*/ 6084621 w 6808928"/>
              <a:gd name="connsiteY55" fmla="*/ 3126721 h 6554610"/>
              <a:gd name="connsiteX56" fmla="*/ 5743568 w 6808928"/>
              <a:gd name="connsiteY56" fmla="*/ 3501881 h 6554610"/>
              <a:gd name="connsiteX57" fmla="*/ 5239503 w 6808928"/>
              <a:gd name="connsiteY57" fmla="*/ 3827906 h 6554610"/>
              <a:gd name="connsiteX58" fmla="*/ 4246980 w 6808928"/>
              <a:gd name="connsiteY58" fmla="*/ 4116936 h 6554610"/>
              <a:gd name="connsiteX59" fmla="*/ 3818640 w 6808928"/>
              <a:gd name="connsiteY59" fmla="*/ 4144105 h 6554610"/>
              <a:gd name="connsiteX60" fmla="*/ 3790315 w 6808928"/>
              <a:gd name="connsiteY60" fmla="*/ 4144105 h 6554610"/>
              <a:gd name="connsiteX61" fmla="*/ 3732509 w 6808928"/>
              <a:gd name="connsiteY61" fmla="*/ 4144105 h 6554610"/>
              <a:gd name="connsiteX62" fmla="*/ 3873555 w 6808928"/>
              <a:gd name="connsiteY62" fmla="*/ 4752800 h 6554610"/>
              <a:gd name="connsiteX63" fmla="*/ 3408220 w 6808928"/>
              <a:gd name="connsiteY63" fmla="*/ 4810606 h 6554610"/>
              <a:gd name="connsiteX64" fmla="*/ 3401861 w 6808928"/>
              <a:gd name="connsiteY64" fmla="*/ 4810606 h 6554610"/>
              <a:gd name="connsiteX65" fmla="*/ 3396080 w 6808928"/>
              <a:gd name="connsiteY65" fmla="*/ 4810606 h 6554610"/>
              <a:gd name="connsiteX66" fmla="*/ 2933635 w 6808928"/>
              <a:gd name="connsiteY66" fmla="*/ 4752800 h 6554610"/>
              <a:gd name="connsiteX67" fmla="*/ 3075259 w 6808928"/>
              <a:gd name="connsiteY67" fmla="*/ 4144682 h 6554610"/>
              <a:gd name="connsiteX68" fmla="*/ 3017453 w 6808928"/>
              <a:gd name="connsiteY68" fmla="*/ 4144682 h 6554610"/>
              <a:gd name="connsiteX69" fmla="*/ 2988551 w 6808928"/>
              <a:gd name="connsiteY69" fmla="*/ 4144682 h 6554610"/>
              <a:gd name="connsiteX70" fmla="*/ 2560211 w 6808928"/>
              <a:gd name="connsiteY70" fmla="*/ 4117514 h 6554610"/>
              <a:gd name="connsiteX71" fmla="*/ 1567688 w 6808928"/>
              <a:gd name="connsiteY71" fmla="*/ 3828485 h 6554610"/>
              <a:gd name="connsiteX72" fmla="*/ 1063045 w 6808928"/>
              <a:gd name="connsiteY72" fmla="*/ 3501881 h 6554610"/>
              <a:gd name="connsiteX73" fmla="*/ 722569 w 6808928"/>
              <a:gd name="connsiteY73" fmla="*/ 3127299 h 6554610"/>
              <a:gd name="connsiteX74" fmla="*/ 1080386 w 6808928"/>
              <a:gd name="connsiteY74" fmla="*/ 3167763 h 6554610"/>
              <a:gd name="connsiteX75" fmla="*/ 1219120 w 6808928"/>
              <a:gd name="connsiteY75" fmla="*/ 3174122 h 6554610"/>
              <a:gd name="connsiteX76" fmla="*/ 1870589 w 6808928"/>
              <a:gd name="connsiteY76" fmla="*/ 3208227 h 6554610"/>
              <a:gd name="connsiteX77" fmla="*/ 1943425 w 6808928"/>
              <a:gd name="connsiteY77" fmla="*/ 3246957 h 6554610"/>
              <a:gd name="connsiteX78" fmla="*/ 2680446 w 6808928"/>
              <a:gd name="connsiteY78" fmla="*/ 3482227 h 6554610"/>
              <a:gd name="connsiteX79" fmla="*/ 2812243 w 6808928"/>
              <a:gd name="connsiteY79" fmla="*/ 3490898 h 6554610"/>
              <a:gd name="connsiteX80" fmla="*/ 2973521 w 6808928"/>
              <a:gd name="connsiteY80" fmla="*/ 3482227 h 6554610"/>
              <a:gd name="connsiteX81" fmla="*/ 2846927 w 6808928"/>
              <a:gd name="connsiteY81" fmla="*/ 4011729 h 6554610"/>
              <a:gd name="connsiteX82" fmla="*/ 3404751 w 6808928"/>
              <a:gd name="connsiteY82" fmla="*/ 4046413 h 6554610"/>
              <a:gd name="connsiteX83" fmla="*/ 3963154 w 6808928"/>
              <a:gd name="connsiteY83" fmla="*/ 4009417 h 6554610"/>
              <a:gd name="connsiteX84" fmla="*/ 3835981 w 6808928"/>
              <a:gd name="connsiteY84" fmla="*/ 3479915 h 6554610"/>
              <a:gd name="connsiteX85" fmla="*/ 3997837 w 6808928"/>
              <a:gd name="connsiteY85" fmla="*/ 3488586 h 6554610"/>
              <a:gd name="connsiteX86" fmla="*/ 4129634 w 6808928"/>
              <a:gd name="connsiteY86" fmla="*/ 3479915 h 6554610"/>
              <a:gd name="connsiteX87" fmla="*/ 4866078 w 6808928"/>
              <a:gd name="connsiteY87" fmla="*/ 3244645 h 6554610"/>
              <a:gd name="connsiteX88" fmla="*/ 4939491 w 6808928"/>
              <a:gd name="connsiteY88" fmla="*/ 3205915 h 6554610"/>
              <a:gd name="connsiteX89" fmla="*/ 5590961 w 6808928"/>
              <a:gd name="connsiteY89" fmla="*/ 3171810 h 6554610"/>
              <a:gd name="connsiteX90" fmla="*/ 5729695 w 6808928"/>
              <a:gd name="connsiteY90" fmla="*/ 3165451 h 6554610"/>
              <a:gd name="connsiteX91" fmla="*/ 5727382 w 6808928"/>
              <a:gd name="connsiteY91" fmla="*/ 3167185 h 6554610"/>
              <a:gd name="connsiteX92" fmla="*/ 6084621 w 6808928"/>
              <a:gd name="connsiteY92" fmla="*/ 3126721 h 6554610"/>
              <a:gd name="connsiteX93" fmla="*/ 3400127 w 6808928"/>
              <a:gd name="connsiteY93" fmla="*/ 824891 h 6554610"/>
              <a:gd name="connsiteX94" fmla="*/ 3284516 w 6808928"/>
              <a:gd name="connsiteY94" fmla="*/ 988481 h 6554610"/>
              <a:gd name="connsiteX95" fmla="*/ 3284516 w 6808928"/>
              <a:gd name="connsiteY95" fmla="*/ 996574 h 6554610"/>
              <a:gd name="connsiteX96" fmla="*/ 3186824 w 6808928"/>
              <a:gd name="connsiteY96" fmla="*/ 1501219 h 6554610"/>
              <a:gd name="connsiteX97" fmla="*/ 3179310 w 6808928"/>
              <a:gd name="connsiteY97" fmla="*/ 1538793 h 6554610"/>
              <a:gd name="connsiteX98" fmla="*/ 3106475 w 6808928"/>
              <a:gd name="connsiteY98" fmla="*/ 1538793 h 6554610"/>
              <a:gd name="connsiteX99" fmla="*/ 1349761 w 6808928"/>
              <a:gd name="connsiteY99" fmla="*/ 1285025 h 6554610"/>
              <a:gd name="connsiteX100" fmla="*/ 1502946 w 6808928"/>
              <a:gd name="connsiteY100" fmla="*/ 1662498 h 6554610"/>
              <a:gd name="connsiteX101" fmla="*/ 1923193 w 6808928"/>
              <a:gd name="connsiteY101" fmla="*/ 1923202 h 6554610"/>
              <a:gd name="connsiteX102" fmla="*/ 1957876 w 6808928"/>
              <a:gd name="connsiteY102" fmla="*/ 1930139 h 6554610"/>
              <a:gd name="connsiteX103" fmla="*/ 1957876 w 6808928"/>
              <a:gd name="connsiteY103" fmla="*/ 1965401 h 6554610"/>
              <a:gd name="connsiteX104" fmla="*/ 2111061 w 6808928"/>
              <a:gd name="connsiteY104" fmla="*/ 2271772 h 6554610"/>
              <a:gd name="connsiteX105" fmla="*/ 2434195 w 6808928"/>
              <a:gd name="connsiteY105" fmla="*/ 2374088 h 6554610"/>
              <a:gd name="connsiteX106" fmla="*/ 2477549 w 6808928"/>
              <a:gd name="connsiteY106" fmla="*/ 2374088 h 6554610"/>
              <a:gd name="connsiteX107" fmla="*/ 2513967 w 6808928"/>
              <a:gd name="connsiteY107" fmla="*/ 2370042 h 6554610"/>
              <a:gd name="connsiteX108" fmla="*/ 2526684 w 6808928"/>
              <a:gd name="connsiteY108" fmla="*/ 2404725 h 6554610"/>
              <a:gd name="connsiteX109" fmla="*/ 2768311 w 6808928"/>
              <a:gd name="connsiteY109" fmla="*/ 2604734 h 6554610"/>
              <a:gd name="connsiteX110" fmla="*/ 2892015 w 6808928"/>
              <a:gd name="connsiteY110" fmla="*/ 2623231 h 6554610"/>
              <a:gd name="connsiteX111" fmla="*/ 3052137 w 6808928"/>
              <a:gd name="connsiteY111" fmla="*/ 2595485 h 6554610"/>
              <a:gd name="connsiteX112" fmla="*/ 3137111 w 6808928"/>
              <a:gd name="connsiteY112" fmla="*/ 2560223 h 6554610"/>
              <a:gd name="connsiteX113" fmla="*/ 3012251 w 6808928"/>
              <a:gd name="connsiteY113" fmla="*/ 3071227 h 6554610"/>
              <a:gd name="connsiteX114" fmla="*/ 3797252 w 6808928"/>
              <a:gd name="connsiteY114" fmla="*/ 3071227 h 6554610"/>
              <a:gd name="connsiteX115" fmla="*/ 3672392 w 6808928"/>
              <a:gd name="connsiteY115" fmla="*/ 2559645 h 6554610"/>
              <a:gd name="connsiteX116" fmla="*/ 3757366 w 6808928"/>
              <a:gd name="connsiteY116" fmla="*/ 2595485 h 6554610"/>
              <a:gd name="connsiteX117" fmla="*/ 3918066 w 6808928"/>
              <a:gd name="connsiteY117" fmla="*/ 2622653 h 6554610"/>
              <a:gd name="connsiteX118" fmla="*/ 4041770 w 6808928"/>
              <a:gd name="connsiteY118" fmla="*/ 2604155 h 6554610"/>
              <a:gd name="connsiteX119" fmla="*/ 4283397 w 6808928"/>
              <a:gd name="connsiteY119" fmla="*/ 2404147 h 6554610"/>
              <a:gd name="connsiteX120" fmla="*/ 4296115 w 6808928"/>
              <a:gd name="connsiteY120" fmla="*/ 2370042 h 6554610"/>
              <a:gd name="connsiteX121" fmla="*/ 4334844 w 6808928"/>
              <a:gd name="connsiteY121" fmla="*/ 2376978 h 6554610"/>
              <a:gd name="connsiteX122" fmla="*/ 4378199 w 6808928"/>
              <a:gd name="connsiteY122" fmla="*/ 2376978 h 6554610"/>
              <a:gd name="connsiteX123" fmla="*/ 4701332 w 6808928"/>
              <a:gd name="connsiteY123" fmla="*/ 2274662 h 6554610"/>
              <a:gd name="connsiteX124" fmla="*/ 4854517 w 6808928"/>
              <a:gd name="connsiteY124" fmla="*/ 1965979 h 6554610"/>
              <a:gd name="connsiteX125" fmla="*/ 4854517 w 6808928"/>
              <a:gd name="connsiteY125" fmla="*/ 1930717 h 6554610"/>
              <a:gd name="connsiteX126" fmla="*/ 4889201 w 6808928"/>
              <a:gd name="connsiteY126" fmla="*/ 1923780 h 6554610"/>
              <a:gd name="connsiteX127" fmla="*/ 5306558 w 6808928"/>
              <a:gd name="connsiteY127" fmla="*/ 1662498 h 6554610"/>
              <a:gd name="connsiteX128" fmla="*/ 5459742 w 6808928"/>
              <a:gd name="connsiteY128" fmla="*/ 1285025 h 6554610"/>
              <a:gd name="connsiteX129" fmla="*/ 3703029 w 6808928"/>
              <a:gd name="connsiteY129" fmla="*/ 1538793 h 6554610"/>
              <a:gd name="connsiteX130" fmla="*/ 3631350 w 6808928"/>
              <a:gd name="connsiteY130" fmla="*/ 1538793 h 6554610"/>
              <a:gd name="connsiteX131" fmla="*/ 3623835 w 6808928"/>
              <a:gd name="connsiteY131" fmla="*/ 1501219 h 6554610"/>
              <a:gd name="connsiteX132" fmla="*/ 3526143 w 6808928"/>
              <a:gd name="connsiteY132" fmla="*/ 996574 h 6554610"/>
              <a:gd name="connsiteX133" fmla="*/ 3526143 w 6808928"/>
              <a:gd name="connsiteY133" fmla="*/ 988481 h 6554610"/>
              <a:gd name="connsiteX134" fmla="*/ 3410532 w 6808928"/>
              <a:gd name="connsiteY134" fmla="*/ 824891 h 6554610"/>
              <a:gd name="connsiteX135" fmla="*/ 4186495 w 6808928"/>
              <a:gd name="connsiteY135" fmla="*/ 792277 h 6554610"/>
              <a:gd name="connsiteX136" fmla="*/ 4308832 w 6808928"/>
              <a:gd name="connsiteY136" fmla="*/ 804660 h 6554610"/>
              <a:gd name="connsiteX137" fmla="*/ 4534852 w 6808928"/>
              <a:gd name="connsiteY137" fmla="*/ 950909 h 6554610"/>
              <a:gd name="connsiteX138" fmla="*/ 4266633 w 6808928"/>
              <a:gd name="connsiteY138" fmla="*/ 965938 h 6554610"/>
              <a:gd name="connsiteX139" fmla="*/ 4066626 w 6808928"/>
              <a:gd name="connsiteY139" fmla="*/ 819689 h 6554610"/>
              <a:gd name="connsiteX140" fmla="*/ 4186495 w 6808928"/>
              <a:gd name="connsiteY140" fmla="*/ 792277 h 6554610"/>
              <a:gd name="connsiteX141" fmla="*/ 4556240 w 6808928"/>
              <a:gd name="connsiteY141" fmla="*/ 546268 h 6554610"/>
              <a:gd name="connsiteX142" fmla="*/ 4787462 w 6808928"/>
              <a:gd name="connsiteY142" fmla="*/ 578060 h 6554610"/>
              <a:gd name="connsiteX143" fmla="*/ 4570113 w 6808928"/>
              <a:gd name="connsiteY143" fmla="*/ 702922 h 6554610"/>
              <a:gd name="connsiteX144" fmla="*/ 4335422 w 6808928"/>
              <a:gd name="connsiteY144" fmla="*/ 628352 h 6554610"/>
              <a:gd name="connsiteX145" fmla="*/ 4557395 w 6808928"/>
              <a:gd name="connsiteY145" fmla="*/ 546846 h 6554610"/>
              <a:gd name="connsiteX146" fmla="*/ 4107090 w 6808928"/>
              <a:gd name="connsiteY146" fmla="*/ 258394 h 6554610"/>
              <a:gd name="connsiteX147" fmla="*/ 4152756 w 6808928"/>
              <a:gd name="connsiteY147" fmla="*/ 527191 h 6554610"/>
              <a:gd name="connsiteX148" fmla="*/ 4155068 w 6808928"/>
              <a:gd name="connsiteY148" fmla="*/ 527191 h 6554610"/>
              <a:gd name="connsiteX149" fmla="*/ 4039457 w 6808928"/>
              <a:gd name="connsiteY149" fmla="*/ 751478 h 6554610"/>
              <a:gd name="connsiteX150" fmla="*/ 3981651 w 6808928"/>
              <a:gd name="connsiteY150" fmla="*/ 501179 h 6554610"/>
              <a:gd name="connsiteX151" fmla="*/ 4107090 w 6808928"/>
              <a:gd name="connsiteY151" fmla="*/ 258394 h 6554610"/>
              <a:gd name="connsiteX152" fmla="*/ 4707690 w 6808928"/>
              <a:gd name="connsiteY152" fmla="*/ 0 h 6554610"/>
              <a:gd name="connsiteX153" fmla="*/ 4663758 w 6808928"/>
              <a:gd name="connsiteY153" fmla="*/ 259548 h 6554610"/>
              <a:gd name="connsiteX154" fmla="*/ 4527915 w 6808928"/>
              <a:gd name="connsiteY154" fmla="*/ 400595 h 6554610"/>
              <a:gd name="connsiteX155" fmla="*/ 4475311 w 6808928"/>
              <a:gd name="connsiteY155" fmla="*/ 487882 h 6554610"/>
              <a:gd name="connsiteX156" fmla="*/ 3792049 w 6808928"/>
              <a:gd name="connsiteY156" fmla="*/ 959578 h 6554610"/>
              <a:gd name="connsiteX157" fmla="*/ 3993790 w 6808928"/>
              <a:gd name="connsiteY157" fmla="*/ 973451 h 6554610"/>
              <a:gd name="connsiteX158" fmla="*/ 3994947 w 6808928"/>
              <a:gd name="connsiteY158" fmla="*/ 972295 h 6554610"/>
              <a:gd name="connsiteX159" fmla="*/ 4216920 w 6808928"/>
              <a:gd name="connsiteY159" fmla="*/ 1131839 h 6554610"/>
              <a:gd name="connsiteX160" fmla="*/ 3955061 w 6808928"/>
              <a:gd name="connsiteY160" fmla="*/ 1135886 h 6554610"/>
              <a:gd name="connsiteX161" fmla="*/ 3770661 w 6808928"/>
              <a:gd name="connsiteY161" fmla="*/ 967670 h 6554610"/>
              <a:gd name="connsiteX162" fmla="*/ 3626376 w 6808928"/>
              <a:gd name="connsiteY162" fmla="*/ 1020664 h 6554610"/>
              <a:gd name="connsiteX163" fmla="*/ 3631910 w 6808928"/>
              <a:gd name="connsiteY163" fmla="*/ 1049024 h 6554610"/>
              <a:gd name="connsiteX164" fmla="*/ 3708810 w 6808928"/>
              <a:gd name="connsiteY164" fmla="*/ 1445148 h 6554610"/>
              <a:gd name="connsiteX165" fmla="*/ 5495004 w 6808928"/>
              <a:gd name="connsiteY165" fmla="*/ 1176928 h 6554610"/>
              <a:gd name="connsiteX166" fmla="*/ 5556856 w 6808928"/>
              <a:gd name="connsiteY166" fmla="*/ 1156118 h 6554610"/>
              <a:gd name="connsiteX167" fmla="*/ 5556856 w 6808928"/>
              <a:gd name="connsiteY167" fmla="*/ 1217392 h 6554610"/>
              <a:gd name="connsiteX168" fmla="*/ 5379971 w 6808928"/>
              <a:gd name="connsiteY168" fmla="*/ 1718569 h 6554610"/>
              <a:gd name="connsiteX169" fmla="*/ 4940648 w 6808928"/>
              <a:gd name="connsiteY169" fmla="*/ 2004709 h 6554610"/>
              <a:gd name="connsiteX170" fmla="*/ 4757404 w 6808928"/>
              <a:gd name="connsiteY170" fmla="*/ 2344607 h 6554610"/>
              <a:gd name="connsiteX171" fmla="*/ 4673007 w 6808928"/>
              <a:gd name="connsiteY171" fmla="*/ 2402413 h 6554610"/>
              <a:gd name="connsiteX172" fmla="*/ 5516970 w 6808928"/>
              <a:gd name="connsiteY172" fmla="*/ 2273506 h 6554610"/>
              <a:gd name="connsiteX173" fmla="*/ 5583446 w 6808928"/>
              <a:gd name="connsiteY173" fmla="*/ 2260789 h 6554610"/>
              <a:gd name="connsiteX174" fmla="*/ 5578822 w 6808928"/>
              <a:gd name="connsiteY174" fmla="*/ 2260789 h 6554610"/>
              <a:gd name="connsiteX175" fmla="*/ 5759754 w 6808928"/>
              <a:gd name="connsiteY175" fmla="*/ 2223215 h 6554610"/>
              <a:gd name="connsiteX176" fmla="*/ 5479397 w 6808928"/>
              <a:gd name="connsiteY176" fmla="*/ 2635949 h 6554610"/>
              <a:gd name="connsiteX177" fmla="*/ 4819256 w 6808928"/>
              <a:gd name="connsiteY177" fmla="*/ 3161982 h 6554610"/>
              <a:gd name="connsiteX178" fmla="*/ 4111137 w 6808928"/>
              <a:gd name="connsiteY178" fmla="*/ 3387425 h 6554610"/>
              <a:gd name="connsiteX179" fmla="*/ 3995526 w 6808928"/>
              <a:gd name="connsiteY179" fmla="*/ 3395518 h 6554610"/>
              <a:gd name="connsiteX180" fmla="*/ 3779910 w 6808928"/>
              <a:gd name="connsiteY180" fmla="*/ 3379910 h 6554610"/>
              <a:gd name="connsiteX181" fmla="*/ 3711700 w 6808928"/>
              <a:gd name="connsiteY181" fmla="*/ 3369505 h 6554610"/>
              <a:gd name="connsiteX182" fmla="*/ 3844075 w 6808928"/>
              <a:gd name="connsiteY182" fmla="*/ 3923286 h 6554610"/>
              <a:gd name="connsiteX183" fmla="*/ 3402439 w 6808928"/>
              <a:gd name="connsiteY183" fmla="*/ 3951032 h 6554610"/>
              <a:gd name="connsiteX184" fmla="*/ 2961382 w 6808928"/>
              <a:gd name="connsiteY184" fmla="*/ 3923286 h 6554610"/>
              <a:gd name="connsiteX185" fmla="*/ 3093757 w 6808928"/>
              <a:gd name="connsiteY185" fmla="*/ 3369505 h 6554610"/>
              <a:gd name="connsiteX186" fmla="*/ 3025547 w 6808928"/>
              <a:gd name="connsiteY186" fmla="*/ 3379910 h 6554610"/>
              <a:gd name="connsiteX187" fmla="*/ 2809931 w 6808928"/>
              <a:gd name="connsiteY187" fmla="*/ 3395518 h 6554610"/>
              <a:gd name="connsiteX188" fmla="*/ 2694320 w 6808928"/>
              <a:gd name="connsiteY188" fmla="*/ 3387425 h 6554610"/>
              <a:gd name="connsiteX189" fmla="*/ 1986201 w 6808928"/>
              <a:gd name="connsiteY189" fmla="*/ 3161982 h 6554610"/>
              <a:gd name="connsiteX190" fmla="*/ 1326060 w 6808928"/>
              <a:gd name="connsiteY190" fmla="*/ 2635949 h 6554610"/>
              <a:gd name="connsiteX191" fmla="*/ 1045703 w 6808928"/>
              <a:gd name="connsiteY191" fmla="*/ 2223215 h 6554610"/>
              <a:gd name="connsiteX192" fmla="*/ 1226635 w 6808928"/>
              <a:gd name="connsiteY192" fmla="*/ 2260789 h 6554610"/>
              <a:gd name="connsiteX193" fmla="*/ 1293111 w 6808928"/>
              <a:gd name="connsiteY193" fmla="*/ 2273506 h 6554610"/>
              <a:gd name="connsiteX194" fmla="*/ 2137074 w 6808928"/>
              <a:gd name="connsiteY194" fmla="*/ 2401835 h 6554610"/>
              <a:gd name="connsiteX195" fmla="*/ 2052677 w 6808928"/>
              <a:gd name="connsiteY195" fmla="*/ 2346919 h 6554610"/>
              <a:gd name="connsiteX196" fmla="*/ 1869434 w 6808928"/>
              <a:gd name="connsiteY196" fmla="*/ 2007021 h 6554610"/>
              <a:gd name="connsiteX197" fmla="*/ 1430111 w 6808928"/>
              <a:gd name="connsiteY197" fmla="*/ 1720882 h 6554610"/>
              <a:gd name="connsiteX198" fmla="*/ 1253225 w 6808928"/>
              <a:gd name="connsiteY198" fmla="*/ 1219705 h 6554610"/>
              <a:gd name="connsiteX199" fmla="*/ 1253225 w 6808928"/>
              <a:gd name="connsiteY199" fmla="*/ 1156118 h 6554610"/>
              <a:gd name="connsiteX200" fmla="*/ 1318546 w 6808928"/>
              <a:gd name="connsiteY200" fmla="*/ 1175772 h 6554610"/>
              <a:gd name="connsiteX201" fmla="*/ 3104740 w 6808928"/>
              <a:gd name="connsiteY201" fmla="*/ 1445148 h 6554610"/>
              <a:gd name="connsiteX202" fmla="*/ 3195495 w 6808928"/>
              <a:gd name="connsiteY202" fmla="*/ 978076 h 6554610"/>
              <a:gd name="connsiteX203" fmla="*/ 3195495 w 6808928"/>
              <a:gd name="connsiteY203" fmla="*/ 970561 h 6554610"/>
              <a:gd name="connsiteX204" fmla="*/ 3403017 w 6808928"/>
              <a:gd name="connsiteY204" fmla="*/ 731245 h 6554610"/>
              <a:gd name="connsiteX205" fmla="*/ 3410532 w 6808928"/>
              <a:gd name="connsiteY205" fmla="*/ 731245 h 6554610"/>
              <a:gd name="connsiteX206" fmla="*/ 3612433 w 6808928"/>
              <a:gd name="connsiteY206" fmla="*/ 943681 h 6554610"/>
              <a:gd name="connsiteX207" fmla="*/ 3613569 w 6808928"/>
              <a:gd name="connsiteY207" fmla="*/ 949114 h 6554610"/>
              <a:gd name="connsiteX208" fmla="*/ 3749851 w 6808928"/>
              <a:gd name="connsiteY208" fmla="*/ 898881 h 6554610"/>
              <a:gd name="connsiteX209" fmla="*/ 3692045 w 6808928"/>
              <a:gd name="connsiteY209" fmla="*/ 651472 h 6554610"/>
              <a:gd name="connsiteX210" fmla="*/ 3829044 w 6808928"/>
              <a:gd name="connsiteY210" fmla="*/ 413890 h 6554610"/>
              <a:gd name="connsiteX211" fmla="*/ 3872977 w 6808928"/>
              <a:gd name="connsiteY211" fmla="*/ 680375 h 6554610"/>
              <a:gd name="connsiteX212" fmla="*/ 3753319 w 6808928"/>
              <a:gd name="connsiteY212" fmla="*/ 897147 h 6554610"/>
              <a:gd name="connsiteX213" fmla="*/ 4293802 w 6808928"/>
              <a:gd name="connsiteY213" fmla="*/ 578059 h 6554610"/>
              <a:gd name="connsiteX214" fmla="*/ 4240042 w 6808928"/>
              <a:gd name="connsiteY214" fmla="*/ 338164 h 6554610"/>
              <a:gd name="connsiteX215" fmla="*/ 4355654 w 6808928"/>
              <a:gd name="connsiteY215" fmla="*/ 106941 h 6554610"/>
              <a:gd name="connsiteX216" fmla="*/ 4398430 w 6808928"/>
              <a:gd name="connsiteY216" fmla="*/ 365333 h 6554610"/>
              <a:gd name="connsiteX217" fmla="*/ 4296692 w 6808928"/>
              <a:gd name="connsiteY217" fmla="*/ 578059 h 6554610"/>
              <a:gd name="connsiteX218" fmla="*/ 4463172 w 6808928"/>
              <a:gd name="connsiteY218" fmla="*/ 426029 h 6554610"/>
              <a:gd name="connsiteX219" fmla="*/ 4501324 w 6808928"/>
              <a:gd name="connsiteY219" fmla="*/ 380941 h 6554610"/>
              <a:gd name="connsiteX220" fmla="*/ 4534273 w 6808928"/>
              <a:gd name="connsiteY220" fmla="*/ 173418 h 6554610"/>
              <a:gd name="connsiteX221" fmla="*/ 4707690 w 6808928"/>
              <a:gd name="connsiteY221" fmla="*/ 0 h 6554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808928" h="6554610">
                <a:moveTo>
                  <a:pt x="0" y="4834307"/>
                </a:moveTo>
                <a:cubicBezTo>
                  <a:pt x="215308" y="4886332"/>
                  <a:pt x="434568" y="4920363"/>
                  <a:pt x="655516" y="4936045"/>
                </a:cubicBezTo>
                <a:cubicBezTo>
                  <a:pt x="1077497" y="4952809"/>
                  <a:pt x="1674630" y="4916969"/>
                  <a:pt x="2221471" y="4923906"/>
                </a:cubicBezTo>
                <a:cubicBezTo>
                  <a:pt x="2309336" y="4940092"/>
                  <a:pt x="2387952" y="4952809"/>
                  <a:pt x="2449225" y="4960902"/>
                </a:cubicBezTo>
                <a:cubicBezTo>
                  <a:pt x="2596052" y="4981134"/>
                  <a:pt x="2840570" y="5007147"/>
                  <a:pt x="2948088" y="5018708"/>
                </a:cubicBezTo>
                <a:lnTo>
                  <a:pt x="2792013" y="5637809"/>
                </a:lnTo>
                <a:lnTo>
                  <a:pt x="3404753" y="5741860"/>
                </a:lnTo>
                <a:lnTo>
                  <a:pt x="4018071" y="5639543"/>
                </a:lnTo>
                <a:lnTo>
                  <a:pt x="3864886" y="5020442"/>
                </a:lnTo>
                <a:cubicBezTo>
                  <a:pt x="3972404" y="5007147"/>
                  <a:pt x="4216922" y="4981134"/>
                  <a:pt x="4363749" y="4962636"/>
                </a:cubicBezTo>
                <a:cubicBezTo>
                  <a:pt x="4425023" y="4954543"/>
                  <a:pt x="4503639" y="4941826"/>
                  <a:pt x="4591503" y="4925640"/>
                </a:cubicBezTo>
                <a:cubicBezTo>
                  <a:pt x="5138344" y="4918704"/>
                  <a:pt x="5735477" y="4954543"/>
                  <a:pt x="6157458" y="4937780"/>
                </a:cubicBezTo>
                <a:lnTo>
                  <a:pt x="6156302" y="4937780"/>
                </a:lnTo>
                <a:cubicBezTo>
                  <a:pt x="6376310" y="4921369"/>
                  <a:pt x="6594642" y="4886760"/>
                  <a:pt x="6808928" y="4834307"/>
                </a:cubicBezTo>
                <a:cubicBezTo>
                  <a:pt x="6808928" y="4834307"/>
                  <a:pt x="6617591" y="5141834"/>
                  <a:pt x="6398508" y="5292130"/>
                </a:cubicBezTo>
                <a:cubicBezTo>
                  <a:pt x="5555354" y="5535764"/>
                  <a:pt x="4689928" y="5694366"/>
                  <a:pt x="3815173" y="5765560"/>
                </a:cubicBezTo>
                <a:lnTo>
                  <a:pt x="3983965" y="6429171"/>
                </a:lnTo>
                <a:lnTo>
                  <a:pt x="3405909" y="6554610"/>
                </a:lnTo>
                <a:lnTo>
                  <a:pt x="2827852" y="6429171"/>
                </a:lnTo>
                <a:lnTo>
                  <a:pt x="2993755" y="5765560"/>
                </a:lnTo>
                <a:cubicBezTo>
                  <a:pt x="2118999" y="5694366"/>
                  <a:pt x="1253573" y="5535764"/>
                  <a:pt x="410420" y="5292130"/>
                </a:cubicBezTo>
                <a:cubicBezTo>
                  <a:pt x="191337" y="5144725"/>
                  <a:pt x="0" y="4834307"/>
                  <a:pt x="0" y="4834307"/>
                </a:cubicBezTo>
                <a:close/>
                <a:moveTo>
                  <a:pt x="378627" y="4023869"/>
                </a:moveTo>
                <a:cubicBezTo>
                  <a:pt x="498077" y="4046119"/>
                  <a:pt x="619045" y="4059263"/>
                  <a:pt x="740489" y="4063177"/>
                </a:cubicBezTo>
                <a:cubicBezTo>
                  <a:pt x="826620" y="4066645"/>
                  <a:pt x="932405" y="4063177"/>
                  <a:pt x="1054374" y="4063177"/>
                </a:cubicBezTo>
                <a:cubicBezTo>
                  <a:pt x="1162472" y="4059709"/>
                  <a:pt x="1285020" y="4059709"/>
                  <a:pt x="1413926" y="4059709"/>
                </a:cubicBezTo>
                <a:cubicBezTo>
                  <a:pt x="1563642" y="4059709"/>
                  <a:pt x="1752666" y="4062021"/>
                  <a:pt x="1956720" y="4073582"/>
                </a:cubicBezTo>
                <a:cubicBezTo>
                  <a:pt x="2149301" y="4131099"/>
                  <a:pt x="2345249" y="4176656"/>
                  <a:pt x="2543448" y="4210004"/>
                </a:cubicBezTo>
                <a:cubicBezTo>
                  <a:pt x="2680909" y="4229698"/>
                  <a:pt x="2819626" y="4239363"/>
                  <a:pt x="2958492" y="4238907"/>
                </a:cubicBezTo>
                <a:lnTo>
                  <a:pt x="2818602" y="4834307"/>
                </a:lnTo>
                <a:lnTo>
                  <a:pt x="3396660" y="4902518"/>
                </a:lnTo>
                <a:lnTo>
                  <a:pt x="3410532" y="4902518"/>
                </a:lnTo>
                <a:lnTo>
                  <a:pt x="3988589" y="4833729"/>
                </a:lnTo>
                <a:lnTo>
                  <a:pt x="3852168" y="4240063"/>
                </a:lnTo>
                <a:cubicBezTo>
                  <a:pt x="3990826" y="4240682"/>
                  <a:pt x="4129345" y="4231213"/>
                  <a:pt x="4266634" y="4211738"/>
                </a:cubicBezTo>
                <a:cubicBezTo>
                  <a:pt x="4464832" y="4178390"/>
                  <a:pt x="4660782" y="4132833"/>
                  <a:pt x="4853361" y="4075316"/>
                </a:cubicBezTo>
                <a:cubicBezTo>
                  <a:pt x="5057415" y="4061443"/>
                  <a:pt x="5246440" y="4061443"/>
                  <a:pt x="5396156" y="4061443"/>
                </a:cubicBezTo>
                <a:cubicBezTo>
                  <a:pt x="5524485" y="4061443"/>
                  <a:pt x="5647611" y="4064911"/>
                  <a:pt x="5755708" y="4064911"/>
                </a:cubicBezTo>
                <a:cubicBezTo>
                  <a:pt x="5877099" y="4064911"/>
                  <a:pt x="5983462" y="4064911"/>
                  <a:pt x="6069592" y="4064911"/>
                </a:cubicBezTo>
                <a:lnTo>
                  <a:pt x="6068436" y="4063755"/>
                </a:lnTo>
                <a:cubicBezTo>
                  <a:pt x="6189886" y="4059842"/>
                  <a:pt x="6310873" y="4046696"/>
                  <a:pt x="6430299" y="4024447"/>
                </a:cubicBezTo>
                <a:cubicBezTo>
                  <a:pt x="6332261" y="4154886"/>
                  <a:pt x="6215378" y="4270018"/>
                  <a:pt x="6083466" y="4366080"/>
                </a:cubicBezTo>
                <a:cubicBezTo>
                  <a:pt x="5922362" y="4457852"/>
                  <a:pt x="5753511" y="4535226"/>
                  <a:pt x="5578823" y="4597303"/>
                </a:cubicBezTo>
                <a:cubicBezTo>
                  <a:pt x="5175906" y="4713852"/>
                  <a:pt x="4766011" y="4804792"/>
                  <a:pt x="4351608" y="4869569"/>
                </a:cubicBezTo>
                <a:cubicBezTo>
                  <a:pt x="4162006" y="4893848"/>
                  <a:pt x="3805345" y="4931421"/>
                  <a:pt x="3801876" y="4931421"/>
                </a:cubicBezTo>
                <a:lnTo>
                  <a:pt x="3748117" y="4936624"/>
                </a:lnTo>
                <a:lnTo>
                  <a:pt x="3903036" y="5562662"/>
                </a:lnTo>
                <a:lnTo>
                  <a:pt x="3404752" y="5647058"/>
                </a:lnTo>
                <a:lnTo>
                  <a:pt x="2907045" y="5562662"/>
                </a:lnTo>
                <a:lnTo>
                  <a:pt x="3060808" y="4936046"/>
                </a:lnTo>
                <a:lnTo>
                  <a:pt x="3007049" y="4930843"/>
                </a:lnTo>
                <a:cubicBezTo>
                  <a:pt x="3003581" y="4930265"/>
                  <a:pt x="2646920" y="4893269"/>
                  <a:pt x="2457317" y="4868991"/>
                </a:cubicBezTo>
                <a:cubicBezTo>
                  <a:pt x="2042914" y="4804214"/>
                  <a:pt x="1633021" y="4713274"/>
                  <a:pt x="1230103" y="4596725"/>
                </a:cubicBezTo>
                <a:cubicBezTo>
                  <a:pt x="1055415" y="4534647"/>
                  <a:pt x="886541" y="4457274"/>
                  <a:pt x="725460" y="4365502"/>
                </a:cubicBezTo>
                <a:cubicBezTo>
                  <a:pt x="593559" y="4269440"/>
                  <a:pt x="476669" y="4154308"/>
                  <a:pt x="378627" y="4023869"/>
                </a:cubicBezTo>
                <a:close/>
                <a:moveTo>
                  <a:pt x="6084621" y="3126721"/>
                </a:moveTo>
                <a:cubicBezTo>
                  <a:pt x="5990167" y="3267987"/>
                  <a:pt x="5875191" y="3394420"/>
                  <a:pt x="5743568" y="3501881"/>
                </a:cubicBezTo>
                <a:cubicBezTo>
                  <a:pt x="5590597" y="3632222"/>
                  <a:pt x="5421116" y="3741839"/>
                  <a:pt x="5239503" y="3827906"/>
                </a:cubicBezTo>
                <a:cubicBezTo>
                  <a:pt x="4923115" y="3968305"/>
                  <a:pt x="4589282" y="4065523"/>
                  <a:pt x="4246980" y="4116936"/>
                </a:cubicBezTo>
                <a:cubicBezTo>
                  <a:pt x="4105044" y="4136341"/>
                  <a:pt x="3961888" y="4145422"/>
                  <a:pt x="3818640" y="4144105"/>
                </a:cubicBezTo>
                <a:lnTo>
                  <a:pt x="3790315" y="4144105"/>
                </a:lnTo>
                <a:lnTo>
                  <a:pt x="3732509" y="4144105"/>
                </a:lnTo>
                <a:lnTo>
                  <a:pt x="3873555" y="4752800"/>
                </a:lnTo>
                <a:lnTo>
                  <a:pt x="3408220" y="4810606"/>
                </a:lnTo>
                <a:lnTo>
                  <a:pt x="3401861" y="4810606"/>
                </a:lnTo>
                <a:lnTo>
                  <a:pt x="3396080" y="4810606"/>
                </a:lnTo>
                <a:lnTo>
                  <a:pt x="2933635" y="4752800"/>
                </a:lnTo>
                <a:lnTo>
                  <a:pt x="3075259" y="4144682"/>
                </a:lnTo>
                <a:lnTo>
                  <a:pt x="3017453" y="4144682"/>
                </a:lnTo>
                <a:lnTo>
                  <a:pt x="2988551" y="4144682"/>
                </a:lnTo>
                <a:cubicBezTo>
                  <a:pt x="2845302" y="4145966"/>
                  <a:pt x="2702147" y="4136885"/>
                  <a:pt x="2560211" y="4117514"/>
                </a:cubicBezTo>
                <a:cubicBezTo>
                  <a:pt x="2217943" y="4065956"/>
                  <a:pt x="1884127" y="3968745"/>
                  <a:pt x="1567688" y="3828485"/>
                </a:cubicBezTo>
                <a:cubicBezTo>
                  <a:pt x="1385976" y="3742041"/>
                  <a:pt x="1216334" y="3632245"/>
                  <a:pt x="1063045" y="3501881"/>
                </a:cubicBezTo>
                <a:cubicBezTo>
                  <a:pt x="931756" y="3394437"/>
                  <a:pt x="817029" y="3268218"/>
                  <a:pt x="722569" y="3127299"/>
                </a:cubicBezTo>
                <a:cubicBezTo>
                  <a:pt x="849163" y="3146375"/>
                  <a:pt x="1034141" y="3167763"/>
                  <a:pt x="1080386" y="3167763"/>
                </a:cubicBezTo>
                <a:lnTo>
                  <a:pt x="1219120" y="3174122"/>
                </a:lnTo>
                <a:cubicBezTo>
                  <a:pt x="1387334" y="3182215"/>
                  <a:pt x="1605261" y="3192042"/>
                  <a:pt x="1870589" y="3208227"/>
                </a:cubicBezTo>
                <a:lnTo>
                  <a:pt x="1943425" y="3246957"/>
                </a:lnTo>
                <a:cubicBezTo>
                  <a:pt x="2175040" y="3364032"/>
                  <a:pt x="2423836" y="3443451"/>
                  <a:pt x="2680446" y="3482227"/>
                </a:cubicBezTo>
                <a:cubicBezTo>
                  <a:pt x="2724101" y="3488383"/>
                  <a:pt x="2768155" y="3491279"/>
                  <a:pt x="2812243" y="3490898"/>
                </a:cubicBezTo>
                <a:cubicBezTo>
                  <a:pt x="2866118" y="3490829"/>
                  <a:pt x="2919953" y="3487938"/>
                  <a:pt x="2973521" y="3482227"/>
                </a:cubicBezTo>
                <a:lnTo>
                  <a:pt x="2846927" y="4011729"/>
                </a:lnTo>
                <a:lnTo>
                  <a:pt x="3404751" y="4046413"/>
                </a:lnTo>
                <a:lnTo>
                  <a:pt x="3963154" y="4009417"/>
                </a:lnTo>
                <a:lnTo>
                  <a:pt x="3835981" y="3479915"/>
                </a:lnTo>
                <a:cubicBezTo>
                  <a:pt x="3889746" y="3485609"/>
                  <a:pt x="3943772" y="3488499"/>
                  <a:pt x="3997837" y="3488586"/>
                </a:cubicBezTo>
                <a:cubicBezTo>
                  <a:pt x="4041925" y="3488967"/>
                  <a:pt x="4085979" y="3486071"/>
                  <a:pt x="4129634" y="3479915"/>
                </a:cubicBezTo>
                <a:cubicBezTo>
                  <a:pt x="4386083" y="3441225"/>
                  <a:pt x="4634699" y="3361800"/>
                  <a:pt x="4866078" y="3244645"/>
                </a:cubicBezTo>
                <a:lnTo>
                  <a:pt x="4939491" y="3205915"/>
                </a:lnTo>
                <a:cubicBezTo>
                  <a:pt x="5204241" y="3189729"/>
                  <a:pt x="5422746" y="3179902"/>
                  <a:pt x="5590961" y="3171810"/>
                </a:cubicBezTo>
                <a:lnTo>
                  <a:pt x="5729695" y="3165451"/>
                </a:lnTo>
                <a:lnTo>
                  <a:pt x="5727382" y="3167185"/>
                </a:lnTo>
                <a:cubicBezTo>
                  <a:pt x="5773627" y="3164873"/>
                  <a:pt x="5958605" y="3145797"/>
                  <a:pt x="6084621" y="3126721"/>
                </a:cubicBezTo>
                <a:close/>
                <a:moveTo>
                  <a:pt x="3400127" y="824891"/>
                </a:moveTo>
                <a:cubicBezTo>
                  <a:pt x="3326136" y="824891"/>
                  <a:pt x="3300123" y="907553"/>
                  <a:pt x="3284516" y="988481"/>
                </a:cubicBezTo>
                <a:lnTo>
                  <a:pt x="3284516" y="996574"/>
                </a:lnTo>
                <a:cubicBezTo>
                  <a:pt x="3276423" y="1038772"/>
                  <a:pt x="3186824" y="1501219"/>
                  <a:pt x="3186824" y="1501219"/>
                </a:cubicBezTo>
                <a:lnTo>
                  <a:pt x="3179310" y="1538793"/>
                </a:lnTo>
                <a:lnTo>
                  <a:pt x="3106475" y="1538793"/>
                </a:lnTo>
                <a:cubicBezTo>
                  <a:pt x="2511614" y="1541036"/>
                  <a:pt x="1919672" y="1455530"/>
                  <a:pt x="1349761" y="1285025"/>
                </a:cubicBezTo>
                <a:cubicBezTo>
                  <a:pt x="1362779" y="1423129"/>
                  <a:pt x="1416041" y="1554378"/>
                  <a:pt x="1502946" y="1662498"/>
                </a:cubicBezTo>
                <a:cubicBezTo>
                  <a:pt x="1611927" y="1791665"/>
                  <a:pt x="1759059" y="1882941"/>
                  <a:pt x="1923193" y="1923202"/>
                </a:cubicBezTo>
                <a:lnTo>
                  <a:pt x="1957876" y="1930139"/>
                </a:lnTo>
                <a:lnTo>
                  <a:pt x="1957876" y="1965401"/>
                </a:lnTo>
                <a:cubicBezTo>
                  <a:pt x="1970588" y="2082579"/>
                  <a:pt x="2024948" y="2191294"/>
                  <a:pt x="2111061" y="2271772"/>
                </a:cubicBezTo>
                <a:cubicBezTo>
                  <a:pt x="2204475" y="2340711"/>
                  <a:pt x="2318127" y="2376701"/>
                  <a:pt x="2434195" y="2374088"/>
                </a:cubicBezTo>
                <a:cubicBezTo>
                  <a:pt x="2460785" y="2374088"/>
                  <a:pt x="2477549" y="2374088"/>
                  <a:pt x="2477549" y="2374088"/>
                </a:cubicBezTo>
                <a:lnTo>
                  <a:pt x="2513967" y="2370042"/>
                </a:lnTo>
                <a:lnTo>
                  <a:pt x="2526684" y="2404725"/>
                </a:lnTo>
                <a:cubicBezTo>
                  <a:pt x="2574888" y="2502903"/>
                  <a:pt x="2662857" y="2575721"/>
                  <a:pt x="2768311" y="2604734"/>
                </a:cubicBezTo>
                <a:cubicBezTo>
                  <a:pt x="2808371" y="2617139"/>
                  <a:pt x="2850083" y="2623376"/>
                  <a:pt x="2892015" y="2623231"/>
                </a:cubicBezTo>
                <a:cubicBezTo>
                  <a:pt x="2946578" y="2623156"/>
                  <a:pt x="3000731" y="2613769"/>
                  <a:pt x="3052137" y="2595485"/>
                </a:cubicBezTo>
                <a:lnTo>
                  <a:pt x="3137111" y="2560223"/>
                </a:lnTo>
                <a:lnTo>
                  <a:pt x="3012251" y="3071227"/>
                </a:lnTo>
                <a:lnTo>
                  <a:pt x="3797252" y="3071227"/>
                </a:lnTo>
                <a:lnTo>
                  <a:pt x="3672392" y="2559645"/>
                </a:lnTo>
                <a:lnTo>
                  <a:pt x="3757366" y="2595485"/>
                </a:lnTo>
                <a:cubicBezTo>
                  <a:pt x="3808992" y="2613641"/>
                  <a:pt x="3863341" y="2622827"/>
                  <a:pt x="3918066" y="2622653"/>
                </a:cubicBezTo>
                <a:cubicBezTo>
                  <a:pt x="3959998" y="2622798"/>
                  <a:pt x="4001710" y="2616561"/>
                  <a:pt x="4041770" y="2604155"/>
                </a:cubicBezTo>
                <a:cubicBezTo>
                  <a:pt x="4147260" y="2575212"/>
                  <a:pt x="4235251" y="2502377"/>
                  <a:pt x="4283397" y="2404147"/>
                </a:cubicBezTo>
                <a:lnTo>
                  <a:pt x="4296115" y="2370042"/>
                </a:lnTo>
                <a:lnTo>
                  <a:pt x="4334844" y="2376978"/>
                </a:lnTo>
                <a:cubicBezTo>
                  <a:pt x="4334844" y="2376978"/>
                  <a:pt x="4351608" y="2376978"/>
                  <a:pt x="4378199" y="2376978"/>
                </a:cubicBezTo>
                <a:cubicBezTo>
                  <a:pt x="4494267" y="2379591"/>
                  <a:pt x="4607918" y="2343601"/>
                  <a:pt x="4701332" y="2274662"/>
                </a:cubicBezTo>
                <a:cubicBezTo>
                  <a:pt x="4787943" y="2193601"/>
                  <a:pt x="4842344" y="2083978"/>
                  <a:pt x="4854517" y="1965979"/>
                </a:cubicBezTo>
                <a:lnTo>
                  <a:pt x="4854517" y="1930717"/>
                </a:lnTo>
                <a:lnTo>
                  <a:pt x="4889201" y="1923780"/>
                </a:lnTo>
                <a:cubicBezTo>
                  <a:pt x="5052172" y="1882368"/>
                  <a:pt x="5198108" y="1791006"/>
                  <a:pt x="5306558" y="1662498"/>
                </a:cubicBezTo>
                <a:cubicBezTo>
                  <a:pt x="5393463" y="1554378"/>
                  <a:pt x="5446725" y="1423129"/>
                  <a:pt x="5459742" y="1285025"/>
                </a:cubicBezTo>
                <a:cubicBezTo>
                  <a:pt x="4889831" y="1455530"/>
                  <a:pt x="4297889" y="1541036"/>
                  <a:pt x="3703029" y="1538793"/>
                </a:cubicBezTo>
                <a:lnTo>
                  <a:pt x="3631350" y="1538793"/>
                </a:lnTo>
                <a:lnTo>
                  <a:pt x="3623835" y="1501219"/>
                </a:lnTo>
                <a:cubicBezTo>
                  <a:pt x="3623835" y="1501219"/>
                  <a:pt x="3533658" y="1036460"/>
                  <a:pt x="3526143" y="996574"/>
                </a:cubicBezTo>
                <a:lnTo>
                  <a:pt x="3526143" y="988481"/>
                </a:lnTo>
                <a:cubicBezTo>
                  <a:pt x="3511114" y="907553"/>
                  <a:pt x="3484523" y="824891"/>
                  <a:pt x="3410532" y="824891"/>
                </a:cubicBezTo>
                <a:close/>
                <a:moveTo>
                  <a:pt x="4186495" y="792277"/>
                </a:moveTo>
                <a:cubicBezTo>
                  <a:pt x="4227408" y="789739"/>
                  <a:pt x="4268732" y="793833"/>
                  <a:pt x="4308832" y="804660"/>
                </a:cubicBezTo>
                <a:cubicBezTo>
                  <a:pt x="4394829" y="834540"/>
                  <a:pt x="4472358" y="884703"/>
                  <a:pt x="4534852" y="950909"/>
                </a:cubicBezTo>
                <a:cubicBezTo>
                  <a:pt x="4446796" y="970031"/>
                  <a:pt x="4356273" y="975106"/>
                  <a:pt x="4266633" y="965938"/>
                </a:cubicBezTo>
                <a:cubicBezTo>
                  <a:pt x="4155647" y="953799"/>
                  <a:pt x="4066626" y="819689"/>
                  <a:pt x="4066626" y="819689"/>
                </a:cubicBezTo>
                <a:cubicBezTo>
                  <a:pt x="4105081" y="803986"/>
                  <a:pt x="4145582" y="794815"/>
                  <a:pt x="4186495" y="792277"/>
                </a:cubicBezTo>
                <a:close/>
                <a:moveTo>
                  <a:pt x="4556240" y="546268"/>
                </a:moveTo>
                <a:cubicBezTo>
                  <a:pt x="4634098" y="550067"/>
                  <a:pt x="4711471" y="560705"/>
                  <a:pt x="4787462" y="578060"/>
                </a:cubicBezTo>
                <a:cubicBezTo>
                  <a:pt x="4728674" y="639907"/>
                  <a:pt x="4653151" y="683290"/>
                  <a:pt x="4570113" y="702922"/>
                </a:cubicBezTo>
                <a:cubicBezTo>
                  <a:pt x="4467219" y="724310"/>
                  <a:pt x="4335422" y="628352"/>
                  <a:pt x="4335422" y="628352"/>
                </a:cubicBezTo>
                <a:cubicBezTo>
                  <a:pt x="4397581" y="576021"/>
                  <a:pt x="4476138" y="547174"/>
                  <a:pt x="4557395" y="546846"/>
                </a:cubicBezTo>
                <a:close/>
                <a:moveTo>
                  <a:pt x="4107090" y="258394"/>
                </a:moveTo>
                <a:cubicBezTo>
                  <a:pt x="4132975" y="345851"/>
                  <a:pt x="4148311" y="436092"/>
                  <a:pt x="4152756" y="527191"/>
                </a:cubicBezTo>
                <a:lnTo>
                  <a:pt x="4155068" y="527191"/>
                </a:lnTo>
                <a:cubicBezTo>
                  <a:pt x="4155068" y="640491"/>
                  <a:pt x="4039457" y="751478"/>
                  <a:pt x="4039457" y="751478"/>
                </a:cubicBezTo>
                <a:cubicBezTo>
                  <a:pt x="3993975" y="676348"/>
                  <a:pt x="3973720" y="588645"/>
                  <a:pt x="3981651" y="501179"/>
                </a:cubicBezTo>
                <a:cubicBezTo>
                  <a:pt x="3999328" y="409900"/>
                  <a:pt x="4042868" y="325626"/>
                  <a:pt x="4107090" y="258394"/>
                </a:cubicBezTo>
                <a:close/>
                <a:moveTo>
                  <a:pt x="4707690" y="0"/>
                </a:moveTo>
                <a:cubicBezTo>
                  <a:pt x="4706280" y="88242"/>
                  <a:pt x="4691464" y="175757"/>
                  <a:pt x="4663758" y="259548"/>
                </a:cubicBezTo>
                <a:cubicBezTo>
                  <a:pt x="4643260" y="325359"/>
                  <a:pt x="4592906" y="377637"/>
                  <a:pt x="4527915" y="400595"/>
                </a:cubicBezTo>
                <a:cubicBezTo>
                  <a:pt x="4515417" y="432443"/>
                  <a:pt x="4497630" y="461953"/>
                  <a:pt x="4475311" y="487882"/>
                </a:cubicBezTo>
                <a:cubicBezTo>
                  <a:pt x="4335422" y="654363"/>
                  <a:pt x="4081077" y="834717"/>
                  <a:pt x="3792049" y="959578"/>
                </a:cubicBezTo>
                <a:cubicBezTo>
                  <a:pt x="3858774" y="939762"/>
                  <a:pt x="3930407" y="944687"/>
                  <a:pt x="3993790" y="973451"/>
                </a:cubicBezTo>
                <a:lnTo>
                  <a:pt x="3994947" y="972295"/>
                </a:lnTo>
                <a:cubicBezTo>
                  <a:pt x="4077447" y="1012505"/>
                  <a:pt x="4152513" y="1066455"/>
                  <a:pt x="4216920" y="1131839"/>
                </a:cubicBezTo>
                <a:cubicBezTo>
                  <a:pt x="4216920" y="1131839"/>
                  <a:pt x="4132524" y="1175772"/>
                  <a:pt x="3955061" y="1135886"/>
                </a:cubicBezTo>
                <a:cubicBezTo>
                  <a:pt x="3870144" y="1112694"/>
                  <a:pt x="3801535" y="1050107"/>
                  <a:pt x="3770661" y="967670"/>
                </a:cubicBezTo>
                <a:lnTo>
                  <a:pt x="3626376" y="1020664"/>
                </a:lnTo>
                <a:lnTo>
                  <a:pt x="3631910" y="1049024"/>
                </a:lnTo>
                <a:cubicBezTo>
                  <a:pt x="3653316" y="1158792"/>
                  <a:pt x="3692768" y="1361474"/>
                  <a:pt x="3708810" y="1445148"/>
                </a:cubicBezTo>
                <a:cubicBezTo>
                  <a:pt x="4314514" y="1448940"/>
                  <a:pt x="4917127" y="1358450"/>
                  <a:pt x="5495004" y="1176928"/>
                </a:cubicBezTo>
                <a:lnTo>
                  <a:pt x="5556856" y="1156118"/>
                </a:lnTo>
                <a:lnTo>
                  <a:pt x="5556856" y="1217392"/>
                </a:lnTo>
                <a:cubicBezTo>
                  <a:pt x="5555995" y="1399602"/>
                  <a:pt x="5493669" y="1576188"/>
                  <a:pt x="5379971" y="1718569"/>
                </a:cubicBezTo>
                <a:cubicBezTo>
                  <a:pt x="5265793" y="1856130"/>
                  <a:pt x="5112625" y="1955891"/>
                  <a:pt x="4940648" y="2004709"/>
                </a:cubicBezTo>
                <a:cubicBezTo>
                  <a:pt x="4921589" y="2136084"/>
                  <a:pt x="4856679" y="2256482"/>
                  <a:pt x="4757404" y="2344607"/>
                </a:cubicBezTo>
                <a:cubicBezTo>
                  <a:pt x="4731299" y="2366683"/>
                  <a:pt x="4703020" y="2386048"/>
                  <a:pt x="4673007" y="2402413"/>
                </a:cubicBezTo>
                <a:cubicBezTo>
                  <a:pt x="5070132" y="2357324"/>
                  <a:pt x="5372456" y="2300675"/>
                  <a:pt x="5516970" y="2273506"/>
                </a:cubicBezTo>
                <a:lnTo>
                  <a:pt x="5583446" y="2260789"/>
                </a:lnTo>
                <a:lnTo>
                  <a:pt x="5578822" y="2260789"/>
                </a:lnTo>
                <a:cubicBezTo>
                  <a:pt x="5644143" y="2249805"/>
                  <a:pt x="5707151" y="2235932"/>
                  <a:pt x="5759754" y="2223215"/>
                </a:cubicBezTo>
                <a:cubicBezTo>
                  <a:pt x="5681745" y="2370672"/>
                  <a:pt x="5587724" y="2509082"/>
                  <a:pt x="5479397" y="2635949"/>
                </a:cubicBezTo>
                <a:cubicBezTo>
                  <a:pt x="5296309" y="2853229"/>
                  <a:pt x="5071930" y="3032023"/>
                  <a:pt x="4819256" y="3161982"/>
                </a:cubicBezTo>
                <a:cubicBezTo>
                  <a:pt x="4596640" y="3274149"/>
                  <a:pt x="4357626" y="3350250"/>
                  <a:pt x="4111137" y="3387425"/>
                </a:cubicBezTo>
                <a:cubicBezTo>
                  <a:pt x="4072858" y="3393003"/>
                  <a:pt x="4034209" y="3395709"/>
                  <a:pt x="3995526" y="3395518"/>
                </a:cubicBezTo>
                <a:cubicBezTo>
                  <a:pt x="3923395" y="3394876"/>
                  <a:pt x="3851381" y="3389662"/>
                  <a:pt x="3779910" y="3379910"/>
                </a:cubicBezTo>
                <a:lnTo>
                  <a:pt x="3711700" y="3369505"/>
                </a:lnTo>
                <a:lnTo>
                  <a:pt x="3844075" y="3923286"/>
                </a:lnTo>
                <a:lnTo>
                  <a:pt x="3402439" y="3951032"/>
                </a:lnTo>
                <a:lnTo>
                  <a:pt x="2961382" y="3923286"/>
                </a:lnTo>
                <a:lnTo>
                  <a:pt x="3093757" y="3369505"/>
                </a:lnTo>
                <a:lnTo>
                  <a:pt x="3025547" y="3379910"/>
                </a:lnTo>
                <a:cubicBezTo>
                  <a:pt x="2954076" y="3389662"/>
                  <a:pt x="2882061" y="3394876"/>
                  <a:pt x="2809931" y="3395518"/>
                </a:cubicBezTo>
                <a:cubicBezTo>
                  <a:pt x="2771248" y="3395709"/>
                  <a:pt x="2732599" y="3393003"/>
                  <a:pt x="2694320" y="3387425"/>
                </a:cubicBezTo>
                <a:cubicBezTo>
                  <a:pt x="2447831" y="3350244"/>
                  <a:pt x="2208816" y="3274149"/>
                  <a:pt x="1986201" y="3161982"/>
                </a:cubicBezTo>
                <a:cubicBezTo>
                  <a:pt x="1733394" y="3032231"/>
                  <a:pt x="1508981" y="2853403"/>
                  <a:pt x="1326060" y="2635949"/>
                </a:cubicBezTo>
                <a:cubicBezTo>
                  <a:pt x="1217733" y="2509082"/>
                  <a:pt x="1123712" y="2370672"/>
                  <a:pt x="1045703" y="2223215"/>
                </a:cubicBezTo>
                <a:cubicBezTo>
                  <a:pt x="1098306" y="2235932"/>
                  <a:pt x="1163049" y="2249805"/>
                  <a:pt x="1226635" y="2260789"/>
                </a:cubicBezTo>
                <a:lnTo>
                  <a:pt x="1293111" y="2273506"/>
                </a:lnTo>
                <a:cubicBezTo>
                  <a:pt x="1437625" y="2300675"/>
                  <a:pt x="1739371" y="2357324"/>
                  <a:pt x="2137074" y="2401835"/>
                </a:cubicBezTo>
                <a:cubicBezTo>
                  <a:pt x="2107049" y="2386620"/>
                  <a:pt x="2078754" y="2368209"/>
                  <a:pt x="2052677" y="2346919"/>
                </a:cubicBezTo>
                <a:cubicBezTo>
                  <a:pt x="1953396" y="2258794"/>
                  <a:pt x="1888492" y="2138396"/>
                  <a:pt x="1869434" y="2007021"/>
                </a:cubicBezTo>
                <a:cubicBezTo>
                  <a:pt x="1697456" y="1958204"/>
                  <a:pt x="1544288" y="1858442"/>
                  <a:pt x="1430111" y="1720882"/>
                </a:cubicBezTo>
                <a:cubicBezTo>
                  <a:pt x="1316413" y="1578500"/>
                  <a:pt x="1254087" y="1401915"/>
                  <a:pt x="1253225" y="1219705"/>
                </a:cubicBezTo>
                <a:lnTo>
                  <a:pt x="1253225" y="1156118"/>
                </a:lnTo>
                <a:lnTo>
                  <a:pt x="1318546" y="1175772"/>
                </a:lnTo>
                <a:cubicBezTo>
                  <a:pt x="1896365" y="1357687"/>
                  <a:pt x="2498972" y="1448564"/>
                  <a:pt x="3104740" y="1445148"/>
                </a:cubicBezTo>
                <a:cubicBezTo>
                  <a:pt x="3126128" y="1333582"/>
                  <a:pt x="3189136" y="1010447"/>
                  <a:pt x="3195495" y="978076"/>
                </a:cubicBezTo>
                <a:lnTo>
                  <a:pt x="3195495" y="970561"/>
                </a:lnTo>
                <a:cubicBezTo>
                  <a:pt x="3206478" y="911021"/>
                  <a:pt x="3241740" y="731245"/>
                  <a:pt x="3403017" y="731245"/>
                </a:cubicBezTo>
                <a:lnTo>
                  <a:pt x="3410532" y="731245"/>
                </a:lnTo>
                <a:cubicBezTo>
                  <a:pt x="3551650" y="731245"/>
                  <a:pt x="3595844" y="870214"/>
                  <a:pt x="3612433" y="943681"/>
                </a:cubicBezTo>
                <a:lnTo>
                  <a:pt x="3613569" y="949114"/>
                </a:lnTo>
                <a:lnTo>
                  <a:pt x="3749851" y="898881"/>
                </a:lnTo>
                <a:cubicBezTo>
                  <a:pt x="3703098" y="825347"/>
                  <a:pt x="3682715" y="738112"/>
                  <a:pt x="3692045" y="651472"/>
                </a:cubicBezTo>
                <a:cubicBezTo>
                  <a:pt x="3713173" y="560458"/>
                  <a:pt x="3760857" y="477767"/>
                  <a:pt x="3829044" y="413890"/>
                </a:cubicBezTo>
                <a:cubicBezTo>
                  <a:pt x="3855091" y="500459"/>
                  <a:pt x="3869855" y="590025"/>
                  <a:pt x="3872977" y="680375"/>
                </a:cubicBezTo>
                <a:cubicBezTo>
                  <a:pt x="3876445" y="781536"/>
                  <a:pt x="3773551" y="878649"/>
                  <a:pt x="3753319" y="897147"/>
                </a:cubicBezTo>
                <a:cubicBezTo>
                  <a:pt x="3946673" y="814901"/>
                  <a:pt x="4128385" y="707619"/>
                  <a:pt x="4293802" y="578059"/>
                </a:cubicBezTo>
                <a:cubicBezTo>
                  <a:pt x="4251436" y="505605"/>
                  <a:pt x="4232649" y="421770"/>
                  <a:pt x="4240042" y="338164"/>
                </a:cubicBezTo>
                <a:cubicBezTo>
                  <a:pt x="4256176" y="251788"/>
                  <a:pt x="4296235" y="171675"/>
                  <a:pt x="4355654" y="106941"/>
                </a:cubicBezTo>
                <a:cubicBezTo>
                  <a:pt x="4379655" y="191173"/>
                  <a:pt x="4394002" y="277860"/>
                  <a:pt x="4398430" y="365333"/>
                </a:cubicBezTo>
                <a:cubicBezTo>
                  <a:pt x="4403633" y="462447"/>
                  <a:pt x="4312300" y="561873"/>
                  <a:pt x="4296692" y="578059"/>
                </a:cubicBezTo>
                <a:cubicBezTo>
                  <a:pt x="4355931" y="531640"/>
                  <a:pt x="4411581" y="480820"/>
                  <a:pt x="4463172" y="426029"/>
                </a:cubicBezTo>
                <a:cubicBezTo>
                  <a:pt x="4476722" y="411725"/>
                  <a:pt x="4489457" y="396672"/>
                  <a:pt x="4501324" y="380941"/>
                </a:cubicBezTo>
                <a:cubicBezTo>
                  <a:pt x="4487399" y="310047"/>
                  <a:pt x="4499075" y="236512"/>
                  <a:pt x="4534273" y="173418"/>
                </a:cubicBezTo>
                <a:cubicBezTo>
                  <a:pt x="4572749" y="99064"/>
                  <a:pt x="4633335" y="38474"/>
                  <a:pt x="4707690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384" name="PA-矩形 7"/>
          <p:cNvSpPr/>
          <p:nvPr>
            <p:custDataLst>
              <p:tags r:id="rId3"/>
            </p:custDataLst>
          </p:nvPr>
        </p:nvSpPr>
        <p:spPr>
          <a:xfrm>
            <a:off x="11373037" y="1"/>
            <a:ext cx="818963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385" name="直接连接符 384"/>
          <p:cNvCxnSpPr/>
          <p:nvPr/>
        </p:nvCxnSpPr>
        <p:spPr>
          <a:xfrm>
            <a:off x="11373037" y="0"/>
            <a:ext cx="0" cy="685800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7" name="任意多边形: 形状 386"/>
          <p:cNvSpPr/>
          <p:nvPr/>
        </p:nvSpPr>
        <p:spPr>
          <a:xfrm>
            <a:off x="708895" y="328968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388" name="矩形 387"/>
          <p:cNvSpPr/>
          <p:nvPr/>
        </p:nvSpPr>
        <p:spPr>
          <a:xfrm>
            <a:off x="0" y="1504950"/>
            <a:ext cx="12192000" cy="38481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01600" sx="101000" sy="101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390" name="标题 47"/>
          <p:cNvSpPr>
            <a:spLocks noGrp="1"/>
          </p:cNvSpPr>
          <p:nvPr>
            <p:ph type="title" hasCustomPrompt="1"/>
          </p:nvPr>
        </p:nvSpPr>
        <p:spPr>
          <a:xfrm>
            <a:off x="5143364" y="2558484"/>
            <a:ext cx="6206079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  <a:endParaRPr lang="zh-CN" altLang="en-US" dirty="0"/>
          </a:p>
        </p:txBody>
      </p:sp>
      <p:sp>
        <p:nvSpPr>
          <p:cNvPr id="391" name="文本占位符 87"/>
          <p:cNvSpPr>
            <a:spLocks noGrp="1"/>
          </p:cNvSpPr>
          <p:nvPr>
            <p:ph type="body" sz="quarter" idx="13" hasCustomPrompt="1"/>
          </p:nvPr>
        </p:nvSpPr>
        <p:spPr>
          <a:xfrm>
            <a:off x="5137014" y="2329801"/>
            <a:ext cx="5154585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  <a:endParaRPr lang="zh-CN" altLang="en-US" dirty="0"/>
          </a:p>
        </p:txBody>
      </p:sp>
      <p:sp>
        <p:nvSpPr>
          <p:cNvPr id="392" name="文本占位符 53"/>
          <p:cNvSpPr>
            <a:spLocks noGrp="1"/>
          </p:cNvSpPr>
          <p:nvPr>
            <p:ph type="body" sz="quarter" idx="16" hasCustomPrompt="1"/>
          </p:nvPr>
        </p:nvSpPr>
        <p:spPr>
          <a:xfrm>
            <a:off x="5143364" y="4185030"/>
            <a:ext cx="6229674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1103958" y="2343600"/>
            <a:ext cx="2855205" cy="2170238"/>
            <a:chOff x="1103958" y="2343600"/>
            <a:chExt cx="2855205" cy="2170238"/>
          </a:xfrm>
        </p:grpSpPr>
        <p:sp>
          <p:nvSpPr>
            <p:cNvPr id="517" name="任意多边形: 形状 516"/>
            <p:cNvSpPr/>
            <p:nvPr/>
          </p:nvSpPr>
          <p:spPr>
            <a:xfrm>
              <a:off x="1103958" y="3865242"/>
              <a:ext cx="2855205" cy="648596"/>
            </a:xfrm>
            <a:custGeom>
              <a:avLst/>
              <a:gdLst>
                <a:gd name="connsiteX0" fmla="*/ 47995 w 2855205"/>
                <a:gd name="connsiteY0" fmla="*/ 596363 h 648596"/>
                <a:gd name="connsiteX1" fmla="*/ 47000 w 2855205"/>
                <a:gd name="connsiteY1" fmla="*/ 626451 h 648596"/>
                <a:gd name="connsiteX2" fmla="*/ 73110 w 2855205"/>
                <a:gd name="connsiteY2" fmla="*/ 626451 h 648596"/>
                <a:gd name="connsiteX3" fmla="*/ 85793 w 2855205"/>
                <a:gd name="connsiteY3" fmla="*/ 622473 h 648596"/>
                <a:gd name="connsiteX4" fmla="*/ 90022 w 2855205"/>
                <a:gd name="connsiteY4" fmla="*/ 610537 h 648596"/>
                <a:gd name="connsiteX5" fmla="*/ 85793 w 2855205"/>
                <a:gd name="connsiteY5" fmla="*/ 599843 h 648596"/>
                <a:gd name="connsiteX6" fmla="*/ 72862 w 2855205"/>
                <a:gd name="connsiteY6" fmla="*/ 596363 h 648596"/>
                <a:gd name="connsiteX7" fmla="*/ 46254 w 2855205"/>
                <a:gd name="connsiteY7" fmla="*/ 551851 h 648596"/>
                <a:gd name="connsiteX8" fmla="*/ 47000 w 2855205"/>
                <a:gd name="connsiteY8" fmla="*/ 576718 h 648596"/>
                <a:gd name="connsiteX9" fmla="*/ 71867 w 2855205"/>
                <a:gd name="connsiteY9" fmla="*/ 576718 h 648596"/>
                <a:gd name="connsiteX10" fmla="*/ 84051 w 2855205"/>
                <a:gd name="connsiteY10" fmla="*/ 573486 h 648596"/>
                <a:gd name="connsiteX11" fmla="*/ 88030 w 2855205"/>
                <a:gd name="connsiteY11" fmla="*/ 563539 h 648596"/>
                <a:gd name="connsiteX12" fmla="*/ 83803 w 2855205"/>
                <a:gd name="connsiteY12" fmla="*/ 554835 h 648596"/>
                <a:gd name="connsiteX13" fmla="*/ 71121 w 2855205"/>
                <a:gd name="connsiteY13" fmla="*/ 551851 h 648596"/>
                <a:gd name="connsiteX14" fmla="*/ 1579290 w 2855205"/>
                <a:gd name="connsiteY14" fmla="*/ 549614 h 648596"/>
                <a:gd name="connsiteX15" fmla="*/ 1558652 w 2855205"/>
                <a:gd name="connsiteY15" fmla="*/ 560059 h 648596"/>
                <a:gd name="connsiteX16" fmla="*/ 1551191 w 2855205"/>
                <a:gd name="connsiteY16" fmla="*/ 589401 h 648596"/>
                <a:gd name="connsiteX17" fmla="*/ 1558652 w 2855205"/>
                <a:gd name="connsiteY17" fmla="*/ 617998 h 648596"/>
                <a:gd name="connsiteX18" fmla="*/ 1579290 w 2855205"/>
                <a:gd name="connsiteY18" fmla="*/ 628443 h 648596"/>
                <a:gd name="connsiteX19" fmla="*/ 1599930 w 2855205"/>
                <a:gd name="connsiteY19" fmla="*/ 617998 h 648596"/>
                <a:gd name="connsiteX20" fmla="*/ 1607639 w 2855205"/>
                <a:gd name="connsiteY20" fmla="*/ 589401 h 648596"/>
                <a:gd name="connsiteX21" fmla="*/ 1599930 w 2855205"/>
                <a:gd name="connsiteY21" fmla="*/ 560059 h 648596"/>
                <a:gd name="connsiteX22" fmla="*/ 1579290 w 2855205"/>
                <a:gd name="connsiteY22" fmla="*/ 549614 h 648596"/>
                <a:gd name="connsiteX23" fmla="*/ 2575455 w 2855205"/>
                <a:gd name="connsiteY23" fmla="*/ 549613 h 648596"/>
                <a:gd name="connsiteX24" fmla="*/ 2554817 w 2855205"/>
                <a:gd name="connsiteY24" fmla="*/ 560059 h 648596"/>
                <a:gd name="connsiteX25" fmla="*/ 2547356 w 2855205"/>
                <a:gd name="connsiteY25" fmla="*/ 589403 h 648596"/>
                <a:gd name="connsiteX26" fmla="*/ 2554817 w 2855205"/>
                <a:gd name="connsiteY26" fmla="*/ 617997 h 648596"/>
                <a:gd name="connsiteX27" fmla="*/ 2575455 w 2855205"/>
                <a:gd name="connsiteY27" fmla="*/ 628443 h 648596"/>
                <a:gd name="connsiteX28" fmla="*/ 2596095 w 2855205"/>
                <a:gd name="connsiteY28" fmla="*/ 617997 h 648596"/>
                <a:gd name="connsiteX29" fmla="*/ 2603554 w 2855205"/>
                <a:gd name="connsiteY29" fmla="*/ 589403 h 648596"/>
                <a:gd name="connsiteX30" fmla="*/ 2596095 w 2855205"/>
                <a:gd name="connsiteY30" fmla="*/ 560059 h 648596"/>
                <a:gd name="connsiteX31" fmla="*/ 2575455 w 2855205"/>
                <a:gd name="connsiteY31" fmla="*/ 549613 h 648596"/>
                <a:gd name="connsiteX32" fmla="*/ 2363342 w 2855205"/>
                <a:gd name="connsiteY32" fmla="*/ 549613 h 648596"/>
                <a:gd name="connsiteX33" fmla="*/ 2342704 w 2855205"/>
                <a:gd name="connsiteY33" fmla="*/ 560059 h 648596"/>
                <a:gd name="connsiteX34" fmla="*/ 2335243 w 2855205"/>
                <a:gd name="connsiteY34" fmla="*/ 589403 h 648596"/>
                <a:gd name="connsiteX35" fmla="*/ 2342704 w 2855205"/>
                <a:gd name="connsiteY35" fmla="*/ 617997 h 648596"/>
                <a:gd name="connsiteX36" fmla="*/ 2363342 w 2855205"/>
                <a:gd name="connsiteY36" fmla="*/ 628443 h 648596"/>
                <a:gd name="connsiteX37" fmla="*/ 2383982 w 2855205"/>
                <a:gd name="connsiteY37" fmla="*/ 617997 h 648596"/>
                <a:gd name="connsiteX38" fmla="*/ 2391441 w 2855205"/>
                <a:gd name="connsiteY38" fmla="*/ 589403 h 648596"/>
                <a:gd name="connsiteX39" fmla="*/ 2383982 w 2855205"/>
                <a:gd name="connsiteY39" fmla="*/ 560059 h 648596"/>
                <a:gd name="connsiteX40" fmla="*/ 2363342 w 2855205"/>
                <a:gd name="connsiteY40" fmla="*/ 549613 h 648596"/>
                <a:gd name="connsiteX41" fmla="*/ 2758680 w 2855205"/>
                <a:gd name="connsiteY41" fmla="*/ 533059 h 648596"/>
                <a:gd name="connsiteX42" fmla="*/ 2771611 w 2855205"/>
                <a:gd name="connsiteY42" fmla="*/ 533059 h 648596"/>
                <a:gd name="connsiteX43" fmla="*/ 2784294 w 2855205"/>
                <a:gd name="connsiteY43" fmla="*/ 533059 h 648596"/>
                <a:gd name="connsiteX44" fmla="*/ 2805928 w 2855205"/>
                <a:gd name="connsiteY44" fmla="*/ 581798 h 648596"/>
                <a:gd name="connsiteX45" fmla="*/ 2826318 w 2855205"/>
                <a:gd name="connsiteY45" fmla="*/ 533059 h 648596"/>
                <a:gd name="connsiteX46" fmla="*/ 2838502 w 2855205"/>
                <a:gd name="connsiteY46" fmla="*/ 533059 h 648596"/>
                <a:gd name="connsiteX47" fmla="*/ 2850686 w 2855205"/>
                <a:gd name="connsiteY47" fmla="*/ 533059 h 648596"/>
                <a:gd name="connsiteX48" fmla="*/ 2816371 w 2855205"/>
                <a:gd name="connsiteY48" fmla="*/ 602686 h 648596"/>
                <a:gd name="connsiteX49" fmla="*/ 2816371 w 2855205"/>
                <a:gd name="connsiteY49" fmla="*/ 645705 h 648596"/>
                <a:gd name="connsiteX50" fmla="*/ 2805678 w 2855205"/>
                <a:gd name="connsiteY50" fmla="*/ 645705 h 648596"/>
                <a:gd name="connsiteX51" fmla="*/ 2794736 w 2855205"/>
                <a:gd name="connsiteY51" fmla="*/ 645705 h 648596"/>
                <a:gd name="connsiteX52" fmla="*/ 2794736 w 2855205"/>
                <a:gd name="connsiteY52" fmla="*/ 603185 h 648596"/>
                <a:gd name="connsiteX53" fmla="*/ 2437153 w 2855205"/>
                <a:gd name="connsiteY53" fmla="*/ 533059 h 648596"/>
                <a:gd name="connsiteX54" fmla="*/ 2447846 w 2855205"/>
                <a:gd name="connsiteY54" fmla="*/ 533059 h 648596"/>
                <a:gd name="connsiteX55" fmla="*/ 2458788 w 2855205"/>
                <a:gd name="connsiteY55" fmla="*/ 533059 h 648596"/>
                <a:gd name="connsiteX56" fmla="*/ 2458788 w 2855205"/>
                <a:gd name="connsiteY56" fmla="*/ 625564 h 648596"/>
                <a:gd name="connsiteX57" fmla="*/ 2510511 w 2855205"/>
                <a:gd name="connsiteY57" fmla="*/ 625564 h 648596"/>
                <a:gd name="connsiteX58" fmla="*/ 2510511 w 2855205"/>
                <a:gd name="connsiteY58" fmla="*/ 635511 h 648596"/>
                <a:gd name="connsiteX59" fmla="*/ 2510511 w 2855205"/>
                <a:gd name="connsiteY59" fmla="*/ 645705 h 648596"/>
                <a:gd name="connsiteX60" fmla="*/ 2437153 w 2855205"/>
                <a:gd name="connsiteY60" fmla="*/ 645705 h 648596"/>
                <a:gd name="connsiteX61" fmla="*/ 2207880 w 2855205"/>
                <a:gd name="connsiteY61" fmla="*/ 533059 h 648596"/>
                <a:gd name="connsiteX62" fmla="*/ 2219318 w 2855205"/>
                <a:gd name="connsiteY62" fmla="*/ 533059 h 648596"/>
                <a:gd name="connsiteX63" fmla="*/ 2230510 w 2855205"/>
                <a:gd name="connsiteY63" fmla="*/ 533059 h 648596"/>
                <a:gd name="connsiteX64" fmla="*/ 2272286 w 2855205"/>
                <a:gd name="connsiteY64" fmla="*/ 612134 h 648596"/>
                <a:gd name="connsiteX65" fmla="*/ 2272286 w 2855205"/>
                <a:gd name="connsiteY65" fmla="*/ 533059 h 648596"/>
                <a:gd name="connsiteX66" fmla="*/ 2282232 w 2855205"/>
                <a:gd name="connsiteY66" fmla="*/ 533059 h 648596"/>
                <a:gd name="connsiteX67" fmla="*/ 2292427 w 2855205"/>
                <a:gd name="connsiteY67" fmla="*/ 533059 h 648596"/>
                <a:gd name="connsiteX68" fmla="*/ 2292427 w 2855205"/>
                <a:gd name="connsiteY68" fmla="*/ 645705 h 648596"/>
                <a:gd name="connsiteX69" fmla="*/ 2281734 w 2855205"/>
                <a:gd name="connsiteY69" fmla="*/ 645705 h 648596"/>
                <a:gd name="connsiteX70" fmla="*/ 2270792 w 2855205"/>
                <a:gd name="connsiteY70" fmla="*/ 645705 h 648596"/>
                <a:gd name="connsiteX71" fmla="*/ 2228022 w 2855205"/>
                <a:gd name="connsiteY71" fmla="*/ 564390 h 648596"/>
                <a:gd name="connsiteX72" fmla="*/ 2228022 w 2855205"/>
                <a:gd name="connsiteY72" fmla="*/ 645705 h 648596"/>
                <a:gd name="connsiteX73" fmla="*/ 2218075 w 2855205"/>
                <a:gd name="connsiteY73" fmla="*/ 645705 h 648596"/>
                <a:gd name="connsiteX74" fmla="*/ 2207880 w 2855205"/>
                <a:gd name="connsiteY74" fmla="*/ 645705 h 648596"/>
                <a:gd name="connsiteX75" fmla="*/ 2097970 w 2855205"/>
                <a:gd name="connsiteY75" fmla="*/ 533059 h 648596"/>
                <a:gd name="connsiteX76" fmla="*/ 2108911 w 2855205"/>
                <a:gd name="connsiteY76" fmla="*/ 533059 h 648596"/>
                <a:gd name="connsiteX77" fmla="*/ 2119853 w 2855205"/>
                <a:gd name="connsiteY77" fmla="*/ 533059 h 648596"/>
                <a:gd name="connsiteX78" fmla="*/ 2119853 w 2855205"/>
                <a:gd name="connsiteY78" fmla="*/ 575084 h 648596"/>
                <a:gd name="connsiteX79" fmla="*/ 2160386 w 2855205"/>
                <a:gd name="connsiteY79" fmla="*/ 575084 h 648596"/>
                <a:gd name="connsiteX80" fmla="*/ 2160386 w 2855205"/>
                <a:gd name="connsiteY80" fmla="*/ 533059 h 648596"/>
                <a:gd name="connsiteX81" fmla="*/ 2171079 w 2855205"/>
                <a:gd name="connsiteY81" fmla="*/ 533059 h 648596"/>
                <a:gd name="connsiteX82" fmla="*/ 2182018 w 2855205"/>
                <a:gd name="connsiteY82" fmla="*/ 533059 h 648596"/>
                <a:gd name="connsiteX83" fmla="*/ 2182018 w 2855205"/>
                <a:gd name="connsiteY83" fmla="*/ 645705 h 648596"/>
                <a:gd name="connsiteX84" fmla="*/ 2171079 w 2855205"/>
                <a:gd name="connsiteY84" fmla="*/ 645705 h 648596"/>
                <a:gd name="connsiteX85" fmla="*/ 2160386 w 2855205"/>
                <a:gd name="connsiteY85" fmla="*/ 645705 h 648596"/>
                <a:gd name="connsiteX86" fmla="*/ 2160386 w 2855205"/>
                <a:gd name="connsiteY86" fmla="*/ 594729 h 648596"/>
                <a:gd name="connsiteX87" fmla="*/ 2119853 w 2855205"/>
                <a:gd name="connsiteY87" fmla="*/ 594729 h 648596"/>
                <a:gd name="connsiteX88" fmla="*/ 2119853 w 2855205"/>
                <a:gd name="connsiteY88" fmla="*/ 645705 h 648596"/>
                <a:gd name="connsiteX89" fmla="*/ 2108911 w 2855205"/>
                <a:gd name="connsiteY89" fmla="*/ 645705 h 648596"/>
                <a:gd name="connsiteX90" fmla="*/ 2097970 w 2855205"/>
                <a:gd name="connsiteY90" fmla="*/ 645705 h 648596"/>
                <a:gd name="connsiteX91" fmla="*/ 1886601 w 2855205"/>
                <a:gd name="connsiteY91" fmla="*/ 533059 h 648596"/>
                <a:gd name="connsiteX92" fmla="*/ 1962943 w 2855205"/>
                <a:gd name="connsiteY92" fmla="*/ 533059 h 648596"/>
                <a:gd name="connsiteX93" fmla="*/ 1962943 w 2855205"/>
                <a:gd name="connsiteY93" fmla="*/ 543006 h 648596"/>
                <a:gd name="connsiteX94" fmla="*/ 1962943 w 2855205"/>
                <a:gd name="connsiteY94" fmla="*/ 552953 h 648596"/>
                <a:gd name="connsiteX95" fmla="*/ 1908236 w 2855205"/>
                <a:gd name="connsiteY95" fmla="*/ 552953 h 648596"/>
                <a:gd name="connsiteX96" fmla="*/ 1908236 w 2855205"/>
                <a:gd name="connsiteY96" fmla="*/ 576825 h 648596"/>
                <a:gd name="connsiteX97" fmla="*/ 1958964 w 2855205"/>
                <a:gd name="connsiteY97" fmla="*/ 576825 h 648596"/>
                <a:gd name="connsiteX98" fmla="*/ 1958964 w 2855205"/>
                <a:gd name="connsiteY98" fmla="*/ 586524 h 648596"/>
                <a:gd name="connsiteX99" fmla="*/ 1958964 w 2855205"/>
                <a:gd name="connsiteY99" fmla="*/ 596220 h 648596"/>
                <a:gd name="connsiteX100" fmla="*/ 1908236 w 2855205"/>
                <a:gd name="connsiteY100" fmla="*/ 596220 h 648596"/>
                <a:gd name="connsiteX101" fmla="*/ 1908236 w 2855205"/>
                <a:gd name="connsiteY101" fmla="*/ 625564 h 648596"/>
                <a:gd name="connsiteX102" fmla="*/ 1965428 w 2855205"/>
                <a:gd name="connsiteY102" fmla="*/ 625564 h 648596"/>
                <a:gd name="connsiteX103" fmla="*/ 1965428 w 2855205"/>
                <a:gd name="connsiteY103" fmla="*/ 635511 h 648596"/>
                <a:gd name="connsiteX104" fmla="*/ 1965428 w 2855205"/>
                <a:gd name="connsiteY104" fmla="*/ 645705 h 648596"/>
                <a:gd name="connsiteX105" fmla="*/ 1886601 w 2855205"/>
                <a:gd name="connsiteY105" fmla="*/ 645705 h 648596"/>
                <a:gd name="connsiteX106" fmla="*/ 1652606 w 2855205"/>
                <a:gd name="connsiteY106" fmla="*/ 533059 h 648596"/>
                <a:gd name="connsiteX107" fmla="*/ 1726460 w 2855205"/>
                <a:gd name="connsiteY107" fmla="*/ 533059 h 648596"/>
                <a:gd name="connsiteX108" fmla="*/ 1726460 w 2855205"/>
                <a:gd name="connsiteY108" fmla="*/ 543006 h 648596"/>
                <a:gd name="connsiteX109" fmla="*/ 1726460 w 2855205"/>
                <a:gd name="connsiteY109" fmla="*/ 552953 h 648596"/>
                <a:gd name="connsiteX110" fmla="*/ 1674241 w 2855205"/>
                <a:gd name="connsiteY110" fmla="*/ 552953 h 648596"/>
                <a:gd name="connsiteX111" fmla="*/ 1674241 w 2855205"/>
                <a:gd name="connsiteY111" fmla="*/ 578566 h 648596"/>
                <a:gd name="connsiteX112" fmla="*/ 1719748 w 2855205"/>
                <a:gd name="connsiteY112" fmla="*/ 578566 h 648596"/>
                <a:gd name="connsiteX113" fmla="*/ 1719748 w 2855205"/>
                <a:gd name="connsiteY113" fmla="*/ 588265 h 648596"/>
                <a:gd name="connsiteX114" fmla="*/ 1719748 w 2855205"/>
                <a:gd name="connsiteY114" fmla="*/ 597961 h 648596"/>
                <a:gd name="connsiteX115" fmla="*/ 1674241 w 2855205"/>
                <a:gd name="connsiteY115" fmla="*/ 597961 h 648596"/>
                <a:gd name="connsiteX116" fmla="*/ 1674241 w 2855205"/>
                <a:gd name="connsiteY116" fmla="*/ 645705 h 648596"/>
                <a:gd name="connsiteX117" fmla="*/ 1663548 w 2855205"/>
                <a:gd name="connsiteY117" fmla="*/ 645705 h 648596"/>
                <a:gd name="connsiteX118" fmla="*/ 1652606 w 2855205"/>
                <a:gd name="connsiteY118" fmla="*/ 645705 h 648596"/>
                <a:gd name="connsiteX119" fmla="*/ 1386533 w 2855205"/>
                <a:gd name="connsiteY119" fmla="*/ 533059 h 648596"/>
                <a:gd name="connsiteX120" fmla="*/ 1462874 w 2855205"/>
                <a:gd name="connsiteY120" fmla="*/ 533059 h 648596"/>
                <a:gd name="connsiteX121" fmla="*/ 1462874 w 2855205"/>
                <a:gd name="connsiteY121" fmla="*/ 543006 h 648596"/>
                <a:gd name="connsiteX122" fmla="*/ 1462874 w 2855205"/>
                <a:gd name="connsiteY122" fmla="*/ 552953 h 648596"/>
                <a:gd name="connsiteX123" fmla="*/ 1408168 w 2855205"/>
                <a:gd name="connsiteY123" fmla="*/ 552953 h 648596"/>
                <a:gd name="connsiteX124" fmla="*/ 1408168 w 2855205"/>
                <a:gd name="connsiteY124" fmla="*/ 576825 h 648596"/>
                <a:gd name="connsiteX125" fmla="*/ 1458896 w 2855205"/>
                <a:gd name="connsiteY125" fmla="*/ 576825 h 648596"/>
                <a:gd name="connsiteX126" fmla="*/ 1458896 w 2855205"/>
                <a:gd name="connsiteY126" fmla="*/ 586524 h 648596"/>
                <a:gd name="connsiteX127" fmla="*/ 1458896 w 2855205"/>
                <a:gd name="connsiteY127" fmla="*/ 596220 h 648596"/>
                <a:gd name="connsiteX128" fmla="*/ 1408168 w 2855205"/>
                <a:gd name="connsiteY128" fmla="*/ 596220 h 648596"/>
                <a:gd name="connsiteX129" fmla="*/ 1408168 w 2855205"/>
                <a:gd name="connsiteY129" fmla="*/ 625564 h 648596"/>
                <a:gd name="connsiteX130" fmla="*/ 1465112 w 2855205"/>
                <a:gd name="connsiteY130" fmla="*/ 625564 h 648596"/>
                <a:gd name="connsiteX131" fmla="*/ 1465112 w 2855205"/>
                <a:gd name="connsiteY131" fmla="*/ 635511 h 648596"/>
                <a:gd name="connsiteX132" fmla="*/ 1465112 w 2855205"/>
                <a:gd name="connsiteY132" fmla="*/ 645705 h 648596"/>
                <a:gd name="connsiteX133" fmla="*/ 1386533 w 2855205"/>
                <a:gd name="connsiteY133" fmla="*/ 645705 h 648596"/>
                <a:gd name="connsiteX134" fmla="*/ 1040635 w 2855205"/>
                <a:gd name="connsiteY134" fmla="*/ 533059 h 648596"/>
                <a:gd name="connsiteX135" fmla="*/ 1051577 w 2855205"/>
                <a:gd name="connsiteY135" fmla="*/ 533059 h 648596"/>
                <a:gd name="connsiteX136" fmla="*/ 1062518 w 2855205"/>
                <a:gd name="connsiteY136" fmla="*/ 533059 h 648596"/>
                <a:gd name="connsiteX137" fmla="*/ 1062518 w 2855205"/>
                <a:gd name="connsiteY137" fmla="*/ 645705 h 648596"/>
                <a:gd name="connsiteX138" fmla="*/ 1051577 w 2855205"/>
                <a:gd name="connsiteY138" fmla="*/ 645705 h 648596"/>
                <a:gd name="connsiteX139" fmla="*/ 1040635 w 2855205"/>
                <a:gd name="connsiteY139" fmla="*/ 645705 h 648596"/>
                <a:gd name="connsiteX140" fmla="*/ 735271 w 2855205"/>
                <a:gd name="connsiteY140" fmla="*/ 533059 h 648596"/>
                <a:gd name="connsiteX141" fmla="*/ 746460 w 2855205"/>
                <a:gd name="connsiteY141" fmla="*/ 533059 h 648596"/>
                <a:gd name="connsiteX142" fmla="*/ 757900 w 2855205"/>
                <a:gd name="connsiteY142" fmla="*/ 533059 h 648596"/>
                <a:gd name="connsiteX143" fmla="*/ 799428 w 2855205"/>
                <a:gd name="connsiteY143" fmla="*/ 612134 h 648596"/>
                <a:gd name="connsiteX144" fmla="*/ 799428 w 2855205"/>
                <a:gd name="connsiteY144" fmla="*/ 533059 h 648596"/>
                <a:gd name="connsiteX145" fmla="*/ 809623 w 2855205"/>
                <a:gd name="connsiteY145" fmla="*/ 533059 h 648596"/>
                <a:gd name="connsiteX146" fmla="*/ 819818 w 2855205"/>
                <a:gd name="connsiteY146" fmla="*/ 533059 h 648596"/>
                <a:gd name="connsiteX147" fmla="*/ 819818 w 2855205"/>
                <a:gd name="connsiteY147" fmla="*/ 645705 h 648596"/>
                <a:gd name="connsiteX148" fmla="*/ 808876 w 2855205"/>
                <a:gd name="connsiteY148" fmla="*/ 645705 h 648596"/>
                <a:gd name="connsiteX149" fmla="*/ 798183 w 2855205"/>
                <a:gd name="connsiteY149" fmla="*/ 645705 h 648596"/>
                <a:gd name="connsiteX150" fmla="*/ 755412 w 2855205"/>
                <a:gd name="connsiteY150" fmla="*/ 564390 h 648596"/>
                <a:gd name="connsiteX151" fmla="*/ 755412 w 2855205"/>
                <a:gd name="connsiteY151" fmla="*/ 645705 h 648596"/>
                <a:gd name="connsiteX152" fmla="*/ 745218 w 2855205"/>
                <a:gd name="connsiteY152" fmla="*/ 645705 h 648596"/>
                <a:gd name="connsiteX153" fmla="*/ 735271 w 2855205"/>
                <a:gd name="connsiteY153" fmla="*/ 645705 h 648596"/>
                <a:gd name="connsiteX154" fmla="*/ 688521 w 2855205"/>
                <a:gd name="connsiteY154" fmla="*/ 533059 h 648596"/>
                <a:gd name="connsiteX155" fmla="*/ 699462 w 2855205"/>
                <a:gd name="connsiteY155" fmla="*/ 533059 h 648596"/>
                <a:gd name="connsiteX156" fmla="*/ 710156 w 2855205"/>
                <a:gd name="connsiteY156" fmla="*/ 533059 h 648596"/>
                <a:gd name="connsiteX157" fmla="*/ 710156 w 2855205"/>
                <a:gd name="connsiteY157" fmla="*/ 645705 h 648596"/>
                <a:gd name="connsiteX158" fmla="*/ 699462 w 2855205"/>
                <a:gd name="connsiteY158" fmla="*/ 645705 h 648596"/>
                <a:gd name="connsiteX159" fmla="*/ 688521 w 2855205"/>
                <a:gd name="connsiteY159" fmla="*/ 645705 h 648596"/>
                <a:gd name="connsiteX160" fmla="*/ 415235 w 2855205"/>
                <a:gd name="connsiteY160" fmla="*/ 533059 h 648596"/>
                <a:gd name="connsiteX161" fmla="*/ 426424 w 2855205"/>
                <a:gd name="connsiteY161" fmla="*/ 533059 h 648596"/>
                <a:gd name="connsiteX162" fmla="*/ 437864 w 2855205"/>
                <a:gd name="connsiteY162" fmla="*/ 533059 h 648596"/>
                <a:gd name="connsiteX163" fmla="*/ 479392 w 2855205"/>
                <a:gd name="connsiteY163" fmla="*/ 612134 h 648596"/>
                <a:gd name="connsiteX164" fmla="*/ 479392 w 2855205"/>
                <a:gd name="connsiteY164" fmla="*/ 533059 h 648596"/>
                <a:gd name="connsiteX165" fmla="*/ 489587 w 2855205"/>
                <a:gd name="connsiteY165" fmla="*/ 533059 h 648596"/>
                <a:gd name="connsiteX166" fmla="*/ 499782 w 2855205"/>
                <a:gd name="connsiteY166" fmla="*/ 533059 h 648596"/>
                <a:gd name="connsiteX167" fmla="*/ 499782 w 2855205"/>
                <a:gd name="connsiteY167" fmla="*/ 645705 h 648596"/>
                <a:gd name="connsiteX168" fmla="*/ 488840 w 2855205"/>
                <a:gd name="connsiteY168" fmla="*/ 645705 h 648596"/>
                <a:gd name="connsiteX169" fmla="*/ 478147 w 2855205"/>
                <a:gd name="connsiteY169" fmla="*/ 645705 h 648596"/>
                <a:gd name="connsiteX170" fmla="*/ 435376 w 2855205"/>
                <a:gd name="connsiteY170" fmla="*/ 564390 h 648596"/>
                <a:gd name="connsiteX171" fmla="*/ 435376 w 2855205"/>
                <a:gd name="connsiteY171" fmla="*/ 645705 h 648596"/>
                <a:gd name="connsiteX172" fmla="*/ 425182 w 2855205"/>
                <a:gd name="connsiteY172" fmla="*/ 645705 h 648596"/>
                <a:gd name="connsiteX173" fmla="*/ 415235 w 2855205"/>
                <a:gd name="connsiteY173" fmla="*/ 645705 h 648596"/>
                <a:gd name="connsiteX174" fmla="*/ 368485 w 2855205"/>
                <a:gd name="connsiteY174" fmla="*/ 533059 h 648596"/>
                <a:gd name="connsiteX175" fmla="*/ 379426 w 2855205"/>
                <a:gd name="connsiteY175" fmla="*/ 533059 h 648596"/>
                <a:gd name="connsiteX176" fmla="*/ 390120 w 2855205"/>
                <a:gd name="connsiteY176" fmla="*/ 533059 h 648596"/>
                <a:gd name="connsiteX177" fmla="*/ 390120 w 2855205"/>
                <a:gd name="connsiteY177" fmla="*/ 645705 h 648596"/>
                <a:gd name="connsiteX178" fmla="*/ 379426 w 2855205"/>
                <a:gd name="connsiteY178" fmla="*/ 645705 h 648596"/>
                <a:gd name="connsiteX179" fmla="*/ 368485 w 2855205"/>
                <a:gd name="connsiteY179" fmla="*/ 645705 h 648596"/>
                <a:gd name="connsiteX180" fmla="*/ 236442 w 2855205"/>
                <a:gd name="connsiteY180" fmla="*/ 533059 h 648596"/>
                <a:gd name="connsiteX181" fmla="*/ 247383 w 2855205"/>
                <a:gd name="connsiteY181" fmla="*/ 533059 h 648596"/>
                <a:gd name="connsiteX182" fmla="*/ 258077 w 2855205"/>
                <a:gd name="connsiteY182" fmla="*/ 533059 h 648596"/>
                <a:gd name="connsiteX183" fmla="*/ 258077 w 2855205"/>
                <a:gd name="connsiteY183" fmla="*/ 645705 h 648596"/>
                <a:gd name="connsiteX184" fmla="*/ 247383 w 2855205"/>
                <a:gd name="connsiteY184" fmla="*/ 645705 h 648596"/>
                <a:gd name="connsiteX185" fmla="*/ 236442 w 2855205"/>
                <a:gd name="connsiteY185" fmla="*/ 645705 h 648596"/>
                <a:gd name="connsiteX186" fmla="*/ 136231 w 2855205"/>
                <a:gd name="connsiteY186" fmla="*/ 533059 h 648596"/>
                <a:gd name="connsiteX187" fmla="*/ 212573 w 2855205"/>
                <a:gd name="connsiteY187" fmla="*/ 533059 h 648596"/>
                <a:gd name="connsiteX188" fmla="*/ 212573 w 2855205"/>
                <a:gd name="connsiteY188" fmla="*/ 543006 h 648596"/>
                <a:gd name="connsiteX189" fmla="*/ 212573 w 2855205"/>
                <a:gd name="connsiteY189" fmla="*/ 552953 h 648596"/>
                <a:gd name="connsiteX190" fmla="*/ 157866 w 2855205"/>
                <a:gd name="connsiteY190" fmla="*/ 552953 h 648596"/>
                <a:gd name="connsiteX191" fmla="*/ 157866 w 2855205"/>
                <a:gd name="connsiteY191" fmla="*/ 576825 h 648596"/>
                <a:gd name="connsiteX192" fmla="*/ 208594 w 2855205"/>
                <a:gd name="connsiteY192" fmla="*/ 576825 h 648596"/>
                <a:gd name="connsiteX193" fmla="*/ 208594 w 2855205"/>
                <a:gd name="connsiteY193" fmla="*/ 586524 h 648596"/>
                <a:gd name="connsiteX194" fmla="*/ 208594 w 2855205"/>
                <a:gd name="connsiteY194" fmla="*/ 596220 h 648596"/>
                <a:gd name="connsiteX195" fmla="*/ 157866 w 2855205"/>
                <a:gd name="connsiteY195" fmla="*/ 596220 h 648596"/>
                <a:gd name="connsiteX196" fmla="*/ 157866 w 2855205"/>
                <a:gd name="connsiteY196" fmla="*/ 625564 h 648596"/>
                <a:gd name="connsiteX197" fmla="*/ 214810 w 2855205"/>
                <a:gd name="connsiteY197" fmla="*/ 625564 h 648596"/>
                <a:gd name="connsiteX198" fmla="*/ 214810 w 2855205"/>
                <a:gd name="connsiteY198" fmla="*/ 635511 h 648596"/>
                <a:gd name="connsiteX199" fmla="*/ 214810 w 2855205"/>
                <a:gd name="connsiteY199" fmla="*/ 645705 h 648596"/>
                <a:gd name="connsiteX200" fmla="*/ 136231 w 2855205"/>
                <a:gd name="connsiteY200" fmla="*/ 645705 h 648596"/>
                <a:gd name="connsiteX201" fmla="*/ 1180926 w 2855205"/>
                <a:gd name="connsiteY201" fmla="*/ 532952 h 648596"/>
                <a:gd name="connsiteX202" fmla="*/ 1202561 w 2855205"/>
                <a:gd name="connsiteY202" fmla="*/ 532952 h 648596"/>
                <a:gd name="connsiteX203" fmla="*/ 1202561 w 2855205"/>
                <a:gd name="connsiteY203" fmla="*/ 604072 h 648596"/>
                <a:gd name="connsiteX204" fmla="*/ 1207534 w 2855205"/>
                <a:gd name="connsiteY204" fmla="*/ 622224 h 648596"/>
                <a:gd name="connsiteX205" fmla="*/ 1222702 w 2855205"/>
                <a:gd name="connsiteY205" fmla="*/ 628192 h 648596"/>
                <a:gd name="connsiteX206" fmla="*/ 1238369 w 2855205"/>
                <a:gd name="connsiteY206" fmla="*/ 622720 h 648596"/>
                <a:gd name="connsiteX207" fmla="*/ 1242843 w 2855205"/>
                <a:gd name="connsiteY207" fmla="*/ 604072 h 648596"/>
                <a:gd name="connsiteX208" fmla="*/ 1242843 w 2855205"/>
                <a:gd name="connsiteY208" fmla="*/ 532952 h 648596"/>
                <a:gd name="connsiteX209" fmla="*/ 1264726 w 2855205"/>
                <a:gd name="connsiteY209" fmla="*/ 532952 h 648596"/>
                <a:gd name="connsiteX210" fmla="*/ 1264726 w 2855205"/>
                <a:gd name="connsiteY210" fmla="*/ 602827 h 648596"/>
                <a:gd name="connsiteX211" fmla="*/ 1254779 w 2855205"/>
                <a:gd name="connsiteY211" fmla="*/ 637640 h 648596"/>
                <a:gd name="connsiteX212" fmla="*/ 1191121 w 2855205"/>
                <a:gd name="connsiteY212" fmla="*/ 637640 h 648596"/>
                <a:gd name="connsiteX213" fmla="*/ 1180926 w 2855205"/>
                <a:gd name="connsiteY213" fmla="*/ 603326 h 648596"/>
                <a:gd name="connsiteX214" fmla="*/ 1783654 w 2855205"/>
                <a:gd name="connsiteY214" fmla="*/ 532811 h 648596"/>
                <a:gd name="connsiteX215" fmla="*/ 1867953 w 2855205"/>
                <a:gd name="connsiteY215" fmla="*/ 532811 h 648596"/>
                <a:gd name="connsiteX216" fmla="*/ 1867953 w 2855205"/>
                <a:gd name="connsiteY216" fmla="*/ 543006 h 648596"/>
                <a:gd name="connsiteX217" fmla="*/ 1867953 w 2855205"/>
                <a:gd name="connsiteY217" fmla="*/ 552953 h 648596"/>
                <a:gd name="connsiteX218" fmla="*/ 1836619 w 2855205"/>
                <a:gd name="connsiteY218" fmla="*/ 552953 h 648596"/>
                <a:gd name="connsiteX219" fmla="*/ 1836619 w 2855205"/>
                <a:gd name="connsiteY219" fmla="*/ 645708 h 648596"/>
                <a:gd name="connsiteX220" fmla="*/ 1825926 w 2855205"/>
                <a:gd name="connsiteY220" fmla="*/ 645708 h 648596"/>
                <a:gd name="connsiteX221" fmla="*/ 1814987 w 2855205"/>
                <a:gd name="connsiteY221" fmla="*/ 645708 h 648596"/>
                <a:gd name="connsiteX222" fmla="*/ 1814987 w 2855205"/>
                <a:gd name="connsiteY222" fmla="*/ 552953 h 648596"/>
                <a:gd name="connsiteX223" fmla="*/ 1783654 w 2855205"/>
                <a:gd name="connsiteY223" fmla="*/ 552953 h 648596"/>
                <a:gd name="connsiteX224" fmla="*/ 1783654 w 2855205"/>
                <a:gd name="connsiteY224" fmla="*/ 543006 h 648596"/>
                <a:gd name="connsiteX225" fmla="*/ 1283583 w 2855205"/>
                <a:gd name="connsiteY225" fmla="*/ 532811 h 648596"/>
                <a:gd name="connsiteX226" fmla="*/ 1367882 w 2855205"/>
                <a:gd name="connsiteY226" fmla="*/ 532811 h 648596"/>
                <a:gd name="connsiteX227" fmla="*/ 1367882 w 2855205"/>
                <a:gd name="connsiteY227" fmla="*/ 543006 h 648596"/>
                <a:gd name="connsiteX228" fmla="*/ 1367882 w 2855205"/>
                <a:gd name="connsiteY228" fmla="*/ 552953 h 648596"/>
                <a:gd name="connsiteX229" fmla="*/ 1336548 w 2855205"/>
                <a:gd name="connsiteY229" fmla="*/ 552953 h 648596"/>
                <a:gd name="connsiteX230" fmla="*/ 1336548 w 2855205"/>
                <a:gd name="connsiteY230" fmla="*/ 645708 h 648596"/>
                <a:gd name="connsiteX231" fmla="*/ 1325607 w 2855205"/>
                <a:gd name="connsiteY231" fmla="*/ 645708 h 648596"/>
                <a:gd name="connsiteX232" fmla="*/ 1314914 w 2855205"/>
                <a:gd name="connsiteY232" fmla="*/ 645708 h 648596"/>
                <a:gd name="connsiteX233" fmla="*/ 1314914 w 2855205"/>
                <a:gd name="connsiteY233" fmla="*/ 552953 h 648596"/>
                <a:gd name="connsiteX234" fmla="*/ 1283583 w 2855205"/>
                <a:gd name="connsiteY234" fmla="*/ 552953 h 648596"/>
                <a:gd name="connsiteX235" fmla="*/ 1283583 w 2855205"/>
                <a:gd name="connsiteY235" fmla="*/ 543006 h 648596"/>
                <a:gd name="connsiteX236" fmla="*/ 1079427 w 2855205"/>
                <a:gd name="connsiteY236" fmla="*/ 532811 h 648596"/>
                <a:gd name="connsiteX237" fmla="*/ 1163726 w 2855205"/>
                <a:gd name="connsiteY237" fmla="*/ 532811 h 648596"/>
                <a:gd name="connsiteX238" fmla="*/ 1163726 w 2855205"/>
                <a:gd name="connsiteY238" fmla="*/ 543006 h 648596"/>
                <a:gd name="connsiteX239" fmla="*/ 1163726 w 2855205"/>
                <a:gd name="connsiteY239" fmla="*/ 552953 h 648596"/>
                <a:gd name="connsiteX240" fmla="*/ 1132392 w 2855205"/>
                <a:gd name="connsiteY240" fmla="*/ 552953 h 648596"/>
                <a:gd name="connsiteX241" fmla="*/ 1132392 w 2855205"/>
                <a:gd name="connsiteY241" fmla="*/ 645708 h 648596"/>
                <a:gd name="connsiteX242" fmla="*/ 1121699 w 2855205"/>
                <a:gd name="connsiteY242" fmla="*/ 645708 h 648596"/>
                <a:gd name="connsiteX243" fmla="*/ 1110758 w 2855205"/>
                <a:gd name="connsiteY243" fmla="*/ 645708 h 648596"/>
                <a:gd name="connsiteX244" fmla="*/ 1110758 w 2855205"/>
                <a:gd name="connsiteY244" fmla="*/ 552953 h 648596"/>
                <a:gd name="connsiteX245" fmla="*/ 1079427 w 2855205"/>
                <a:gd name="connsiteY245" fmla="*/ 552953 h 648596"/>
                <a:gd name="connsiteX246" fmla="*/ 1079427 w 2855205"/>
                <a:gd name="connsiteY246" fmla="*/ 543006 h 648596"/>
                <a:gd name="connsiteX247" fmla="*/ 939427 w 2855205"/>
                <a:gd name="connsiteY247" fmla="*/ 532811 h 648596"/>
                <a:gd name="connsiteX248" fmla="*/ 1023726 w 2855205"/>
                <a:gd name="connsiteY248" fmla="*/ 532811 h 648596"/>
                <a:gd name="connsiteX249" fmla="*/ 1023726 w 2855205"/>
                <a:gd name="connsiteY249" fmla="*/ 543006 h 648596"/>
                <a:gd name="connsiteX250" fmla="*/ 1023726 w 2855205"/>
                <a:gd name="connsiteY250" fmla="*/ 552953 h 648596"/>
                <a:gd name="connsiteX251" fmla="*/ 992392 w 2855205"/>
                <a:gd name="connsiteY251" fmla="*/ 552953 h 648596"/>
                <a:gd name="connsiteX252" fmla="*/ 992392 w 2855205"/>
                <a:gd name="connsiteY252" fmla="*/ 645708 h 648596"/>
                <a:gd name="connsiteX253" fmla="*/ 981702 w 2855205"/>
                <a:gd name="connsiteY253" fmla="*/ 645708 h 648596"/>
                <a:gd name="connsiteX254" fmla="*/ 970758 w 2855205"/>
                <a:gd name="connsiteY254" fmla="*/ 645708 h 648596"/>
                <a:gd name="connsiteX255" fmla="*/ 970758 w 2855205"/>
                <a:gd name="connsiteY255" fmla="*/ 552953 h 648596"/>
                <a:gd name="connsiteX256" fmla="*/ 939427 w 2855205"/>
                <a:gd name="connsiteY256" fmla="*/ 552953 h 648596"/>
                <a:gd name="connsiteX257" fmla="*/ 939427 w 2855205"/>
                <a:gd name="connsiteY257" fmla="*/ 543006 h 648596"/>
                <a:gd name="connsiteX258" fmla="*/ 320535 w 2855205"/>
                <a:gd name="connsiteY258" fmla="*/ 532456 h 648596"/>
                <a:gd name="connsiteX259" fmla="*/ 342170 w 2855205"/>
                <a:gd name="connsiteY259" fmla="*/ 532456 h 648596"/>
                <a:gd name="connsiteX260" fmla="*/ 342170 w 2855205"/>
                <a:gd name="connsiteY260" fmla="*/ 612528 h 648596"/>
                <a:gd name="connsiteX261" fmla="*/ 333714 w 2855205"/>
                <a:gd name="connsiteY261" fmla="*/ 637395 h 648596"/>
                <a:gd name="connsiteX262" fmla="*/ 308847 w 2855205"/>
                <a:gd name="connsiteY262" fmla="*/ 646096 h 648596"/>
                <a:gd name="connsiteX263" fmla="*/ 283980 w 2855205"/>
                <a:gd name="connsiteY263" fmla="*/ 636398 h 648596"/>
                <a:gd name="connsiteX264" fmla="*/ 276521 w 2855205"/>
                <a:gd name="connsiteY264" fmla="*/ 606558 h 648596"/>
                <a:gd name="connsiteX265" fmla="*/ 276521 w 2855205"/>
                <a:gd name="connsiteY265" fmla="*/ 599846 h 648596"/>
                <a:gd name="connsiteX266" fmla="*/ 297159 w 2855205"/>
                <a:gd name="connsiteY266" fmla="*/ 599846 h 648596"/>
                <a:gd name="connsiteX267" fmla="*/ 297159 w 2855205"/>
                <a:gd name="connsiteY267" fmla="*/ 606560 h 648596"/>
                <a:gd name="connsiteX268" fmla="*/ 299895 w 2855205"/>
                <a:gd name="connsiteY268" fmla="*/ 621728 h 648596"/>
                <a:gd name="connsiteX269" fmla="*/ 309594 w 2855205"/>
                <a:gd name="connsiteY269" fmla="*/ 626702 h 648596"/>
                <a:gd name="connsiteX270" fmla="*/ 318794 w 2855205"/>
                <a:gd name="connsiteY270" fmla="*/ 623219 h 648596"/>
                <a:gd name="connsiteX271" fmla="*/ 321530 w 2855205"/>
                <a:gd name="connsiteY271" fmla="*/ 611283 h 648596"/>
                <a:gd name="connsiteX272" fmla="*/ 26112 w 2855205"/>
                <a:gd name="connsiteY272" fmla="*/ 532456 h 648596"/>
                <a:gd name="connsiteX273" fmla="*/ 75846 w 2855205"/>
                <a:gd name="connsiteY273" fmla="*/ 532456 h 648596"/>
                <a:gd name="connsiteX274" fmla="*/ 99470 w 2855205"/>
                <a:gd name="connsiteY274" fmla="*/ 540163 h 648596"/>
                <a:gd name="connsiteX275" fmla="*/ 107924 w 2855205"/>
                <a:gd name="connsiteY275" fmla="*/ 561051 h 648596"/>
                <a:gd name="connsiteX276" fmla="*/ 98225 w 2855205"/>
                <a:gd name="connsiteY276" fmla="*/ 582438 h 648596"/>
                <a:gd name="connsiteX277" fmla="*/ 94745 w 2855205"/>
                <a:gd name="connsiteY277" fmla="*/ 584675 h 648596"/>
                <a:gd name="connsiteX278" fmla="*/ 101212 w 2855205"/>
                <a:gd name="connsiteY278" fmla="*/ 588406 h 648596"/>
                <a:gd name="connsiteX279" fmla="*/ 111158 w 2855205"/>
                <a:gd name="connsiteY279" fmla="*/ 610041 h 648596"/>
                <a:gd name="connsiteX280" fmla="*/ 100713 w 2855205"/>
                <a:gd name="connsiteY280" fmla="*/ 637393 h 648596"/>
                <a:gd name="connsiteX281" fmla="*/ 71867 w 2855205"/>
                <a:gd name="connsiteY281" fmla="*/ 646593 h 648596"/>
                <a:gd name="connsiteX282" fmla="*/ 26112 w 2855205"/>
                <a:gd name="connsiteY282" fmla="*/ 646593 h 648596"/>
                <a:gd name="connsiteX283" fmla="*/ 2573817 w 2855205"/>
                <a:gd name="connsiteY283" fmla="*/ 529919 h 648596"/>
                <a:gd name="connsiteX284" fmla="*/ 2609446 w 2855205"/>
                <a:gd name="connsiteY284" fmla="*/ 543322 h 648596"/>
                <a:gd name="connsiteX285" fmla="*/ 2611762 w 2855205"/>
                <a:gd name="connsiteY285" fmla="*/ 545635 h 648596"/>
                <a:gd name="connsiteX286" fmla="*/ 2625188 w 2855205"/>
                <a:gd name="connsiteY286" fmla="*/ 589651 h 648596"/>
                <a:gd name="connsiteX287" fmla="*/ 2611762 w 2855205"/>
                <a:gd name="connsiteY287" fmla="*/ 632421 h 648596"/>
                <a:gd name="connsiteX288" fmla="*/ 2541464 w 2855205"/>
                <a:gd name="connsiteY288" fmla="*/ 634734 h 648596"/>
                <a:gd name="connsiteX289" fmla="*/ 2539148 w 2855205"/>
                <a:gd name="connsiteY289" fmla="*/ 632421 h 648596"/>
                <a:gd name="connsiteX290" fmla="*/ 2525721 w 2855205"/>
                <a:gd name="connsiteY290" fmla="*/ 589651 h 648596"/>
                <a:gd name="connsiteX291" fmla="*/ 2539148 w 2855205"/>
                <a:gd name="connsiteY291" fmla="*/ 545635 h 648596"/>
                <a:gd name="connsiteX292" fmla="*/ 2573817 w 2855205"/>
                <a:gd name="connsiteY292" fmla="*/ 529919 h 648596"/>
                <a:gd name="connsiteX293" fmla="*/ 2361704 w 2855205"/>
                <a:gd name="connsiteY293" fmla="*/ 529919 h 648596"/>
                <a:gd name="connsiteX294" fmla="*/ 2397333 w 2855205"/>
                <a:gd name="connsiteY294" fmla="*/ 543322 h 648596"/>
                <a:gd name="connsiteX295" fmla="*/ 2399649 w 2855205"/>
                <a:gd name="connsiteY295" fmla="*/ 545635 h 648596"/>
                <a:gd name="connsiteX296" fmla="*/ 2413075 w 2855205"/>
                <a:gd name="connsiteY296" fmla="*/ 589651 h 648596"/>
                <a:gd name="connsiteX297" fmla="*/ 2399649 w 2855205"/>
                <a:gd name="connsiteY297" fmla="*/ 632421 h 648596"/>
                <a:gd name="connsiteX298" fmla="*/ 2329351 w 2855205"/>
                <a:gd name="connsiteY298" fmla="*/ 634734 h 648596"/>
                <a:gd name="connsiteX299" fmla="*/ 2327035 w 2855205"/>
                <a:gd name="connsiteY299" fmla="*/ 632421 h 648596"/>
                <a:gd name="connsiteX300" fmla="*/ 2313608 w 2855205"/>
                <a:gd name="connsiteY300" fmla="*/ 589651 h 648596"/>
                <a:gd name="connsiteX301" fmla="*/ 2327035 w 2855205"/>
                <a:gd name="connsiteY301" fmla="*/ 545635 h 648596"/>
                <a:gd name="connsiteX302" fmla="*/ 2361704 w 2855205"/>
                <a:gd name="connsiteY302" fmla="*/ 529919 h 648596"/>
                <a:gd name="connsiteX303" fmla="*/ 1577594 w 2855205"/>
                <a:gd name="connsiteY303" fmla="*/ 529793 h 648596"/>
                <a:gd name="connsiteX304" fmla="*/ 1613270 w 2855205"/>
                <a:gd name="connsiteY304" fmla="*/ 543063 h 648596"/>
                <a:gd name="connsiteX305" fmla="*/ 1615845 w 2855205"/>
                <a:gd name="connsiteY305" fmla="*/ 545635 h 648596"/>
                <a:gd name="connsiteX306" fmla="*/ 1629271 w 2855205"/>
                <a:gd name="connsiteY306" fmla="*/ 589651 h 648596"/>
                <a:gd name="connsiteX307" fmla="*/ 1615845 w 2855205"/>
                <a:gd name="connsiteY307" fmla="*/ 632422 h 648596"/>
                <a:gd name="connsiteX308" fmla="*/ 1545557 w 2855205"/>
                <a:gd name="connsiteY308" fmla="*/ 634994 h 648596"/>
                <a:gd name="connsiteX309" fmla="*/ 1542983 w 2855205"/>
                <a:gd name="connsiteY309" fmla="*/ 632422 h 648596"/>
                <a:gd name="connsiteX310" fmla="*/ 1529556 w 2855205"/>
                <a:gd name="connsiteY310" fmla="*/ 589651 h 648596"/>
                <a:gd name="connsiteX311" fmla="*/ 1542983 w 2855205"/>
                <a:gd name="connsiteY311" fmla="*/ 545635 h 648596"/>
                <a:gd name="connsiteX312" fmla="*/ 1577594 w 2855205"/>
                <a:gd name="connsiteY312" fmla="*/ 529793 h 648596"/>
                <a:gd name="connsiteX313" fmla="*/ 567697 w 2855205"/>
                <a:gd name="connsiteY313" fmla="*/ 529672 h 648596"/>
                <a:gd name="connsiteX314" fmla="*/ 603022 w 2855205"/>
                <a:gd name="connsiteY314" fmla="*/ 539667 h 648596"/>
                <a:gd name="connsiteX315" fmla="*/ 617443 w 2855205"/>
                <a:gd name="connsiteY315" fmla="*/ 567518 h 648596"/>
                <a:gd name="connsiteX316" fmla="*/ 595811 w 2855205"/>
                <a:gd name="connsiteY316" fmla="*/ 567518 h 648596"/>
                <a:gd name="connsiteX317" fmla="*/ 588102 w 2855205"/>
                <a:gd name="connsiteY317" fmla="*/ 554587 h 648596"/>
                <a:gd name="connsiteX318" fmla="*/ 573182 w 2855205"/>
                <a:gd name="connsiteY318" fmla="*/ 549118 h 648596"/>
                <a:gd name="connsiteX319" fmla="*/ 551051 w 2855205"/>
                <a:gd name="connsiteY319" fmla="*/ 559561 h 648596"/>
                <a:gd name="connsiteX320" fmla="*/ 543091 w 2855205"/>
                <a:gd name="connsiteY320" fmla="*/ 589153 h 648596"/>
                <a:gd name="connsiteX321" fmla="*/ 550800 w 2855205"/>
                <a:gd name="connsiteY321" fmla="*/ 618249 h 648596"/>
                <a:gd name="connsiteX322" fmla="*/ 573182 w 2855205"/>
                <a:gd name="connsiteY322" fmla="*/ 628443 h 648596"/>
                <a:gd name="connsiteX323" fmla="*/ 592827 w 2855205"/>
                <a:gd name="connsiteY323" fmla="*/ 617998 h 648596"/>
                <a:gd name="connsiteX324" fmla="*/ 598547 w 2855205"/>
                <a:gd name="connsiteY324" fmla="*/ 604073 h 648596"/>
                <a:gd name="connsiteX325" fmla="*/ 573678 w 2855205"/>
                <a:gd name="connsiteY325" fmla="*/ 604073 h 648596"/>
                <a:gd name="connsiteX326" fmla="*/ 573678 w 2855205"/>
                <a:gd name="connsiteY326" fmla="*/ 584675 h 648596"/>
                <a:gd name="connsiteX327" fmla="*/ 617195 w 2855205"/>
                <a:gd name="connsiteY327" fmla="*/ 584675 h 648596"/>
                <a:gd name="connsiteX328" fmla="*/ 617195 w 2855205"/>
                <a:gd name="connsiteY328" fmla="*/ 645350 h 648596"/>
                <a:gd name="connsiteX329" fmla="*/ 602774 w 2855205"/>
                <a:gd name="connsiteY329" fmla="*/ 645350 h 648596"/>
                <a:gd name="connsiteX330" fmla="*/ 600534 w 2855205"/>
                <a:gd name="connsiteY330" fmla="*/ 630929 h 648596"/>
                <a:gd name="connsiteX331" fmla="*/ 599291 w 2855205"/>
                <a:gd name="connsiteY331" fmla="*/ 632670 h 648596"/>
                <a:gd name="connsiteX332" fmla="*/ 569699 w 2855205"/>
                <a:gd name="connsiteY332" fmla="*/ 648585 h 648596"/>
                <a:gd name="connsiteX333" fmla="*/ 569950 w 2855205"/>
                <a:gd name="connsiteY333" fmla="*/ 648334 h 648596"/>
                <a:gd name="connsiteX334" fmla="*/ 534141 w 2855205"/>
                <a:gd name="connsiteY334" fmla="*/ 632419 h 648596"/>
                <a:gd name="connsiteX335" fmla="*/ 520712 w 2855205"/>
                <a:gd name="connsiteY335" fmla="*/ 589401 h 648596"/>
                <a:gd name="connsiteX336" fmla="*/ 534638 w 2855205"/>
                <a:gd name="connsiteY336" fmla="*/ 545635 h 648596"/>
                <a:gd name="connsiteX337" fmla="*/ 567697 w 2855205"/>
                <a:gd name="connsiteY337" fmla="*/ 529672 h 648596"/>
                <a:gd name="connsiteX338" fmla="*/ 2690201 w 2855205"/>
                <a:gd name="connsiteY338" fmla="*/ 529645 h 648596"/>
                <a:gd name="connsiteX339" fmla="*/ 2725650 w 2855205"/>
                <a:gd name="connsiteY339" fmla="*/ 539667 h 648596"/>
                <a:gd name="connsiteX340" fmla="*/ 2739824 w 2855205"/>
                <a:gd name="connsiteY340" fmla="*/ 567518 h 648596"/>
                <a:gd name="connsiteX341" fmla="*/ 2718189 w 2855205"/>
                <a:gd name="connsiteY341" fmla="*/ 567518 h 648596"/>
                <a:gd name="connsiteX342" fmla="*/ 2710730 w 2855205"/>
                <a:gd name="connsiteY342" fmla="*/ 554588 h 648596"/>
                <a:gd name="connsiteX343" fmla="*/ 2695562 w 2855205"/>
                <a:gd name="connsiteY343" fmla="*/ 549116 h 648596"/>
                <a:gd name="connsiteX344" fmla="*/ 2673679 w 2855205"/>
                <a:gd name="connsiteY344" fmla="*/ 559561 h 648596"/>
                <a:gd name="connsiteX345" fmla="*/ 2673679 w 2855205"/>
                <a:gd name="connsiteY345" fmla="*/ 618247 h 648596"/>
                <a:gd name="connsiteX346" fmla="*/ 2696058 w 2855205"/>
                <a:gd name="connsiteY346" fmla="*/ 628441 h 648596"/>
                <a:gd name="connsiteX347" fmla="*/ 2715704 w 2855205"/>
                <a:gd name="connsiteY347" fmla="*/ 617999 h 648596"/>
                <a:gd name="connsiteX348" fmla="*/ 2721421 w 2855205"/>
                <a:gd name="connsiteY348" fmla="*/ 604073 h 648596"/>
                <a:gd name="connsiteX349" fmla="*/ 2696554 w 2855205"/>
                <a:gd name="connsiteY349" fmla="*/ 604073 h 648596"/>
                <a:gd name="connsiteX350" fmla="*/ 2696554 w 2855205"/>
                <a:gd name="connsiteY350" fmla="*/ 584676 h 648596"/>
                <a:gd name="connsiteX351" fmla="*/ 2739824 w 2855205"/>
                <a:gd name="connsiteY351" fmla="*/ 584676 h 648596"/>
                <a:gd name="connsiteX352" fmla="*/ 2739824 w 2855205"/>
                <a:gd name="connsiteY352" fmla="*/ 645351 h 648596"/>
                <a:gd name="connsiteX353" fmla="*/ 2725400 w 2855205"/>
                <a:gd name="connsiteY353" fmla="*/ 645351 h 648596"/>
                <a:gd name="connsiteX354" fmla="*/ 2723410 w 2855205"/>
                <a:gd name="connsiteY354" fmla="*/ 630927 h 648596"/>
                <a:gd name="connsiteX355" fmla="*/ 2722168 w 2855205"/>
                <a:gd name="connsiteY355" fmla="*/ 632668 h 648596"/>
                <a:gd name="connsiteX356" fmla="*/ 2692328 w 2855205"/>
                <a:gd name="connsiteY356" fmla="*/ 648583 h 648596"/>
                <a:gd name="connsiteX357" fmla="*/ 2693074 w 2855205"/>
                <a:gd name="connsiteY357" fmla="*/ 648335 h 648596"/>
                <a:gd name="connsiteX358" fmla="*/ 2657015 w 2855205"/>
                <a:gd name="connsiteY358" fmla="*/ 632420 h 648596"/>
                <a:gd name="connsiteX359" fmla="*/ 2657015 w 2855205"/>
                <a:gd name="connsiteY359" fmla="*/ 545635 h 648596"/>
                <a:gd name="connsiteX360" fmla="*/ 2690201 w 2855205"/>
                <a:gd name="connsiteY360" fmla="*/ 529645 h 648596"/>
                <a:gd name="connsiteX361" fmla="*/ 2030871 w 2855205"/>
                <a:gd name="connsiteY361" fmla="*/ 529469 h 648596"/>
                <a:gd name="connsiteX362" fmla="*/ 2075632 w 2855205"/>
                <a:gd name="connsiteY362" fmla="*/ 569755 h 648596"/>
                <a:gd name="connsiteX363" fmla="*/ 2053997 w 2855205"/>
                <a:gd name="connsiteY363" fmla="*/ 569755 h 648596"/>
                <a:gd name="connsiteX364" fmla="*/ 2046786 w 2855205"/>
                <a:gd name="connsiteY364" fmla="*/ 555331 h 648596"/>
                <a:gd name="connsiteX365" fmla="*/ 2031119 w 2855205"/>
                <a:gd name="connsiteY365" fmla="*/ 549861 h 648596"/>
                <a:gd name="connsiteX366" fmla="*/ 2012221 w 2855205"/>
                <a:gd name="connsiteY366" fmla="*/ 560307 h 648596"/>
                <a:gd name="connsiteX367" fmla="*/ 2005258 w 2855205"/>
                <a:gd name="connsiteY367" fmla="*/ 589400 h 648596"/>
                <a:gd name="connsiteX368" fmla="*/ 2012221 w 2855205"/>
                <a:gd name="connsiteY368" fmla="*/ 617750 h 648596"/>
                <a:gd name="connsiteX369" fmla="*/ 2031119 w 2855205"/>
                <a:gd name="connsiteY369" fmla="*/ 627945 h 648596"/>
                <a:gd name="connsiteX370" fmla="*/ 2046786 w 2855205"/>
                <a:gd name="connsiteY370" fmla="*/ 621977 h 648596"/>
                <a:gd name="connsiteX371" fmla="*/ 2053997 w 2855205"/>
                <a:gd name="connsiteY371" fmla="*/ 605814 h 648596"/>
                <a:gd name="connsiteX372" fmla="*/ 2075632 w 2855205"/>
                <a:gd name="connsiteY372" fmla="*/ 605811 h 648596"/>
                <a:gd name="connsiteX373" fmla="*/ 2061706 w 2855205"/>
                <a:gd name="connsiteY373" fmla="*/ 636894 h 648596"/>
                <a:gd name="connsiteX374" fmla="*/ 2030871 w 2855205"/>
                <a:gd name="connsiteY374" fmla="*/ 648334 h 648596"/>
                <a:gd name="connsiteX375" fmla="*/ 1996058 w 2855205"/>
                <a:gd name="connsiteY375" fmla="*/ 632419 h 648596"/>
                <a:gd name="connsiteX376" fmla="*/ 1983127 w 2855205"/>
                <a:gd name="connsiteY376" fmla="*/ 589398 h 648596"/>
                <a:gd name="connsiteX377" fmla="*/ 1996058 w 2855205"/>
                <a:gd name="connsiteY377" fmla="*/ 545632 h 648596"/>
                <a:gd name="connsiteX378" fmla="*/ 2030871 w 2855205"/>
                <a:gd name="connsiteY378" fmla="*/ 529469 h 648596"/>
                <a:gd name="connsiteX379" fmla="*/ 882276 w 2855205"/>
                <a:gd name="connsiteY379" fmla="*/ 528976 h 648596"/>
                <a:gd name="connsiteX380" fmla="*/ 910626 w 2855205"/>
                <a:gd name="connsiteY380" fmla="*/ 538923 h 648596"/>
                <a:gd name="connsiteX381" fmla="*/ 922810 w 2855205"/>
                <a:gd name="connsiteY381" fmla="*/ 565776 h 648596"/>
                <a:gd name="connsiteX382" fmla="*/ 901671 w 2855205"/>
                <a:gd name="connsiteY382" fmla="*/ 566275 h 648596"/>
                <a:gd name="connsiteX383" fmla="*/ 895207 w 2855205"/>
                <a:gd name="connsiteY383" fmla="*/ 553592 h 648596"/>
                <a:gd name="connsiteX384" fmla="*/ 879788 w 2855205"/>
                <a:gd name="connsiteY384" fmla="*/ 548867 h 648596"/>
                <a:gd name="connsiteX385" fmla="*/ 866857 w 2855205"/>
                <a:gd name="connsiteY385" fmla="*/ 552846 h 648596"/>
                <a:gd name="connsiteX386" fmla="*/ 862135 w 2855205"/>
                <a:gd name="connsiteY386" fmla="*/ 563787 h 648596"/>
                <a:gd name="connsiteX387" fmla="*/ 867108 w 2855205"/>
                <a:gd name="connsiteY387" fmla="*/ 571744 h 648596"/>
                <a:gd name="connsiteX388" fmla="*/ 887497 w 2855205"/>
                <a:gd name="connsiteY388" fmla="*/ 578211 h 648596"/>
                <a:gd name="connsiteX389" fmla="*/ 917586 w 2855205"/>
                <a:gd name="connsiteY389" fmla="*/ 590894 h 648596"/>
                <a:gd name="connsiteX390" fmla="*/ 925295 w 2855205"/>
                <a:gd name="connsiteY390" fmla="*/ 613771 h 648596"/>
                <a:gd name="connsiteX391" fmla="*/ 913858 w 2855205"/>
                <a:gd name="connsiteY391" fmla="*/ 638638 h 648596"/>
                <a:gd name="connsiteX392" fmla="*/ 882775 w 2855205"/>
                <a:gd name="connsiteY392" fmla="*/ 647838 h 648596"/>
                <a:gd name="connsiteX393" fmla="*/ 851940 w 2855205"/>
                <a:gd name="connsiteY393" fmla="*/ 637891 h 648596"/>
                <a:gd name="connsiteX394" fmla="*/ 840004 w 2855205"/>
                <a:gd name="connsiteY394" fmla="*/ 609792 h 648596"/>
                <a:gd name="connsiteX395" fmla="*/ 860889 w 2855205"/>
                <a:gd name="connsiteY395" fmla="*/ 609792 h 648596"/>
                <a:gd name="connsiteX396" fmla="*/ 866857 w 2855205"/>
                <a:gd name="connsiteY396" fmla="*/ 623718 h 648596"/>
                <a:gd name="connsiteX397" fmla="*/ 882775 w 2855205"/>
                <a:gd name="connsiteY397" fmla="*/ 628441 h 648596"/>
                <a:gd name="connsiteX398" fmla="*/ 898937 w 2855205"/>
                <a:gd name="connsiteY398" fmla="*/ 624713 h 648596"/>
                <a:gd name="connsiteX399" fmla="*/ 904658 w 2855205"/>
                <a:gd name="connsiteY399" fmla="*/ 614766 h 648596"/>
                <a:gd name="connsiteX400" fmla="*/ 900428 w 2855205"/>
                <a:gd name="connsiteY400" fmla="*/ 605315 h 648596"/>
                <a:gd name="connsiteX401" fmla="*/ 883023 w 2855205"/>
                <a:gd name="connsiteY401" fmla="*/ 599099 h 648596"/>
                <a:gd name="connsiteX402" fmla="*/ 849948 w 2855205"/>
                <a:gd name="connsiteY402" fmla="*/ 586168 h 648596"/>
                <a:gd name="connsiteX403" fmla="*/ 841742 w 2855205"/>
                <a:gd name="connsiteY403" fmla="*/ 564784 h 648596"/>
                <a:gd name="connsiteX404" fmla="*/ 852684 w 2855205"/>
                <a:gd name="connsiteY404" fmla="*/ 538675 h 648596"/>
                <a:gd name="connsiteX405" fmla="*/ 882276 w 2855205"/>
                <a:gd name="connsiteY405" fmla="*/ 528976 h 648596"/>
                <a:gd name="connsiteX406" fmla="*/ 590339 w 2855205"/>
                <a:gd name="connsiteY406" fmla="*/ 346949 h 648596"/>
                <a:gd name="connsiteX407" fmla="*/ 605259 w 2855205"/>
                <a:gd name="connsiteY407" fmla="*/ 365599 h 648596"/>
                <a:gd name="connsiteX408" fmla="*/ 621424 w 2855205"/>
                <a:gd name="connsiteY408" fmla="*/ 361621 h 648596"/>
                <a:gd name="connsiteX409" fmla="*/ 639824 w 2855205"/>
                <a:gd name="connsiteY409" fmla="*/ 361621 h 648596"/>
                <a:gd name="connsiteX410" fmla="*/ 646291 w 2855205"/>
                <a:gd name="connsiteY410" fmla="*/ 364605 h 648596"/>
                <a:gd name="connsiteX411" fmla="*/ 644797 w 2855205"/>
                <a:gd name="connsiteY411" fmla="*/ 375295 h 648596"/>
                <a:gd name="connsiteX412" fmla="*/ 643056 w 2855205"/>
                <a:gd name="connsiteY412" fmla="*/ 386984 h 648596"/>
                <a:gd name="connsiteX413" fmla="*/ 643056 w 2855205"/>
                <a:gd name="connsiteY413" fmla="*/ 386736 h 648596"/>
                <a:gd name="connsiteX414" fmla="*/ 634851 w 2855205"/>
                <a:gd name="connsiteY414" fmla="*/ 395688 h 648596"/>
                <a:gd name="connsiteX415" fmla="*/ 626645 w 2855205"/>
                <a:gd name="connsiteY415" fmla="*/ 401656 h 648596"/>
                <a:gd name="connsiteX416" fmla="*/ 620677 w 2855205"/>
                <a:gd name="connsiteY416" fmla="*/ 418317 h 648596"/>
                <a:gd name="connsiteX417" fmla="*/ 608989 w 2855205"/>
                <a:gd name="connsiteY417" fmla="*/ 426522 h 648596"/>
                <a:gd name="connsiteX418" fmla="*/ 595560 w 2855205"/>
                <a:gd name="connsiteY418" fmla="*/ 427765 h 648596"/>
                <a:gd name="connsiteX419" fmla="*/ 577656 w 2855205"/>
                <a:gd name="connsiteY419" fmla="*/ 434976 h 648596"/>
                <a:gd name="connsiteX420" fmla="*/ 556272 w 2855205"/>
                <a:gd name="connsiteY420" fmla="*/ 417570 h 648596"/>
                <a:gd name="connsiteX421" fmla="*/ 558509 w 2855205"/>
                <a:gd name="connsiteY421" fmla="*/ 404141 h 648596"/>
                <a:gd name="connsiteX422" fmla="*/ 555277 w 2855205"/>
                <a:gd name="connsiteY422" fmla="*/ 393698 h 648596"/>
                <a:gd name="connsiteX423" fmla="*/ 561744 w 2855205"/>
                <a:gd name="connsiteY423" fmla="*/ 381514 h 648596"/>
                <a:gd name="connsiteX424" fmla="*/ 578155 w 2855205"/>
                <a:gd name="connsiteY424" fmla="*/ 353413 h 648596"/>
                <a:gd name="connsiteX425" fmla="*/ 590339 w 2855205"/>
                <a:gd name="connsiteY425" fmla="*/ 346949 h 648596"/>
                <a:gd name="connsiteX426" fmla="*/ 791015 w 2855205"/>
                <a:gd name="connsiteY426" fmla="*/ 310892 h 648596"/>
                <a:gd name="connsiteX427" fmla="*/ 803199 w 2855205"/>
                <a:gd name="connsiteY427" fmla="*/ 313628 h 648596"/>
                <a:gd name="connsiteX428" fmla="*/ 815383 w 2855205"/>
                <a:gd name="connsiteY428" fmla="*/ 319844 h 648596"/>
                <a:gd name="connsiteX429" fmla="*/ 827569 w 2855205"/>
                <a:gd name="connsiteY429" fmla="*/ 319844 h 648596"/>
                <a:gd name="connsiteX430" fmla="*/ 839503 w 2855205"/>
                <a:gd name="connsiteY430" fmla="*/ 323575 h 648596"/>
                <a:gd name="connsiteX431" fmla="*/ 849700 w 2855205"/>
                <a:gd name="connsiteY431" fmla="*/ 322084 h 648596"/>
                <a:gd name="connsiteX432" fmla="*/ 874567 w 2855205"/>
                <a:gd name="connsiteY432" fmla="*/ 343716 h 648596"/>
                <a:gd name="connsiteX433" fmla="*/ 874316 w 2855205"/>
                <a:gd name="connsiteY433" fmla="*/ 345210 h 648596"/>
                <a:gd name="connsiteX434" fmla="*/ 880783 w 2855205"/>
                <a:gd name="connsiteY434" fmla="*/ 354658 h 648596"/>
                <a:gd name="connsiteX435" fmla="*/ 880783 w 2855205"/>
                <a:gd name="connsiteY435" fmla="*/ 367092 h 648596"/>
                <a:gd name="connsiteX436" fmla="*/ 872079 w 2855205"/>
                <a:gd name="connsiteY436" fmla="*/ 378530 h 648596"/>
                <a:gd name="connsiteX437" fmla="*/ 865364 w 2855205"/>
                <a:gd name="connsiteY437" fmla="*/ 392455 h 648596"/>
                <a:gd name="connsiteX438" fmla="*/ 857159 w 2855205"/>
                <a:gd name="connsiteY438" fmla="*/ 401655 h 648596"/>
                <a:gd name="connsiteX439" fmla="*/ 843482 w 2855205"/>
                <a:gd name="connsiteY439" fmla="*/ 407127 h 648596"/>
                <a:gd name="connsiteX440" fmla="*/ 831796 w 2855205"/>
                <a:gd name="connsiteY440" fmla="*/ 407127 h 648596"/>
                <a:gd name="connsiteX441" fmla="*/ 819361 w 2855205"/>
                <a:gd name="connsiteY441" fmla="*/ 412847 h 648596"/>
                <a:gd name="connsiteX442" fmla="*/ 809665 w 2855205"/>
                <a:gd name="connsiteY442" fmla="*/ 402650 h 648596"/>
                <a:gd name="connsiteX443" fmla="*/ 809663 w 2855205"/>
                <a:gd name="connsiteY443" fmla="*/ 389223 h 648596"/>
                <a:gd name="connsiteX444" fmla="*/ 799716 w 2855205"/>
                <a:gd name="connsiteY444" fmla="*/ 370820 h 648596"/>
                <a:gd name="connsiteX445" fmla="*/ 791761 w 2855205"/>
                <a:gd name="connsiteY445" fmla="*/ 355156 h 648596"/>
                <a:gd name="connsiteX446" fmla="*/ 787036 w 2855205"/>
                <a:gd name="connsiteY446" fmla="*/ 337500 h 648596"/>
                <a:gd name="connsiteX447" fmla="*/ 787036 w 2855205"/>
                <a:gd name="connsiteY447" fmla="*/ 326807 h 648596"/>
                <a:gd name="connsiteX448" fmla="*/ 791015 w 2855205"/>
                <a:gd name="connsiteY448" fmla="*/ 310892 h 648596"/>
                <a:gd name="connsiteX449" fmla="*/ 749238 w 2855205"/>
                <a:gd name="connsiteY449" fmla="*/ 224603 h 648596"/>
                <a:gd name="connsiteX450" fmla="*/ 738046 w 2855205"/>
                <a:gd name="connsiteY450" fmla="*/ 226345 h 648596"/>
                <a:gd name="connsiteX451" fmla="*/ 726609 w 2855205"/>
                <a:gd name="connsiteY451" fmla="*/ 230073 h 648596"/>
                <a:gd name="connsiteX452" fmla="*/ 718153 w 2855205"/>
                <a:gd name="connsiteY452" fmla="*/ 235545 h 648596"/>
                <a:gd name="connsiteX453" fmla="*/ 695774 w 2855205"/>
                <a:gd name="connsiteY453" fmla="*/ 244993 h 648596"/>
                <a:gd name="connsiteX454" fmla="*/ 689059 w 2855205"/>
                <a:gd name="connsiteY454" fmla="*/ 256433 h 648596"/>
                <a:gd name="connsiteX455" fmla="*/ 698758 w 2855205"/>
                <a:gd name="connsiteY455" fmla="*/ 266132 h 648596"/>
                <a:gd name="connsiteX456" fmla="*/ 715667 w 2855205"/>
                <a:gd name="connsiteY456" fmla="*/ 260908 h 648596"/>
                <a:gd name="connsiteX457" fmla="*/ 731582 w 2855205"/>
                <a:gd name="connsiteY457" fmla="*/ 248476 h 648596"/>
                <a:gd name="connsiteX458" fmla="*/ 745009 w 2855205"/>
                <a:gd name="connsiteY458" fmla="*/ 236788 h 648596"/>
                <a:gd name="connsiteX459" fmla="*/ 749238 w 2855205"/>
                <a:gd name="connsiteY459" fmla="*/ 224603 h 648596"/>
                <a:gd name="connsiteX460" fmla="*/ 1274177 w 2855205"/>
                <a:gd name="connsiteY460" fmla="*/ 195263 h 648596"/>
                <a:gd name="connsiteX461" fmla="*/ 1256521 w 2855205"/>
                <a:gd name="connsiteY461" fmla="*/ 197999 h 648596"/>
                <a:gd name="connsiteX462" fmla="*/ 1252294 w 2855205"/>
                <a:gd name="connsiteY462" fmla="*/ 207447 h 648596"/>
                <a:gd name="connsiteX463" fmla="*/ 1253785 w 2855205"/>
                <a:gd name="connsiteY463" fmla="*/ 216399 h 648596"/>
                <a:gd name="connsiteX464" fmla="*/ 1268955 w 2855205"/>
                <a:gd name="connsiteY464" fmla="*/ 217892 h 648596"/>
                <a:gd name="connsiteX465" fmla="*/ 1279150 w 2855205"/>
                <a:gd name="connsiteY465" fmla="*/ 200484 h 648596"/>
                <a:gd name="connsiteX466" fmla="*/ 1279168 w 2855205"/>
                <a:gd name="connsiteY466" fmla="*/ 199704 h 648596"/>
                <a:gd name="connsiteX467" fmla="*/ 1274177 w 2855205"/>
                <a:gd name="connsiteY467" fmla="*/ 195263 h 648596"/>
                <a:gd name="connsiteX468" fmla="*/ 1325899 w 2855205"/>
                <a:gd name="connsiteY468" fmla="*/ 179847 h 648596"/>
                <a:gd name="connsiteX469" fmla="*/ 1312222 w 2855205"/>
                <a:gd name="connsiteY469" fmla="*/ 184569 h 648596"/>
                <a:gd name="connsiteX470" fmla="*/ 1310481 w 2855205"/>
                <a:gd name="connsiteY470" fmla="*/ 197999 h 648596"/>
                <a:gd name="connsiteX471" fmla="*/ 1318937 w 2855205"/>
                <a:gd name="connsiteY471" fmla="*/ 205956 h 648596"/>
                <a:gd name="connsiteX472" fmla="*/ 1334353 w 2855205"/>
                <a:gd name="connsiteY472" fmla="*/ 194516 h 648596"/>
                <a:gd name="connsiteX473" fmla="*/ 1334603 w 2855205"/>
                <a:gd name="connsiteY473" fmla="*/ 194516 h 648596"/>
                <a:gd name="connsiteX474" fmla="*/ 1334603 w 2855205"/>
                <a:gd name="connsiteY474" fmla="*/ 183079 h 648596"/>
                <a:gd name="connsiteX475" fmla="*/ 1325899 w 2855205"/>
                <a:gd name="connsiteY475" fmla="*/ 179847 h 648596"/>
                <a:gd name="connsiteX476" fmla="*/ 779574 w 2855205"/>
                <a:gd name="connsiteY476" fmla="*/ 165422 h 648596"/>
                <a:gd name="connsiteX477" fmla="*/ 792505 w 2855205"/>
                <a:gd name="connsiteY477" fmla="*/ 170395 h 648596"/>
                <a:gd name="connsiteX478" fmla="*/ 806926 w 2855205"/>
                <a:gd name="connsiteY478" fmla="*/ 170395 h 648596"/>
                <a:gd name="connsiteX479" fmla="*/ 828313 w 2855205"/>
                <a:gd name="connsiteY479" fmla="*/ 184321 h 648596"/>
                <a:gd name="connsiteX480" fmla="*/ 834033 w 2855205"/>
                <a:gd name="connsiteY480" fmla="*/ 201726 h 648596"/>
                <a:gd name="connsiteX481" fmla="*/ 834033 w 2855205"/>
                <a:gd name="connsiteY481" fmla="*/ 215403 h 648596"/>
                <a:gd name="connsiteX482" fmla="*/ 816129 w 2855205"/>
                <a:gd name="connsiteY482" fmla="*/ 233556 h 648596"/>
                <a:gd name="connsiteX483" fmla="*/ 816876 w 2855205"/>
                <a:gd name="connsiteY483" fmla="*/ 236788 h 648596"/>
                <a:gd name="connsiteX484" fmla="*/ 808172 w 2855205"/>
                <a:gd name="connsiteY484" fmla="*/ 251212 h 648596"/>
                <a:gd name="connsiteX485" fmla="*/ 780073 w 2855205"/>
                <a:gd name="connsiteY485" fmla="*/ 300945 h 648596"/>
                <a:gd name="connsiteX486" fmla="*/ 767638 w 2855205"/>
                <a:gd name="connsiteY486" fmla="*/ 316612 h 648596"/>
                <a:gd name="connsiteX487" fmla="*/ 758438 w 2855205"/>
                <a:gd name="connsiteY487" fmla="*/ 317854 h 648596"/>
                <a:gd name="connsiteX488" fmla="*/ 749734 w 2855205"/>
                <a:gd name="connsiteY488" fmla="*/ 327801 h 648596"/>
                <a:gd name="connsiteX489" fmla="*/ 752718 w 2855205"/>
                <a:gd name="connsiteY489" fmla="*/ 345705 h 648596"/>
                <a:gd name="connsiteX490" fmla="*/ 752718 w 2855205"/>
                <a:gd name="connsiteY490" fmla="*/ 425279 h 648596"/>
                <a:gd name="connsiteX491" fmla="*/ 737550 w 2855205"/>
                <a:gd name="connsiteY491" fmla="*/ 447658 h 648596"/>
                <a:gd name="connsiteX492" fmla="*/ 721385 w 2855205"/>
                <a:gd name="connsiteY492" fmla="*/ 463823 h 648596"/>
                <a:gd name="connsiteX493" fmla="*/ 706715 w 2855205"/>
                <a:gd name="connsiteY493" fmla="*/ 471532 h 648596"/>
                <a:gd name="connsiteX494" fmla="*/ 700001 w 2855205"/>
                <a:gd name="connsiteY494" fmla="*/ 466807 h 648596"/>
                <a:gd name="connsiteX495" fmla="*/ 689307 w 2855205"/>
                <a:gd name="connsiteY495" fmla="*/ 462082 h 648596"/>
                <a:gd name="connsiteX496" fmla="*/ 681102 w 2855205"/>
                <a:gd name="connsiteY496" fmla="*/ 455615 h 648596"/>
                <a:gd name="connsiteX497" fmla="*/ 667176 w 2855205"/>
                <a:gd name="connsiteY497" fmla="*/ 448903 h 648596"/>
                <a:gd name="connsiteX498" fmla="*/ 659718 w 2855205"/>
                <a:gd name="connsiteY498" fmla="*/ 434727 h 648596"/>
                <a:gd name="connsiteX499" fmla="*/ 638579 w 2855205"/>
                <a:gd name="connsiteY499" fmla="*/ 413095 h 648596"/>
                <a:gd name="connsiteX500" fmla="*/ 652008 w 2855205"/>
                <a:gd name="connsiteY500" fmla="*/ 407623 h 648596"/>
                <a:gd name="connsiteX501" fmla="*/ 672150 w 2855205"/>
                <a:gd name="connsiteY501" fmla="*/ 414337 h 648596"/>
                <a:gd name="connsiteX502" fmla="*/ 688064 w 2855205"/>
                <a:gd name="connsiteY502" fmla="*/ 395687 h 648596"/>
                <a:gd name="connsiteX503" fmla="*/ 688064 w 2855205"/>
                <a:gd name="connsiteY503" fmla="*/ 382508 h 648596"/>
                <a:gd name="connsiteX504" fmla="*/ 688064 w 2855205"/>
                <a:gd name="connsiteY504" fmla="*/ 364604 h 648596"/>
                <a:gd name="connsiteX505" fmla="*/ 690800 w 2855205"/>
                <a:gd name="connsiteY505" fmla="*/ 339737 h 648596"/>
                <a:gd name="connsiteX506" fmla="*/ 686323 w 2855205"/>
                <a:gd name="connsiteY506" fmla="*/ 331532 h 648596"/>
                <a:gd name="connsiteX507" fmla="*/ 673392 w 2855205"/>
                <a:gd name="connsiteY507" fmla="*/ 328049 h 648596"/>
                <a:gd name="connsiteX508" fmla="*/ 663198 w 2855205"/>
                <a:gd name="connsiteY508" fmla="*/ 329790 h 648596"/>
                <a:gd name="connsiteX509" fmla="*/ 647035 w 2855205"/>
                <a:gd name="connsiteY509" fmla="*/ 328297 h 648596"/>
                <a:gd name="connsiteX510" fmla="*/ 641067 w 2855205"/>
                <a:gd name="connsiteY510" fmla="*/ 323076 h 648596"/>
                <a:gd name="connsiteX511" fmla="*/ 637584 w 2855205"/>
                <a:gd name="connsiteY511" fmla="*/ 310892 h 648596"/>
                <a:gd name="connsiteX512" fmla="*/ 634851 w 2855205"/>
                <a:gd name="connsiteY512" fmla="*/ 304425 h 648596"/>
                <a:gd name="connsiteX513" fmla="*/ 633358 w 2855205"/>
                <a:gd name="connsiteY513" fmla="*/ 291745 h 648596"/>
                <a:gd name="connsiteX514" fmla="*/ 629379 w 2855205"/>
                <a:gd name="connsiteY514" fmla="*/ 273342 h 648596"/>
                <a:gd name="connsiteX515" fmla="*/ 625400 w 2855205"/>
                <a:gd name="connsiteY515" fmla="*/ 248476 h 648596"/>
                <a:gd name="connsiteX516" fmla="*/ 625400 w 2855205"/>
                <a:gd name="connsiteY516" fmla="*/ 223609 h 648596"/>
                <a:gd name="connsiteX517" fmla="*/ 639822 w 2855205"/>
                <a:gd name="connsiteY517" fmla="*/ 196505 h 648596"/>
                <a:gd name="connsiteX518" fmla="*/ 653747 w 2855205"/>
                <a:gd name="connsiteY518" fmla="*/ 190289 h 648596"/>
                <a:gd name="connsiteX519" fmla="*/ 666182 w 2855205"/>
                <a:gd name="connsiteY519" fmla="*/ 196753 h 648596"/>
                <a:gd name="connsiteX520" fmla="*/ 671902 w 2855205"/>
                <a:gd name="connsiteY520" fmla="*/ 204462 h 648596"/>
                <a:gd name="connsiteX521" fmla="*/ 696768 w 2855205"/>
                <a:gd name="connsiteY521" fmla="*/ 197001 h 648596"/>
                <a:gd name="connsiteX522" fmla="*/ 715667 w 2855205"/>
                <a:gd name="connsiteY522" fmla="*/ 191779 h 648596"/>
                <a:gd name="connsiteX523" fmla="*/ 729593 w 2855205"/>
                <a:gd name="connsiteY523" fmla="*/ 186806 h 648596"/>
                <a:gd name="connsiteX524" fmla="*/ 740283 w 2855205"/>
                <a:gd name="connsiteY524" fmla="*/ 183822 h 648596"/>
                <a:gd name="connsiteX525" fmla="*/ 754707 w 2855205"/>
                <a:gd name="connsiteY525" fmla="*/ 177854 h 648596"/>
                <a:gd name="connsiteX526" fmla="*/ 763411 w 2855205"/>
                <a:gd name="connsiteY526" fmla="*/ 172382 h 648596"/>
                <a:gd name="connsiteX527" fmla="*/ 770870 w 2855205"/>
                <a:gd name="connsiteY527" fmla="*/ 168403 h 648596"/>
                <a:gd name="connsiteX528" fmla="*/ 779574 w 2855205"/>
                <a:gd name="connsiteY528" fmla="*/ 165422 h 648596"/>
                <a:gd name="connsiteX529" fmla="*/ 2848738 w 2855205"/>
                <a:gd name="connsiteY529" fmla="*/ 152492 h 648596"/>
                <a:gd name="connsiteX530" fmla="*/ 2850480 w 2855205"/>
                <a:gd name="connsiteY530" fmla="*/ 154481 h 648596"/>
                <a:gd name="connsiteX531" fmla="*/ 2849041 w 2855205"/>
                <a:gd name="connsiteY531" fmla="*/ 153793 h 648596"/>
                <a:gd name="connsiteX532" fmla="*/ 1268955 w 2855205"/>
                <a:gd name="connsiteY532" fmla="*/ 138070 h 648596"/>
                <a:gd name="connsiteX533" fmla="*/ 1254779 w 2855205"/>
                <a:gd name="connsiteY533" fmla="*/ 148513 h 648596"/>
                <a:gd name="connsiteX534" fmla="*/ 1256273 w 2855205"/>
                <a:gd name="connsiteY534" fmla="*/ 162937 h 648596"/>
                <a:gd name="connsiteX535" fmla="*/ 1262737 w 2855205"/>
                <a:gd name="connsiteY535" fmla="*/ 166913 h 648596"/>
                <a:gd name="connsiteX536" fmla="*/ 1279897 w 2855205"/>
                <a:gd name="connsiteY536" fmla="*/ 150751 h 648596"/>
                <a:gd name="connsiteX537" fmla="*/ 1268955 w 2855205"/>
                <a:gd name="connsiteY537" fmla="*/ 138070 h 648596"/>
                <a:gd name="connsiteX538" fmla="*/ 213358 w 2855205"/>
                <a:gd name="connsiteY538" fmla="*/ 122404 h 648596"/>
                <a:gd name="connsiteX539" fmla="*/ 215348 w 2855205"/>
                <a:gd name="connsiteY539" fmla="*/ 125636 h 648596"/>
                <a:gd name="connsiteX540" fmla="*/ 213358 w 2855205"/>
                <a:gd name="connsiteY540" fmla="*/ 122541 h 648596"/>
                <a:gd name="connsiteX541" fmla="*/ 1353252 w 2855205"/>
                <a:gd name="connsiteY541" fmla="*/ 116932 h 648596"/>
                <a:gd name="connsiteX542" fmla="*/ 1318937 w 2855205"/>
                <a:gd name="connsiteY542" fmla="*/ 130609 h 648596"/>
                <a:gd name="connsiteX543" fmla="*/ 1323662 w 2855205"/>
                <a:gd name="connsiteY543" fmla="*/ 147020 h 648596"/>
                <a:gd name="connsiteX544" fmla="*/ 1342313 w 2855205"/>
                <a:gd name="connsiteY544" fmla="*/ 147020 h 648596"/>
                <a:gd name="connsiteX545" fmla="*/ 1354434 w 2855205"/>
                <a:gd name="connsiteY545" fmla="*/ 129705 h 648596"/>
                <a:gd name="connsiteX546" fmla="*/ 1354494 w 2855205"/>
                <a:gd name="connsiteY546" fmla="*/ 130361 h 648596"/>
                <a:gd name="connsiteX547" fmla="*/ 1354497 w 2855205"/>
                <a:gd name="connsiteY547" fmla="*/ 129614 h 648596"/>
                <a:gd name="connsiteX548" fmla="*/ 1354434 w 2855205"/>
                <a:gd name="connsiteY548" fmla="*/ 129705 h 648596"/>
                <a:gd name="connsiteX549" fmla="*/ 1845366 w 2855205"/>
                <a:gd name="connsiteY549" fmla="*/ 113948 h 648596"/>
                <a:gd name="connsiteX550" fmla="*/ 1855313 w 2855205"/>
                <a:gd name="connsiteY550" fmla="*/ 119668 h 648596"/>
                <a:gd name="connsiteX551" fmla="*/ 1869734 w 2855205"/>
                <a:gd name="connsiteY551" fmla="*/ 133841 h 648596"/>
                <a:gd name="connsiteX552" fmla="*/ 1874460 w 2855205"/>
                <a:gd name="connsiteY552" fmla="*/ 147519 h 648596"/>
                <a:gd name="connsiteX553" fmla="*/ 1880180 w 2855205"/>
                <a:gd name="connsiteY553" fmla="*/ 156719 h 648596"/>
                <a:gd name="connsiteX554" fmla="*/ 1856803 w 2855205"/>
                <a:gd name="connsiteY554" fmla="*/ 178353 h 648596"/>
                <a:gd name="connsiteX555" fmla="*/ 1838403 w 2855205"/>
                <a:gd name="connsiteY555" fmla="*/ 194020 h 648596"/>
                <a:gd name="connsiteX556" fmla="*/ 1824478 w 2855205"/>
                <a:gd name="connsiteY556" fmla="*/ 203468 h 648596"/>
                <a:gd name="connsiteX557" fmla="*/ 1796129 w 2855205"/>
                <a:gd name="connsiteY557" fmla="*/ 223362 h 648596"/>
                <a:gd name="connsiteX558" fmla="*/ 1802843 w 2855205"/>
                <a:gd name="connsiteY558" fmla="*/ 246735 h 648596"/>
                <a:gd name="connsiteX559" fmla="*/ 1798366 w 2855205"/>
                <a:gd name="connsiteY559" fmla="*/ 257429 h 648596"/>
                <a:gd name="connsiteX560" fmla="*/ 1794638 w 2855205"/>
                <a:gd name="connsiteY560" fmla="*/ 267623 h 648596"/>
                <a:gd name="connsiteX561" fmla="*/ 1791654 w 2855205"/>
                <a:gd name="connsiteY561" fmla="*/ 278069 h 648596"/>
                <a:gd name="connsiteX562" fmla="*/ 1789664 w 2855205"/>
                <a:gd name="connsiteY562" fmla="*/ 289258 h 648596"/>
                <a:gd name="connsiteX563" fmla="*/ 1791155 w 2855205"/>
                <a:gd name="connsiteY563" fmla="*/ 318104 h 648596"/>
                <a:gd name="connsiteX564" fmla="*/ 1843377 w 2855205"/>
                <a:gd name="connsiteY564" fmla="*/ 318104 h 648596"/>
                <a:gd name="connsiteX565" fmla="*/ 1856803 w 2855205"/>
                <a:gd name="connsiteY565" fmla="*/ 312634 h 648596"/>
                <a:gd name="connsiteX566" fmla="*/ 1869734 w 2855205"/>
                <a:gd name="connsiteY566" fmla="*/ 311392 h 648596"/>
                <a:gd name="connsiteX567" fmla="*/ 1883910 w 2855205"/>
                <a:gd name="connsiteY567" fmla="*/ 315122 h 648596"/>
                <a:gd name="connsiteX568" fmla="*/ 1897585 w 2855205"/>
                <a:gd name="connsiteY568" fmla="*/ 322829 h 648596"/>
                <a:gd name="connsiteX569" fmla="*/ 1915737 w 2855205"/>
                <a:gd name="connsiteY569" fmla="*/ 337253 h 648596"/>
                <a:gd name="connsiteX570" fmla="*/ 1917268 w 2855205"/>
                <a:gd name="connsiteY570" fmla="*/ 348182 h 648596"/>
                <a:gd name="connsiteX571" fmla="*/ 1916982 w 2855205"/>
                <a:gd name="connsiteY571" fmla="*/ 347448 h 648596"/>
                <a:gd name="connsiteX572" fmla="*/ 1917478 w 2855205"/>
                <a:gd name="connsiteY572" fmla="*/ 349685 h 648596"/>
                <a:gd name="connsiteX573" fmla="*/ 1917268 w 2855205"/>
                <a:gd name="connsiteY573" fmla="*/ 348182 h 648596"/>
                <a:gd name="connsiteX574" fmla="*/ 1918724 w 2855205"/>
                <a:gd name="connsiteY574" fmla="*/ 351925 h 648596"/>
                <a:gd name="connsiteX575" fmla="*/ 1919966 w 2855205"/>
                <a:gd name="connsiteY575" fmla="*/ 358637 h 648596"/>
                <a:gd name="connsiteX576" fmla="*/ 1915489 w 2855205"/>
                <a:gd name="connsiteY576" fmla="*/ 369330 h 648596"/>
                <a:gd name="connsiteX577" fmla="*/ 1906289 w 2855205"/>
                <a:gd name="connsiteY577" fmla="*/ 378282 h 648596"/>
                <a:gd name="connsiteX578" fmla="*/ 1888881 w 2855205"/>
                <a:gd name="connsiteY578" fmla="*/ 379525 h 648596"/>
                <a:gd name="connsiteX579" fmla="*/ 1869734 w 2855205"/>
                <a:gd name="connsiteY579" fmla="*/ 376045 h 648596"/>
                <a:gd name="connsiteX580" fmla="*/ 1850089 w 2855205"/>
                <a:gd name="connsiteY580" fmla="*/ 377784 h 648596"/>
                <a:gd name="connsiteX581" fmla="*/ 1817763 w 2855205"/>
                <a:gd name="connsiteY581" fmla="*/ 375050 h 648596"/>
                <a:gd name="connsiteX582" fmla="*/ 1788419 w 2855205"/>
                <a:gd name="connsiteY582" fmla="*/ 375050 h 648596"/>
                <a:gd name="connsiteX583" fmla="*/ 1758331 w 2855205"/>
                <a:gd name="connsiteY583" fmla="*/ 377288 h 648596"/>
                <a:gd name="connsiteX584" fmla="*/ 1729736 w 2855205"/>
                <a:gd name="connsiteY584" fmla="*/ 381515 h 648596"/>
                <a:gd name="connsiteX585" fmla="*/ 1696909 w 2855205"/>
                <a:gd name="connsiteY585" fmla="*/ 381515 h 648596"/>
                <a:gd name="connsiteX586" fmla="*/ 1638970 w 2855205"/>
                <a:gd name="connsiteY586" fmla="*/ 393451 h 648596"/>
                <a:gd name="connsiteX587" fmla="*/ 1568101 w 2855205"/>
                <a:gd name="connsiteY587" fmla="*/ 420307 h 648596"/>
                <a:gd name="connsiteX588" fmla="*/ 1540997 w 2855205"/>
                <a:gd name="connsiteY588" fmla="*/ 395440 h 648596"/>
                <a:gd name="connsiteX589" fmla="*/ 1540997 w 2855205"/>
                <a:gd name="connsiteY589" fmla="*/ 380520 h 648596"/>
                <a:gd name="connsiteX590" fmla="*/ 1539255 w 2855205"/>
                <a:gd name="connsiteY590" fmla="*/ 362120 h 648596"/>
                <a:gd name="connsiteX591" fmla="*/ 1568597 w 2855205"/>
                <a:gd name="connsiteY591" fmla="*/ 345706 h 648596"/>
                <a:gd name="connsiteX592" fmla="*/ 1586005 w 2855205"/>
                <a:gd name="connsiteY592" fmla="*/ 347448 h 648596"/>
                <a:gd name="connsiteX593" fmla="*/ 1622309 w 2855205"/>
                <a:gd name="connsiteY593" fmla="*/ 333770 h 648596"/>
                <a:gd name="connsiteX594" fmla="*/ 1636485 w 2855205"/>
                <a:gd name="connsiteY594" fmla="*/ 330786 h 648596"/>
                <a:gd name="connsiteX595" fmla="*/ 1676272 w 2855205"/>
                <a:gd name="connsiteY595" fmla="*/ 314376 h 648596"/>
                <a:gd name="connsiteX596" fmla="*/ 1707107 w 2855205"/>
                <a:gd name="connsiteY596" fmla="*/ 261159 h 648596"/>
                <a:gd name="connsiteX597" fmla="*/ 1710339 w 2855205"/>
                <a:gd name="connsiteY597" fmla="*/ 243503 h 648596"/>
                <a:gd name="connsiteX598" fmla="*/ 1707107 w 2855205"/>
                <a:gd name="connsiteY598" fmla="*/ 229580 h 648596"/>
                <a:gd name="connsiteX599" fmla="*/ 1691688 w 2855205"/>
                <a:gd name="connsiteY599" fmla="*/ 232066 h 648596"/>
                <a:gd name="connsiteX600" fmla="*/ 1672293 w 2855205"/>
                <a:gd name="connsiteY600" fmla="*/ 233308 h 648596"/>
                <a:gd name="connsiteX601" fmla="*/ 1666075 w 2855205"/>
                <a:gd name="connsiteY601" fmla="*/ 215404 h 648596"/>
                <a:gd name="connsiteX602" fmla="*/ 1654389 w 2855205"/>
                <a:gd name="connsiteY602" fmla="*/ 194020 h 648596"/>
                <a:gd name="connsiteX603" fmla="*/ 1651405 w 2855205"/>
                <a:gd name="connsiteY603" fmla="*/ 176612 h 648596"/>
                <a:gd name="connsiteX604" fmla="*/ 1649912 w 2855205"/>
                <a:gd name="connsiteY604" fmla="*/ 159951 h 648596"/>
                <a:gd name="connsiteX605" fmla="*/ 1664336 w 2855205"/>
                <a:gd name="connsiteY605" fmla="*/ 147519 h 648596"/>
                <a:gd name="connsiteX606" fmla="*/ 1690941 w 2855205"/>
                <a:gd name="connsiteY606" fmla="*/ 153735 h 648596"/>
                <a:gd name="connsiteX607" fmla="*/ 1754104 w 2855205"/>
                <a:gd name="connsiteY607" fmla="*/ 143292 h 648596"/>
                <a:gd name="connsiteX608" fmla="*/ 1765046 w 2855205"/>
                <a:gd name="connsiteY608" fmla="*/ 140057 h 648596"/>
                <a:gd name="connsiteX609" fmla="*/ 1773003 w 2855205"/>
                <a:gd name="connsiteY609" fmla="*/ 137324 h 648596"/>
                <a:gd name="connsiteX610" fmla="*/ 1820249 w 2855205"/>
                <a:gd name="connsiteY610" fmla="*/ 117180 h 648596"/>
                <a:gd name="connsiteX611" fmla="*/ 1833678 w 2855205"/>
                <a:gd name="connsiteY611" fmla="*/ 115689 h 648596"/>
                <a:gd name="connsiteX612" fmla="*/ 1845366 w 2855205"/>
                <a:gd name="connsiteY612" fmla="*/ 113948 h 648596"/>
                <a:gd name="connsiteX613" fmla="*/ 2217869 w 2855205"/>
                <a:gd name="connsiteY613" fmla="*/ 97782 h 648596"/>
                <a:gd name="connsiteX614" fmla="*/ 2239752 w 2855205"/>
                <a:gd name="connsiteY614" fmla="*/ 97782 h 648596"/>
                <a:gd name="connsiteX615" fmla="*/ 2257158 w 2855205"/>
                <a:gd name="connsiteY615" fmla="*/ 112206 h 648596"/>
                <a:gd name="connsiteX616" fmla="*/ 2261136 w 2855205"/>
                <a:gd name="connsiteY616" fmla="*/ 124638 h 648596"/>
                <a:gd name="connsiteX617" fmla="*/ 2263624 w 2855205"/>
                <a:gd name="connsiteY617" fmla="*/ 136326 h 648596"/>
                <a:gd name="connsiteX618" fmla="*/ 2254424 w 2855205"/>
                <a:gd name="connsiteY618" fmla="*/ 158457 h 648596"/>
                <a:gd name="connsiteX619" fmla="*/ 2254424 w 2855205"/>
                <a:gd name="connsiteY619" fmla="*/ 171388 h 648596"/>
                <a:gd name="connsiteX620" fmla="*/ 2263376 w 2855205"/>
                <a:gd name="connsiteY620" fmla="*/ 169150 h 648596"/>
                <a:gd name="connsiteX621" fmla="*/ 2274318 w 2855205"/>
                <a:gd name="connsiteY621" fmla="*/ 164177 h 648596"/>
                <a:gd name="connsiteX622" fmla="*/ 2287496 w 2855205"/>
                <a:gd name="connsiteY622" fmla="*/ 159702 h 648596"/>
                <a:gd name="connsiteX623" fmla="*/ 2302912 w 2855205"/>
                <a:gd name="connsiteY623" fmla="*/ 149009 h 648596"/>
                <a:gd name="connsiteX624" fmla="*/ 2326537 w 2855205"/>
                <a:gd name="connsiteY624" fmla="*/ 149009 h 648596"/>
                <a:gd name="connsiteX625" fmla="*/ 2346929 w 2855205"/>
                <a:gd name="connsiteY625" fmla="*/ 155473 h 648596"/>
                <a:gd name="connsiteX626" fmla="*/ 2361102 w 2855205"/>
                <a:gd name="connsiteY626" fmla="*/ 182577 h 648596"/>
                <a:gd name="connsiteX627" fmla="*/ 2355630 w 2855205"/>
                <a:gd name="connsiteY627" fmla="*/ 189292 h 648596"/>
                <a:gd name="connsiteX628" fmla="*/ 2344441 w 2855205"/>
                <a:gd name="connsiteY628" fmla="*/ 197748 h 648596"/>
                <a:gd name="connsiteX629" fmla="*/ 2318331 w 2855205"/>
                <a:gd name="connsiteY629" fmla="*/ 208937 h 648596"/>
                <a:gd name="connsiteX630" fmla="*/ 2302912 w 2855205"/>
                <a:gd name="connsiteY630" fmla="*/ 215404 h 648596"/>
                <a:gd name="connsiteX631" fmla="*/ 2285507 w 2855205"/>
                <a:gd name="connsiteY631" fmla="*/ 217641 h 648596"/>
                <a:gd name="connsiteX632" fmla="*/ 2258651 w 2855205"/>
                <a:gd name="connsiteY632" fmla="*/ 227836 h 648596"/>
                <a:gd name="connsiteX633" fmla="*/ 2249947 w 2855205"/>
                <a:gd name="connsiteY633" fmla="*/ 240767 h 648596"/>
                <a:gd name="connsiteX634" fmla="*/ 2252931 w 2855205"/>
                <a:gd name="connsiteY634" fmla="*/ 261407 h 648596"/>
                <a:gd name="connsiteX635" fmla="*/ 2297195 w 2855205"/>
                <a:gd name="connsiteY635" fmla="*/ 306663 h 648596"/>
                <a:gd name="connsiteX636" fmla="*/ 2330019 w 2855205"/>
                <a:gd name="connsiteY636" fmla="*/ 343466 h 648596"/>
                <a:gd name="connsiteX637" fmla="*/ 2363587 w 2855205"/>
                <a:gd name="connsiteY637" fmla="*/ 366343 h 648596"/>
                <a:gd name="connsiteX638" fmla="*/ 2382737 w 2855205"/>
                <a:gd name="connsiteY638" fmla="*/ 374053 h 648596"/>
                <a:gd name="connsiteX639" fmla="*/ 2397158 w 2855205"/>
                <a:gd name="connsiteY639" fmla="*/ 383503 h 648596"/>
                <a:gd name="connsiteX640" fmla="*/ 2430481 w 2855205"/>
                <a:gd name="connsiteY640" fmla="*/ 395935 h 648596"/>
                <a:gd name="connsiteX641" fmla="*/ 2441919 w 2855205"/>
                <a:gd name="connsiteY641" fmla="*/ 401157 h 648596"/>
                <a:gd name="connsiteX642" fmla="*/ 2441671 w 2855205"/>
                <a:gd name="connsiteY642" fmla="*/ 402898 h 648596"/>
                <a:gd name="connsiteX643" fmla="*/ 2437940 w 2855205"/>
                <a:gd name="connsiteY643" fmla="*/ 411602 h 648596"/>
                <a:gd name="connsiteX644" fmla="*/ 2436449 w 2855205"/>
                <a:gd name="connsiteY644" fmla="*/ 423786 h 648596"/>
                <a:gd name="connsiteX645" fmla="*/ 2417300 w 2855205"/>
                <a:gd name="connsiteY645" fmla="*/ 433733 h 648596"/>
                <a:gd name="connsiteX646" fmla="*/ 2409593 w 2855205"/>
                <a:gd name="connsiteY646" fmla="*/ 440447 h 648596"/>
                <a:gd name="connsiteX647" fmla="*/ 2401636 w 2855205"/>
                <a:gd name="connsiteY647" fmla="*/ 441938 h 648596"/>
                <a:gd name="connsiteX648" fmla="*/ 2383980 w 2855205"/>
                <a:gd name="connsiteY648" fmla="*/ 441938 h 648596"/>
                <a:gd name="connsiteX649" fmla="*/ 2365827 w 2855205"/>
                <a:gd name="connsiteY649" fmla="*/ 441938 h 648596"/>
                <a:gd name="connsiteX650" fmla="*/ 2349913 w 2855205"/>
                <a:gd name="connsiteY650" fmla="*/ 438954 h 648596"/>
                <a:gd name="connsiteX651" fmla="*/ 2325046 w 2855205"/>
                <a:gd name="connsiteY651" fmla="*/ 435474 h 648596"/>
                <a:gd name="connsiteX652" fmla="*/ 2310870 w 2855205"/>
                <a:gd name="connsiteY652" fmla="*/ 425775 h 648596"/>
                <a:gd name="connsiteX653" fmla="*/ 2289486 w 2855205"/>
                <a:gd name="connsiteY653" fmla="*/ 386983 h 648596"/>
                <a:gd name="connsiteX654" fmla="*/ 2264619 w 2855205"/>
                <a:gd name="connsiteY654" fmla="*/ 355900 h 648596"/>
                <a:gd name="connsiteX655" fmla="*/ 2248704 w 2855205"/>
                <a:gd name="connsiteY655" fmla="*/ 338740 h 648596"/>
                <a:gd name="connsiteX656" fmla="*/ 2214637 w 2855205"/>
                <a:gd name="connsiteY656" fmla="*/ 308903 h 648596"/>
                <a:gd name="connsiteX657" fmla="*/ 2191013 w 2855205"/>
                <a:gd name="connsiteY657" fmla="*/ 344711 h 648596"/>
                <a:gd name="connsiteX658" fmla="*/ 2156696 w 2855205"/>
                <a:gd name="connsiteY658" fmla="*/ 378031 h 648596"/>
                <a:gd name="connsiteX659" fmla="*/ 2121882 w 2855205"/>
                <a:gd name="connsiteY659" fmla="*/ 399415 h 648596"/>
                <a:gd name="connsiteX660" fmla="*/ 2095773 w 2855205"/>
                <a:gd name="connsiteY660" fmla="*/ 413591 h 648596"/>
                <a:gd name="connsiteX661" fmla="*/ 2070906 w 2855205"/>
                <a:gd name="connsiteY661" fmla="*/ 419807 h 648596"/>
                <a:gd name="connsiteX662" fmla="*/ 2057727 w 2855205"/>
                <a:gd name="connsiteY662" fmla="*/ 422295 h 648596"/>
                <a:gd name="connsiteX663" fmla="*/ 2048775 w 2855205"/>
                <a:gd name="connsiteY663" fmla="*/ 414586 h 648596"/>
                <a:gd name="connsiteX664" fmla="*/ 2042060 w 2855205"/>
                <a:gd name="connsiteY664" fmla="*/ 400909 h 648596"/>
                <a:gd name="connsiteX665" fmla="*/ 2030623 w 2855205"/>
                <a:gd name="connsiteY665" fmla="*/ 396930 h 648596"/>
                <a:gd name="connsiteX666" fmla="*/ 2038082 w 2855205"/>
                <a:gd name="connsiteY666" fmla="*/ 388477 h 648596"/>
                <a:gd name="connsiteX667" fmla="*/ 2054991 w 2855205"/>
                <a:gd name="connsiteY667" fmla="*/ 378778 h 648596"/>
                <a:gd name="connsiteX668" fmla="*/ 2066431 w 2855205"/>
                <a:gd name="connsiteY668" fmla="*/ 370074 h 648596"/>
                <a:gd name="connsiteX669" fmla="*/ 2074636 w 2855205"/>
                <a:gd name="connsiteY669" fmla="*/ 366343 h 648596"/>
                <a:gd name="connsiteX670" fmla="*/ 2128845 w 2855205"/>
                <a:gd name="connsiteY670" fmla="*/ 314620 h 648596"/>
                <a:gd name="connsiteX671" fmla="*/ 2149733 w 2855205"/>
                <a:gd name="connsiteY671" fmla="*/ 277818 h 648596"/>
                <a:gd name="connsiteX672" fmla="*/ 2153962 w 2855205"/>
                <a:gd name="connsiteY672" fmla="*/ 262650 h 648596"/>
                <a:gd name="connsiteX673" fmla="*/ 2143269 w 2855205"/>
                <a:gd name="connsiteY673" fmla="*/ 262650 h 648596"/>
                <a:gd name="connsiteX674" fmla="*/ 2134813 w 2855205"/>
                <a:gd name="connsiteY674" fmla="*/ 262650 h 648596"/>
                <a:gd name="connsiteX675" fmla="*/ 2123871 w 2855205"/>
                <a:gd name="connsiteY675" fmla="*/ 265634 h 648596"/>
                <a:gd name="connsiteX676" fmla="*/ 2113181 w 2855205"/>
                <a:gd name="connsiteY676" fmla="*/ 265634 h 648596"/>
                <a:gd name="connsiteX677" fmla="*/ 2096767 w 2855205"/>
                <a:gd name="connsiteY677" fmla="*/ 257924 h 648596"/>
                <a:gd name="connsiteX678" fmla="*/ 2077621 w 2855205"/>
                <a:gd name="connsiteY678" fmla="*/ 233057 h 648596"/>
                <a:gd name="connsiteX679" fmla="*/ 2082842 w 2855205"/>
                <a:gd name="connsiteY679" fmla="*/ 218385 h 648596"/>
                <a:gd name="connsiteX680" fmla="*/ 2091794 w 2855205"/>
                <a:gd name="connsiteY680" fmla="*/ 209185 h 648596"/>
                <a:gd name="connsiteX681" fmla="*/ 2103234 w 2855205"/>
                <a:gd name="connsiteY681" fmla="*/ 204711 h 648596"/>
                <a:gd name="connsiteX682" fmla="*/ 2112933 w 2855205"/>
                <a:gd name="connsiteY682" fmla="*/ 198495 h 648596"/>
                <a:gd name="connsiteX683" fmla="*/ 2136306 w 2855205"/>
                <a:gd name="connsiteY683" fmla="*/ 198492 h 648596"/>
                <a:gd name="connsiteX684" fmla="*/ 2174850 w 2855205"/>
                <a:gd name="connsiteY684" fmla="*/ 184817 h 648596"/>
                <a:gd name="connsiteX685" fmla="*/ 2182309 w 2855205"/>
                <a:gd name="connsiteY685" fmla="*/ 149257 h 648596"/>
                <a:gd name="connsiteX686" fmla="*/ 2184797 w 2855205"/>
                <a:gd name="connsiteY686" fmla="*/ 126628 h 648596"/>
                <a:gd name="connsiteX687" fmla="*/ 2184797 w 2855205"/>
                <a:gd name="connsiteY687" fmla="*/ 107233 h 648596"/>
                <a:gd name="connsiteX688" fmla="*/ 2190765 w 2855205"/>
                <a:gd name="connsiteY688" fmla="*/ 100270 h 648596"/>
                <a:gd name="connsiteX689" fmla="*/ 2206181 w 2855205"/>
                <a:gd name="connsiteY689" fmla="*/ 101513 h 648596"/>
                <a:gd name="connsiteX690" fmla="*/ 2217869 w 2855205"/>
                <a:gd name="connsiteY690" fmla="*/ 97782 h 648596"/>
                <a:gd name="connsiteX691" fmla="*/ 1179680 w 2855205"/>
                <a:gd name="connsiteY691" fmla="*/ 97536 h 648596"/>
                <a:gd name="connsiteX692" fmla="*/ 1193357 w 2855205"/>
                <a:gd name="connsiteY692" fmla="*/ 115440 h 648596"/>
                <a:gd name="connsiteX693" fmla="*/ 1190125 w 2855205"/>
                <a:gd name="connsiteY693" fmla="*/ 133096 h 648596"/>
                <a:gd name="connsiteX694" fmla="*/ 1183906 w 2855205"/>
                <a:gd name="connsiteY694" fmla="*/ 153734 h 648596"/>
                <a:gd name="connsiteX695" fmla="*/ 1172965 w 2855205"/>
                <a:gd name="connsiteY695" fmla="*/ 168406 h 648596"/>
                <a:gd name="connsiteX696" fmla="*/ 1154317 w 2855205"/>
                <a:gd name="connsiteY696" fmla="*/ 188798 h 648596"/>
                <a:gd name="connsiteX697" fmla="*/ 1152328 w 2855205"/>
                <a:gd name="connsiteY697" fmla="*/ 211425 h 648596"/>
                <a:gd name="connsiteX698" fmla="*/ 1153818 w 2855205"/>
                <a:gd name="connsiteY698" fmla="*/ 227092 h 648596"/>
                <a:gd name="connsiteX699" fmla="*/ 1165754 w 2855205"/>
                <a:gd name="connsiteY699" fmla="*/ 227092 h 648596"/>
                <a:gd name="connsiteX700" fmla="*/ 1169733 w 2855205"/>
                <a:gd name="connsiteY700" fmla="*/ 238033 h 648596"/>
                <a:gd name="connsiteX701" fmla="*/ 1177194 w 2855205"/>
                <a:gd name="connsiteY701" fmla="*/ 255441 h 648596"/>
                <a:gd name="connsiteX702" fmla="*/ 1174458 w 2855205"/>
                <a:gd name="connsiteY702" fmla="*/ 262652 h 648596"/>
                <a:gd name="connsiteX703" fmla="*/ 1139149 w 2855205"/>
                <a:gd name="connsiteY703" fmla="*/ 296223 h 648596"/>
                <a:gd name="connsiteX704" fmla="*/ 1140640 w 2855205"/>
                <a:gd name="connsiteY704" fmla="*/ 309649 h 648596"/>
                <a:gd name="connsiteX705" fmla="*/ 1154066 w 2855205"/>
                <a:gd name="connsiteY705" fmla="*/ 309649 h 648596"/>
                <a:gd name="connsiteX706" fmla="*/ 1153072 w 2855205"/>
                <a:gd name="connsiteY706" fmla="*/ 310396 h 648596"/>
                <a:gd name="connsiteX707" fmla="*/ 1165008 w 2855205"/>
                <a:gd name="connsiteY707" fmla="*/ 318353 h 648596"/>
                <a:gd name="connsiteX708" fmla="*/ 1168738 w 2855205"/>
                <a:gd name="connsiteY708" fmla="*/ 331284 h 648596"/>
                <a:gd name="connsiteX709" fmla="*/ 1134920 w 2855205"/>
                <a:gd name="connsiteY709" fmla="*/ 371818 h 648596"/>
                <a:gd name="connsiteX710" fmla="*/ 1079717 w 2855205"/>
                <a:gd name="connsiteY710" fmla="*/ 399418 h 648596"/>
                <a:gd name="connsiteX711" fmla="*/ 1052610 w 2855205"/>
                <a:gd name="connsiteY711" fmla="*/ 424285 h 648596"/>
                <a:gd name="connsiteX712" fmla="*/ 1041919 w 2855205"/>
                <a:gd name="connsiteY712" fmla="*/ 424285 h 648596"/>
                <a:gd name="connsiteX713" fmla="*/ 1026749 w 2855205"/>
                <a:gd name="connsiteY713" fmla="*/ 420058 h 648596"/>
                <a:gd name="connsiteX714" fmla="*/ 1020284 w 2855205"/>
                <a:gd name="connsiteY714" fmla="*/ 406879 h 648596"/>
                <a:gd name="connsiteX715" fmla="*/ 1010834 w 2855205"/>
                <a:gd name="connsiteY715" fmla="*/ 393450 h 648596"/>
                <a:gd name="connsiteX716" fmla="*/ 1006607 w 2855205"/>
                <a:gd name="connsiteY716" fmla="*/ 368583 h 648596"/>
                <a:gd name="connsiteX717" fmla="*/ 1031474 w 2855205"/>
                <a:gd name="connsiteY717" fmla="*/ 345458 h 648596"/>
                <a:gd name="connsiteX718" fmla="*/ 1045151 w 2855205"/>
                <a:gd name="connsiteY718" fmla="*/ 335511 h 648596"/>
                <a:gd name="connsiteX719" fmla="*/ 1054850 w 2855205"/>
                <a:gd name="connsiteY719" fmla="*/ 325564 h 648596"/>
                <a:gd name="connsiteX720" fmla="*/ 1057335 w 2855205"/>
                <a:gd name="connsiteY720" fmla="*/ 315617 h 648596"/>
                <a:gd name="connsiteX721" fmla="*/ 1060319 w 2855205"/>
                <a:gd name="connsiteY721" fmla="*/ 302935 h 648596"/>
                <a:gd name="connsiteX722" fmla="*/ 1055845 w 2855205"/>
                <a:gd name="connsiteY722" fmla="*/ 292988 h 648596"/>
                <a:gd name="connsiteX723" fmla="*/ 1050125 w 2855205"/>
                <a:gd name="connsiteY723" fmla="*/ 284287 h 648596"/>
                <a:gd name="connsiteX724" fmla="*/ 1039431 w 2855205"/>
                <a:gd name="connsiteY724" fmla="*/ 265388 h 648596"/>
                <a:gd name="connsiteX725" fmla="*/ 1056589 w 2855205"/>
                <a:gd name="connsiteY725" fmla="*/ 247484 h 648596"/>
                <a:gd name="connsiteX726" fmla="*/ 1068527 w 2855205"/>
                <a:gd name="connsiteY726" fmla="*/ 247484 h 648596"/>
                <a:gd name="connsiteX727" fmla="*/ 1084687 w 2855205"/>
                <a:gd name="connsiteY727" fmla="*/ 234054 h 648596"/>
                <a:gd name="connsiteX728" fmla="*/ 1088170 w 2855205"/>
                <a:gd name="connsiteY728" fmla="*/ 209188 h 648596"/>
                <a:gd name="connsiteX729" fmla="*/ 1075487 w 2855205"/>
                <a:gd name="connsiteY729" fmla="*/ 197500 h 648596"/>
                <a:gd name="connsiteX730" fmla="*/ 1060818 w 2855205"/>
                <a:gd name="connsiteY730" fmla="*/ 192030 h 648596"/>
                <a:gd name="connsiteX731" fmla="*/ 1051615 w 2855205"/>
                <a:gd name="connsiteY731" fmla="*/ 181585 h 648596"/>
                <a:gd name="connsiteX732" fmla="*/ 1043661 w 2855205"/>
                <a:gd name="connsiteY732" fmla="*/ 176363 h 648596"/>
                <a:gd name="connsiteX733" fmla="*/ 1039431 w 2855205"/>
                <a:gd name="connsiteY733" fmla="*/ 158958 h 648596"/>
                <a:gd name="connsiteX734" fmla="*/ 1047637 w 2855205"/>
                <a:gd name="connsiteY734" fmla="*/ 153734 h 648596"/>
                <a:gd name="connsiteX735" fmla="*/ 1053855 w 2855205"/>
                <a:gd name="connsiteY735" fmla="*/ 144286 h 648596"/>
                <a:gd name="connsiteX736" fmla="*/ 1066786 w 2855205"/>
                <a:gd name="connsiteY736" fmla="*/ 136577 h 648596"/>
                <a:gd name="connsiteX737" fmla="*/ 1083943 w 2855205"/>
                <a:gd name="connsiteY737" fmla="*/ 134587 h 648596"/>
                <a:gd name="connsiteX738" fmla="*/ 1158544 w 2855205"/>
                <a:gd name="connsiteY738" fmla="*/ 99027 h 648596"/>
                <a:gd name="connsiteX739" fmla="*/ 1179680 w 2855205"/>
                <a:gd name="connsiteY739" fmla="*/ 97536 h 648596"/>
                <a:gd name="connsiteX740" fmla="*/ 135275 w 2855205"/>
                <a:gd name="connsiteY740" fmla="*/ 92313 h 648596"/>
                <a:gd name="connsiteX741" fmla="*/ 146217 w 2855205"/>
                <a:gd name="connsiteY741" fmla="*/ 98532 h 648596"/>
                <a:gd name="connsiteX742" fmla="*/ 164121 w 2855205"/>
                <a:gd name="connsiteY742" fmla="*/ 100270 h 648596"/>
                <a:gd name="connsiteX743" fmla="*/ 182025 w 2855205"/>
                <a:gd name="connsiteY743" fmla="*/ 100270 h 648596"/>
                <a:gd name="connsiteX744" fmla="*/ 193961 w 2855205"/>
                <a:gd name="connsiteY744" fmla="*/ 103254 h 648596"/>
                <a:gd name="connsiteX745" fmla="*/ 204156 w 2855205"/>
                <a:gd name="connsiteY745" fmla="*/ 108228 h 648596"/>
                <a:gd name="connsiteX746" fmla="*/ 213358 w 2855205"/>
                <a:gd name="connsiteY746" fmla="*/ 122541 h 648596"/>
                <a:gd name="connsiteX747" fmla="*/ 213358 w 2855205"/>
                <a:gd name="connsiteY747" fmla="*/ 133841 h 648596"/>
                <a:gd name="connsiteX748" fmla="*/ 213358 w 2855205"/>
                <a:gd name="connsiteY748" fmla="*/ 151249 h 648596"/>
                <a:gd name="connsiteX749" fmla="*/ 204406 w 2855205"/>
                <a:gd name="connsiteY749" fmla="*/ 170148 h 648596"/>
                <a:gd name="connsiteX750" fmla="*/ 201918 w 2855205"/>
                <a:gd name="connsiteY750" fmla="*/ 189791 h 648596"/>
                <a:gd name="connsiteX751" fmla="*/ 199929 w 2855205"/>
                <a:gd name="connsiteY751" fmla="*/ 225351 h 648596"/>
                <a:gd name="connsiteX752" fmla="*/ 196697 w 2855205"/>
                <a:gd name="connsiteY752" fmla="*/ 246986 h 648596"/>
                <a:gd name="connsiteX753" fmla="*/ 195454 w 2855205"/>
                <a:gd name="connsiteY753" fmla="*/ 265388 h 648596"/>
                <a:gd name="connsiteX754" fmla="*/ 199681 w 2855205"/>
                <a:gd name="connsiteY754" fmla="*/ 277820 h 648596"/>
                <a:gd name="connsiteX755" fmla="*/ 200924 w 2855205"/>
                <a:gd name="connsiteY755" fmla="*/ 285031 h 648596"/>
                <a:gd name="connsiteX756" fmla="*/ 203161 w 2855205"/>
                <a:gd name="connsiteY756" fmla="*/ 296221 h 648596"/>
                <a:gd name="connsiteX757" fmla="*/ 196449 w 2855205"/>
                <a:gd name="connsiteY757" fmla="*/ 321087 h 648596"/>
                <a:gd name="connsiteX758" fmla="*/ 187993 w 2855205"/>
                <a:gd name="connsiteY758" fmla="*/ 334269 h 648596"/>
                <a:gd name="connsiteX759" fmla="*/ 163126 w 2855205"/>
                <a:gd name="connsiteY759" fmla="*/ 349933 h 648596"/>
                <a:gd name="connsiteX760" fmla="*/ 140747 w 2855205"/>
                <a:gd name="connsiteY760" fmla="*/ 371072 h 648596"/>
                <a:gd name="connsiteX761" fmla="*/ 115881 w 2855205"/>
                <a:gd name="connsiteY761" fmla="*/ 382013 h 648596"/>
                <a:gd name="connsiteX762" fmla="*/ 85294 w 2855205"/>
                <a:gd name="connsiteY762" fmla="*/ 399666 h 648596"/>
                <a:gd name="connsiteX763" fmla="*/ 66894 w 2855205"/>
                <a:gd name="connsiteY763" fmla="*/ 407626 h 648596"/>
                <a:gd name="connsiteX764" fmla="*/ 37798 w 2855205"/>
                <a:gd name="connsiteY764" fmla="*/ 428514 h 648596"/>
                <a:gd name="connsiteX765" fmla="*/ 19397 w 2855205"/>
                <a:gd name="connsiteY765" fmla="*/ 411602 h 648596"/>
                <a:gd name="connsiteX766" fmla="*/ 7461 w 2855205"/>
                <a:gd name="connsiteY766" fmla="*/ 402650 h 648596"/>
                <a:gd name="connsiteX767" fmla="*/ 4227 w 2855205"/>
                <a:gd name="connsiteY767" fmla="*/ 387482 h 648596"/>
                <a:gd name="connsiteX768" fmla="*/ 0 w 2855205"/>
                <a:gd name="connsiteY768" fmla="*/ 374552 h 648596"/>
                <a:gd name="connsiteX769" fmla="*/ 7211 w 2855205"/>
                <a:gd name="connsiteY769" fmla="*/ 364357 h 648596"/>
                <a:gd name="connsiteX770" fmla="*/ 18403 w 2855205"/>
                <a:gd name="connsiteY770" fmla="*/ 364357 h 648596"/>
                <a:gd name="connsiteX771" fmla="*/ 35808 w 2855205"/>
                <a:gd name="connsiteY771" fmla="*/ 354162 h 648596"/>
                <a:gd name="connsiteX772" fmla="*/ 54211 w 2855205"/>
                <a:gd name="connsiteY772" fmla="*/ 347199 h 648596"/>
                <a:gd name="connsiteX773" fmla="*/ 86289 w 2855205"/>
                <a:gd name="connsiteY773" fmla="*/ 329295 h 648596"/>
                <a:gd name="connsiteX774" fmla="*/ 101209 w 2855205"/>
                <a:gd name="connsiteY774" fmla="*/ 314623 h 648596"/>
                <a:gd name="connsiteX775" fmla="*/ 101209 w 2855205"/>
                <a:gd name="connsiteY775" fmla="*/ 280804 h 648596"/>
                <a:gd name="connsiteX776" fmla="*/ 93251 w 2855205"/>
                <a:gd name="connsiteY776" fmla="*/ 275831 h 648596"/>
                <a:gd name="connsiteX777" fmla="*/ 78083 w 2855205"/>
                <a:gd name="connsiteY777" fmla="*/ 277820 h 648596"/>
                <a:gd name="connsiteX778" fmla="*/ 63907 w 2855205"/>
                <a:gd name="connsiteY778" fmla="*/ 282794 h 648596"/>
                <a:gd name="connsiteX779" fmla="*/ 53216 w 2855205"/>
                <a:gd name="connsiteY779" fmla="*/ 284285 h 648596"/>
                <a:gd name="connsiteX780" fmla="*/ 46254 w 2855205"/>
                <a:gd name="connsiteY780" fmla="*/ 278565 h 648596"/>
                <a:gd name="connsiteX781" fmla="*/ 43019 w 2855205"/>
                <a:gd name="connsiteY781" fmla="*/ 260911 h 648596"/>
                <a:gd name="connsiteX782" fmla="*/ 40035 w 2855205"/>
                <a:gd name="connsiteY782" fmla="*/ 248727 h 648596"/>
                <a:gd name="connsiteX783" fmla="*/ 41528 w 2855205"/>
                <a:gd name="connsiteY783" fmla="*/ 223860 h 648596"/>
                <a:gd name="connsiteX784" fmla="*/ 55952 w 2855205"/>
                <a:gd name="connsiteY784" fmla="*/ 209436 h 648596"/>
                <a:gd name="connsiteX785" fmla="*/ 76094 w 2855205"/>
                <a:gd name="connsiteY785" fmla="*/ 203220 h 648596"/>
                <a:gd name="connsiteX786" fmla="*/ 90763 w 2855205"/>
                <a:gd name="connsiteY786" fmla="*/ 203220 h 648596"/>
                <a:gd name="connsiteX787" fmla="*/ 110907 w 2855205"/>
                <a:gd name="connsiteY787" fmla="*/ 194020 h 648596"/>
                <a:gd name="connsiteX788" fmla="*/ 120854 w 2855205"/>
                <a:gd name="connsiteY788" fmla="*/ 175617 h 648596"/>
                <a:gd name="connsiteX789" fmla="*/ 126822 w 2855205"/>
                <a:gd name="connsiteY789" fmla="*/ 136078 h 648596"/>
                <a:gd name="connsiteX790" fmla="*/ 116875 w 2855205"/>
                <a:gd name="connsiteY790" fmla="*/ 111212 h 648596"/>
                <a:gd name="connsiteX791" fmla="*/ 116875 w 2855205"/>
                <a:gd name="connsiteY791" fmla="*/ 104001 h 648596"/>
                <a:gd name="connsiteX792" fmla="*/ 128313 w 2855205"/>
                <a:gd name="connsiteY792" fmla="*/ 95297 h 648596"/>
                <a:gd name="connsiteX793" fmla="*/ 135275 w 2855205"/>
                <a:gd name="connsiteY793" fmla="*/ 92313 h 648596"/>
                <a:gd name="connsiteX794" fmla="*/ 350126 w 2855205"/>
                <a:gd name="connsiteY794" fmla="*/ 69934 h 648596"/>
                <a:gd name="connsiteX795" fmla="*/ 361068 w 2855205"/>
                <a:gd name="connsiteY795" fmla="*/ 76400 h 648596"/>
                <a:gd name="connsiteX796" fmla="*/ 370268 w 2855205"/>
                <a:gd name="connsiteY796" fmla="*/ 78387 h 648596"/>
                <a:gd name="connsiteX797" fmla="*/ 377478 w 2855205"/>
                <a:gd name="connsiteY797" fmla="*/ 86595 h 648596"/>
                <a:gd name="connsiteX798" fmla="*/ 382950 w 2855205"/>
                <a:gd name="connsiteY798" fmla="*/ 108478 h 648596"/>
                <a:gd name="connsiteX799" fmla="*/ 366537 w 2855205"/>
                <a:gd name="connsiteY799" fmla="*/ 139065 h 648596"/>
                <a:gd name="connsiteX800" fmla="*/ 363553 w 2855205"/>
                <a:gd name="connsiteY800" fmla="*/ 154481 h 648596"/>
                <a:gd name="connsiteX801" fmla="*/ 376982 w 2855205"/>
                <a:gd name="connsiteY801" fmla="*/ 159206 h 648596"/>
                <a:gd name="connsiteX802" fmla="*/ 390409 w 2855205"/>
                <a:gd name="connsiteY802" fmla="*/ 151497 h 648596"/>
                <a:gd name="connsiteX803" fmla="*/ 412292 w 2855205"/>
                <a:gd name="connsiteY803" fmla="*/ 159206 h 648596"/>
                <a:gd name="connsiteX804" fmla="*/ 424724 w 2855205"/>
                <a:gd name="connsiteY804" fmla="*/ 182084 h 648596"/>
                <a:gd name="connsiteX805" fmla="*/ 427212 w 2855205"/>
                <a:gd name="connsiteY805" fmla="*/ 198246 h 648596"/>
                <a:gd name="connsiteX806" fmla="*/ 419753 w 2855205"/>
                <a:gd name="connsiteY806" fmla="*/ 206702 h 648596"/>
                <a:gd name="connsiteX807" fmla="*/ 404337 w 2855205"/>
                <a:gd name="connsiteY807" fmla="*/ 210433 h 648596"/>
                <a:gd name="connsiteX808" fmla="*/ 391156 w 2855205"/>
                <a:gd name="connsiteY808" fmla="*/ 219881 h 648596"/>
                <a:gd name="connsiteX809" fmla="*/ 373004 w 2855205"/>
                <a:gd name="connsiteY809" fmla="*/ 230076 h 648596"/>
                <a:gd name="connsiteX810" fmla="*/ 343910 w 2855205"/>
                <a:gd name="connsiteY810" fmla="*/ 244001 h 648596"/>
                <a:gd name="connsiteX811" fmla="*/ 333713 w 2855205"/>
                <a:gd name="connsiteY811" fmla="*/ 276329 h 648596"/>
                <a:gd name="connsiteX812" fmla="*/ 333713 w 2855205"/>
                <a:gd name="connsiteY812" fmla="*/ 291746 h 648596"/>
                <a:gd name="connsiteX813" fmla="*/ 341918 w 2855205"/>
                <a:gd name="connsiteY813" fmla="*/ 318354 h 648596"/>
                <a:gd name="connsiteX814" fmla="*/ 364300 w 2855205"/>
                <a:gd name="connsiteY814" fmla="*/ 328300 h 648596"/>
                <a:gd name="connsiteX815" fmla="*/ 379966 w 2855205"/>
                <a:gd name="connsiteY815" fmla="*/ 330538 h 648596"/>
                <a:gd name="connsiteX816" fmla="*/ 391404 w 2855205"/>
                <a:gd name="connsiteY816" fmla="*/ 332775 h 648596"/>
                <a:gd name="connsiteX817" fmla="*/ 402593 w 2855205"/>
                <a:gd name="connsiteY817" fmla="*/ 337252 h 648596"/>
                <a:gd name="connsiteX818" fmla="*/ 420001 w 2855205"/>
                <a:gd name="connsiteY818" fmla="*/ 338994 h 648596"/>
                <a:gd name="connsiteX819" fmla="*/ 420996 w 2855205"/>
                <a:gd name="connsiteY819" fmla="*/ 338247 h 648596"/>
                <a:gd name="connsiteX820" fmla="*/ 430694 w 2855205"/>
                <a:gd name="connsiteY820" fmla="*/ 360626 h 648596"/>
                <a:gd name="connsiteX821" fmla="*/ 421990 w 2855205"/>
                <a:gd name="connsiteY821" fmla="*/ 385493 h 648596"/>
                <a:gd name="connsiteX822" fmla="*/ 414780 w 2855205"/>
                <a:gd name="connsiteY822" fmla="*/ 401906 h 648596"/>
                <a:gd name="connsiteX823" fmla="*/ 395881 w 2855205"/>
                <a:gd name="connsiteY823" fmla="*/ 404642 h 648596"/>
                <a:gd name="connsiteX824" fmla="*/ 377478 w 2855205"/>
                <a:gd name="connsiteY824" fmla="*/ 409117 h 648596"/>
                <a:gd name="connsiteX825" fmla="*/ 364548 w 2855205"/>
                <a:gd name="connsiteY825" fmla="*/ 403397 h 648596"/>
                <a:gd name="connsiteX826" fmla="*/ 344654 w 2855205"/>
                <a:gd name="connsiteY826" fmla="*/ 401407 h 648596"/>
                <a:gd name="connsiteX827" fmla="*/ 324761 w 2855205"/>
                <a:gd name="connsiteY827" fmla="*/ 401407 h 648596"/>
                <a:gd name="connsiteX828" fmla="*/ 308102 w 2855205"/>
                <a:gd name="connsiteY828" fmla="*/ 396685 h 648596"/>
                <a:gd name="connsiteX829" fmla="*/ 283235 w 2855205"/>
                <a:gd name="connsiteY829" fmla="*/ 395439 h 648596"/>
                <a:gd name="connsiteX830" fmla="*/ 271049 w 2855205"/>
                <a:gd name="connsiteY830" fmla="*/ 388477 h 648596"/>
                <a:gd name="connsiteX831" fmla="*/ 259611 w 2855205"/>
                <a:gd name="connsiteY831" fmla="*/ 370077 h 648596"/>
                <a:gd name="connsiteX832" fmla="*/ 257870 w 2855205"/>
                <a:gd name="connsiteY832" fmla="*/ 348940 h 648596"/>
                <a:gd name="connsiteX833" fmla="*/ 252649 w 2855205"/>
                <a:gd name="connsiteY833" fmla="*/ 324074 h 648596"/>
                <a:gd name="connsiteX834" fmla="*/ 252649 w 2855205"/>
                <a:gd name="connsiteY834" fmla="*/ 308159 h 648596"/>
                <a:gd name="connsiteX835" fmla="*/ 250659 w 2855205"/>
                <a:gd name="connsiteY835" fmla="*/ 292991 h 648596"/>
                <a:gd name="connsiteX836" fmla="*/ 248171 w 2855205"/>
                <a:gd name="connsiteY836" fmla="*/ 269367 h 648596"/>
                <a:gd name="connsiteX837" fmla="*/ 254638 w 2855205"/>
                <a:gd name="connsiteY837" fmla="*/ 231319 h 648596"/>
                <a:gd name="connsiteX838" fmla="*/ 259859 w 2855205"/>
                <a:gd name="connsiteY838" fmla="*/ 219383 h 648596"/>
                <a:gd name="connsiteX839" fmla="*/ 264334 w 2855205"/>
                <a:gd name="connsiteY839" fmla="*/ 199740 h 648596"/>
                <a:gd name="connsiteX840" fmla="*/ 268563 w 2855205"/>
                <a:gd name="connsiteY840" fmla="*/ 179846 h 648596"/>
                <a:gd name="connsiteX841" fmla="*/ 270305 w 2855205"/>
                <a:gd name="connsiteY841" fmla="*/ 148761 h 648596"/>
                <a:gd name="connsiteX842" fmla="*/ 274779 w 2855205"/>
                <a:gd name="connsiteY842" fmla="*/ 129862 h 648596"/>
                <a:gd name="connsiteX843" fmla="*/ 281494 w 2855205"/>
                <a:gd name="connsiteY843" fmla="*/ 99027 h 648596"/>
                <a:gd name="connsiteX844" fmla="*/ 281494 w 2855205"/>
                <a:gd name="connsiteY844" fmla="*/ 78387 h 648596"/>
                <a:gd name="connsiteX845" fmla="*/ 293430 w 2855205"/>
                <a:gd name="connsiteY845" fmla="*/ 70182 h 648596"/>
                <a:gd name="connsiteX846" fmla="*/ 309345 w 2855205"/>
                <a:gd name="connsiteY846" fmla="*/ 73166 h 648596"/>
                <a:gd name="connsiteX847" fmla="*/ 322772 w 2855205"/>
                <a:gd name="connsiteY847" fmla="*/ 70430 h 648596"/>
                <a:gd name="connsiteX848" fmla="*/ 334708 w 2855205"/>
                <a:gd name="connsiteY848" fmla="*/ 72670 h 648596"/>
                <a:gd name="connsiteX849" fmla="*/ 350126 w 2855205"/>
                <a:gd name="connsiteY849" fmla="*/ 69934 h 648596"/>
                <a:gd name="connsiteX850" fmla="*/ 1374140 w 2855205"/>
                <a:gd name="connsiteY850" fmla="*/ 67945 h 648596"/>
                <a:gd name="connsiteX851" fmla="*/ 1389806 w 2855205"/>
                <a:gd name="connsiteY851" fmla="*/ 73665 h 648596"/>
                <a:gd name="connsiteX852" fmla="*/ 1419895 w 2855205"/>
                <a:gd name="connsiteY852" fmla="*/ 75902 h 648596"/>
                <a:gd name="connsiteX853" fmla="*/ 1419895 w 2855205"/>
                <a:gd name="connsiteY853" fmla="*/ 73665 h 648596"/>
                <a:gd name="connsiteX854" fmla="*/ 1425116 w 2855205"/>
                <a:gd name="connsiteY854" fmla="*/ 86097 h 648596"/>
                <a:gd name="connsiteX855" fmla="*/ 1435561 w 2855205"/>
                <a:gd name="connsiteY855" fmla="*/ 107233 h 648596"/>
                <a:gd name="connsiteX856" fmla="*/ 1427108 w 2855205"/>
                <a:gd name="connsiteY856" fmla="*/ 125137 h 648596"/>
                <a:gd name="connsiteX857" fmla="*/ 1423129 w 2855205"/>
                <a:gd name="connsiteY857" fmla="*/ 141551 h 648596"/>
                <a:gd name="connsiteX858" fmla="*/ 1408953 w 2855205"/>
                <a:gd name="connsiteY858" fmla="*/ 168159 h 648596"/>
                <a:gd name="connsiteX859" fmla="*/ 1395278 w 2855205"/>
                <a:gd name="connsiteY859" fmla="*/ 183825 h 648596"/>
                <a:gd name="connsiteX860" fmla="*/ 1365188 w 2855205"/>
                <a:gd name="connsiteY860" fmla="*/ 246738 h 648596"/>
                <a:gd name="connsiteX861" fmla="*/ 1354993 w 2855205"/>
                <a:gd name="connsiteY861" fmla="*/ 256932 h 648596"/>
                <a:gd name="connsiteX862" fmla="*/ 1342561 w 2855205"/>
                <a:gd name="connsiteY862" fmla="*/ 256932 h 648596"/>
                <a:gd name="connsiteX863" fmla="*/ 1329630 w 2855205"/>
                <a:gd name="connsiteY863" fmla="*/ 261159 h 648596"/>
                <a:gd name="connsiteX864" fmla="*/ 1310481 w 2855205"/>
                <a:gd name="connsiteY864" fmla="*/ 267127 h 648596"/>
                <a:gd name="connsiteX865" fmla="*/ 1310481 w 2855205"/>
                <a:gd name="connsiteY865" fmla="*/ 282047 h 648596"/>
                <a:gd name="connsiteX866" fmla="*/ 1325153 w 2855205"/>
                <a:gd name="connsiteY866" fmla="*/ 279314 h 648596"/>
                <a:gd name="connsiteX867" fmla="*/ 1336841 w 2855205"/>
                <a:gd name="connsiteY867" fmla="*/ 273842 h 648596"/>
                <a:gd name="connsiteX868" fmla="*/ 1353004 w 2855205"/>
                <a:gd name="connsiteY868" fmla="*/ 279063 h 648596"/>
                <a:gd name="connsiteX869" fmla="*/ 1359470 w 2855205"/>
                <a:gd name="connsiteY869" fmla="*/ 286525 h 648596"/>
                <a:gd name="connsiteX870" fmla="*/ 1363697 w 2855205"/>
                <a:gd name="connsiteY870" fmla="*/ 306914 h 648596"/>
                <a:gd name="connsiteX871" fmla="*/ 1361209 w 2855205"/>
                <a:gd name="connsiteY871" fmla="*/ 315370 h 648596"/>
                <a:gd name="connsiteX872" fmla="*/ 1346540 w 2855205"/>
                <a:gd name="connsiteY872" fmla="*/ 325813 h 648596"/>
                <a:gd name="connsiteX873" fmla="*/ 1329628 w 2855205"/>
                <a:gd name="connsiteY873" fmla="*/ 332029 h 648596"/>
                <a:gd name="connsiteX874" fmla="*/ 1324406 w 2855205"/>
                <a:gd name="connsiteY874" fmla="*/ 341727 h 648596"/>
                <a:gd name="connsiteX875" fmla="*/ 1332614 w 2855205"/>
                <a:gd name="connsiteY875" fmla="*/ 348194 h 648596"/>
                <a:gd name="connsiteX876" fmla="*/ 1354993 w 2855205"/>
                <a:gd name="connsiteY876" fmla="*/ 343967 h 648596"/>
                <a:gd name="connsiteX877" fmla="*/ 1371902 w 2855205"/>
                <a:gd name="connsiteY877" fmla="*/ 343967 h 648596"/>
                <a:gd name="connsiteX878" fmla="*/ 1392790 w 2855205"/>
                <a:gd name="connsiteY878" fmla="*/ 339738 h 648596"/>
                <a:gd name="connsiteX879" fmla="*/ 1410942 w 2855205"/>
                <a:gd name="connsiteY879" fmla="*/ 339738 h 648596"/>
                <a:gd name="connsiteX880" fmla="*/ 1425367 w 2855205"/>
                <a:gd name="connsiteY880" fmla="*/ 364605 h 648596"/>
                <a:gd name="connsiteX881" fmla="*/ 1398758 w 2855205"/>
                <a:gd name="connsiteY881" fmla="*/ 402901 h 648596"/>
                <a:gd name="connsiteX882" fmla="*/ 1373892 w 2855205"/>
                <a:gd name="connsiteY882" fmla="*/ 398672 h 648596"/>
                <a:gd name="connsiteX883" fmla="*/ 1334105 w 2855205"/>
                <a:gd name="connsiteY883" fmla="*/ 400165 h 648596"/>
                <a:gd name="connsiteX884" fmla="*/ 1312222 w 2855205"/>
                <a:gd name="connsiteY884" fmla="*/ 400165 h 648596"/>
                <a:gd name="connsiteX885" fmla="*/ 1293075 w 2855205"/>
                <a:gd name="connsiteY885" fmla="*/ 402154 h 648596"/>
                <a:gd name="connsiteX886" fmla="*/ 1271689 w 2855205"/>
                <a:gd name="connsiteY886" fmla="*/ 405637 h 648596"/>
                <a:gd name="connsiteX887" fmla="*/ 1246822 w 2855205"/>
                <a:gd name="connsiteY887" fmla="*/ 410858 h 648596"/>
                <a:gd name="connsiteX888" fmla="*/ 1219718 w 2855205"/>
                <a:gd name="connsiteY888" fmla="*/ 413592 h 648596"/>
                <a:gd name="connsiteX889" fmla="*/ 1191867 w 2855205"/>
                <a:gd name="connsiteY889" fmla="*/ 420555 h 648596"/>
                <a:gd name="connsiteX890" fmla="*/ 1174462 w 2855205"/>
                <a:gd name="connsiteY890" fmla="*/ 411605 h 648596"/>
                <a:gd name="connsiteX891" fmla="*/ 1170483 w 2855205"/>
                <a:gd name="connsiteY891" fmla="*/ 388229 h 648596"/>
                <a:gd name="connsiteX892" fmla="*/ 1170483 w 2855205"/>
                <a:gd name="connsiteY892" fmla="*/ 377536 h 648596"/>
                <a:gd name="connsiteX893" fmla="*/ 1176451 w 2855205"/>
                <a:gd name="connsiteY893" fmla="*/ 365104 h 648596"/>
                <a:gd name="connsiteX894" fmla="*/ 1182915 w 2855205"/>
                <a:gd name="connsiteY894" fmla="*/ 359880 h 648596"/>
                <a:gd name="connsiteX895" fmla="*/ 1190872 w 2855205"/>
                <a:gd name="connsiteY895" fmla="*/ 363858 h 648596"/>
                <a:gd name="connsiteX896" fmla="*/ 1215739 w 2855205"/>
                <a:gd name="connsiteY896" fmla="*/ 355653 h 648596"/>
                <a:gd name="connsiteX897" fmla="*/ 1245827 w 2855205"/>
                <a:gd name="connsiteY897" fmla="*/ 342474 h 648596"/>
                <a:gd name="connsiteX898" fmla="*/ 1240854 w 2855205"/>
                <a:gd name="connsiteY898" fmla="*/ 334021 h 648596"/>
                <a:gd name="connsiteX899" fmla="*/ 1228670 w 2855205"/>
                <a:gd name="connsiteY899" fmla="*/ 332279 h 648596"/>
                <a:gd name="connsiteX900" fmla="*/ 1218227 w 2855205"/>
                <a:gd name="connsiteY900" fmla="*/ 327055 h 648596"/>
                <a:gd name="connsiteX901" fmla="*/ 1218227 w 2855205"/>
                <a:gd name="connsiteY901" fmla="*/ 317109 h 648596"/>
                <a:gd name="connsiteX902" fmla="*/ 1219718 w 2855205"/>
                <a:gd name="connsiteY902" fmla="*/ 304677 h 648596"/>
                <a:gd name="connsiteX903" fmla="*/ 1226432 w 2855205"/>
                <a:gd name="connsiteY903" fmla="*/ 295725 h 648596"/>
                <a:gd name="connsiteX904" fmla="*/ 1233147 w 2855205"/>
                <a:gd name="connsiteY904" fmla="*/ 297962 h 648596"/>
                <a:gd name="connsiteX905" fmla="*/ 1240606 w 2855205"/>
                <a:gd name="connsiteY905" fmla="*/ 296719 h 648596"/>
                <a:gd name="connsiteX906" fmla="*/ 1247817 w 2855205"/>
                <a:gd name="connsiteY906" fmla="*/ 296719 h 648596"/>
                <a:gd name="connsiteX907" fmla="*/ 1254283 w 2855205"/>
                <a:gd name="connsiteY907" fmla="*/ 290999 h 648596"/>
                <a:gd name="connsiteX908" fmla="*/ 1256025 w 2855205"/>
                <a:gd name="connsiteY908" fmla="*/ 276330 h 648596"/>
                <a:gd name="connsiteX909" fmla="*/ 1247320 w 2855205"/>
                <a:gd name="connsiteY909" fmla="*/ 276327 h 648596"/>
                <a:gd name="connsiteX910" fmla="*/ 1235880 w 2855205"/>
                <a:gd name="connsiteY910" fmla="*/ 279562 h 648596"/>
                <a:gd name="connsiteX911" fmla="*/ 1225438 w 2855205"/>
                <a:gd name="connsiteY911" fmla="*/ 281799 h 648596"/>
                <a:gd name="connsiteX912" fmla="*/ 1216982 w 2855205"/>
                <a:gd name="connsiteY912" fmla="*/ 280557 h 648596"/>
                <a:gd name="connsiteX913" fmla="*/ 1212755 w 2855205"/>
                <a:gd name="connsiteY913" fmla="*/ 274090 h 648596"/>
                <a:gd name="connsiteX914" fmla="*/ 1209523 w 2855205"/>
                <a:gd name="connsiteY914" fmla="*/ 264391 h 648596"/>
                <a:gd name="connsiteX915" fmla="*/ 1202062 w 2855205"/>
                <a:gd name="connsiteY915" fmla="*/ 250466 h 648596"/>
                <a:gd name="connsiteX916" fmla="*/ 1197835 w 2855205"/>
                <a:gd name="connsiteY916" fmla="*/ 234802 h 648596"/>
                <a:gd name="connsiteX917" fmla="*/ 1206040 w 2855205"/>
                <a:gd name="connsiteY917" fmla="*/ 211178 h 648596"/>
                <a:gd name="connsiteX918" fmla="*/ 1202062 w 2855205"/>
                <a:gd name="connsiteY918" fmla="*/ 173132 h 648596"/>
                <a:gd name="connsiteX919" fmla="*/ 1197336 w 2855205"/>
                <a:gd name="connsiteY919" fmla="*/ 156719 h 648596"/>
                <a:gd name="connsiteX920" fmla="*/ 1199078 w 2855205"/>
                <a:gd name="connsiteY920" fmla="*/ 144535 h 648596"/>
                <a:gd name="connsiteX921" fmla="*/ 1203307 w 2855205"/>
                <a:gd name="connsiteY921" fmla="*/ 123398 h 648596"/>
                <a:gd name="connsiteX922" fmla="*/ 1213750 w 2855205"/>
                <a:gd name="connsiteY922" fmla="*/ 102012 h 648596"/>
                <a:gd name="connsiteX923" fmla="*/ 1227176 w 2855205"/>
                <a:gd name="connsiteY923" fmla="*/ 109969 h 648596"/>
                <a:gd name="connsiteX924" fmla="*/ 1239859 w 2855205"/>
                <a:gd name="connsiteY924" fmla="*/ 108726 h 648596"/>
                <a:gd name="connsiteX925" fmla="*/ 1256273 w 2855205"/>
                <a:gd name="connsiteY925" fmla="*/ 103505 h 648596"/>
                <a:gd name="connsiteX926" fmla="*/ 1284619 w 2855205"/>
                <a:gd name="connsiteY926" fmla="*/ 91817 h 648596"/>
                <a:gd name="connsiteX927" fmla="*/ 1307001 w 2855205"/>
                <a:gd name="connsiteY927" fmla="*/ 89580 h 648596"/>
                <a:gd name="connsiteX928" fmla="*/ 1374140 w 2855205"/>
                <a:gd name="connsiteY928" fmla="*/ 67945 h 648596"/>
                <a:gd name="connsiteX929" fmla="*/ 740286 w 2855205"/>
                <a:gd name="connsiteY929" fmla="*/ 3539 h 648596"/>
                <a:gd name="connsiteX930" fmla="*/ 751724 w 2855205"/>
                <a:gd name="connsiteY930" fmla="*/ 4782 h 648596"/>
                <a:gd name="connsiteX931" fmla="*/ 765900 w 2855205"/>
                <a:gd name="connsiteY931" fmla="*/ 4782 h 648596"/>
                <a:gd name="connsiteX932" fmla="*/ 773358 w 2855205"/>
                <a:gd name="connsiteY932" fmla="*/ 10502 h 648596"/>
                <a:gd name="connsiteX933" fmla="*/ 786537 w 2855205"/>
                <a:gd name="connsiteY933" fmla="*/ 14480 h 648596"/>
                <a:gd name="connsiteX934" fmla="*/ 790766 w 2855205"/>
                <a:gd name="connsiteY934" fmla="*/ 29899 h 648596"/>
                <a:gd name="connsiteX935" fmla="*/ 800961 w 2855205"/>
                <a:gd name="connsiteY935" fmla="*/ 52526 h 648596"/>
                <a:gd name="connsiteX936" fmla="*/ 788278 w 2855205"/>
                <a:gd name="connsiteY936" fmla="*/ 75651 h 648596"/>
                <a:gd name="connsiteX937" fmla="*/ 790766 w 2855205"/>
                <a:gd name="connsiteY937" fmla="*/ 83361 h 648596"/>
                <a:gd name="connsiteX938" fmla="*/ 835527 w 2855205"/>
                <a:gd name="connsiteY938" fmla="*/ 72918 h 648596"/>
                <a:gd name="connsiteX939" fmla="*/ 860394 w 2855205"/>
                <a:gd name="connsiteY939" fmla="*/ 66950 h 648596"/>
                <a:gd name="connsiteX940" fmla="*/ 871583 w 2855205"/>
                <a:gd name="connsiteY940" fmla="*/ 71672 h 648596"/>
                <a:gd name="connsiteX941" fmla="*/ 883020 w 2855205"/>
                <a:gd name="connsiteY941" fmla="*/ 75403 h 648596"/>
                <a:gd name="connsiteX942" fmla="*/ 896450 w 2855205"/>
                <a:gd name="connsiteY942" fmla="*/ 87339 h 648596"/>
                <a:gd name="connsiteX943" fmla="*/ 895954 w 2855205"/>
                <a:gd name="connsiteY943" fmla="*/ 85350 h 648596"/>
                <a:gd name="connsiteX944" fmla="*/ 902170 w 2855205"/>
                <a:gd name="connsiteY944" fmla="*/ 92065 h 648596"/>
                <a:gd name="connsiteX945" fmla="*/ 902170 w 2855205"/>
                <a:gd name="connsiteY945" fmla="*/ 105990 h 648596"/>
                <a:gd name="connsiteX946" fmla="*/ 877303 w 2855205"/>
                <a:gd name="connsiteY946" fmla="*/ 127126 h 648596"/>
                <a:gd name="connsiteX947" fmla="*/ 864124 w 2855205"/>
                <a:gd name="connsiteY947" fmla="*/ 122899 h 648596"/>
                <a:gd name="connsiteX948" fmla="*/ 841495 w 2855205"/>
                <a:gd name="connsiteY948" fmla="*/ 124641 h 648596"/>
                <a:gd name="connsiteX949" fmla="*/ 823591 w 2855205"/>
                <a:gd name="connsiteY949" fmla="*/ 126630 h 648596"/>
                <a:gd name="connsiteX950" fmla="*/ 807428 w 2855205"/>
                <a:gd name="connsiteY950" fmla="*/ 131603 h 648596"/>
                <a:gd name="connsiteX951" fmla="*/ 791015 w 2855205"/>
                <a:gd name="connsiteY951" fmla="*/ 137571 h 648596"/>
                <a:gd name="connsiteX952" fmla="*/ 775348 w 2855205"/>
                <a:gd name="connsiteY952" fmla="*/ 137571 h 648596"/>
                <a:gd name="connsiteX953" fmla="*/ 752470 w 2855205"/>
                <a:gd name="connsiteY953" fmla="*/ 147270 h 648596"/>
                <a:gd name="connsiteX954" fmla="*/ 699006 w 2855205"/>
                <a:gd name="connsiteY954" fmla="*/ 160449 h 648596"/>
                <a:gd name="connsiteX955" fmla="*/ 684337 w 2855205"/>
                <a:gd name="connsiteY955" fmla="*/ 164428 h 648596"/>
                <a:gd name="connsiteX956" fmla="*/ 669664 w 2855205"/>
                <a:gd name="connsiteY956" fmla="*/ 168156 h 648596"/>
                <a:gd name="connsiteX957" fmla="*/ 656235 w 2855205"/>
                <a:gd name="connsiteY957" fmla="*/ 171638 h 648596"/>
                <a:gd name="connsiteX958" fmla="*/ 644798 w 2855205"/>
                <a:gd name="connsiteY958" fmla="*/ 173129 h 648596"/>
                <a:gd name="connsiteX959" fmla="*/ 632366 w 2855205"/>
                <a:gd name="connsiteY959" fmla="*/ 176612 h 648596"/>
                <a:gd name="connsiteX960" fmla="*/ 621672 w 2855205"/>
                <a:gd name="connsiteY960" fmla="*/ 176612 h 648596"/>
                <a:gd name="connsiteX961" fmla="*/ 612968 w 2855205"/>
                <a:gd name="connsiteY961" fmla="*/ 176612 h 648596"/>
                <a:gd name="connsiteX962" fmla="*/ 599043 w 2855205"/>
                <a:gd name="connsiteY962" fmla="*/ 180342 h 648596"/>
                <a:gd name="connsiteX963" fmla="*/ 587355 w 2855205"/>
                <a:gd name="connsiteY963" fmla="*/ 184321 h 648596"/>
                <a:gd name="connsiteX964" fmla="*/ 577160 w 2855205"/>
                <a:gd name="connsiteY964" fmla="*/ 190289 h 648596"/>
                <a:gd name="connsiteX965" fmla="*/ 568954 w 2855205"/>
                <a:gd name="connsiteY965" fmla="*/ 184321 h 648596"/>
                <a:gd name="connsiteX966" fmla="*/ 553784 w 2855205"/>
                <a:gd name="connsiteY966" fmla="*/ 184321 h 648596"/>
                <a:gd name="connsiteX967" fmla="*/ 549808 w 2855205"/>
                <a:gd name="connsiteY967" fmla="*/ 168406 h 648596"/>
                <a:gd name="connsiteX968" fmla="*/ 549808 w 2855205"/>
                <a:gd name="connsiteY968" fmla="*/ 154977 h 648596"/>
                <a:gd name="connsiteX969" fmla="*/ 552792 w 2855205"/>
                <a:gd name="connsiteY969" fmla="*/ 144534 h 648596"/>
                <a:gd name="connsiteX970" fmla="*/ 582880 w 2855205"/>
                <a:gd name="connsiteY970" fmla="*/ 129115 h 648596"/>
                <a:gd name="connsiteX971" fmla="*/ 590837 w 2855205"/>
                <a:gd name="connsiteY971" fmla="*/ 133841 h 648596"/>
                <a:gd name="connsiteX972" fmla="*/ 608243 w 2855205"/>
                <a:gd name="connsiteY972" fmla="*/ 127873 h 648596"/>
                <a:gd name="connsiteX973" fmla="*/ 649523 w 2855205"/>
                <a:gd name="connsiteY973" fmla="*/ 119667 h 648596"/>
                <a:gd name="connsiteX974" fmla="*/ 667176 w 2855205"/>
                <a:gd name="connsiteY974" fmla="*/ 117179 h 648596"/>
                <a:gd name="connsiteX975" fmla="*/ 699505 w 2855205"/>
                <a:gd name="connsiteY975" fmla="*/ 107233 h 648596"/>
                <a:gd name="connsiteX976" fmla="*/ 712683 w 2855205"/>
                <a:gd name="connsiteY976" fmla="*/ 99523 h 648596"/>
                <a:gd name="connsiteX977" fmla="*/ 711193 w 2855205"/>
                <a:gd name="connsiteY977" fmla="*/ 90574 h 648596"/>
                <a:gd name="connsiteX978" fmla="*/ 701990 w 2855205"/>
                <a:gd name="connsiteY978" fmla="*/ 87587 h 648596"/>
                <a:gd name="connsiteX979" fmla="*/ 693041 w 2855205"/>
                <a:gd name="connsiteY979" fmla="*/ 80875 h 648596"/>
                <a:gd name="connsiteX980" fmla="*/ 695278 w 2855205"/>
                <a:gd name="connsiteY980" fmla="*/ 71424 h 648596"/>
                <a:gd name="connsiteX981" fmla="*/ 698510 w 2855205"/>
                <a:gd name="connsiteY981" fmla="*/ 62472 h 648596"/>
                <a:gd name="connsiteX982" fmla="*/ 702241 w 2855205"/>
                <a:gd name="connsiteY982" fmla="*/ 51531 h 648596"/>
                <a:gd name="connsiteX983" fmla="*/ 690801 w 2855205"/>
                <a:gd name="connsiteY983" fmla="*/ 23680 h 648596"/>
                <a:gd name="connsiteX984" fmla="*/ 694283 w 2855205"/>
                <a:gd name="connsiteY984" fmla="*/ 14232 h 648596"/>
                <a:gd name="connsiteX985" fmla="*/ 711193 w 2855205"/>
                <a:gd name="connsiteY985" fmla="*/ 11248 h 648596"/>
                <a:gd name="connsiteX986" fmla="*/ 721139 w 2855205"/>
                <a:gd name="connsiteY986" fmla="*/ 7269 h 648596"/>
                <a:gd name="connsiteX987" fmla="*/ 730587 w 2855205"/>
                <a:gd name="connsiteY987" fmla="*/ 7269 h 648596"/>
                <a:gd name="connsiteX988" fmla="*/ 740286 w 2855205"/>
                <a:gd name="connsiteY988" fmla="*/ 3539 h 648596"/>
                <a:gd name="connsiteX989" fmla="*/ 2724405 w 2855205"/>
                <a:gd name="connsiteY989" fmla="*/ 59 h 648596"/>
                <a:gd name="connsiteX990" fmla="*/ 2740319 w 2855205"/>
                <a:gd name="connsiteY990" fmla="*/ 12243 h 648596"/>
                <a:gd name="connsiteX991" fmla="*/ 2733605 w 2855205"/>
                <a:gd name="connsiteY991" fmla="*/ 31888 h 648596"/>
                <a:gd name="connsiteX992" fmla="*/ 2720674 w 2855205"/>
                <a:gd name="connsiteY992" fmla="*/ 49046 h 648596"/>
                <a:gd name="connsiteX993" fmla="*/ 2720677 w 2855205"/>
                <a:gd name="connsiteY993" fmla="*/ 64464 h 648596"/>
                <a:gd name="connsiteX994" fmla="*/ 2729130 w 2855205"/>
                <a:gd name="connsiteY994" fmla="*/ 76649 h 648596"/>
                <a:gd name="connsiteX995" fmla="*/ 2711226 w 2855205"/>
                <a:gd name="connsiteY995" fmla="*/ 112457 h 648596"/>
                <a:gd name="connsiteX996" fmla="*/ 2697796 w 2855205"/>
                <a:gd name="connsiteY996" fmla="*/ 131851 h 648596"/>
                <a:gd name="connsiteX997" fmla="*/ 2713962 w 2855205"/>
                <a:gd name="connsiteY997" fmla="*/ 140556 h 648596"/>
                <a:gd name="connsiteX998" fmla="*/ 2721919 w 2855205"/>
                <a:gd name="connsiteY998" fmla="*/ 153238 h 648596"/>
                <a:gd name="connsiteX999" fmla="*/ 2736341 w 2855205"/>
                <a:gd name="connsiteY999" fmla="*/ 138070 h 648596"/>
                <a:gd name="connsiteX1000" fmla="*/ 2723410 w 2855205"/>
                <a:gd name="connsiteY1000" fmla="*/ 133841 h 648596"/>
                <a:gd name="connsiteX1001" fmla="*/ 2720426 w 2855205"/>
                <a:gd name="connsiteY1001" fmla="*/ 119171 h 648596"/>
                <a:gd name="connsiteX1002" fmla="*/ 2728882 w 2855205"/>
                <a:gd name="connsiteY1002" fmla="*/ 112705 h 648596"/>
                <a:gd name="connsiteX1003" fmla="*/ 2735845 w 2855205"/>
                <a:gd name="connsiteY1003" fmla="*/ 104249 h 648596"/>
                <a:gd name="connsiteX1004" fmla="*/ 2735845 w 2855205"/>
                <a:gd name="connsiteY1004" fmla="*/ 90075 h 648596"/>
                <a:gd name="connsiteX1005" fmla="*/ 2748029 w 2855205"/>
                <a:gd name="connsiteY1005" fmla="*/ 84107 h 648596"/>
                <a:gd name="connsiteX1006" fmla="*/ 2754991 w 2855205"/>
                <a:gd name="connsiteY1006" fmla="*/ 73414 h 648596"/>
                <a:gd name="connsiteX1007" fmla="*/ 2758223 w 2855205"/>
                <a:gd name="connsiteY1007" fmla="*/ 61976 h 648596"/>
                <a:gd name="connsiteX1008" fmla="*/ 2749519 w 2855205"/>
                <a:gd name="connsiteY1008" fmla="*/ 41088 h 648596"/>
                <a:gd name="connsiteX1009" fmla="*/ 2793285 w 2855205"/>
                <a:gd name="connsiteY1009" fmla="*/ 17963 h 648596"/>
                <a:gd name="connsiteX1010" fmla="*/ 2797264 w 2855205"/>
                <a:gd name="connsiteY1010" fmla="*/ 12491 h 648596"/>
                <a:gd name="connsiteX1011" fmla="*/ 2810194 w 2855205"/>
                <a:gd name="connsiteY1011" fmla="*/ 10752 h 648596"/>
                <a:gd name="connsiteX1012" fmla="*/ 2824370 w 2855205"/>
                <a:gd name="connsiteY1012" fmla="*/ 19704 h 648596"/>
                <a:gd name="connsiteX1013" fmla="*/ 2827850 w 2855205"/>
                <a:gd name="connsiteY1013" fmla="*/ 29899 h 648596"/>
                <a:gd name="connsiteX1014" fmla="*/ 2826360 w 2855205"/>
                <a:gd name="connsiteY1014" fmla="*/ 48299 h 648596"/>
                <a:gd name="connsiteX1015" fmla="*/ 2807210 w 2855205"/>
                <a:gd name="connsiteY1015" fmla="*/ 64214 h 648596"/>
                <a:gd name="connsiteX1016" fmla="*/ 2792042 w 2855205"/>
                <a:gd name="connsiteY1016" fmla="*/ 100521 h 648596"/>
                <a:gd name="connsiteX1017" fmla="*/ 2787567 w 2855205"/>
                <a:gd name="connsiteY1017" fmla="*/ 113203 h 648596"/>
                <a:gd name="connsiteX1018" fmla="*/ 2783837 w 2855205"/>
                <a:gd name="connsiteY1018" fmla="*/ 127873 h 648596"/>
                <a:gd name="connsiteX1019" fmla="*/ 2780605 w 2855205"/>
                <a:gd name="connsiteY1019" fmla="*/ 146772 h 648596"/>
                <a:gd name="connsiteX1020" fmla="*/ 2789557 w 2855205"/>
                <a:gd name="connsiteY1020" fmla="*/ 149508 h 648596"/>
                <a:gd name="connsiteX1021" fmla="*/ 2806466 w 2855205"/>
                <a:gd name="connsiteY1021" fmla="*/ 140057 h 648596"/>
                <a:gd name="connsiteX1022" fmla="*/ 2818152 w 2855205"/>
                <a:gd name="connsiteY1022" fmla="*/ 140057 h 648596"/>
                <a:gd name="connsiteX1023" fmla="*/ 2827602 w 2855205"/>
                <a:gd name="connsiteY1023" fmla="*/ 147020 h 648596"/>
                <a:gd name="connsiteX1024" fmla="*/ 2838296 w 2855205"/>
                <a:gd name="connsiteY1024" fmla="*/ 150254 h 648596"/>
                <a:gd name="connsiteX1025" fmla="*/ 2844108 w 2855205"/>
                <a:gd name="connsiteY1025" fmla="*/ 151436 h 648596"/>
                <a:gd name="connsiteX1026" fmla="*/ 2849041 w 2855205"/>
                <a:gd name="connsiteY1026" fmla="*/ 153793 h 648596"/>
                <a:gd name="connsiteX1027" fmla="*/ 2855205 w 2855205"/>
                <a:gd name="connsiteY1027" fmla="*/ 180342 h 648596"/>
                <a:gd name="connsiteX1028" fmla="*/ 2848490 w 2855205"/>
                <a:gd name="connsiteY1028" fmla="*/ 205209 h 648596"/>
                <a:gd name="connsiteX1029" fmla="*/ 2810445 w 2855205"/>
                <a:gd name="connsiteY1029" fmla="*/ 215404 h 648596"/>
                <a:gd name="connsiteX1030" fmla="*/ 2798757 w 2855205"/>
                <a:gd name="connsiteY1030" fmla="*/ 220377 h 648596"/>
                <a:gd name="connsiteX1031" fmla="*/ 2784085 w 2855205"/>
                <a:gd name="connsiteY1031" fmla="*/ 218887 h 648596"/>
                <a:gd name="connsiteX1032" fmla="*/ 2765186 w 2855205"/>
                <a:gd name="connsiteY1032" fmla="*/ 218887 h 648596"/>
                <a:gd name="connsiteX1033" fmla="*/ 2732861 w 2855205"/>
                <a:gd name="connsiteY1033" fmla="*/ 241764 h 648596"/>
                <a:gd name="connsiteX1034" fmla="*/ 2720925 w 2855205"/>
                <a:gd name="connsiteY1034" fmla="*/ 254447 h 648596"/>
                <a:gd name="connsiteX1035" fmla="*/ 2704759 w 2855205"/>
                <a:gd name="connsiteY1035" fmla="*/ 270609 h 648596"/>
                <a:gd name="connsiteX1036" fmla="*/ 2701775 w 2855205"/>
                <a:gd name="connsiteY1036" fmla="*/ 288513 h 648596"/>
                <a:gd name="connsiteX1037" fmla="*/ 2710727 w 2855205"/>
                <a:gd name="connsiteY1037" fmla="*/ 290255 h 648596"/>
                <a:gd name="connsiteX1038" fmla="*/ 2727141 w 2855205"/>
                <a:gd name="connsiteY1038" fmla="*/ 283788 h 648596"/>
                <a:gd name="connsiteX1039" fmla="*/ 2737834 w 2855205"/>
                <a:gd name="connsiteY1039" fmla="*/ 278068 h 648596"/>
                <a:gd name="connsiteX1040" fmla="*/ 2756482 w 2855205"/>
                <a:gd name="connsiteY1040" fmla="*/ 287519 h 648596"/>
                <a:gd name="connsiteX1041" fmla="*/ 2774637 w 2855205"/>
                <a:gd name="connsiteY1041" fmla="*/ 294978 h 648596"/>
                <a:gd name="connsiteX1042" fmla="*/ 2781847 w 2855205"/>
                <a:gd name="connsiteY1042" fmla="*/ 302191 h 648596"/>
                <a:gd name="connsiteX1043" fmla="*/ 2777122 w 2855205"/>
                <a:gd name="connsiteY1043" fmla="*/ 321338 h 648596"/>
                <a:gd name="connsiteX1044" fmla="*/ 2766181 w 2855205"/>
                <a:gd name="connsiteY1044" fmla="*/ 330538 h 648596"/>
                <a:gd name="connsiteX1045" fmla="*/ 2747034 w 2855205"/>
                <a:gd name="connsiteY1045" fmla="*/ 334018 h 648596"/>
                <a:gd name="connsiteX1046" fmla="*/ 2734103 w 2855205"/>
                <a:gd name="connsiteY1046" fmla="*/ 338495 h 648596"/>
                <a:gd name="connsiteX1047" fmla="*/ 2704263 w 2855205"/>
                <a:gd name="connsiteY1047" fmla="*/ 351924 h 648596"/>
                <a:gd name="connsiteX1048" fmla="*/ 2705506 w 2855205"/>
                <a:gd name="connsiteY1048" fmla="*/ 372812 h 648596"/>
                <a:gd name="connsiteX1049" fmla="*/ 2703268 w 2855205"/>
                <a:gd name="connsiteY1049" fmla="*/ 390466 h 648596"/>
                <a:gd name="connsiteX1050" fmla="*/ 2699042 w 2855205"/>
                <a:gd name="connsiteY1050" fmla="*/ 410858 h 648596"/>
                <a:gd name="connsiteX1051" fmla="*/ 2691332 w 2855205"/>
                <a:gd name="connsiteY1051" fmla="*/ 424285 h 648596"/>
                <a:gd name="connsiteX1052" fmla="*/ 2676412 w 2855205"/>
                <a:gd name="connsiteY1052" fmla="*/ 453629 h 648596"/>
                <a:gd name="connsiteX1053" fmla="*/ 2654530 w 2855205"/>
                <a:gd name="connsiteY1053" fmla="*/ 461336 h 648596"/>
                <a:gd name="connsiteX1054" fmla="*/ 2636874 w 2855205"/>
                <a:gd name="connsiteY1054" fmla="*/ 466309 h 648596"/>
                <a:gd name="connsiteX1055" fmla="*/ 2610268 w 2855205"/>
                <a:gd name="connsiteY1055" fmla="*/ 466309 h 648596"/>
                <a:gd name="connsiteX1056" fmla="*/ 2608775 w 2855205"/>
                <a:gd name="connsiteY1056" fmla="*/ 450397 h 648596"/>
                <a:gd name="connsiteX1057" fmla="*/ 2583908 w 2855205"/>
                <a:gd name="connsiteY1057" fmla="*/ 425530 h 648596"/>
                <a:gd name="connsiteX1058" fmla="*/ 2597585 w 2855205"/>
                <a:gd name="connsiteY1058" fmla="*/ 418567 h 648596"/>
                <a:gd name="connsiteX1059" fmla="*/ 2630657 w 2855205"/>
                <a:gd name="connsiteY1059" fmla="*/ 412597 h 648596"/>
                <a:gd name="connsiteX1060" fmla="*/ 2656767 w 2855205"/>
                <a:gd name="connsiteY1060" fmla="*/ 368087 h 648596"/>
                <a:gd name="connsiteX1061" fmla="*/ 2649556 w 2855205"/>
                <a:gd name="connsiteY1061" fmla="*/ 357642 h 648596"/>
                <a:gd name="connsiteX1062" fmla="*/ 2624689 w 2855205"/>
                <a:gd name="connsiteY1062" fmla="*/ 362119 h 648596"/>
                <a:gd name="connsiteX1063" fmla="*/ 2599823 w 2855205"/>
                <a:gd name="connsiteY1063" fmla="*/ 366346 h 648596"/>
                <a:gd name="connsiteX1064" fmla="*/ 2579183 w 2855205"/>
                <a:gd name="connsiteY1064" fmla="*/ 373804 h 648596"/>
                <a:gd name="connsiteX1065" fmla="*/ 2560534 w 2855205"/>
                <a:gd name="connsiteY1065" fmla="*/ 369330 h 648596"/>
                <a:gd name="connsiteX1066" fmla="*/ 2552326 w 2855205"/>
                <a:gd name="connsiteY1066" fmla="*/ 365599 h 648596"/>
                <a:gd name="connsiteX1067" fmla="*/ 2550337 w 2855205"/>
                <a:gd name="connsiteY1067" fmla="*/ 351922 h 648596"/>
                <a:gd name="connsiteX1068" fmla="*/ 2554068 w 2855205"/>
                <a:gd name="connsiteY1068" fmla="*/ 333274 h 648596"/>
                <a:gd name="connsiteX1069" fmla="*/ 2576447 w 2855205"/>
                <a:gd name="connsiteY1069" fmla="*/ 319348 h 648596"/>
                <a:gd name="connsiteX1070" fmla="*/ 2593108 w 2855205"/>
                <a:gd name="connsiteY1070" fmla="*/ 323575 h 648596"/>
                <a:gd name="connsiteX1071" fmla="*/ 2609023 w 2855205"/>
                <a:gd name="connsiteY1071" fmla="*/ 313628 h 648596"/>
                <a:gd name="connsiteX1072" fmla="*/ 2628668 w 2855205"/>
                <a:gd name="connsiteY1072" fmla="*/ 308407 h 648596"/>
                <a:gd name="connsiteX1073" fmla="*/ 2640604 w 2855205"/>
                <a:gd name="connsiteY1073" fmla="*/ 302439 h 648596"/>
                <a:gd name="connsiteX1074" fmla="*/ 2644831 w 2855205"/>
                <a:gd name="connsiteY1074" fmla="*/ 295476 h 648596"/>
                <a:gd name="connsiteX1075" fmla="*/ 2646820 w 2855205"/>
                <a:gd name="connsiteY1075" fmla="*/ 280804 h 648596"/>
                <a:gd name="connsiteX1076" fmla="*/ 2652292 w 2855205"/>
                <a:gd name="connsiteY1076" fmla="*/ 266380 h 648596"/>
                <a:gd name="connsiteX1077" fmla="*/ 2640852 w 2855205"/>
                <a:gd name="connsiteY1077" fmla="*/ 266383 h 648596"/>
                <a:gd name="connsiteX1078" fmla="*/ 2628420 w 2855205"/>
                <a:gd name="connsiteY1078" fmla="*/ 274588 h 648596"/>
                <a:gd name="connsiteX1079" fmla="*/ 2613996 w 2855205"/>
                <a:gd name="connsiteY1079" fmla="*/ 282047 h 648596"/>
                <a:gd name="connsiteX1080" fmla="*/ 2602060 w 2855205"/>
                <a:gd name="connsiteY1080" fmla="*/ 282047 h 648596"/>
                <a:gd name="connsiteX1081" fmla="*/ 2597335 w 2855205"/>
                <a:gd name="connsiteY1081" fmla="*/ 271105 h 648596"/>
                <a:gd name="connsiteX1082" fmla="*/ 2600817 w 2855205"/>
                <a:gd name="connsiteY1082" fmla="*/ 254943 h 648596"/>
                <a:gd name="connsiteX1083" fmla="*/ 2613500 w 2855205"/>
                <a:gd name="connsiteY1083" fmla="*/ 225103 h 648596"/>
                <a:gd name="connsiteX1084" fmla="*/ 2631154 w 2855205"/>
                <a:gd name="connsiteY1084" fmla="*/ 223860 h 648596"/>
                <a:gd name="connsiteX1085" fmla="*/ 2637620 w 2855205"/>
                <a:gd name="connsiteY1085" fmla="*/ 219633 h 648596"/>
                <a:gd name="connsiteX1086" fmla="*/ 2654031 w 2855205"/>
                <a:gd name="connsiteY1086" fmla="*/ 217892 h 648596"/>
                <a:gd name="connsiteX1087" fmla="*/ 2672930 w 2855205"/>
                <a:gd name="connsiteY1087" fmla="*/ 213415 h 648596"/>
                <a:gd name="connsiteX1088" fmla="*/ 2686855 w 2855205"/>
                <a:gd name="connsiteY1088" fmla="*/ 210929 h 648596"/>
                <a:gd name="connsiteX1089" fmla="*/ 2698543 w 2855205"/>
                <a:gd name="connsiteY1089" fmla="*/ 206700 h 648596"/>
                <a:gd name="connsiteX1090" fmla="*/ 2705506 w 2855205"/>
                <a:gd name="connsiteY1090" fmla="*/ 201729 h 648596"/>
                <a:gd name="connsiteX1091" fmla="*/ 2721919 w 2855205"/>
                <a:gd name="connsiteY1091" fmla="*/ 201729 h 648596"/>
                <a:gd name="connsiteX1092" fmla="*/ 2735346 w 2855205"/>
                <a:gd name="connsiteY1092" fmla="*/ 201726 h 648596"/>
                <a:gd name="connsiteX1093" fmla="*/ 2749023 w 2855205"/>
                <a:gd name="connsiteY1093" fmla="*/ 204961 h 648596"/>
                <a:gd name="connsiteX1094" fmla="*/ 2764439 w 2855205"/>
                <a:gd name="connsiteY1094" fmla="*/ 197750 h 648596"/>
                <a:gd name="connsiteX1095" fmla="*/ 2772647 w 2855205"/>
                <a:gd name="connsiteY1095" fmla="*/ 181585 h 648596"/>
                <a:gd name="connsiteX1096" fmla="*/ 2752754 w 2855205"/>
                <a:gd name="connsiteY1096" fmla="*/ 183825 h 648596"/>
                <a:gd name="connsiteX1097" fmla="*/ 2731618 w 2855205"/>
                <a:gd name="connsiteY1097" fmla="*/ 186806 h 648596"/>
                <a:gd name="connsiteX1098" fmla="*/ 2698543 w 2855205"/>
                <a:gd name="connsiteY1098" fmla="*/ 190289 h 648596"/>
                <a:gd name="connsiteX1099" fmla="*/ 2681884 w 2855205"/>
                <a:gd name="connsiteY1099" fmla="*/ 194268 h 648596"/>
                <a:gd name="connsiteX1100" fmla="*/ 2665223 w 2855205"/>
                <a:gd name="connsiteY1100" fmla="*/ 197748 h 648596"/>
                <a:gd name="connsiteX1101" fmla="*/ 2638119 w 2855205"/>
                <a:gd name="connsiteY1101" fmla="*/ 201230 h 648596"/>
                <a:gd name="connsiteX1102" fmla="*/ 2617479 w 2855205"/>
                <a:gd name="connsiteY1102" fmla="*/ 205457 h 648596"/>
                <a:gd name="connsiteX1103" fmla="*/ 2592612 w 2855205"/>
                <a:gd name="connsiteY1103" fmla="*/ 215156 h 648596"/>
                <a:gd name="connsiteX1104" fmla="*/ 2577193 w 2855205"/>
                <a:gd name="connsiteY1104" fmla="*/ 235297 h 648596"/>
                <a:gd name="connsiteX1105" fmla="*/ 2569983 w 2855205"/>
                <a:gd name="connsiteY1105" fmla="*/ 244001 h 648596"/>
                <a:gd name="connsiteX1106" fmla="*/ 2538401 w 2855205"/>
                <a:gd name="connsiteY1106" fmla="*/ 268868 h 648596"/>
                <a:gd name="connsiteX1107" fmla="*/ 2526465 w 2855205"/>
                <a:gd name="connsiteY1107" fmla="*/ 263895 h 648596"/>
                <a:gd name="connsiteX1108" fmla="*/ 2517017 w 2855205"/>
                <a:gd name="connsiteY1108" fmla="*/ 235049 h 648596"/>
                <a:gd name="connsiteX1109" fmla="*/ 2517017 w 2855205"/>
                <a:gd name="connsiteY1109" fmla="*/ 206204 h 648596"/>
                <a:gd name="connsiteX1110" fmla="*/ 2521742 w 2855205"/>
                <a:gd name="connsiteY1110" fmla="*/ 194516 h 648596"/>
                <a:gd name="connsiteX1111" fmla="*/ 2529948 w 2855205"/>
                <a:gd name="connsiteY1111" fmla="*/ 189046 h 648596"/>
                <a:gd name="connsiteX1112" fmla="*/ 2550089 w 2855205"/>
                <a:gd name="connsiteY1112" fmla="*/ 155724 h 648596"/>
                <a:gd name="connsiteX1113" fmla="*/ 2555807 w 2855205"/>
                <a:gd name="connsiteY1113" fmla="*/ 155724 h 648596"/>
                <a:gd name="connsiteX1114" fmla="*/ 2560036 w 2855205"/>
                <a:gd name="connsiteY1114" fmla="*/ 180590 h 648596"/>
                <a:gd name="connsiteX1115" fmla="*/ 2560414 w 2855205"/>
                <a:gd name="connsiteY1115" fmla="*/ 183522 h 648596"/>
                <a:gd name="connsiteX1116" fmla="*/ 2568740 w 2855205"/>
                <a:gd name="connsiteY1116" fmla="*/ 187305 h 648596"/>
                <a:gd name="connsiteX1117" fmla="*/ 2586145 w 2855205"/>
                <a:gd name="connsiteY1117" fmla="*/ 180590 h 648596"/>
                <a:gd name="connsiteX1118" fmla="*/ 2591865 w 2855205"/>
                <a:gd name="connsiteY1118" fmla="*/ 174622 h 648596"/>
                <a:gd name="connsiteX1119" fmla="*/ 2587388 w 2855205"/>
                <a:gd name="connsiteY1119" fmla="*/ 162686 h 648596"/>
                <a:gd name="connsiteX1120" fmla="*/ 2584404 w 2855205"/>
                <a:gd name="connsiteY1120" fmla="*/ 145033 h 648596"/>
                <a:gd name="connsiteX1121" fmla="*/ 2587140 w 2855205"/>
                <a:gd name="connsiteY1121" fmla="*/ 109473 h 648596"/>
                <a:gd name="connsiteX1122" fmla="*/ 2584404 w 2855205"/>
                <a:gd name="connsiteY1122" fmla="*/ 71425 h 648596"/>
                <a:gd name="connsiteX1123" fmla="*/ 2581172 w 2855205"/>
                <a:gd name="connsiteY1123" fmla="*/ 49792 h 648596"/>
                <a:gd name="connsiteX1124" fmla="*/ 2588135 w 2855205"/>
                <a:gd name="connsiteY1124" fmla="*/ 37358 h 648596"/>
                <a:gd name="connsiteX1125" fmla="*/ 2598580 w 2855205"/>
                <a:gd name="connsiteY1125" fmla="*/ 37358 h 648596"/>
                <a:gd name="connsiteX1126" fmla="*/ 2603801 w 2855205"/>
                <a:gd name="connsiteY1126" fmla="*/ 33878 h 648596"/>
                <a:gd name="connsiteX1127" fmla="*/ 2608276 w 2855205"/>
                <a:gd name="connsiteY1127" fmla="*/ 40840 h 648596"/>
                <a:gd name="connsiteX1128" fmla="*/ 2610268 w 2855205"/>
                <a:gd name="connsiteY1128" fmla="*/ 53024 h 648596"/>
                <a:gd name="connsiteX1129" fmla="*/ 2611511 w 2855205"/>
                <a:gd name="connsiteY1129" fmla="*/ 68193 h 648596"/>
                <a:gd name="connsiteX1130" fmla="*/ 2611511 w 2855205"/>
                <a:gd name="connsiteY1130" fmla="*/ 77643 h 648596"/>
                <a:gd name="connsiteX1131" fmla="*/ 2611511 w 2855205"/>
                <a:gd name="connsiteY1131" fmla="*/ 88086 h 648596"/>
                <a:gd name="connsiteX1132" fmla="*/ 2611511 w 2855205"/>
                <a:gd name="connsiteY1132" fmla="*/ 101017 h 648596"/>
                <a:gd name="connsiteX1133" fmla="*/ 2613001 w 2855205"/>
                <a:gd name="connsiteY1133" fmla="*/ 125883 h 648596"/>
                <a:gd name="connsiteX1134" fmla="*/ 2616233 w 2855205"/>
                <a:gd name="connsiteY1134" fmla="*/ 143041 h 648596"/>
                <a:gd name="connsiteX1135" fmla="*/ 2616233 w 2855205"/>
                <a:gd name="connsiteY1135" fmla="*/ 155724 h 648596"/>
                <a:gd name="connsiteX1136" fmla="*/ 2611260 w 2855205"/>
                <a:gd name="connsiteY1136" fmla="*/ 170892 h 648596"/>
                <a:gd name="connsiteX1137" fmla="*/ 2618473 w 2855205"/>
                <a:gd name="connsiteY1137" fmla="*/ 178105 h 648596"/>
                <a:gd name="connsiteX1138" fmla="*/ 2632647 w 2855205"/>
                <a:gd name="connsiteY1138" fmla="*/ 174374 h 648596"/>
                <a:gd name="connsiteX1139" fmla="*/ 2645082 w 2855205"/>
                <a:gd name="connsiteY1139" fmla="*/ 174374 h 648596"/>
                <a:gd name="connsiteX1140" fmla="*/ 2665223 w 2855205"/>
                <a:gd name="connsiteY1140" fmla="*/ 170892 h 648596"/>
                <a:gd name="connsiteX1141" fmla="*/ 2676164 w 2855205"/>
                <a:gd name="connsiteY1141" fmla="*/ 167164 h 648596"/>
                <a:gd name="connsiteX1142" fmla="*/ 2684868 w 2855205"/>
                <a:gd name="connsiteY1142" fmla="*/ 161444 h 648596"/>
                <a:gd name="connsiteX1143" fmla="*/ 2686111 w 2855205"/>
                <a:gd name="connsiteY1143" fmla="*/ 154980 h 648596"/>
                <a:gd name="connsiteX1144" fmla="*/ 2673927 w 2855205"/>
                <a:gd name="connsiteY1144" fmla="*/ 153734 h 648596"/>
                <a:gd name="connsiteX1145" fmla="*/ 2662986 w 2855205"/>
                <a:gd name="connsiteY1145" fmla="*/ 158212 h 648596"/>
                <a:gd name="connsiteX1146" fmla="*/ 2659751 w 2855205"/>
                <a:gd name="connsiteY1146" fmla="*/ 148265 h 648596"/>
                <a:gd name="connsiteX1147" fmla="*/ 2653287 w 2855205"/>
                <a:gd name="connsiteY1147" fmla="*/ 139809 h 648596"/>
                <a:gd name="connsiteX1148" fmla="*/ 2648810 w 2855205"/>
                <a:gd name="connsiteY1148" fmla="*/ 152244 h 648596"/>
                <a:gd name="connsiteX1149" fmla="*/ 2643588 w 2855205"/>
                <a:gd name="connsiteY1149" fmla="*/ 159454 h 648596"/>
                <a:gd name="connsiteX1150" fmla="*/ 2636127 w 2855205"/>
                <a:gd name="connsiteY1150" fmla="*/ 163681 h 648596"/>
                <a:gd name="connsiteX1151" fmla="*/ 2628668 w 2855205"/>
                <a:gd name="connsiteY1151" fmla="*/ 149508 h 648596"/>
                <a:gd name="connsiteX1152" fmla="*/ 2628668 w 2855205"/>
                <a:gd name="connsiteY1152" fmla="*/ 120166 h 648596"/>
                <a:gd name="connsiteX1153" fmla="*/ 2625434 w 2855205"/>
                <a:gd name="connsiteY1153" fmla="*/ 100521 h 648596"/>
                <a:gd name="connsiteX1154" fmla="*/ 2625434 w 2855205"/>
                <a:gd name="connsiteY1154" fmla="*/ 72171 h 648596"/>
                <a:gd name="connsiteX1155" fmla="*/ 2623447 w 2855205"/>
                <a:gd name="connsiteY1155" fmla="*/ 62723 h 648596"/>
                <a:gd name="connsiteX1156" fmla="*/ 2629164 w 2855205"/>
                <a:gd name="connsiteY1156" fmla="*/ 49046 h 648596"/>
                <a:gd name="connsiteX1157" fmla="*/ 2638863 w 2855205"/>
                <a:gd name="connsiteY1157" fmla="*/ 43824 h 648596"/>
                <a:gd name="connsiteX1158" fmla="*/ 2643340 w 2855205"/>
                <a:gd name="connsiteY1158" fmla="*/ 59240 h 648596"/>
                <a:gd name="connsiteX1159" fmla="*/ 2646572 w 2855205"/>
                <a:gd name="connsiteY1159" fmla="*/ 68441 h 648596"/>
                <a:gd name="connsiteX1160" fmla="*/ 2651047 w 2855205"/>
                <a:gd name="connsiteY1160" fmla="*/ 100270 h 648596"/>
                <a:gd name="connsiteX1161" fmla="*/ 2655276 w 2855205"/>
                <a:gd name="connsiteY1161" fmla="*/ 107731 h 648596"/>
                <a:gd name="connsiteX1162" fmla="*/ 2671687 w 2855205"/>
                <a:gd name="connsiteY1162" fmla="*/ 107731 h 648596"/>
                <a:gd name="connsiteX1163" fmla="*/ 2677906 w 2855205"/>
                <a:gd name="connsiteY1163" fmla="*/ 115441 h 648596"/>
                <a:gd name="connsiteX1164" fmla="*/ 2692327 w 2855205"/>
                <a:gd name="connsiteY1164" fmla="*/ 101515 h 648596"/>
                <a:gd name="connsiteX1165" fmla="*/ 2684370 w 2855205"/>
                <a:gd name="connsiteY1165" fmla="*/ 82366 h 648596"/>
                <a:gd name="connsiteX1166" fmla="*/ 2670940 w 2855205"/>
                <a:gd name="connsiteY1166" fmla="*/ 87590 h 648596"/>
                <a:gd name="connsiteX1167" fmla="*/ 2661740 w 2855205"/>
                <a:gd name="connsiteY1167" fmla="*/ 91817 h 648596"/>
                <a:gd name="connsiteX1168" fmla="*/ 2661740 w 2855205"/>
                <a:gd name="connsiteY1168" fmla="*/ 73166 h 648596"/>
                <a:gd name="connsiteX1169" fmla="*/ 2667460 w 2855205"/>
                <a:gd name="connsiteY1169" fmla="*/ 57499 h 648596"/>
                <a:gd name="connsiteX1170" fmla="*/ 2661244 w 2855205"/>
                <a:gd name="connsiteY1170" fmla="*/ 40590 h 648596"/>
                <a:gd name="connsiteX1171" fmla="*/ 2671687 w 2855205"/>
                <a:gd name="connsiteY1171" fmla="*/ 30147 h 648596"/>
                <a:gd name="connsiteX1172" fmla="*/ 2683127 w 2855205"/>
                <a:gd name="connsiteY1172" fmla="*/ 39595 h 648596"/>
                <a:gd name="connsiteX1173" fmla="*/ 2697300 w 2855205"/>
                <a:gd name="connsiteY1173" fmla="*/ 21195 h 648596"/>
                <a:gd name="connsiteX1174" fmla="*/ 2707743 w 2855205"/>
                <a:gd name="connsiteY1174" fmla="*/ 1800 h 648596"/>
                <a:gd name="connsiteX1175" fmla="*/ 2716199 w 2855205"/>
                <a:gd name="connsiteY1175" fmla="*/ 1800 h 648596"/>
                <a:gd name="connsiteX1176" fmla="*/ 2724405 w 2855205"/>
                <a:gd name="connsiteY1176" fmla="*/ 59 h 64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</a:cxnLst>
              <a:rect l="l" t="t" r="r" b="b"/>
              <a:pathLst>
                <a:path w="2855205" h="648596">
                  <a:moveTo>
                    <a:pt x="47995" y="596363"/>
                  </a:moveTo>
                  <a:lnTo>
                    <a:pt x="47000" y="626451"/>
                  </a:lnTo>
                  <a:lnTo>
                    <a:pt x="73110" y="626451"/>
                  </a:lnTo>
                  <a:cubicBezTo>
                    <a:pt x="77702" y="626885"/>
                    <a:pt x="82271" y="625449"/>
                    <a:pt x="85793" y="622473"/>
                  </a:cubicBezTo>
                  <a:cubicBezTo>
                    <a:pt x="88876" y="619301"/>
                    <a:pt x="90419" y="614943"/>
                    <a:pt x="90022" y="610537"/>
                  </a:cubicBezTo>
                  <a:cubicBezTo>
                    <a:pt x="90361" y="606508"/>
                    <a:pt x="88798" y="602551"/>
                    <a:pt x="85793" y="599843"/>
                  </a:cubicBezTo>
                  <a:cubicBezTo>
                    <a:pt x="81976" y="597314"/>
                    <a:pt x="77436" y="596092"/>
                    <a:pt x="72862" y="596363"/>
                  </a:cubicBezTo>
                  <a:close/>
                  <a:moveTo>
                    <a:pt x="46254" y="551851"/>
                  </a:moveTo>
                  <a:lnTo>
                    <a:pt x="47000" y="576718"/>
                  </a:lnTo>
                  <a:lnTo>
                    <a:pt x="71867" y="576718"/>
                  </a:lnTo>
                  <a:cubicBezTo>
                    <a:pt x="76180" y="577089"/>
                    <a:pt x="80488" y="575945"/>
                    <a:pt x="84051" y="573486"/>
                  </a:cubicBezTo>
                  <a:cubicBezTo>
                    <a:pt x="86874" y="570985"/>
                    <a:pt x="88351" y="567296"/>
                    <a:pt x="88030" y="563539"/>
                  </a:cubicBezTo>
                  <a:cubicBezTo>
                    <a:pt x="88223" y="560103"/>
                    <a:pt x="86623" y="556811"/>
                    <a:pt x="83803" y="554835"/>
                  </a:cubicBezTo>
                  <a:cubicBezTo>
                    <a:pt x="79984" y="552561"/>
                    <a:pt x="75554" y="551520"/>
                    <a:pt x="71121" y="551851"/>
                  </a:cubicBezTo>
                  <a:close/>
                  <a:moveTo>
                    <a:pt x="1579290" y="549614"/>
                  </a:moveTo>
                  <a:cubicBezTo>
                    <a:pt x="1571110" y="549488"/>
                    <a:pt x="1563393" y="553394"/>
                    <a:pt x="1558652" y="560059"/>
                  </a:cubicBezTo>
                  <a:cubicBezTo>
                    <a:pt x="1553175" y="568828"/>
                    <a:pt x="1550567" y="579083"/>
                    <a:pt x="1551191" y="589401"/>
                  </a:cubicBezTo>
                  <a:cubicBezTo>
                    <a:pt x="1550624" y="599480"/>
                    <a:pt x="1553235" y="609482"/>
                    <a:pt x="1558652" y="617998"/>
                  </a:cubicBezTo>
                  <a:cubicBezTo>
                    <a:pt x="1563393" y="624663"/>
                    <a:pt x="1571113" y="628566"/>
                    <a:pt x="1579290" y="628443"/>
                  </a:cubicBezTo>
                  <a:cubicBezTo>
                    <a:pt x="1587469" y="628569"/>
                    <a:pt x="1595186" y="624663"/>
                    <a:pt x="1599930" y="617998"/>
                  </a:cubicBezTo>
                  <a:cubicBezTo>
                    <a:pt x="1605433" y="609511"/>
                    <a:pt x="1608130" y="599507"/>
                    <a:pt x="1607639" y="589401"/>
                  </a:cubicBezTo>
                  <a:cubicBezTo>
                    <a:pt x="1608187" y="579057"/>
                    <a:pt x="1605491" y="568800"/>
                    <a:pt x="1599930" y="560059"/>
                  </a:cubicBezTo>
                  <a:cubicBezTo>
                    <a:pt x="1595186" y="553394"/>
                    <a:pt x="1587469" y="549491"/>
                    <a:pt x="1579290" y="549614"/>
                  </a:cubicBezTo>
                  <a:close/>
                  <a:moveTo>
                    <a:pt x="2575455" y="549613"/>
                  </a:moveTo>
                  <a:cubicBezTo>
                    <a:pt x="2567275" y="549491"/>
                    <a:pt x="2559558" y="553394"/>
                    <a:pt x="2554817" y="560059"/>
                  </a:cubicBezTo>
                  <a:cubicBezTo>
                    <a:pt x="2549340" y="568828"/>
                    <a:pt x="2546732" y="579083"/>
                    <a:pt x="2547356" y="589403"/>
                  </a:cubicBezTo>
                  <a:cubicBezTo>
                    <a:pt x="2546789" y="599480"/>
                    <a:pt x="2549400" y="609481"/>
                    <a:pt x="2554817" y="617997"/>
                  </a:cubicBezTo>
                  <a:cubicBezTo>
                    <a:pt x="2559558" y="624662"/>
                    <a:pt x="2567278" y="628568"/>
                    <a:pt x="2575455" y="628443"/>
                  </a:cubicBezTo>
                  <a:cubicBezTo>
                    <a:pt x="2583634" y="628568"/>
                    <a:pt x="2591351" y="624662"/>
                    <a:pt x="2596095" y="617997"/>
                  </a:cubicBezTo>
                  <a:cubicBezTo>
                    <a:pt x="2601512" y="609481"/>
                    <a:pt x="2604120" y="599480"/>
                    <a:pt x="2603554" y="589403"/>
                  </a:cubicBezTo>
                  <a:cubicBezTo>
                    <a:pt x="2604177" y="579083"/>
                    <a:pt x="2601569" y="568828"/>
                    <a:pt x="2596095" y="560059"/>
                  </a:cubicBezTo>
                  <a:cubicBezTo>
                    <a:pt x="2591351" y="553394"/>
                    <a:pt x="2583634" y="549491"/>
                    <a:pt x="2575455" y="549613"/>
                  </a:cubicBezTo>
                  <a:close/>
                  <a:moveTo>
                    <a:pt x="2363342" y="549613"/>
                  </a:moveTo>
                  <a:cubicBezTo>
                    <a:pt x="2355162" y="549491"/>
                    <a:pt x="2347445" y="553394"/>
                    <a:pt x="2342704" y="560059"/>
                  </a:cubicBezTo>
                  <a:cubicBezTo>
                    <a:pt x="2337227" y="568828"/>
                    <a:pt x="2334619" y="579083"/>
                    <a:pt x="2335243" y="589403"/>
                  </a:cubicBezTo>
                  <a:cubicBezTo>
                    <a:pt x="2334676" y="599480"/>
                    <a:pt x="2337287" y="609481"/>
                    <a:pt x="2342704" y="617997"/>
                  </a:cubicBezTo>
                  <a:cubicBezTo>
                    <a:pt x="2347257" y="624879"/>
                    <a:pt x="2355102" y="628847"/>
                    <a:pt x="2363342" y="628443"/>
                  </a:cubicBezTo>
                  <a:cubicBezTo>
                    <a:pt x="2371521" y="628568"/>
                    <a:pt x="2379238" y="624662"/>
                    <a:pt x="2383982" y="617997"/>
                  </a:cubicBezTo>
                  <a:cubicBezTo>
                    <a:pt x="2389399" y="609481"/>
                    <a:pt x="2392007" y="599480"/>
                    <a:pt x="2391441" y="589403"/>
                  </a:cubicBezTo>
                  <a:cubicBezTo>
                    <a:pt x="2392064" y="579083"/>
                    <a:pt x="2389456" y="568828"/>
                    <a:pt x="2383982" y="560059"/>
                  </a:cubicBezTo>
                  <a:cubicBezTo>
                    <a:pt x="2379238" y="553394"/>
                    <a:pt x="2371521" y="549491"/>
                    <a:pt x="2363342" y="549613"/>
                  </a:cubicBezTo>
                  <a:close/>
                  <a:moveTo>
                    <a:pt x="2758680" y="533059"/>
                  </a:moveTo>
                  <a:lnTo>
                    <a:pt x="2771611" y="533059"/>
                  </a:lnTo>
                  <a:lnTo>
                    <a:pt x="2784294" y="533059"/>
                  </a:lnTo>
                  <a:lnTo>
                    <a:pt x="2805928" y="581798"/>
                  </a:lnTo>
                  <a:lnTo>
                    <a:pt x="2826318" y="533059"/>
                  </a:lnTo>
                  <a:lnTo>
                    <a:pt x="2838502" y="533059"/>
                  </a:lnTo>
                  <a:lnTo>
                    <a:pt x="2850686" y="533059"/>
                  </a:lnTo>
                  <a:lnTo>
                    <a:pt x="2816371" y="602686"/>
                  </a:lnTo>
                  <a:lnTo>
                    <a:pt x="2816371" y="645705"/>
                  </a:lnTo>
                  <a:lnTo>
                    <a:pt x="2805678" y="645705"/>
                  </a:lnTo>
                  <a:lnTo>
                    <a:pt x="2794736" y="645705"/>
                  </a:lnTo>
                  <a:lnTo>
                    <a:pt x="2794736" y="603185"/>
                  </a:lnTo>
                  <a:close/>
                  <a:moveTo>
                    <a:pt x="2437153" y="533059"/>
                  </a:moveTo>
                  <a:lnTo>
                    <a:pt x="2447846" y="533059"/>
                  </a:lnTo>
                  <a:lnTo>
                    <a:pt x="2458788" y="533059"/>
                  </a:lnTo>
                  <a:lnTo>
                    <a:pt x="2458788" y="625564"/>
                  </a:lnTo>
                  <a:lnTo>
                    <a:pt x="2510511" y="625564"/>
                  </a:lnTo>
                  <a:lnTo>
                    <a:pt x="2510511" y="635511"/>
                  </a:lnTo>
                  <a:lnTo>
                    <a:pt x="2510511" y="645705"/>
                  </a:lnTo>
                  <a:lnTo>
                    <a:pt x="2437153" y="645705"/>
                  </a:lnTo>
                  <a:close/>
                  <a:moveTo>
                    <a:pt x="2207880" y="533059"/>
                  </a:moveTo>
                  <a:lnTo>
                    <a:pt x="2219318" y="533059"/>
                  </a:lnTo>
                  <a:lnTo>
                    <a:pt x="2230510" y="533059"/>
                  </a:lnTo>
                  <a:lnTo>
                    <a:pt x="2272286" y="612134"/>
                  </a:lnTo>
                  <a:lnTo>
                    <a:pt x="2272286" y="533059"/>
                  </a:lnTo>
                  <a:lnTo>
                    <a:pt x="2282232" y="533059"/>
                  </a:lnTo>
                  <a:lnTo>
                    <a:pt x="2292427" y="533059"/>
                  </a:lnTo>
                  <a:lnTo>
                    <a:pt x="2292427" y="645705"/>
                  </a:lnTo>
                  <a:lnTo>
                    <a:pt x="2281734" y="645705"/>
                  </a:lnTo>
                  <a:lnTo>
                    <a:pt x="2270792" y="645705"/>
                  </a:lnTo>
                  <a:lnTo>
                    <a:pt x="2228022" y="564390"/>
                  </a:lnTo>
                  <a:lnTo>
                    <a:pt x="2228022" y="645705"/>
                  </a:lnTo>
                  <a:lnTo>
                    <a:pt x="2218075" y="645705"/>
                  </a:lnTo>
                  <a:lnTo>
                    <a:pt x="2207880" y="645705"/>
                  </a:lnTo>
                  <a:close/>
                  <a:moveTo>
                    <a:pt x="2097970" y="533059"/>
                  </a:moveTo>
                  <a:lnTo>
                    <a:pt x="2108911" y="533059"/>
                  </a:lnTo>
                  <a:lnTo>
                    <a:pt x="2119853" y="533059"/>
                  </a:lnTo>
                  <a:lnTo>
                    <a:pt x="2119853" y="575084"/>
                  </a:lnTo>
                  <a:lnTo>
                    <a:pt x="2160386" y="575084"/>
                  </a:lnTo>
                  <a:lnTo>
                    <a:pt x="2160386" y="533059"/>
                  </a:lnTo>
                  <a:lnTo>
                    <a:pt x="2171079" y="533059"/>
                  </a:lnTo>
                  <a:lnTo>
                    <a:pt x="2182018" y="533059"/>
                  </a:lnTo>
                  <a:lnTo>
                    <a:pt x="2182018" y="645705"/>
                  </a:lnTo>
                  <a:lnTo>
                    <a:pt x="2171079" y="645705"/>
                  </a:lnTo>
                  <a:lnTo>
                    <a:pt x="2160386" y="645705"/>
                  </a:lnTo>
                  <a:lnTo>
                    <a:pt x="2160386" y="594729"/>
                  </a:lnTo>
                  <a:lnTo>
                    <a:pt x="2119853" y="594729"/>
                  </a:lnTo>
                  <a:lnTo>
                    <a:pt x="2119853" y="645705"/>
                  </a:lnTo>
                  <a:lnTo>
                    <a:pt x="2108911" y="645705"/>
                  </a:lnTo>
                  <a:lnTo>
                    <a:pt x="2097970" y="645705"/>
                  </a:lnTo>
                  <a:close/>
                  <a:moveTo>
                    <a:pt x="1886601" y="533059"/>
                  </a:moveTo>
                  <a:lnTo>
                    <a:pt x="1962943" y="533059"/>
                  </a:lnTo>
                  <a:lnTo>
                    <a:pt x="1962943" y="543006"/>
                  </a:lnTo>
                  <a:lnTo>
                    <a:pt x="1962943" y="552953"/>
                  </a:lnTo>
                  <a:lnTo>
                    <a:pt x="1908236" y="552953"/>
                  </a:lnTo>
                  <a:lnTo>
                    <a:pt x="1908236" y="576825"/>
                  </a:lnTo>
                  <a:lnTo>
                    <a:pt x="1958964" y="576825"/>
                  </a:lnTo>
                  <a:lnTo>
                    <a:pt x="1958964" y="586524"/>
                  </a:lnTo>
                  <a:lnTo>
                    <a:pt x="1958964" y="596220"/>
                  </a:lnTo>
                  <a:lnTo>
                    <a:pt x="1908236" y="596220"/>
                  </a:lnTo>
                  <a:lnTo>
                    <a:pt x="1908236" y="625564"/>
                  </a:lnTo>
                  <a:lnTo>
                    <a:pt x="1965428" y="625564"/>
                  </a:lnTo>
                  <a:lnTo>
                    <a:pt x="1965428" y="635511"/>
                  </a:lnTo>
                  <a:lnTo>
                    <a:pt x="1965428" y="645705"/>
                  </a:lnTo>
                  <a:lnTo>
                    <a:pt x="1886601" y="645705"/>
                  </a:lnTo>
                  <a:close/>
                  <a:moveTo>
                    <a:pt x="1652606" y="533059"/>
                  </a:moveTo>
                  <a:lnTo>
                    <a:pt x="1726460" y="533059"/>
                  </a:lnTo>
                  <a:lnTo>
                    <a:pt x="1726460" y="543006"/>
                  </a:lnTo>
                  <a:lnTo>
                    <a:pt x="1726460" y="552953"/>
                  </a:lnTo>
                  <a:lnTo>
                    <a:pt x="1674241" y="552953"/>
                  </a:lnTo>
                  <a:lnTo>
                    <a:pt x="1674241" y="578566"/>
                  </a:lnTo>
                  <a:lnTo>
                    <a:pt x="1719748" y="578566"/>
                  </a:lnTo>
                  <a:lnTo>
                    <a:pt x="1719748" y="588265"/>
                  </a:lnTo>
                  <a:lnTo>
                    <a:pt x="1719748" y="597961"/>
                  </a:lnTo>
                  <a:lnTo>
                    <a:pt x="1674241" y="597961"/>
                  </a:lnTo>
                  <a:lnTo>
                    <a:pt x="1674241" y="645705"/>
                  </a:lnTo>
                  <a:lnTo>
                    <a:pt x="1663548" y="645705"/>
                  </a:lnTo>
                  <a:lnTo>
                    <a:pt x="1652606" y="645705"/>
                  </a:lnTo>
                  <a:close/>
                  <a:moveTo>
                    <a:pt x="1386533" y="533059"/>
                  </a:moveTo>
                  <a:lnTo>
                    <a:pt x="1462874" y="533059"/>
                  </a:lnTo>
                  <a:lnTo>
                    <a:pt x="1462874" y="543006"/>
                  </a:lnTo>
                  <a:lnTo>
                    <a:pt x="1462874" y="552953"/>
                  </a:lnTo>
                  <a:lnTo>
                    <a:pt x="1408168" y="552953"/>
                  </a:lnTo>
                  <a:lnTo>
                    <a:pt x="1408168" y="576825"/>
                  </a:lnTo>
                  <a:lnTo>
                    <a:pt x="1458896" y="576825"/>
                  </a:lnTo>
                  <a:lnTo>
                    <a:pt x="1458896" y="586524"/>
                  </a:lnTo>
                  <a:lnTo>
                    <a:pt x="1458896" y="596220"/>
                  </a:lnTo>
                  <a:lnTo>
                    <a:pt x="1408168" y="596220"/>
                  </a:lnTo>
                  <a:lnTo>
                    <a:pt x="1408168" y="625564"/>
                  </a:lnTo>
                  <a:lnTo>
                    <a:pt x="1465112" y="625564"/>
                  </a:lnTo>
                  <a:lnTo>
                    <a:pt x="1465112" y="635511"/>
                  </a:lnTo>
                  <a:lnTo>
                    <a:pt x="1465112" y="645705"/>
                  </a:lnTo>
                  <a:lnTo>
                    <a:pt x="1386533" y="645705"/>
                  </a:lnTo>
                  <a:close/>
                  <a:moveTo>
                    <a:pt x="1040635" y="533059"/>
                  </a:moveTo>
                  <a:lnTo>
                    <a:pt x="1051577" y="533059"/>
                  </a:lnTo>
                  <a:lnTo>
                    <a:pt x="1062518" y="533059"/>
                  </a:lnTo>
                  <a:lnTo>
                    <a:pt x="1062518" y="645705"/>
                  </a:lnTo>
                  <a:lnTo>
                    <a:pt x="1051577" y="645705"/>
                  </a:lnTo>
                  <a:lnTo>
                    <a:pt x="1040635" y="645705"/>
                  </a:lnTo>
                  <a:close/>
                  <a:moveTo>
                    <a:pt x="735271" y="533059"/>
                  </a:moveTo>
                  <a:lnTo>
                    <a:pt x="746460" y="533059"/>
                  </a:lnTo>
                  <a:lnTo>
                    <a:pt x="757900" y="533059"/>
                  </a:lnTo>
                  <a:lnTo>
                    <a:pt x="799428" y="612134"/>
                  </a:lnTo>
                  <a:lnTo>
                    <a:pt x="799428" y="533059"/>
                  </a:lnTo>
                  <a:lnTo>
                    <a:pt x="809623" y="533059"/>
                  </a:lnTo>
                  <a:lnTo>
                    <a:pt x="819818" y="533059"/>
                  </a:lnTo>
                  <a:lnTo>
                    <a:pt x="819818" y="645705"/>
                  </a:lnTo>
                  <a:lnTo>
                    <a:pt x="808876" y="645705"/>
                  </a:lnTo>
                  <a:lnTo>
                    <a:pt x="798183" y="645705"/>
                  </a:lnTo>
                  <a:lnTo>
                    <a:pt x="755412" y="564390"/>
                  </a:lnTo>
                  <a:lnTo>
                    <a:pt x="755412" y="645705"/>
                  </a:lnTo>
                  <a:lnTo>
                    <a:pt x="745218" y="645705"/>
                  </a:lnTo>
                  <a:lnTo>
                    <a:pt x="735271" y="645705"/>
                  </a:lnTo>
                  <a:close/>
                  <a:moveTo>
                    <a:pt x="688521" y="533059"/>
                  </a:moveTo>
                  <a:lnTo>
                    <a:pt x="699462" y="533059"/>
                  </a:lnTo>
                  <a:lnTo>
                    <a:pt x="710156" y="533059"/>
                  </a:lnTo>
                  <a:lnTo>
                    <a:pt x="710156" y="645705"/>
                  </a:lnTo>
                  <a:lnTo>
                    <a:pt x="699462" y="645705"/>
                  </a:lnTo>
                  <a:lnTo>
                    <a:pt x="688521" y="645705"/>
                  </a:lnTo>
                  <a:close/>
                  <a:moveTo>
                    <a:pt x="415235" y="533059"/>
                  </a:moveTo>
                  <a:lnTo>
                    <a:pt x="426424" y="533059"/>
                  </a:lnTo>
                  <a:lnTo>
                    <a:pt x="437864" y="533059"/>
                  </a:lnTo>
                  <a:lnTo>
                    <a:pt x="479392" y="612134"/>
                  </a:lnTo>
                  <a:lnTo>
                    <a:pt x="479392" y="533059"/>
                  </a:lnTo>
                  <a:lnTo>
                    <a:pt x="489587" y="533059"/>
                  </a:lnTo>
                  <a:lnTo>
                    <a:pt x="499782" y="533059"/>
                  </a:lnTo>
                  <a:lnTo>
                    <a:pt x="499782" y="645705"/>
                  </a:lnTo>
                  <a:lnTo>
                    <a:pt x="488840" y="645705"/>
                  </a:lnTo>
                  <a:lnTo>
                    <a:pt x="478147" y="645705"/>
                  </a:lnTo>
                  <a:lnTo>
                    <a:pt x="435376" y="564390"/>
                  </a:lnTo>
                  <a:lnTo>
                    <a:pt x="435376" y="645705"/>
                  </a:lnTo>
                  <a:lnTo>
                    <a:pt x="425182" y="645705"/>
                  </a:lnTo>
                  <a:lnTo>
                    <a:pt x="415235" y="645705"/>
                  </a:lnTo>
                  <a:close/>
                  <a:moveTo>
                    <a:pt x="368485" y="533059"/>
                  </a:moveTo>
                  <a:lnTo>
                    <a:pt x="379426" y="533059"/>
                  </a:lnTo>
                  <a:lnTo>
                    <a:pt x="390120" y="533059"/>
                  </a:lnTo>
                  <a:lnTo>
                    <a:pt x="390120" y="645705"/>
                  </a:lnTo>
                  <a:lnTo>
                    <a:pt x="379426" y="645705"/>
                  </a:lnTo>
                  <a:lnTo>
                    <a:pt x="368485" y="645705"/>
                  </a:lnTo>
                  <a:close/>
                  <a:moveTo>
                    <a:pt x="236442" y="533059"/>
                  </a:moveTo>
                  <a:lnTo>
                    <a:pt x="247383" y="533059"/>
                  </a:lnTo>
                  <a:lnTo>
                    <a:pt x="258077" y="533059"/>
                  </a:lnTo>
                  <a:lnTo>
                    <a:pt x="258077" y="645705"/>
                  </a:lnTo>
                  <a:lnTo>
                    <a:pt x="247383" y="645705"/>
                  </a:lnTo>
                  <a:lnTo>
                    <a:pt x="236442" y="645705"/>
                  </a:lnTo>
                  <a:close/>
                  <a:moveTo>
                    <a:pt x="136231" y="533059"/>
                  </a:moveTo>
                  <a:lnTo>
                    <a:pt x="212573" y="533059"/>
                  </a:lnTo>
                  <a:lnTo>
                    <a:pt x="212573" y="543006"/>
                  </a:lnTo>
                  <a:lnTo>
                    <a:pt x="212573" y="552953"/>
                  </a:lnTo>
                  <a:lnTo>
                    <a:pt x="157866" y="552953"/>
                  </a:lnTo>
                  <a:lnTo>
                    <a:pt x="157866" y="576825"/>
                  </a:lnTo>
                  <a:lnTo>
                    <a:pt x="208594" y="576825"/>
                  </a:lnTo>
                  <a:lnTo>
                    <a:pt x="208594" y="586524"/>
                  </a:lnTo>
                  <a:lnTo>
                    <a:pt x="208594" y="596220"/>
                  </a:lnTo>
                  <a:lnTo>
                    <a:pt x="157866" y="596220"/>
                  </a:lnTo>
                  <a:lnTo>
                    <a:pt x="157866" y="625564"/>
                  </a:lnTo>
                  <a:lnTo>
                    <a:pt x="214810" y="625564"/>
                  </a:lnTo>
                  <a:lnTo>
                    <a:pt x="214810" y="635511"/>
                  </a:lnTo>
                  <a:lnTo>
                    <a:pt x="214810" y="645705"/>
                  </a:lnTo>
                  <a:lnTo>
                    <a:pt x="136231" y="645705"/>
                  </a:lnTo>
                  <a:close/>
                  <a:moveTo>
                    <a:pt x="1180926" y="532952"/>
                  </a:moveTo>
                  <a:lnTo>
                    <a:pt x="1202561" y="532952"/>
                  </a:lnTo>
                  <a:lnTo>
                    <a:pt x="1202561" y="604072"/>
                  </a:lnTo>
                  <a:cubicBezTo>
                    <a:pt x="1202143" y="610508"/>
                    <a:pt x="1203892" y="616899"/>
                    <a:pt x="1207534" y="622224"/>
                  </a:cubicBezTo>
                  <a:cubicBezTo>
                    <a:pt x="1211429" y="626404"/>
                    <a:pt x="1217003" y="628597"/>
                    <a:pt x="1222702" y="628192"/>
                  </a:cubicBezTo>
                  <a:cubicBezTo>
                    <a:pt x="1228474" y="628772"/>
                    <a:pt x="1234210" y="626770"/>
                    <a:pt x="1238369" y="622720"/>
                  </a:cubicBezTo>
                  <a:cubicBezTo>
                    <a:pt x="1241854" y="617160"/>
                    <a:pt x="1243425" y="610609"/>
                    <a:pt x="1242843" y="604072"/>
                  </a:cubicBezTo>
                  <a:lnTo>
                    <a:pt x="1242843" y="532952"/>
                  </a:lnTo>
                  <a:lnTo>
                    <a:pt x="1264726" y="532952"/>
                  </a:lnTo>
                  <a:lnTo>
                    <a:pt x="1264726" y="602827"/>
                  </a:lnTo>
                  <a:cubicBezTo>
                    <a:pt x="1265903" y="615269"/>
                    <a:pt x="1262353" y="627699"/>
                    <a:pt x="1254779" y="637640"/>
                  </a:cubicBezTo>
                  <a:cubicBezTo>
                    <a:pt x="1236074" y="652245"/>
                    <a:pt x="1209829" y="652245"/>
                    <a:pt x="1191121" y="637640"/>
                  </a:cubicBezTo>
                  <a:cubicBezTo>
                    <a:pt x="1183581" y="627863"/>
                    <a:pt x="1179947" y="615632"/>
                    <a:pt x="1180926" y="603326"/>
                  </a:cubicBezTo>
                  <a:close/>
                  <a:moveTo>
                    <a:pt x="1783654" y="532811"/>
                  </a:moveTo>
                  <a:lnTo>
                    <a:pt x="1867953" y="532811"/>
                  </a:lnTo>
                  <a:lnTo>
                    <a:pt x="1867953" y="543006"/>
                  </a:lnTo>
                  <a:lnTo>
                    <a:pt x="1867953" y="552953"/>
                  </a:lnTo>
                  <a:lnTo>
                    <a:pt x="1836619" y="552953"/>
                  </a:lnTo>
                  <a:lnTo>
                    <a:pt x="1836619" y="645708"/>
                  </a:lnTo>
                  <a:lnTo>
                    <a:pt x="1825926" y="645708"/>
                  </a:lnTo>
                  <a:lnTo>
                    <a:pt x="1814987" y="645708"/>
                  </a:lnTo>
                  <a:lnTo>
                    <a:pt x="1814987" y="552953"/>
                  </a:lnTo>
                  <a:lnTo>
                    <a:pt x="1783654" y="552953"/>
                  </a:lnTo>
                  <a:lnTo>
                    <a:pt x="1783654" y="543006"/>
                  </a:lnTo>
                  <a:close/>
                  <a:moveTo>
                    <a:pt x="1283583" y="532811"/>
                  </a:moveTo>
                  <a:lnTo>
                    <a:pt x="1367882" y="532811"/>
                  </a:lnTo>
                  <a:lnTo>
                    <a:pt x="1367882" y="543006"/>
                  </a:lnTo>
                  <a:lnTo>
                    <a:pt x="1367882" y="552953"/>
                  </a:lnTo>
                  <a:lnTo>
                    <a:pt x="1336548" y="552953"/>
                  </a:lnTo>
                  <a:lnTo>
                    <a:pt x="1336548" y="645708"/>
                  </a:lnTo>
                  <a:lnTo>
                    <a:pt x="1325607" y="645708"/>
                  </a:lnTo>
                  <a:lnTo>
                    <a:pt x="1314914" y="645708"/>
                  </a:lnTo>
                  <a:lnTo>
                    <a:pt x="1314914" y="552953"/>
                  </a:lnTo>
                  <a:lnTo>
                    <a:pt x="1283583" y="552953"/>
                  </a:lnTo>
                  <a:lnTo>
                    <a:pt x="1283583" y="543006"/>
                  </a:lnTo>
                  <a:close/>
                  <a:moveTo>
                    <a:pt x="1079427" y="532811"/>
                  </a:moveTo>
                  <a:lnTo>
                    <a:pt x="1163726" y="532811"/>
                  </a:lnTo>
                  <a:lnTo>
                    <a:pt x="1163726" y="543006"/>
                  </a:lnTo>
                  <a:lnTo>
                    <a:pt x="1163726" y="552953"/>
                  </a:lnTo>
                  <a:lnTo>
                    <a:pt x="1132392" y="552953"/>
                  </a:lnTo>
                  <a:lnTo>
                    <a:pt x="1132392" y="645708"/>
                  </a:lnTo>
                  <a:lnTo>
                    <a:pt x="1121699" y="645708"/>
                  </a:lnTo>
                  <a:lnTo>
                    <a:pt x="1110758" y="645708"/>
                  </a:lnTo>
                  <a:lnTo>
                    <a:pt x="1110758" y="552953"/>
                  </a:lnTo>
                  <a:lnTo>
                    <a:pt x="1079427" y="552953"/>
                  </a:lnTo>
                  <a:lnTo>
                    <a:pt x="1079427" y="543006"/>
                  </a:lnTo>
                  <a:close/>
                  <a:moveTo>
                    <a:pt x="939427" y="532811"/>
                  </a:moveTo>
                  <a:lnTo>
                    <a:pt x="1023726" y="532811"/>
                  </a:lnTo>
                  <a:lnTo>
                    <a:pt x="1023726" y="543006"/>
                  </a:lnTo>
                  <a:lnTo>
                    <a:pt x="1023726" y="552953"/>
                  </a:lnTo>
                  <a:lnTo>
                    <a:pt x="992392" y="552953"/>
                  </a:lnTo>
                  <a:lnTo>
                    <a:pt x="992392" y="645708"/>
                  </a:lnTo>
                  <a:lnTo>
                    <a:pt x="981702" y="645708"/>
                  </a:lnTo>
                  <a:lnTo>
                    <a:pt x="970758" y="645708"/>
                  </a:lnTo>
                  <a:lnTo>
                    <a:pt x="970758" y="552953"/>
                  </a:lnTo>
                  <a:lnTo>
                    <a:pt x="939427" y="552953"/>
                  </a:lnTo>
                  <a:lnTo>
                    <a:pt x="939427" y="543006"/>
                  </a:lnTo>
                  <a:close/>
                  <a:moveTo>
                    <a:pt x="320535" y="532456"/>
                  </a:moveTo>
                  <a:lnTo>
                    <a:pt x="342170" y="532456"/>
                  </a:lnTo>
                  <a:lnTo>
                    <a:pt x="342170" y="612528"/>
                  </a:lnTo>
                  <a:cubicBezTo>
                    <a:pt x="342554" y="621579"/>
                    <a:pt x="339538" y="630450"/>
                    <a:pt x="333714" y="637395"/>
                  </a:cubicBezTo>
                  <a:cubicBezTo>
                    <a:pt x="326973" y="643587"/>
                    <a:pt x="317979" y="646736"/>
                    <a:pt x="308847" y="646096"/>
                  </a:cubicBezTo>
                  <a:cubicBezTo>
                    <a:pt x="299543" y="646629"/>
                    <a:pt x="290468" y="643091"/>
                    <a:pt x="283980" y="636398"/>
                  </a:cubicBezTo>
                  <a:cubicBezTo>
                    <a:pt x="277903" y="627712"/>
                    <a:pt x="275245" y="617084"/>
                    <a:pt x="276521" y="606558"/>
                  </a:cubicBezTo>
                  <a:lnTo>
                    <a:pt x="276521" y="599846"/>
                  </a:lnTo>
                  <a:lnTo>
                    <a:pt x="297159" y="599846"/>
                  </a:lnTo>
                  <a:lnTo>
                    <a:pt x="297159" y="606560"/>
                  </a:lnTo>
                  <a:cubicBezTo>
                    <a:pt x="296613" y="611774"/>
                    <a:pt x="297561" y="617034"/>
                    <a:pt x="299895" y="621728"/>
                  </a:cubicBezTo>
                  <a:cubicBezTo>
                    <a:pt x="301897" y="625119"/>
                    <a:pt x="305672" y="627054"/>
                    <a:pt x="309594" y="626702"/>
                  </a:cubicBezTo>
                  <a:cubicBezTo>
                    <a:pt x="313035" y="627023"/>
                    <a:pt x="316428" y="625738"/>
                    <a:pt x="318794" y="623219"/>
                  </a:cubicBezTo>
                  <a:cubicBezTo>
                    <a:pt x="320987" y="619648"/>
                    <a:pt x="321947" y="615455"/>
                    <a:pt x="321530" y="611283"/>
                  </a:cubicBezTo>
                  <a:close/>
                  <a:moveTo>
                    <a:pt x="26112" y="532456"/>
                  </a:moveTo>
                  <a:lnTo>
                    <a:pt x="75846" y="532456"/>
                  </a:lnTo>
                  <a:cubicBezTo>
                    <a:pt x="84399" y="532054"/>
                    <a:pt x="92800" y="534798"/>
                    <a:pt x="99470" y="540163"/>
                  </a:cubicBezTo>
                  <a:cubicBezTo>
                    <a:pt x="105214" y="545552"/>
                    <a:pt x="108305" y="553188"/>
                    <a:pt x="107924" y="561051"/>
                  </a:cubicBezTo>
                  <a:cubicBezTo>
                    <a:pt x="108474" y="569353"/>
                    <a:pt x="104833" y="577381"/>
                    <a:pt x="98225" y="582438"/>
                  </a:cubicBezTo>
                  <a:lnTo>
                    <a:pt x="94745" y="584675"/>
                  </a:lnTo>
                  <a:cubicBezTo>
                    <a:pt x="97087" y="585560"/>
                    <a:pt x="99272" y="586821"/>
                    <a:pt x="101212" y="588406"/>
                  </a:cubicBezTo>
                  <a:cubicBezTo>
                    <a:pt x="107986" y="593458"/>
                    <a:pt x="111735" y="601605"/>
                    <a:pt x="111158" y="610041"/>
                  </a:cubicBezTo>
                  <a:cubicBezTo>
                    <a:pt x="112007" y="620269"/>
                    <a:pt x="108166" y="630333"/>
                    <a:pt x="100713" y="637393"/>
                  </a:cubicBezTo>
                  <a:cubicBezTo>
                    <a:pt x="92659" y="644094"/>
                    <a:pt x="82313" y="647394"/>
                    <a:pt x="71867" y="646593"/>
                  </a:cubicBezTo>
                  <a:lnTo>
                    <a:pt x="26112" y="646593"/>
                  </a:lnTo>
                  <a:close/>
                  <a:moveTo>
                    <a:pt x="2573817" y="529919"/>
                  </a:moveTo>
                  <a:cubicBezTo>
                    <a:pt x="2586538" y="529500"/>
                    <a:pt x="2599419" y="533935"/>
                    <a:pt x="2609446" y="543322"/>
                  </a:cubicBezTo>
                  <a:cubicBezTo>
                    <a:pt x="2610242" y="544066"/>
                    <a:pt x="2611015" y="544838"/>
                    <a:pt x="2611762" y="545635"/>
                  </a:cubicBezTo>
                  <a:cubicBezTo>
                    <a:pt x="2621262" y="558278"/>
                    <a:pt x="2626016" y="573859"/>
                    <a:pt x="2625188" y="589651"/>
                  </a:cubicBezTo>
                  <a:cubicBezTo>
                    <a:pt x="2626024" y="605059"/>
                    <a:pt x="2621254" y="620253"/>
                    <a:pt x="2611762" y="632421"/>
                  </a:cubicBezTo>
                  <a:cubicBezTo>
                    <a:pt x="2592988" y="652471"/>
                    <a:pt x="2561516" y="653508"/>
                    <a:pt x="2541464" y="634734"/>
                  </a:cubicBezTo>
                  <a:cubicBezTo>
                    <a:pt x="2540667" y="633990"/>
                    <a:pt x="2539895" y="633218"/>
                    <a:pt x="2539148" y="632421"/>
                  </a:cubicBezTo>
                  <a:cubicBezTo>
                    <a:pt x="2529656" y="620253"/>
                    <a:pt x="2524886" y="605059"/>
                    <a:pt x="2525721" y="589651"/>
                  </a:cubicBezTo>
                  <a:cubicBezTo>
                    <a:pt x="2524894" y="573859"/>
                    <a:pt x="2529648" y="558278"/>
                    <a:pt x="2539148" y="545635"/>
                  </a:cubicBezTo>
                  <a:cubicBezTo>
                    <a:pt x="2548535" y="535610"/>
                    <a:pt x="2561096" y="530338"/>
                    <a:pt x="2573817" y="529919"/>
                  </a:cubicBezTo>
                  <a:close/>
                  <a:moveTo>
                    <a:pt x="2361704" y="529919"/>
                  </a:moveTo>
                  <a:cubicBezTo>
                    <a:pt x="2374425" y="529500"/>
                    <a:pt x="2387307" y="533935"/>
                    <a:pt x="2397333" y="543322"/>
                  </a:cubicBezTo>
                  <a:cubicBezTo>
                    <a:pt x="2398129" y="544066"/>
                    <a:pt x="2398902" y="544838"/>
                    <a:pt x="2399649" y="545635"/>
                  </a:cubicBezTo>
                  <a:cubicBezTo>
                    <a:pt x="2409149" y="558278"/>
                    <a:pt x="2413903" y="573859"/>
                    <a:pt x="2413075" y="589651"/>
                  </a:cubicBezTo>
                  <a:cubicBezTo>
                    <a:pt x="2413911" y="605059"/>
                    <a:pt x="2409141" y="620253"/>
                    <a:pt x="2399649" y="632421"/>
                  </a:cubicBezTo>
                  <a:cubicBezTo>
                    <a:pt x="2380875" y="652471"/>
                    <a:pt x="2349403" y="653508"/>
                    <a:pt x="2329351" y="634734"/>
                  </a:cubicBezTo>
                  <a:cubicBezTo>
                    <a:pt x="2328554" y="633990"/>
                    <a:pt x="2327782" y="633218"/>
                    <a:pt x="2327035" y="632421"/>
                  </a:cubicBezTo>
                  <a:cubicBezTo>
                    <a:pt x="2317543" y="620253"/>
                    <a:pt x="2312773" y="605059"/>
                    <a:pt x="2313608" y="589651"/>
                  </a:cubicBezTo>
                  <a:cubicBezTo>
                    <a:pt x="2312781" y="573859"/>
                    <a:pt x="2317535" y="558278"/>
                    <a:pt x="2327035" y="545635"/>
                  </a:cubicBezTo>
                  <a:cubicBezTo>
                    <a:pt x="2336422" y="535610"/>
                    <a:pt x="2348983" y="530338"/>
                    <a:pt x="2361704" y="529919"/>
                  </a:cubicBezTo>
                  <a:close/>
                  <a:moveTo>
                    <a:pt x="1577594" y="529793"/>
                  </a:moveTo>
                  <a:cubicBezTo>
                    <a:pt x="1590313" y="529327"/>
                    <a:pt x="1603210" y="533714"/>
                    <a:pt x="1613270" y="543063"/>
                  </a:cubicBezTo>
                  <a:cubicBezTo>
                    <a:pt x="1614161" y="543888"/>
                    <a:pt x="1615017" y="544747"/>
                    <a:pt x="1615845" y="545635"/>
                  </a:cubicBezTo>
                  <a:cubicBezTo>
                    <a:pt x="1625345" y="558278"/>
                    <a:pt x="1630099" y="573856"/>
                    <a:pt x="1629271" y="589651"/>
                  </a:cubicBezTo>
                  <a:cubicBezTo>
                    <a:pt x="1630107" y="605059"/>
                    <a:pt x="1625337" y="620254"/>
                    <a:pt x="1615845" y="632422"/>
                  </a:cubicBezTo>
                  <a:cubicBezTo>
                    <a:pt x="1597144" y="652540"/>
                    <a:pt x="1565678" y="653691"/>
                    <a:pt x="1545557" y="634994"/>
                  </a:cubicBezTo>
                  <a:cubicBezTo>
                    <a:pt x="1544667" y="634169"/>
                    <a:pt x="1543811" y="633310"/>
                    <a:pt x="1542983" y="632422"/>
                  </a:cubicBezTo>
                  <a:cubicBezTo>
                    <a:pt x="1533491" y="620254"/>
                    <a:pt x="1528721" y="605059"/>
                    <a:pt x="1529556" y="589651"/>
                  </a:cubicBezTo>
                  <a:cubicBezTo>
                    <a:pt x="1528729" y="573856"/>
                    <a:pt x="1533483" y="558278"/>
                    <a:pt x="1542983" y="545635"/>
                  </a:cubicBezTo>
                  <a:cubicBezTo>
                    <a:pt x="1552333" y="535576"/>
                    <a:pt x="1564875" y="530258"/>
                    <a:pt x="1577594" y="529793"/>
                  </a:cubicBezTo>
                  <a:close/>
                  <a:moveTo>
                    <a:pt x="567697" y="529672"/>
                  </a:moveTo>
                  <a:cubicBezTo>
                    <a:pt x="579915" y="528606"/>
                    <a:pt x="592511" y="531866"/>
                    <a:pt x="603022" y="539667"/>
                  </a:cubicBezTo>
                  <a:cubicBezTo>
                    <a:pt x="611264" y="546727"/>
                    <a:pt x="616435" y="556712"/>
                    <a:pt x="617443" y="567518"/>
                  </a:cubicBezTo>
                  <a:lnTo>
                    <a:pt x="595811" y="567518"/>
                  </a:lnTo>
                  <a:cubicBezTo>
                    <a:pt x="594983" y="562383"/>
                    <a:pt x="592227" y="557757"/>
                    <a:pt x="588102" y="554587"/>
                  </a:cubicBezTo>
                  <a:cubicBezTo>
                    <a:pt x="583953" y="551021"/>
                    <a:pt x="578654" y="549076"/>
                    <a:pt x="573182" y="549118"/>
                  </a:cubicBezTo>
                  <a:cubicBezTo>
                    <a:pt x="564530" y="548713"/>
                    <a:pt x="556238" y="552624"/>
                    <a:pt x="551051" y="559561"/>
                  </a:cubicBezTo>
                  <a:cubicBezTo>
                    <a:pt x="545349" y="568343"/>
                    <a:pt x="542563" y="578697"/>
                    <a:pt x="543091" y="589153"/>
                  </a:cubicBezTo>
                  <a:cubicBezTo>
                    <a:pt x="542347" y="599439"/>
                    <a:pt x="545059" y="609680"/>
                    <a:pt x="550800" y="618249"/>
                  </a:cubicBezTo>
                  <a:cubicBezTo>
                    <a:pt x="556092" y="625167"/>
                    <a:pt x="564488" y="628989"/>
                    <a:pt x="573182" y="628443"/>
                  </a:cubicBezTo>
                  <a:cubicBezTo>
                    <a:pt x="581118" y="628691"/>
                    <a:pt x="588595" y="624718"/>
                    <a:pt x="592827" y="617998"/>
                  </a:cubicBezTo>
                  <a:cubicBezTo>
                    <a:pt x="595576" y="613748"/>
                    <a:pt x="597516" y="609028"/>
                    <a:pt x="598547" y="604073"/>
                  </a:cubicBezTo>
                  <a:lnTo>
                    <a:pt x="573678" y="604073"/>
                  </a:lnTo>
                  <a:lnTo>
                    <a:pt x="573678" y="584675"/>
                  </a:lnTo>
                  <a:lnTo>
                    <a:pt x="617195" y="584675"/>
                  </a:lnTo>
                  <a:lnTo>
                    <a:pt x="617195" y="645350"/>
                  </a:lnTo>
                  <a:lnTo>
                    <a:pt x="602774" y="645350"/>
                  </a:lnTo>
                  <a:lnTo>
                    <a:pt x="600534" y="630929"/>
                  </a:lnTo>
                  <a:lnTo>
                    <a:pt x="599291" y="632670"/>
                  </a:lnTo>
                  <a:cubicBezTo>
                    <a:pt x="592947" y="642846"/>
                    <a:pt x="581687" y="648901"/>
                    <a:pt x="569699" y="648585"/>
                  </a:cubicBezTo>
                  <a:lnTo>
                    <a:pt x="569950" y="648334"/>
                  </a:lnTo>
                  <a:cubicBezTo>
                    <a:pt x="556165" y="649008"/>
                    <a:pt x="542877" y="643102"/>
                    <a:pt x="534141" y="632419"/>
                  </a:cubicBezTo>
                  <a:cubicBezTo>
                    <a:pt x="524610" y="620175"/>
                    <a:pt x="519837" y="604892"/>
                    <a:pt x="520712" y="589401"/>
                  </a:cubicBezTo>
                  <a:cubicBezTo>
                    <a:pt x="519955" y="573614"/>
                    <a:pt x="524897" y="558083"/>
                    <a:pt x="534638" y="545635"/>
                  </a:cubicBezTo>
                  <a:cubicBezTo>
                    <a:pt x="543638" y="536131"/>
                    <a:pt x="555479" y="530738"/>
                    <a:pt x="567697" y="529672"/>
                  </a:cubicBezTo>
                  <a:close/>
                  <a:moveTo>
                    <a:pt x="2690201" y="529645"/>
                  </a:moveTo>
                  <a:cubicBezTo>
                    <a:pt x="2702462" y="528579"/>
                    <a:pt x="2715099" y="531848"/>
                    <a:pt x="2725650" y="539667"/>
                  </a:cubicBezTo>
                  <a:cubicBezTo>
                    <a:pt x="2733905" y="546682"/>
                    <a:pt x="2739012" y="556713"/>
                    <a:pt x="2739824" y="567518"/>
                  </a:cubicBezTo>
                  <a:lnTo>
                    <a:pt x="2718189" y="567518"/>
                  </a:lnTo>
                  <a:cubicBezTo>
                    <a:pt x="2717583" y="562367"/>
                    <a:pt x="2714887" y="557692"/>
                    <a:pt x="2710730" y="554588"/>
                  </a:cubicBezTo>
                  <a:cubicBezTo>
                    <a:pt x="2706423" y="551128"/>
                    <a:pt x="2701084" y="549204"/>
                    <a:pt x="2695562" y="549116"/>
                  </a:cubicBezTo>
                  <a:cubicBezTo>
                    <a:pt x="2686950" y="548565"/>
                    <a:pt x="2678666" y="552517"/>
                    <a:pt x="2673679" y="559561"/>
                  </a:cubicBezTo>
                  <a:cubicBezTo>
                    <a:pt x="2663090" y="577690"/>
                    <a:pt x="2663090" y="600118"/>
                    <a:pt x="2673679" y="618247"/>
                  </a:cubicBezTo>
                  <a:cubicBezTo>
                    <a:pt x="2679052" y="625063"/>
                    <a:pt x="2687388" y="628859"/>
                    <a:pt x="2696058" y="628441"/>
                  </a:cubicBezTo>
                  <a:cubicBezTo>
                    <a:pt x="2703995" y="628692"/>
                    <a:pt x="2711472" y="624718"/>
                    <a:pt x="2715704" y="617999"/>
                  </a:cubicBezTo>
                  <a:cubicBezTo>
                    <a:pt x="2718348" y="613696"/>
                    <a:pt x="2720280" y="608992"/>
                    <a:pt x="2721421" y="604073"/>
                  </a:cubicBezTo>
                  <a:lnTo>
                    <a:pt x="2696554" y="604073"/>
                  </a:lnTo>
                  <a:lnTo>
                    <a:pt x="2696554" y="584676"/>
                  </a:lnTo>
                  <a:lnTo>
                    <a:pt x="2739824" y="584676"/>
                  </a:lnTo>
                  <a:lnTo>
                    <a:pt x="2739824" y="645351"/>
                  </a:lnTo>
                  <a:lnTo>
                    <a:pt x="2725400" y="645351"/>
                  </a:lnTo>
                  <a:lnTo>
                    <a:pt x="2723410" y="630927"/>
                  </a:lnTo>
                  <a:lnTo>
                    <a:pt x="2722168" y="632668"/>
                  </a:lnTo>
                  <a:cubicBezTo>
                    <a:pt x="2715706" y="642847"/>
                    <a:pt x="2704379" y="648888"/>
                    <a:pt x="2692328" y="648583"/>
                  </a:cubicBezTo>
                  <a:lnTo>
                    <a:pt x="2693074" y="648335"/>
                  </a:lnTo>
                  <a:cubicBezTo>
                    <a:pt x="2679232" y="648930"/>
                    <a:pt x="2665905" y="643048"/>
                    <a:pt x="2657015" y="632420"/>
                  </a:cubicBezTo>
                  <a:cubicBezTo>
                    <a:pt x="2639117" y="606261"/>
                    <a:pt x="2639117" y="571795"/>
                    <a:pt x="2657015" y="545635"/>
                  </a:cubicBezTo>
                  <a:cubicBezTo>
                    <a:pt x="2666057" y="536113"/>
                    <a:pt x="2677941" y="530711"/>
                    <a:pt x="2690201" y="529645"/>
                  </a:cubicBezTo>
                  <a:close/>
                  <a:moveTo>
                    <a:pt x="2030871" y="529469"/>
                  </a:moveTo>
                  <a:cubicBezTo>
                    <a:pt x="2054268" y="528477"/>
                    <a:pt x="2074165" y="546381"/>
                    <a:pt x="2075632" y="569755"/>
                  </a:cubicBezTo>
                  <a:lnTo>
                    <a:pt x="2053997" y="569755"/>
                  </a:lnTo>
                  <a:cubicBezTo>
                    <a:pt x="2053621" y="564176"/>
                    <a:pt x="2051023" y="558981"/>
                    <a:pt x="2046786" y="555331"/>
                  </a:cubicBezTo>
                  <a:cubicBezTo>
                    <a:pt x="2042445" y="551590"/>
                    <a:pt x="2036845" y="549634"/>
                    <a:pt x="2031119" y="549861"/>
                  </a:cubicBezTo>
                  <a:cubicBezTo>
                    <a:pt x="2023381" y="549619"/>
                    <a:pt x="2016131" y="553626"/>
                    <a:pt x="2012221" y="560307"/>
                  </a:cubicBezTo>
                  <a:cubicBezTo>
                    <a:pt x="2007070" y="569100"/>
                    <a:pt x="2004647" y="579227"/>
                    <a:pt x="2005258" y="589400"/>
                  </a:cubicBezTo>
                  <a:cubicBezTo>
                    <a:pt x="2004691" y="599334"/>
                    <a:pt x="2007117" y="609208"/>
                    <a:pt x="2012221" y="617750"/>
                  </a:cubicBezTo>
                  <a:cubicBezTo>
                    <a:pt x="2016233" y="624292"/>
                    <a:pt x="2023447" y="628185"/>
                    <a:pt x="2031119" y="627945"/>
                  </a:cubicBezTo>
                  <a:cubicBezTo>
                    <a:pt x="2036926" y="628114"/>
                    <a:pt x="2042562" y="625966"/>
                    <a:pt x="2046786" y="621977"/>
                  </a:cubicBezTo>
                  <a:cubicBezTo>
                    <a:pt x="2051091" y="617656"/>
                    <a:pt x="2053655" y="611905"/>
                    <a:pt x="2053997" y="605814"/>
                  </a:cubicBezTo>
                  <a:lnTo>
                    <a:pt x="2075632" y="605811"/>
                  </a:lnTo>
                  <a:cubicBezTo>
                    <a:pt x="2074924" y="617520"/>
                    <a:pt x="2069972" y="628571"/>
                    <a:pt x="2061706" y="636894"/>
                  </a:cubicBezTo>
                  <a:cubicBezTo>
                    <a:pt x="2053350" y="644643"/>
                    <a:pt x="2042259" y="648757"/>
                    <a:pt x="2030871" y="648334"/>
                  </a:cubicBezTo>
                  <a:cubicBezTo>
                    <a:pt x="2017392" y="648888"/>
                    <a:pt x="2004459" y="642974"/>
                    <a:pt x="1996058" y="632419"/>
                  </a:cubicBezTo>
                  <a:cubicBezTo>
                    <a:pt x="1986899" y="620008"/>
                    <a:pt x="1982328" y="604804"/>
                    <a:pt x="1983127" y="589398"/>
                  </a:cubicBezTo>
                  <a:cubicBezTo>
                    <a:pt x="1982380" y="573770"/>
                    <a:pt x="1986936" y="558346"/>
                    <a:pt x="1996058" y="545632"/>
                  </a:cubicBezTo>
                  <a:cubicBezTo>
                    <a:pt x="2004433" y="535017"/>
                    <a:pt x="2017358" y="529015"/>
                    <a:pt x="2030871" y="529469"/>
                  </a:cubicBezTo>
                  <a:close/>
                  <a:moveTo>
                    <a:pt x="882276" y="528976"/>
                  </a:moveTo>
                  <a:cubicBezTo>
                    <a:pt x="892643" y="528587"/>
                    <a:pt x="902773" y="532142"/>
                    <a:pt x="910626" y="538923"/>
                  </a:cubicBezTo>
                  <a:cubicBezTo>
                    <a:pt x="917956" y="545998"/>
                    <a:pt x="922314" y="555602"/>
                    <a:pt x="922810" y="565776"/>
                  </a:cubicBezTo>
                  <a:lnTo>
                    <a:pt x="901671" y="566275"/>
                  </a:lnTo>
                  <a:cubicBezTo>
                    <a:pt x="901392" y="561328"/>
                    <a:pt x="899047" y="556725"/>
                    <a:pt x="895207" y="553592"/>
                  </a:cubicBezTo>
                  <a:cubicBezTo>
                    <a:pt x="890735" y="550350"/>
                    <a:pt x="885310" y="548687"/>
                    <a:pt x="879788" y="548867"/>
                  </a:cubicBezTo>
                  <a:cubicBezTo>
                    <a:pt x="875133" y="548528"/>
                    <a:pt x="870518" y="549948"/>
                    <a:pt x="866857" y="552846"/>
                  </a:cubicBezTo>
                  <a:cubicBezTo>
                    <a:pt x="863631" y="555532"/>
                    <a:pt x="861876" y="559597"/>
                    <a:pt x="862135" y="563787"/>
                  </a:cubicBezTo>
                  <a:cubicBezTo>
                    <a:pt x="862158" y="567165"/>
                    <a:pt x="864080" y="570243"/>
                    <a:pt x="867108" y="571744"/>
                  </a:cubicBezTo>
                  <a:cubicBezTo>
                    <a:pt x="873648" y="574640"/>
                    <a:pt x="880485" y="576809"/>
                    <a:pt x="887497" y="578211"/>
                  </a:cubicBezTo>
                  <a:cubicBezTo>
                    <a:pt x="898363" y="580091"/>
                    <a:pt x="908654" y="584427"/>
                    <a:pt x="917586" y="590894"/>
                  </a:cubicBezTo>
                  <a:cubicBezTo>
                    <a:pt x="923293" y="597076"/>
                    <a:pt x="926094" y="605396"/>
                    <a:pt x="925295" y="613771"/>
                  </a:cubicBezTo>
                  <a:cubicBezTo>
                    <a:pt x="925572" y="623392"/>
                    <a:pt x="921340" y="632589"/>
                    <a:pt x="913858" y="638638"/>
                  </a:cubicBezTo>
                  <a:cubicBezTo>
                    <a:pt x="904866" y="645199"/>
                    <a:pt x="893886" y="648449"/>
                    <a:pt x="882775" y="647838"/>
                  </a:cubicBezTo>
                  <a:cubicBezTo>
                    <a:pt x="871606" y="648538"/>
                    <a:pt x="860592" y="644985"/>
                    <a:pt x="851940" y="637891"/>
                  </a:cubicBezTo>
                  <a:cubicBezTo>
                    <a:pt x="844238" y="630584"/>
                    <a:pt x="839915" y="620408"/>
                    <a:pt x="840004" y="609792"/>
                  </a:cubicBezTo>
                  <a:lnTo>
                    <a:pt x="860889" y="609792"/>
                  </a:lnTo>
                  <a:cubicBezTo>
                    <a:pt x="860819" y="615069"/>
                    <a:pt x="862988" y="620128"/>
                    <a:pt x="866857" y="623718"/>
                  </a:cubicBezTo>
                  <a:cubicBezTo>
                    <a:pt x="871465" y="627067"/>
                    <a:pt x="877083" y="628736"/>
                    <a:pt x="882775" y="628441"/>
                  </a:cubicBezTo>
                  <a:cubicBezTo>
                    <a:pt x="888403" y="628712"/>
                    <a:pt x="893995" y="627420"/>
                    <a:pt x="898937" y="624713"/>
                  </a:cubicBezTo>
                  <a:cubicBezTo>
                    <a:pt x="902527" y="622700"/>
                    <a:pt x="904723" y="618880"/>
                    <a:pt x="904658" y="614766"/>
                  </a:cubicBezTo>
                  <a:cubicBezTo>
                    <a:pt x="905018" y="611090"/>
                    <a:pt x="903410" y="607498"/>
                    <a:pt x="900428" y="605315"/>
                  </a:cubicBezTo>
                  <a:cubicBezTo>
                    <a:pt x="894995" y="602329"/>
                    <a:pt x="889119" y="600230"/>
                    <a:pt x="883023" y="599099"/>
                  </a:cubicBezTo>
                  <a:cubicBezTo>
                    <a:pt x="871238" y="597060"/>
                    <a:pt x="859989" y="592661"/>
                    <a:pt x="849948" y="586168"/>
                  </a:cubicBezTo>
                  <a:cubicBezTo>
                    <a:pt x="844066" y="580683"/>
                    <a:pt x="841038" y="572794"/>
                    <a:pt x="841742" y="564784"/>
                  </a:cubicBezTo>
                  <a:cubicBezTo>
                    <a:pt x="841327" y="554887"/>
                    <a:pt x="845337" y="545316"/>
                    <a:pt x="852684" y="538675"/>
                  </a:cubicBezTo>
                  <a:cubicBezTo>
                    <a:pt x="860978" y="531837"/>
                    <a:pt x="871544" y="528375"/>
                    <a:pt x="882276" y="528976"/>
                  </a:cubicBezTo>
                  <a:close/>
                  <a:moveTo>
                    <a:pt x="590339" y="346949"/>
                  </a:moveTo>
                  <a:cubicBezTo>
                    <a:pt x="601032" y="346949"/>
                    <a:pt x="601779" y="365599"/>
                    <a:pt x="605259" y="365599"/>
                  </a:cubicBezTo>
                  <a:cubicBezTo>
                    <a:pt x="610822" y="365129"/>
                    <a:pt x="616276" y="363785"/>
                    <a:pt x="621424" y="361621"/>
                  </a:cubicBezTo>
                  <a:cubicBezTo>
                    <a:pt x="622915" y="361621"/>
                    <a:pt x="636840" y="361621"/>
                    <a:pt x="639824" y="361621"/>
                  </a:cubicBezTo>
                  <a:cubicBezTo>
                    <a:pt x="642808" y="361621"/>
                    <a:pt x="646291" y="362365"/>
                    <a:pt x="646291" y="364605"/>
                  </a:cubicBezTo>
                  <a:cubicBezTo>
                    <a:pt x="646828" y="368236"/>
                    <a:pt x="646309" y="371949"/>
                    <a:pt x="644797" y="375295"/>
                  </a:cubicBezTo>
                  <a:cubicBezTo>
                    <a:pt x="645009" y="379269"/>
                    <a:pt x="644416" y="383245"/>
                    <a:pt x="643056" y="386984"/>
                  </a:cubicBezTo>
                  <a:lnTo>
                    <a:pt x="643056" y="386736"/>
                  </a:lnTo>
                  <a:cubicBezTo>
                    <a:pt x="640093" y="389500"/>
                    <a:pt x="637349" y="392492"/>
                    <a:pt x="634851" y="395688"/>
                  </a:cubicBezTo>
                  <a:cubicBezTo>
                    <a:pt x="633856" y="397429"/>
                    <a:pt x="627888" y="398920"/>
                    <a:pt x="626645" y="401656"/>
                  </a:cubicBezTo>
                  <a:cubicBezTo>
                    <a:pt x="623909" y="408618"/>
                    <a:pt x="624904" y="413592"/>
                    <a:pt x="620677" y="418317"/>
                  </a:cubicBezTo>
                  <a:cubicBezTo>
                    <a:pt x="617315" y="421742"/>
                    <a:pt x="613354" y="424523"/>
                    <a:pt x="608989" y="426522"/>
                  </a:cubicBezTo>
                  <a:cubicBezTo>
                    <a:pt x="604016" y="429506"/>
                    <a:pt x="598544" y="427021"/>
                    <a:pt x="595560" y="427765"/>
                  </a:cubicBezTo>
                  <a:cubicBezTo>
                    <a:pt x="592578" y="428512"/>
                    <a:pt x="582880" y="434976"/>
                    <a:pt x="577656" y="434976"/>
                  </a:cubicBezTo>
                  <a:cubicBezTo>
                    <a:pt x="566715" y="434976"/>
                    <a:pt x="556272" y="430253"/>
                    <a:pt x="556272" y="417570"/>
                  </a:cubicBezTo>
                  <a:cubicBezTo>
                    <a:pt x="556272" y="414586"/>
                    <a:pt x="558509" y="407125"/>
                    <a:pt x="558509" y="404141"/>
                  </a:cubicBezTo>
                  <a:cubicBezTo>
                    <a:pt x="558509" y="401157"/>
                    <a:pt x="555277" y="396682"/>
                    <a:pt x="555277" y="393698"/>
                  </a:cubicBezTo>
                  <a:cubicBezTo>
                    <a:pt x="555277" y="390714"/>
                    <a:pt x="561744" y="384994"/>
                    <a:pt x="561744" y="381514"/>
                  </a:cubicBezTo>
                  <a:cubicBezTo>
                    <a:pt x="563469" y="370411"/>
                    <a:pt x="569333" y="360373"/>
                    <a:pt x="578155" y="353413"/>
                  </a:cubicBezTo>
                  <a:cubicBezTo>
                    <a:pt x="582133" y="351175"/>
                    <a:pt x="587355" y="346949"/>
                    <a:pt x="590339" y="346949"/>
                  </a:cubicBezTo>
                  <a:close/>
                  <a:moveTo>
                    <a:pt x="791015" y="310892"/>
                  </a:moveTo>
                  <a:cubicBezTo>
                    <a:pt x="794993" y="310146"/>
                    <a:pt x="796983" y="313628"/>
                    <a:pt x="803199" y="313628"/>
                  </a:cubicBezTo>
                  <a:cubicBezTo>
                    <a:pt x="805188" y="313380"/>
                    <a:pt x="812399" y="319844"/>
                    <a:pt x="815383" y="319844"/>
                  </a:cubicBezTo>
                  <a:cubicBezTo>
                    <a:pt x="819411" y="320578"/>
                    <a:pt x="823539" y="320578"/>
                    <a:pt x="827569" y="319844"/>
                  </a:cubicBezTo>
                  <a:cubicBezTo>
                    <a:pt x="831050" y="319348"/>
                    <a:pt x="836769" y="323575"/>
                    <a:pt x="839503" y="323575"/>
                  </a:cubicBezTo>
                  <a:cubicBezTo>
                    <a:pt x="842936" y="323340"/>
                    <a:pt x="846346" y="322841"/>
                    <a:pt x="849700" y="322084"/>
                  </a:cubicBezTo>
                  <a:cubicBezTo>
                    <a:pt x="856164" y="320839"/>
                    <a:pt x="869842" y="337500"/>
                    <a:pt x="874567" y="343716"/>
                  </a:cubicBezTo>
                  <a:lnTo>
                    <a:pt x="874316" y="345210"/>
                  </a:lnTo>
                  <a:cubicBezTo>
                    <a:pt x="876768" y="348147"/>
                    <a:pt x="878932" y="351311"/>
                    <a:pt x="880783" y="354658"/>
                  </a:cubicBezTo>
                  <a:cubicBezTo>
                    <a:pt x="881634" y="358759"/>
                    <a:pt x="881634" y="362991"/>
                    <a:pt x="880783" y="367092"/>
                  </a:cubicBezTo>
                  <a:cubicBezTo>
                    <a:pt x="878546" y="373556"/>
                    <a:pt x="874815" y="375546"/>
                    <a:pt x="872079" y="378530"/>
                  </a:cubicBezTo>
                  <a:cubicBezTo>
                    <a:pt x="869346" y="381514"/>
                    <a:pt x="868348" y="388725"/>
                    <a:pt x="865364" y="392455"/>
                  </a:cubicBezTo>
                  <a:cubicBezTo>
                    <a:pt x="862939" y="395784"/>
                    <a:pt x="860190" y="398867"/>
                    <a:pt x="857159" y="401655"/>
                  </a:cubicBezTo>
                  <a:cubicBezTo>
                    <a:pt x="853131" y="404595"/>
                    <a:pt x="848426" y="406475"/>
                    <a:pt x="843482" y="407127"/>
                  </a:cubicBezTo>
                  <a:cubicBezTo>
                    <a:pt x="840002" y="407127"/>
                    <a:pt x="837516" y="405634"/>
                    <a:pt x="831796" y="407127"/>
                  </a:cubicBezTo>
                  <a:cubicBezTo>
                    <a:pt x="826076" y="408618"/>
                    <a:pt x="823340" y="412847"/>
                    <a:pt x="819361" y="412847"/>
                  </a:cubicBezTo>
                  <a:cubicBezTo>
                    <a:pt x="815383" y="412847"/>
                    <a:pt x="809665" y="405885"/>
                    <a:pt x="809665" y="402650"/>
                  </a:cubicBezTo>
                  <a:cubicBezTo>
                    <a:pt x="809665" y="399418"/>
                    <a:pt x="811404" y="393202"/>
                    <a:pt x="809663" y="389223"/>
                  </a:cubicBezTo>
                  <a:cubicBezTo>
                    <a:pt x="805995" y="383286"/>
                    <a:pt x="802674" y="377144"/>
                    <a:pt x="799716" y="370820"/>
                  </a:cubicBezTo>
                  <a:cubicBezTo>
                    <a:pt x="799468" y="363610"/>
                    <a:pt x="791761" y="359879"/>
                    <a:pt x="791761" y="355156"/>
                  </a:cubicBezTo>
                  <a:cubicBezTo>
                    <a:pt x="791821" y="348951"/>
                    <a:pt x="790190" y="342844"/>
                    <a:pt x="787036" y="337500"/>
                  </a:cubicBezTo>
                  <a:cubicBezTo>
                    <a:pt x="785584" y="334083"/>
                    <a:pt x="785584" y="330224"/>
                    <a:pt x="787036" y="326807"/>
                  </a:cubicBezTo>
                  <a:cubicBezTo>
                    <a:pt x="789521" y="323327"/>
                    <a:pt x="787036" y="311639"/>
                    <a:pt x="791015" y="310892"/>
                  </a:cubicBezTo>
                  <a:close/>
                  <a:moveTo>
                    <a:pt x="749238" y="224603"/>
                  </a:moveTo>
                  <a:cubicBezTo>
                    <a:pt x="745429" y="224465"/>
                    <a:pt x="741631" y="225055"/>
                    <a:pt x="738046" y="226345"/>
                  </a:cubicBezTo>
                  <a:cubicBezTo>
                    <a:pt x="733819" y="230075"/>
                    <a:pt x="729593" y="227587"/>
                    <a:pt x="726609" y="230073"/>
                  </a:cubicBezTo>
                  <a:cubicBezTo>
                    <a:pt x="723972" y="232164"/>
                    <a:pt x="721139" y="233997"/>
                    <a:pt x="718153" y="235545"/>
                  </a:cubicBezTo>
                  <a:cubicBezTo>
                    <a:pt x="710488" y="238182"/>
                    <a:pt x="703011" y="241341"/>
                    <a:pt x="695774" y="244993"/>
                  </a:cubicBezTo>
                  <a:cubicBezTo>
                    <a:pt x="691560" y="247238"/>
                    <a:pt x="688965" y="251661"/>
                    <a:pt x="689059" y="256433"/>
                  </a:cubicBezTo>
                  <a:cubicBezTo>
                    <a:pt x="689190" y="261733"/>
                    <a:pt x="693456" y="265998"/>
                    <a:pt x="698758" y="266132"/>
                  </a:cubicBezTo>
                  <a:cubicBezTo>
                    <a:pt x="704629" y="265273"/>
                    <a:pt x="710334" y="263513"/>
                    <a:pt x="715667" y="260908"/>
                  </a:cubicBezTo>
                  <a:cubicBezTo>
                    <a:pt x="721385" y="257428"/>
                    <a:pt x="724369" y="252953"/>
                    <a:pt x="731582" y="248476"/>
                  </a:cubicBezTo>
                  <a:cubicBezTo>
                    <a:pt x="736600" y="245251"/>
                    <a:pt x="741121" y="241314"/>
                    <a:pt x="745009" y="236788"/>
                  </a:cubicBezTo>
                  <a:cubicBezTo>
                    <a:pt x="747745" y="231814"/>
                    <a:pt x="751475" y="224603"/>
                    <a:pt x="749238" y="224603"/>
                  </a:cubicBezTo>
                  <a:close/>
                  <a:moveTo>
                    <a:pt x="1274177" y="195263"/>
                  </a:moveTo>
                  <a:cubicBezTo>
                    <a:pt x="1268240" y="195798"/>
                    <a:pt x="1262342" y="196712"/>
                    <a:pt x="1256521" y="197999"/>
                  </a:cubicBezTo>
                  <a:cubicBezTo>
                    <a:pt x="1254249" y="200685"/>
                    <a:pt x="1252782" y="203962"/>
                    <a:pt x="1252294" y="207447"/>
                  </a:cubicBezTo>
                  <a:cubicBezTo>
                    <a:pt x="1252014" y="210509"/>
                    <a:pt x="1252526" y="213592"/>
                    <a:pt x="1253785" y="216399"/>
                  </a:cubicBezTo>
                  <a:cubicBezTo>
                    <a:pt x="1259006" y="217892"/>
                    <a:pt x="1265969" y="219634"/>
                    <a:pt x="1268955" y="217892"/>
                  </a:cubicBezTo>
                  <a:cubicBezTo>
                    <a:pt x="1274660" y="213791"/>
                    <a:pt x="1278364" y="207468"/>
                    <a:pt x="1279150" y="200484"/>
                  </a:cubicBezTo>
                  <a:cubicBezTo>
                    <a:pt x="1279179" y="200226"/>
                    <a:pt x="1279184" y="199965"/>
                    <a:pt x="1279168" y="199704"/>
                  </a:cubicBezTo>
                  <a:cubicBezTo>
                    <a:pt x="1279017" y="197098"/>
                    <a:pt x="1276782" y="195111"/>
                    <a:pt x="1274177" y="195263"/>
                  </a:cubicBezTo>
                  <a:close/>
                  <a:moveTo>
                    <a:pt x="1325899" y="179847"/>
                  </a:moveTo>
                  <a:cubicBezTo>
                    <a:pt x="1321673" y="181337"/>
                    <a:pt x="1318689" y="184569"/>
                    <a:pt x="1312222" y="184569"/>
                  </a:cubicBezTo>
                  <a:cubicBezTo>
                    <a:pt x="1308990" y="188052"/>
                    <a:pt x="1310481" y="194767"/>
                    <a:pt x="1310481" y="197999"/>
                  </a:cubicBezTo>
                  <a:cubicBezTo>
                    <a:pt x="1310481" y="201231"/>
                    <a:pt x="1316947" y="205956"/>
                    <a:pt x="1318937" y="205956"/>
                  </a:cubicBezTo>
                  <a:cubicBezTo>
                    <a:pt x="1325563" y="204721"/>
                    <a:pt x="1331251" y="200500"/>
                    <a:pt x="1334353" y="194516"/>
                  </a:cubicBezTo>
                  <a:lnTo>
                    <a:pt x="1334603" y="194516"/>
                  </a:lnTo>
                  <a:cubicBezTo>
                    <a:pt x="1334919" y="190710"/>
                    <a:pt x="1334919" y="186885"/>
                    <a:pt x="1334603" y="183079"/>
                  </a:cubicBezTo>
                  <a:cubicBezTo>
                    <a:pt x="1333857" y="179847"/>
                    <a:pt x="1330126" y="178353"/>
                    <a:pt x="1325899" y="179847"/>
                  </a:cubicBezTo>
                  <a:close/>
                  <a:moveTo>
                    <a:pt x="779574" y="165422"/>
                  </a:moveTo>
                  <a:cubicBezTo>
                    <a:pt x="784012" y="166725"/>
                    <a:pt x="788336" y="168388"/>
                    <a:pt x="792505" y="170395"/>
                  </a:cubicBezTo>
                  <a:cubicBezTo>
                    <a:pt x="794993" y="170395"/>
                    <a:pt x="803942" y="168406"/>
                    <a:pt x="806926" y="170395"/>
                  </a:cubicBezTo>
                  <a:cubicBezTo>
                    <a:pt x="814555" y="174217"/>
                    <a:pt x="821729" y="178890"/>
                    <a:pt x="828313" y="184321"/>
                  </a:cubicBezTo>
                  <a:cubicBezTo>
                    <a:pt x="830712" y="189949"/>
                    <a:pt x="832626" y="195771"/>
                    <a:pt x="834033" y="201726"/>
                  </a:cubicBezTo>
                  <a:cubicBezTo>
                    <a:pt x="835547" y="206159"/>
                    <a:pt x="835547" y="210970"/>
                    <a:pt x="834033" y="215403"/>
                  </a:cubicBezTo>
                  <a:cubicBezTo>
                    <a:pt x="827723" y="221108"/>
                    <a:pt x="821747" y="227170"/>
                    <a:pt x="816129" y="233556"/>
                  </a:cubicBezTo>
                  <a:lnTo>
                    <a:pt x="816876" y="236788"/>
                  </a:lnTo>
                  <a:cubicBezTo>
                    <a:pt x="814291" y="241782"/>
                    <a:pt x="811385" y="246598"/>
                    <a:pt x="808172" y="251212"/>
                  </a:cubicBezTo>
                  <a:cubicBezTo>
                    <a:pt x="797912" y="267267"/>
                    <a:pt x="788532" y="283871"/>
                    <a:pt x="780073" y="300945"/>
                  </a:cubicBezTo>
                  <a:cubicBezTo>
                    <a:pt x="776285" y="306443"/>
                    <a:pt x="772131" y="311675"/>
                    <a:pt x="767638" y="316612"/>
                  </a:cubicBezTo>
                  <a:cubicBezTo>
                    <a:pt x="765001" y="318606"/>
                    <a:pt x="761511" y="319079"/>
                    <a:pt x="758438" y="317854"/>
                  </a:cubicBezTo>
                  <a:cubicBezTo>
                    <a:pt x="756449" y="316860"/>
                    <a:pt x="749734" y="321583"/>
                    <a:pt x="749734" y="327801"/>
                  </a:cubicBezTo>
                  <a:cubicBezTo>
                    <a:pt x="749489" y="333910"/>
                    <a:pt x="750504" y="340003"/>
                    <a:pt x="752718" y="345705"/>
                  </a:cubicBezTo>
                  <a:cubicBezTo>
                    <a:pt x="754459" y="372201"/>
                    <a:pt x="754459" y="398783"/>
                    <a:pt x="752718" y="425279"/>
                  </a:cubicBezTo>
                  <a:cubicBezTo>
                    <a:pt x="751272" y="434636"/>
                    <a:pt x="745706" y="442849"/>
                    <a:pt x="737550" y="447658"/>
                  </a:cubicBezTo>
                  <a:cubicBezTo>
                    <a:pt x="733073" y="449647"/>
                    <a:pt x="726609" y="461335"/>
                    <a:pt x="721385" y="463823"/>
                  </a:cubicBezTo>
                  <a:cubicBezTo>
                    <a:pt x="716163" y="466308"/>
                    <a:pt x="709699" y="471530"/>
                    <a:pt x="706715" y="471532"/>
                  </a:cubicBezTo>
                  <a:cubicBezTo>
                    <a:pt x="703828" y="471177"/>
                    <a:pt x="701308" y="469405"/>
                    <a:pt x="700001" y="466807"/>
                  </a:cubicBezTo>
                  <a:cubicBezTo>
                    <a:pt x="698510" y="465066"/>
                    <a:pt x="692539" y="464071"/>
                    <a:pt x="689307" y="462082"/>
                  </a:cubicBezTo>
                  <a:cubicBezTo>
                    <a:pt x="686075" y="460092"/>
                    <a:pt x="684584" y="457604"/>
                    <a:pt x="681102" y="455615"/>
                  </a:cubicBezTo>
                  <a:cubicBezTo>
                    <a:pt x="676063" y="454315"/>
                    <a:pt x="671330" y="452036"/>
                    <a:pt x="667176" y="448903"/>
                  </a:cubicBezTo>
                  <a:cubicBezTo>
                    <a:pt x="663696" y="445420"/>
                    <a:pt x="664688" y="443431"/>
                    <a:pt x="659718" y="434727"/>
                  </a:cubicBezTo>
                  <a:cubicBezTo>
                    <a:pt x="654742" y="426025"/>
                    <a:pt x="639078" y="418564"/>
                    <a:pt x="638579" y="413095"/>
                  </a:cubicBezTo>
                  <a:cubicBezTo>
                    <a:pt x="638083" y="407623"/>
                    <a:pt x="650515" y="407623"/>
                    <a:pt x="652008" y="407623"/>
                  </a:cubicBezTo>
                  <a:cubicBezTo>
                    <a:pt x="662203" y="407375"/>
                    <a:pt x="669166" y="414337"/>
                    <a:pt x="672150" y="414337"/>
                  </a:cubicBezTo>
                  <a:cubicBezTo>
                    <a:pt x="682345" y="414337"/>
                    <a:pt x="688064" y="410359"/>
                    <a:pt x="688064" y="395687"/>
                  </a:cubicBezTo>
                  <a:cubicBezTo>
                    <a:pt x="688064" y="392703"/>
                    <a:pt x="688064" y="385492"/>
                    <a:pt x="688064" y="382508"/>
                  </a:cubicBezTo>
                  <a:cubicBezTo>
                    <a:pt x="687430" y="376556"/>
                    <a:pt x="687430" y="370554"/>
                    <a:pt x="688064" y="364604"/>
                  </a:cubicBezTo>
                  <a:cubicBezTo>
                    <a:pt x="688242" y="356250"/>
                    <a:pt x="689156" y="347929"/>
                    <a:pt x="690800" y="339737"/>
                  </a:cubicBezTo>
                  <a:cubicBezTo>
                    <a:pt x="690800" y="337249"/>
                    <a:pt x="691048" y="330286"/>
                    <a:pt x="686323" y="331532"/>
                  </a:cubicBezTo>
                  <a:cubicBezTo>
                    <a:pt x="681598" y="332774"/>
                    <a:pt x="676376" y="328049"/>
                    <a:pt x="673392" y="328049"/>
                  </a:cubicBezTo>
                  <a:cubicBezTo>
                    <a:pt x="670408" y="328049"/>
                    <a:pt x="666182" y="329790"/>
                    <a:pt x="663198" y="329790"/>
                  </a:cubicBezTo>
                  <a:cubicBezTo>
                    <a:pt x="657770" y="329911"/>
                    <a:pt x="652348" y="329409"/>
                    <a:pt x="647035" y="328297"/>
                  </a:cubicBezTo>
                  <a:cubicBezTo>
                    <a:pt x="644743" y="326934"/>
                    <a:pt x="642719" y="325167"/>
                    <a:pt x="641067" y="323076"/>
                  </a:cubicBezTo>
                  <a:cubicBezTo>
                    <a:pt x="637584" y="318849"/>
                    <a:pt x="639326" y="315617"/>
                    <a:pt x="637584" y="310892"/>
                  </a:cubicBezTo>
                  <a:cubicBezTo>
                    <a:pt x="637088" y="309897"/>
                    <a:pt x="636342" y="307660"/>
                    <a:pt x="634851" y="304425"/>
                  </a:cubicBezTo>
                  <a:cubicBezTo>
                    <a:pt x="633358" y="301193"/>
                    <a:pt x="633358" y="294478"/>
                    <a:pt x="633358" y="291745"/>
                  </a:cubicBezTo>
                  <a:cubicBezTo>
                    <a:pt x="633358" y="289009"/>
                    <a:pt x="629379" y="280553"/>
                    <a:pt x="629379" y="273342"/>
                  </a:cubicBezTo>
                  <a:cubicBezTo>
                    <a:pt x="627528" y="265145"/>
                    <a:pt x="626199" y="256840"/>
                    <a:pt x="625400" y="248476"/>
                  </a:cubicBezTo>
                  <a:cubicBezTo>
                    <a:pt x="625400" y="233307"/>
                    <a:pt x="625400" y="226593"/>
                    <a:pt x="625400" y="223609"/>
                  </a:cubicBezTo>
                  <a:cubicBezTo>
                    <a:pt x="625648" y="206451"/>
                    <a:pt x="635843" y="202969"/>
                    <a:pt x="639822" y="196505"/>
                  </a:cubicBezTo>
                  <a:cubicBezTo>
                    <a:pt x="644335" y="194158"/>
                    <a:pt x="648988" y="192082"/>
                    <a:pt x="653747" y="190289"/>
                  </a:cubicBezTo>
                  <a:cubicBezTo>
                    <a:pt x="658971" y="190785"/>
                    <a:pt x="660462" y="192774"/>
                    <a:pt x="666182" y="196753"/>
                  </a:cubicBezTo>
                  <a:cubicBezTo>
                    <a:pt x="668226" y="199217"/>
                    <a:pt x="670134" y="201791"/>
                    <a:pt x="671902" y="204462"/>
                  </a:cubicBezTo>
                  <a:cubicBezTo>
                    <a:pt x="680611" y="203697"/>
                    <a:pt x="689075" y="201157"/>
                    <a:pt x="696768" y="197001"/>
                  </a:cubicBezTo>
                  <a:cubicBezTo>
                    <a:pt x="700995" y="195011"/>
                    <a:pt x="708953" y="194763"/>
                    <a:pt x="715667" y="191779"/>
                  </a:cubicBezTo>
                  <a:cubicBezTo>
                    <a:pt x="720035" y="189438"/>
                    <a:pt x="724729" y="187761"/>
                    <a:pt x="729593" y="186806"/>
                  </a:cubicBezTo>
                  <a:cubicBezTo>
                    <a:pt x="733245" y="186166"/>
                    <a:pt x="736827" y="185166"/>
                    <a:pt x="740283" y="183822"/>
                  </a:cubicBezTo>
                  <a:cubicBezTo>
                    <a:pt x="745460" y="182880"/>
                    <a:pt x="750379" y="180846"/>
                    <a:pt x="754707" y="177854"/>
                  </a:cubicBezTo>
                  <a:lnTo>
                    <a:pt x="763411" y="172382"/>
                  </a:lnTo>
                  <a:cubicBezTo>
                    <a:pt x="765764" y="170821"/>
                    <a:pt x="768262" y="169489"/>
                    <a:pt x="770870" y="168403"/>
                  </a:cubicBezTo>
                  <a:cubicBezTo>
                    <a:pt x="773194" y="166179"/>
                    <a:pt x="776376" y="165088"/>
                    <a:pt x="779574" y="165422"/>
                  </a:cubicBezTo>
                  <a:close/>
                  <a:moveTo>
                    <a:pt x="2848738" y="152492"/>
                  </a:moveTo>
                  <a:lnTo>
                    <a:pt x="2850480" y="154481"/>
                  </a:lnTo>
                  <a:lnTo>
                    <a:pt x="2849041" y="153793"/>
                  </a:lnTo>
                  <a:close/>
                  <a:moveTo>
                    <a:pt x="1268955" y="138070"/>
                  </a:moveTo>
                  <a:cubicBezTo>
                    <a:pt x="1265969" y="141551"/>
                    <a:pt x="1254779" y="138070"/>
                    <a:pt x="1254779" y="148513"/>
                  </a:cubicBezTo>
                  <a:cubicBezTo>
                    <a:pt x="1254779" y="152988"/>
                    <a:pt x="1256273" y="162937"/>
                    <a:pt x="1256273" y="162937"/>
                  </a:cubicBezTo>
                  <a:cubicBezTo>
                    <a:pt x="1256273" y="162937"/>
                    <a:pt x="1255526" y="172385"/>
                    <a:pt x="1262737" y="166913"/>
                  </a:cubicBezTo>
                  <a:cubicBezTo>
                    <a:pt x="1269950" y="161444"/>
                    <a:pt x="1279897" y="159207"/>
                    <a:pt x="1279897" y="150751"/>
                  </a:cubicBezTo>
                  <a:cubicBezTo>
                    <a:pt x="1281387" y="138070"/>
                    <a:pt x="1278403" y="135831"/>
                    <a:pt x="1268955" y="138070"/>
                  </a:cubicBezTo>
                  <a:close/>
                  <a:moveTo>
                    <a:pt x="213358" y="122404"/>
                  </a:moveTo>
                  <a:lnTo>
                    <a:pt x="215348" y="125636"/>
                  </a:lnTo>
                  <a:lnTo>
                    <a:pt x="213358" y="122541"/>
                  </a:lnTo>
                  <a:close/>
                  <a:moveTo>
                    <a:pt x="1353252" y="116932"/>
                  </a:moveTo>
                  <a:cubicBezTo>
                    <a:pt x="1340569" y="121158"/>
                    <a:pt x="1318937" y="120662"/>
                    <a:pt x="1318937" y="130609"/>
                  </a:cubicBezTo>
                  <a:cubicBezTo>
                    <a:pt x="1318438" y="135831"/>
                    <a:pt x="1318438" y="144783"/>
                    <a:pt x="1323662" y="147020"/>
                  </a:cubicBezTo>
                  <a:cubicBezTo>
                    <a:pt x="1329823" y="148197"/>
                    <a:pt x="1336152" y="148197"/>
                    <a:pt x="1342313" y="147020"/>
                  </a:cubicBezTo>
                  <a:lnTo>
                    <a:pt x="1354434" y="129705"/>
                  </a:lnTo>
                  <a:lnTo>
                    <a:pt x="1354494" y="130361"/>
                  </a:lnTo>
                  <a:lnTo>
                    <a:pt x="1354497" y="129614"/>
                  </a:lnTo>
                  <a:lnTo>
                    <a:pt x="1354434" y="129705"/>
                  </a:lnTo>
                  <a:close/>
                  <a:moveTo>
                    <a:pt x="1845366" y="113948"/>
                  </a:moveTo>
                  <a:cubicBezTo>
                    <a:pt x="1849277" y="114551"/>
                    <a:pt x="1852822" y="116590"/>
                    <a:pt x="1855313" y="119668"/>
                  </a:cubicBezTo>
                  <a:cubicBezTo>
                    <a:pt x="1860362" y="124140"/>
                    <a:pt x="1865176" y="128871"/>
                    <a:pt x="1869734" y="133841"/>
                  </a:cubicBezTo>
                  <a:cubicBezTo>
                    <a:pt x="1872053" y="138107"/>
                    <a:pt x="1873650" y="142731"/>
                    <a:pt x="1874460" y="147519"/>
                  </a:cubicBezTo>
                  <a:cubicBezTo>
                    <a:pt x="1875206" y="150999"/>
                    <a:pt x="1880180" y="154980"/>
                    <a:pt x="1880180" y="156719"/>
                  </a:cubicBezTo>
                  <a:cubicBezTo>
                    <a:pt x="1879185" y="169649"/>
                    <a:pt x="1869486" y="169401"/>
                    <a:pt x="1856803" y="178353"/>
                  </a:cubicBezTo>
                  <a:cubicBezTo>
                    <a:pt x="1849755" y="182392"/>
                    <a:pt x="1843515" y="187702"/>
                    <a:pt x="1838403" y="194020"/>
                  </a:cubicBezTo>
                  <a:cubicBezTo>
                    <a:pt x="1834453" y="198088"/>
                    <a:pt x="1829715" y="201301"/>
                    <a:pt x="1824478" y="203468"/>
                  </a:cubicBezTo>
                  <a:cubicBezTo>
                    <a:pt x="1810054" y="209684"/>
                    <a:pt x="1797123" y="209188"/>
                    <a:pt x="1796129" y="223362"/>
                  </a:cubicBezTo>
                  <a:cubicBezTo>
                    <a:pt x="1795134" y="237538"/>
                    <a:pt x="1802843" y="231818"/>
                    <a:pt x="1802843" y="246735"/>
                  </a:cubicBezTo>
                  <a:cubicBezTo>
                    <a:pt x="1802402" y="250656"/>
                    <a:pt x="1800849" y="254366"/>
                    <a:pt x="1798366" y="257429"/>
                  </a:cubicBezTo>
                  <a:cubicBezTo>
                    <a:pt x="1796126" y="260376"/>
                    <a:pt x="1794826" y="263929"/>
                    <a:pt x="1794638" y="267623"/>
                  </a:cubicBezTo>
                  <a:cubicBezTo>
                    <a:pt x="1794617" y="271312"/>
                    <a:pt x="1793586" y="274925"/>
                    <a:pt x="1791654" y="278069"/>
                  </a:cubicBezTo>
                  <a:cubicBezTo>
                    <a:pt x="1790027" y="281562"/>
                    <a:pt x="1789341" y="285420"/>
                    <a:pt x="1789664" y="289258"/>
                  </a:cubicBezTo>
                  <a:cubicBezTo>
                    <a:pt x="1789414" y="302687"/>
                    <a:pt x="1787176" y="314376"/>
                    <a:pt x="1791155" y="318104"/>
                  </a:cubicBezTo>
                  <a:cubicBezTo>
                    <a:pt x="1808548" y="317093"/>
                    <a:pt x="1825984" y="317093"/>
                    <a:pt x="1843377" y="318104"/>
                  </a:cubicBezTo>
                  <a:cubicBezTo>
                    <a:pt x="1849593" y="318104"/>
                    <a:pt x="1852078" y="313877"/>
                    <a:pt x="1856803" y="312634"/>
                  </a:cubicBezTo>
                  <a:cubicBezTo>
                    <a:pt x="1861075" y="311885"/>
                    <a:pt x="1865398" y="311470"/>
                    <a:pt x="1869734" y="311392"/>
                  </a:cubicBezTo>
                  <a:cubicBezTo>
                    <a:pt x="1874556" y="312232"/>
                    <a:pt x="1879297" y="313480"/>
                    <a:pt x="1883910" y="315122"/>
                  </a:cubicBezTo>
                  <a:cubicBezTo>
                    <a:pt x="1888722" y="317211"/>
                    <a:pt x="1893306" y="319795"/>
                    <a:pt x="1897585" y="322829"/>
                  </a:cubicBezTo>
                  <a:cubicBezTo>
                    <a:pt x="1902806" y="325813"/>
                    <a:pt x="1912009" y="327802"/>
                    <a:pt x="1915737" y="337253"/>
                  </a:cubicBezTo>
                  <a:lnTo>
                    <a:pt x="1917268" y="348182"/>
                  </a:lnTo>
                  <a:lnTo>
                    <a:pt x="1916982" y="347448"/>
                  </a:lnTo>
                  <a:lnTo>
                    <a:pt x="1917478" y="349685"/>
                  </a:lnTo>
                  <a:lnTo>
                    <a:pt x="1917268" y="348182"/>
                  </a:lnTo>
                  <a:lnTo>
                    <a:pt x="1918724" y="351925"/>
                  </a:lnTo>
                  <a:cubicBezTo>
                    <a:pt x="1919938" y="353938"/>
                    <a:pt x="1920379" y="356324"/>
                    <a:pt x="1919966" y="358637"/>
                  </a:cubicBezTo>
                  <a:cubicBezTo>
                    <a:pt x="1919233" y="362475"/>
                    <a:pt x="1917708" y="366117"/>
                    <a:pt x="1915489" y="369330"/>
                  </a:cubicBezTo>
                  <a:cubicBezTo>
                    <a:pt x="1913004" y="372810"/>
                    <a:pt x="1910020" y="378282"/>
                    <a:pt x="1906289" y="378282"/>
                  </a:cubicBezTo>
                  <a:lnTo>
                    <a:pt x="1888881" y="379525"/>
                  </a:lnTo>
                  <a:cubicBezTo>
                    <a:pt x="1882566" y="378024"/>
                    <a:pt x="1876175" y="376862"/>
                    <a:pt x="1869734" y="376045"/>
                  </a:cubicBezTo>
                  <a:cubicBezTo>
                    <a:pt x="1863270" y="376045"/>
                    <a:pt x="1857550" y="377784"/>
                    <a:pt x="1850089" y="377784"/>
                  </a:cubicBezTo>
                  <a:cubicBezTo>
                    <a:pt x="1839273" y="377450"/>
                    <a:pt x="1828483" y="376536"/>
                    <a:pt x="1817763" y="375050"/>
                  </a:cubicBezTo>
                  <a:cubicBezTo>
                    <a:pt x="1813286" y="375050"/>
                    <a:pt x="1794139" y="375050"/>
                    <a:pt x="1788419" y="375050"/>
                  </a:cubicBezTo>
                  <a:cubicBezTo>
                    <a:pt x="1778337" y="374098"/>
                    <a:pt x="1768163" y="374855"/>
                    <a:pt x="1758331" y="377288"/>
                  </a:cubicBezTo>
                  <a:lnTo>
                    <a:pt x="1729736" y="381515"/>
                  </a:lnTo>
                  <a:cubicBezTo>
                    <a:pt x="1719291" y="383752"/>
                    <a:pt x="1706360" y="381515"/>
                    <a:pt x="1696909" y="381515"/>
                  </a:cubicBezTo>
                  <a:cubicBezTo>
                    <a:pt x="1677217" y="383350"/>
                    <a:pt x="1657786" y="387352"/>
                    <a:pt x="1638970" y="393451"/>
                  </a:cubicBezTo>
                  <a:cubicBezTo>
                    <a:pt x="1615098" y="401656"/>
                    <a:pt x="1573322" y="420307"/>
                    <a:pt x="1568101" y="420307"/>
                  </a:cubicBezTo>
                  <a:cubicBezTo>
                    <a:pt x="1562879" y="420307"/>
                    <a:pt x="1551690" y="405387"/>
                    <a:pt x="1540997" y="395440"/>
                  </a:cubicBezTo>
                  <a:cubicBezTo>
                    <a:pt x="1540143" y="390503"/>
                    <a:pt x="1540143" y="385457"/>
                    <a:pt x="1540997" y="380520"/>
                  </a:cubicBezTo>
                  <a:cubicBezTo>
                    <a:pt x="1541908" y="374335"/>
                    <a:pt x="1541310" y="368022"/>
                    <a:pt x="1539255" y="362120"/>
                  </a:cubicBezTo>
                  <a:cubicBezTo>
                    <a:pt x="1543730" y="354909"/>
                    <a:pt x="1565613" y="346205"/>
                    <a:pt x="1568597" y="345706"/>
                  </a:cubicBezTo>
                  <a:cubicBezTo>
                    <a:pt x="1571581" y="345210"/>
                    <a:pt x="1582773" y="348442"/>
                    <a:pt x="1586005" y="347448"/>
                  </a:cubicBezTo>
                  <a:cubicBezTo>
                    <a:pt x="1589237" y="346453"/>
                    <a:pt x="1610373" y="337997"/>
                    <a:pt x="1622309" y="333770"/>
                  </a:cubicBezTo>
                  <a:cubicBezTo>
                    <a:pt x="1626290" y="332280"/>
                    <a:pt x="1633002" y="330786"/>
                    <a:pt x="1636485" y="330786"/>
                  </a:cubicBezTo>
                  <a:cubicBezTo>
                    <a:pt x="1647674" y="327306"/>
                    <a:pt x="1664085" y="319101"/>
                    <a:pt x="1676272" y="314376"/>
                  </a:cubicBezTo>
                  <a:cubicBezTo>
                    <a:pt x="1701885" y="304181"/>
                    <a:pt x="1703128" y="273095"/>
                    <a:pt x="1707107" y="261159"/>
                  </a:cubicBezTo>
                  <a:cubicBezTo>
                    <a:pt x="1709245" y="255520"/>
                    <a:pt x="1710341" y="249536"/>
                    <a:pt x="1710339" y="243503"/>
                  </a:cubicBezTo>
                  <a:cubicBezTo>
                    <a:pt x="1710339" y="237538"/>
                    <a:pt x="1710091" y="229580"/>
                    <a:pt x="1707107" y="229580"/>
                  </a:cubicBezTo>
                  <a:cubicBezTo>
                    <a:pt x="1701896" y="229883"/>
                    <a:pt x="1696729" y="230716"/>
                    <a:pt x="1691688" y="232066"/>
                  </a:cubicBezTo>
                  <a:cubicBezTo>
                    <a:pt x="1685451" y="234212"/>
                    <a:pt x="1678752" y="234640"/>
                    <a:pt x="1672293" y="233308"/>
                  </a:cubicBezTo>
                  <a:cubicBezTo>
                    <a:pt x="1666077" y="231071"/>
                    <a:pt x="1666077" y="223362"/>
                    <a:pt x="1666075" y="215404"/>
                  </a:cubicBezTo>
                  <a:cubicBezTo>
                    <a:pt x="1664221" y="207337"/>
                    <a:pt x="1660177" y="199939"/>
                    <a:pt x="1654389" y="194020"/>
                  </a:cubicBezTo>
                  <a:cubicBezTo>
                    <a:pt x="1652060" y="188527"/>
                    <a:pt x="1651037" y="182567"/>
                    <a:pt x="1651405" y="176612"/>
                  </a:cubicBezTo>
                  <a:cubicBezTo>
                    <a:pt x="1651405" y="173380"/>
                    <a:pt x="1649912" y="163185"/>
                    <a:pt x="1649912" y="159951"/>
                  </a:cubicBezTo>
                  <a:cubicBezTo>
                    <a:pt x="1649912" y="151745"/>
                    <a:pt x="1657373" y="150999"/>
                    <a:pt x="1664336" y="147519"/>
                  </a:cubicBezTo>
                  <a:cubicBezTo>
                    <a:pt x="1667320" y="146025"/>
                    <a:pt x="1682736" y="153735"/>
                    <a:pt x="1690941" y="153735"/>
                  </a:cubicBezTo>
                  <a:cubicBezTo>
                    <a:pt x="1712169" y="151390"/>
                    <a:pt x="1733253" y="147905"/>
                    <a:pt x="1754104" y="143292"/>
                  </a:cubicBezTo>
                  <a:lnTo>
                    <a:pt x="1765046" y="140057"/>
                  </a:lnTo>
                  <a:lnTo>
                    <a:pt x="1773003" y="137324"/>
                  </a:lnTo>
                  <a:cubicBezTo>
                    <a:pt x="1789414" y="132283"/>
                    <a:pt x="1805250" y="125531"/>
                    <a:pt x="1820249" y="117180"/>
                  </a:cubicBezTo>
                  <a:cubicBezTo>
                    <a:pt x="1824535" y="115587"/>
                    <a:pt x="1829148" y="115076"/>
                    <a:pt x="1833678" y="115689"/>
                  </a:cubicBezTo>
                  <a:cubicBezTo>
                    <a:pt x="1839894" y="115689"/>
                    <a:pt x="1842131" y="113948"/>
                    <a:pt x="1845366" y="113948"/>
                  </a:cubicBezTo>
                  <a:close/>
                  <a:moveTo>
                    <a:pt x="2217869" y="97782"/>
                  </a:moveTo>
                  <a:cubicBezTo>
                    <a:pt x="2223589" y="97782"/>
                    <a:pt x="2239752" y="95297"/>
                    <a:pt x="2239752" y="97782"/>
                  </a:cubicBezTo>
                  <a:cubicBezTo>
                    <a:pt x="2244039" y="104173"/>
                    <a:pt x="2250083" y="109183"/>
                    <a:pt x="2257158" y="112206"/>
                  </a:cubicBezTo>
                  <a:cubicBezTo>
                    <a:pt x="2263126" y="115190"/>
                    <a:pt x="2260142" y="119417"/>
                    <a:pt x="2261136" y="124638"/>
                  </a:cubicBezTo>
                  <a:cubicBezTo>
                    <a:pt x="2262133" y="129862"/>
                    <a:pt x="2265115" y="131852"/>
                    <a:pt x="2263624" y="136326"/>
                  </a:cubicBezTo>
                  <a:cubicBezTo>
                    <a:pt x="2262133" y="140804"/>
                    <a:pt x="2257904" y="148761"/>
                    <a:pt x="2254424" y="158457"/>
                  </a:cubicBezTo>
                  <a:cubicBezTo>
                    <a:pt x="2254424" y="160694"/>
                    <a:pt x="2251688" y="171388"/>
                    <a:pt x="2254424" y="171388"/>
                  </a:cubicBezTo>
                  <a:cubicBezTo>
                    <a:pt x="2257573" y="171662"/>
                    <a:pt x="2260724" y="170873"/>
                    <a:pt x="2263376" y="169150"/>
                  </a:cubicBezTo>
                  <a:cubicBezTo>
                    <a:pt x="2264619" y="168652"/>
                    <a:pt x="2270587" y="164177"/>
                    <a:pt x="2274318" y="164177"/>
                  </a:cubicBezTo>
                  <a:cubicBezTo>
                    <a:pt x="2278850" y="163135"/>
                    <a:pt x="2283267" y="161637"/>
                    <a:pt x="2287496" y="159702"/>
                  </a:cubicBezTo>
                  <a:cubicBezTo>
                    <a:pt x="2292966" y="155972"/>
                    <a:pt x="2302912" y="149009"/>
                    <a:pt x="2302912" y="149009"/>
                  </a:cubicBezTo>
                  <a:cubicBezTo>
                    <a:pt x="2302912" y="149009"/>
                    <a:pt x="2323057" y="142542"/>
                    <a:pt x="2326537" y="149009"/>
                  </a:cubicBezTo>
                  <a:cubicBezTo>
                    <a:pt x="2330019" y="155473"/>
                    <a:pt x="2338225" y="153236"/>
                    <a:pt x="2346929" y="155473"/>
                  </a:cubicBezTo>
                  <a:cubicBezTo>
                    <a:pt x="2355630" y="157710"/>
                    <a:pt x="2361102" y="170892"/>
                    <a:pt x="2361102" y="182577"/>
                  </a:cubicBezTo>
                  <a:cubicBezTo>
                    <a:pt x="2361350" y="187303"/>
                    <a:pt x="2358366" y="189044"/>
                    <a:pt x="2355630" y="189292"/>
                  </a:cubicBezTo>
                  <a:cubicBezTo>
                    <a:pt x="2352897" y="189540"/>
                    <a:pt x="2349662" y="194265"/>
                    <a:pt x="2344441" y="197748"/>
                  </a:cubicBezTo>
                  <a:cubicBezTo>
                    <a:pt x="2336186" y="202444"/>
                    <a:pt x="2327427" y="206199"/>
                    <a:pt x="2318331" y="208937"/>
                  </a:cubicBezTo>
                  <a:cubicBezTo>
                    <a:pt x="2313593" y="211947"/>
                    <a:pt x="2308379" y="214135"/>
                    <a:pt x="2302912" y="215404"/>
                  </a:cubicBezTo>
                  <a:cubicBezTo>
                    <a:pt x="2297072" y="215806"/>
                    <a:pt x="2291258" y="216555"/>
                    <a:pt x="2285507" y="217641"/>
                  </a:cubicBezTo>
                  <a:cubicBezTo>
                    <a:pt x="2276171" y="219926"/>
                    <a:pt x="2267151" y="223351"/>
                    <a:pt x="2258651" y="227836"/>
                  </a:cubicBezTo>
                  <a:cubicBezTo>
                    <a:pt x="2255155" y="231715"/>
                    <a:pt x="2252226" y="236070"/>
                    <a:pt x="2249947" y="240767"/>
                  </a:cubicBezTo>
                  <a:cubicBezTo>
                    <a:pt x="2247869" y="247753"/>
                    <a:pt x="2248960" y="255295"/>
                    <a:pt x="2252931" y="261407"/>
                  </a:cubicBezTo>
                  <a:cubicBezTo>
                    <a:pt x="2265538" y="278452"/>
                    <a:pt x="2280432" y="293680"/>
                    <a:pt x="2297195" y="306663"/>
                  </a:cubicBezTo>
                  <a:cubicBezTo>
                    <a:pt x="2305152" y="313130"/>
                    <a:pt x="2316590" y="336754"/>
                    <a:pt x="2330019" y="343466"/>
                  </a:cubicBezTo>
                  <a:cubicBezTo>
                    <a:pt x="2341940" y="349961"/>
                    <a:pt x="2353184" y="357626"/>
                    <a:pt x="2363587" y="366343"/>
                  </a:cubicBezTo>
                  <a:cubicBezTo>
                    <a:pt x="2369618" y="369716"/>
                    <a:pt x="2376051" y="372309"/>
                    <a:pt x="2382737" y="374053"/>
                  </a:cubicBezTo>
                  <a:cubicBezTo>
                    <a:pt x="2388206" y="376541"/>
                    <a:pt x="2393430" y="382258"/>
                    <a:pt x="2397158" y="383503"/>
                  </a:cubicBezTo>
                  <a:cubicBezTo>
                    <a:pt x="2406857" y="386735"/>
                    <a:pt x="2415561" y="389719"/>
                    <a:pt x="2430481" y="395935"/>
                  </a:cubicBezTo>
                  <a:cubicBezTo>
                    <a:pt x="2434209" y="397429"/>
                    <a:pt x="2440177" y="397925"/>
                    <a:pt x="2441919" y="401157"/>
                  </a:cubicBezTo>
                  <a:lnTo>
                    <a:pt x="2441671" y="402898"/>
                  </a:lnTo>
                  <a:cubicBezTo>
                    <a:pt x="2443164" y="405634"/>
                    <a:pt x="2438188" y="408370"/>
                    <a:pt x="2437940" y="411602"/>
                  </a:cubicBezTo>
                  <a:cubicBezTo>
                    <a:pt x="2437692" y="414834"/>
                    <a:pt x="2439183" y="420554"/>
                    <a:pt x="2436449" y="423786"/>
                  </a:cubicBezTo>
                  <a:cubicBezTo>
                    <a:pt x="2431758" y="429658"/>
                    <a:pt x="2424803" y="433271"/>
                    <a:pt x="2417300" y="433733"/>
                  </a:cubicBezTo>
                  <a:cubicBezTo>
                    <a:pt x="2414068" y="434229"/>
                    <a:pt x="2412078" y="438954"/>
                    <a:pt x="2409593" y="440447"/>
                  </a:cubicBezTo>
                  <a:cubicBezTo>
                    <a:pt x="2407105" y="441938"/>
                    <a:pt x="2403873" y="441938"/>
                    <a:pt x="2401636" y="441938"/>
                  </a:cubicBezTo>
                  <a:cubicBezTo>
                    <a:pt x="2395754" y="442238"/>
                    <a:pt x="2389861" y="442238"/>
                    <a:pt x="2383980" y="441938"/>
                  </a:cubicBezTo>
                  <a:cubicBezTo>
                    <a:pt x="2379753" y="441938"/>
                    <a:pt x="2373038" y="441938"/>
                    <a:pt x="2365827" y="441938"/>
                  </a:cubicBezTo>
                  <a:cubicBezTo>
                    <a:pt x="2360382" y="441949"/>
                    <a:pt x="2354983" y="440936"/>
                    <a:pt x="2349913" y="438954"/>
                  </a:cubicBezTo>
                  <a:cubicBezTo>
                    <a:pt x="2340710" y="433237"/>
                    <a:pt x="2330019" y="436717"/>
                    <a:pt x="2325046" y="435474"/>
                  </a:cubicBezTo>
                  <a:cubicBezTo>
                    <a:pt x="2320072" y="434229"/>
                    <a:pt x="2312611" y="430749"/>
                    <a:pt x="2310870" y="425775"/>
                  </a:cubicBezTo>
                  <a:cubicBezTo>
                    <a:pt x="2306147" y="411850"/>
                    <a:pt x="2312611" y="408370"/>
                    <a:pt x="2289486" y="386983"/>
                  </a:cubicBezTo>
                  <a:cubicBezTo>
                    <a:pt x="2280453" y="377240"/>
                    <a:pt x="2272143" y="366852"/>
                    <a:pt x="2264619" y="355900"/>
                  </a:cubicBezTo>
                  <a:cubicBezTo>
                    <a:pt x="2259685" y="349846"/>
                    <a:pt x="2254369" y="344116"/>
                    <a:pt x="2248704" y="338740"/>
                  </a:cubicBezTo>
                  <a:cubicBezTo>
                    <a:pt x="2233536" y="327799"/>
                    <a:pt x="2216376" y="309895"/>
                    <a:pt x="2214637" y="308903"/>
                  </a:cubicBezTo>
                  <a:cubicBezTo>
                    <a:pt x="2212896" y="307908"/>
                    <a:pt x="2202701" y="332028"/>
                    <a:pt x="2191013" y="344711"/>
                  </a:cubicBezTo>
                  <a:cubicBezTo>
                    <a:pt x="2179325" y="357391"/>
                    <a:pt x="2170872" y="362615"/>
                    <a:pt x="2156696" y="378031"/>
                  </a:cubicBezTo>
                  <a:cubicBezTo>
                    <a:pt x="2146605" y="387372"/>
                    <a:pt x="2134776" y="394638"/>
                    <a:pt x="2121882" y="399415"/>
                  </a:cubicBezTo>
                  <a:cubicBezTo>
                    <a:pt x="2115914" y="403397"/>
                    <a:pt x="2103482" y="409362"/>
                    <a:pt x="2095773" y="413591"/>
                  </a:cubicBezTo>
                  <a:cubicBezTo>
                    <a:pt x="2088066" y="417818"/>
                    <a:pt x="2076127" y="417319"/>
                    <a:pt x="2070906" y="419807"/>
                  </a:cubicBezTo>
                  <a:cubicBezTo>
                    <a:pt x="2066700" y="421426"/>
                    <a:pt x="2062233" y="422269"/>
                    <a:pt x="2057727" y="422295"/>
                  </a:cubicBezTo>
                  <a:cubicBezTo>
                    <a:pt x="2054244" y="421549"/>
                    <a:pt x="2051260" y="416575"/>
                    <a:pt x="2048775" y="414586"/>
                  </a:cubicBezTo>
                  <a:cubicBezTo>
                    <a:pt x="2046287" y="412597"/>
                    <a:pt x="2046039" y="402898"/>
                    <a:pt x="2042060" y="400909"/>
                  </a:cubicBezTo>
                  <a:cubicBezTo>
                    <a:pt x="2038116" y="399998"/>
                    <a:pt x="2034280" y="398663"/>
                    <a:pt x="2030623" y="396930"/>
                  </a:cubicBezTo>
                  <a:cubicBezTo>
                    <a:pt x="2028383" y="394693"/>
                    <a:pt x="2030124" y="391210"/>
                    <a:pt x="2038082" y="388477"/>
                  </a:cubicBezTo>
                  <a:cubicBezTo>
                    <a:pt x="2044274" y="386328"/>
                    <a:pt x="2050010" y="383039"/>
                    <a:pt x="2054991" y="378778"/>
                  </a:cubicBezTo>
                  <a:cubicBezTo>
                    <a:pt x="2058993" y="376133"/>
                    <a:pt x="2062815" y="373228"/>
                    <a:pt x="2066431" y="370074"/>
                  </a:cubicBezTo>
                  <a:cubicBezTo>
                    <a:pt x="2067922" y="368333"/>
                    <a:pt x="2072647" y="367586"/>
                    <a:pt x="2074636" y="366343"/>
                  </a:cubicBezTo>
                  <a:cubicBezTo>
                    <a:pt x="2093692" y="350165"/>
                    <a:pt x="2111792" y="332895"/>
                    <a:pt x="2128845" y="314620"/>
                  </a:cubicBezTo>
                  <a:cubicBezTo>
                    <a:pt x="2138572" y="304141"/>
                    <a:pt x="2145726" y="291542"/>
                    <a:pt x="2149733" y="277818"/>
                  </a:cubicBezTo>
                  <a:cubicBezTo>
                    <a:pt x="2152336" y="273173"/>
                    <a:pt x="2153785" y="267970"/>
                    <a:pt x="2153962" y="262650"/>
                  </a:cubicBezTo>
                  <a:cubicBezTo>
                    <a:pt x="2153712" y="260162"/>
                    <a:pt x="2146501" y="262650"/>
                    <a:pt x="2143269" y="262650"/>
                  </a:cubicBezTo>
                  <a:cubicBezTo>
                    <a:pt x="2140037" y="262650"/>
                    <a:pt x="2137799" y="262650"/>
                    <a:pt x="2134813" y="262650"/>
                  </a:cubicBezTo>
                  <a:cubicBezTo>
                    <a:pt x="2131829" y="262650"/>
                    <a:pt x="2127354" y="265634"/>
                    <a:pt x="2123871" y="265634"/>
                  </a:cubicBezTo>
                  <a:cubicBezTo>
                    <a:pt x="2120397" y="266756"/>
                    <a:pt x="2116656" y="266756"/>
                    <a:pt x="2113181" y="265634"/>
                  </a:cubicBezTo>
                  <a:cubicBezTo>
                    <a:pt x="2107461" y="263644"/>
                    <a:pt x="2104229" y="257924"/>
                    <a:pt x="2096767" y="257924"/>
                  </a:cubicBezTo>
                  <a:cubicBezTo>
                    <a:pt x="2086079" y="254084"/>
                    <a:pt x="2078602" y="244375"/>
                    <a:pt x="2077621" y="233057"/>
                  </a:cubicBezTo>
                  <a:cubicBezTo>
                    <a:pt x="2076279" y="227565"/>
                    <a:pt x="2078331" y="221798"/>
                    <a:pt x="2082842" y="218385"/>
                  </a:cubicBezTo>
                  <a:cubicBezTo>
                    <a:pt x="2086573" y="215652"/>
                    <a:pt x="2088562" y="211673"/>
                    <a:pt x="2091794" y="209185"/>
                  </a:cubicBezTo>
                  <a:cubicBezTo>
                    <a:pt x="2095029" y="206700"/>
                    <a:pt x="2099503" y="207196"/>
                    <a:pt x="2103234" y="204711"/>
                  </a:cubicBezTo>
                  <a:cubicBezTo>
                    <a:pt x="2105933" y="201907"/>
                    <a:pt x="2109257" y="199779"/>
                    <a:pt x="2112933" y="198495"/>
                  </a:cubicBezTo>
                  <a:cubicBezTo>
                    <a:pt x="2117159" y="196753"/>
                    <a:pt x="2128349" y="198495"/>
                    <a:pt x="2136306" y="198492"/>
                  </a:cubicBezTo>
                  <a:cubicBezTo>
                    <a:pt x="2149999" y="196803"/>
                    <a:pt x="2163154" y="192135"/>
                    <a:pt x="2174850" y="184817"/>
                  </a:cubicBezTo>
                  <a:cubicBezTo>
                    <a:pt x="2174438" y="172536"/>
                    <a:pt x="2176996" y="160337"/>
                    <a:pt x="2182309" y="149257"/>
                  </a:cubicBezTo>
                  <a:cubicBezTo>
                    <a:pt x="2184105" y="141853"/>
                    <a:pt x="2184941" y="134246"/>
                    <a:pt x="2184797" y="126628"/>
                  </a:cubicBezTo>
                  <a:cubicBezTo>
                    <a:pt x="2185828" y="120205"/>
                    <a:pt x="2185828" y="113655"/>
                    <a:pt x="2184797" y="107233"/>
                  </a:cubicBezTo>
                  <a:cubicBezTo>
                    <a:pt x="2184546" y="101761"/>
                    <a:pt x="2187533" y="100270"/>
                    <a:pt x="2190765" y="100270"/>
                  </a:cubicBezTo>
                  <a:cubicBezTo>
                    <a:pt x="2200960" y="97534"/>
                    <a:pt x="2200960" y="101513"/>
                    <a:pt x="2206181" y="101513"/>
                  </a:cubicBezTo>
                  <a:cubicBezTo>
                    <a:pt x="2211403" y="101513"/>
                    <a:pt x="2212149" y="97782"/>
                    <a:pt x="2217869" y="97782"/>
                  </a:cubicBezTo>
                  <a:close/>
                  <a:moveTo>
                    <a:pt x="1179680" y="97536"/>
                  </a:moveTo>
                  <a:cubicBezTo>
                    <a:pt x="1187141" y="93310"/>
                    <a:pt x="1192114" y="112208"/>
                    <a:pt x="1193357" y="115440"/>
                  </a:cubicBezTo>
                  <a:cubicBezTo>
                    <a:pt x="1194600" y="118672"/>
                    <a:pt x="1190373" y="129118"/>
                    <a:pt x="1190125" y="133096"/>
                  </a:cubicBezTo>
                  <a:cubicBezTo>
                    <a:pt x="1189874" y="137075"/>
                    <a:pt x="1183906" y="142046"/>
                    <a:pt x="1183906" y="153734"/>
                  </a:cubicBezTo>
                  <a:cubicBezTo>
                    <a:pt x="1184157" y="158459"/>
                    <a:pt x="1179432" y="162438"/>
                    <a:pt x="1172965" y="168406"/>
                  </a:cubicBezTo>
                  <a:cubicBezTo>
                    <a:pt x="1166185" y="174664"/>
                    <a:pt x="1159946" y="181486"/>
                    <a:pt x="1154317" y="188798"/>
                  </a:cubicBezTo>
                  <a:cubicBezTo>
                    <a:pt x="1151234" y="195928"/>
                    <a:pt x="1150534" y="203867"/>
                    <a:pt x="1152328" y="211425"/>
                  </a:cubicBezTo>
                  <a:cubicBezTo>
                    <a:pt x="1152328" y="214660"/>
                    <a:pt x="1149344" y="222865"/>
                    <a:pt x="1153818" y="227092"/>
                  </a:cubicBezTo>
                  <a:cubicBezTo>
                    <a:pt x="1158296" y="231318"/>
                    <a:pt x="1163269" y="226844"/>
                    <a:pt x="1165754" y="227092"/>
                  </a:cubicBezTo>
                  <a:cubicBezTo>
                    <a:pt x="1168242" y="227340"/>
                    <a:pt x="1166749" y="232564"/>
                    <a:pt x="1169733" y="238033"/>
                  </a:cubicBezTo>
                  <a:cubicBezTo>
                    <a:pt x="1175205" y="248726"/>
                    <a:pt x="1177442" y="252206"/>
                    <a:pt x="1177194" y="255441"/>
                  </a:cubicBezTo>
                  <a:cubicBezTo>
                    <a:pt x="1176944" y="258673"/>
                    <a:pt x="1176944" y="261159"/>
                    <a:pt x="1174458" y="262652"/>
                  </a:cubicBezTo>
                  <a:cubicBezTo>
                    <a:pt x="1160288" y="271011"/>
                    <a:pt x="1148211" y="282493"/>
                    <a:pt x="1139149" y="296223"/>
                  </a:cubicBezTo>
                  <a:cubicBezTo>
                    <a:pt x="1138162" y="300742"/>
                    <a:pt x="1138687" y="305457"/>
                    <a:pt x="1140640" y="309649"/>
                  </a:cubicBezTo>
                  <a:lnTo>
                    <a:pt x="1154066" y="309649"/>
                  </a:lnTo>
                  <a:lnTo>
                    <a:pt x="1153072" y="310396"/>
                  </a:lnTo>
                  <a:cubicBezTo>
                    <a:pt x="1157747" y="311819"/>
                    <a:pt x="1161898" y="314586"/>
                    <a:pt x="1165008" y="318353"/>
                  </a:cubicBezTo>
                  <a:cubicBezTo>
                    <a:pt x="1167219" y="322324"/>
                    <a:pt x="1168496" y="326747"/>
                    <a:pt x="1168738" y="331284"/>
                  </a:cubicBezTo>
                  <a:cubicBezTo>
                    <a:pt x="1164209" y="349230"/>
                    <a:pt x="1151764" y="364145"/>
                    <a:pt x="1134920" y="371818"/>
                  </a:cubicBezTo>
                  <a:cubicBezTo>
                    <a:pt x="1119752" y="381514"/>
                    <a:pt x="1090407" y="392455"/>
                    <a:pt x="1079717" y="399418"/>
                  </a:cubicBezTo>
                  <a:cubicBezTo>
                    <a:pt x="1069023" y="406381"/>
                    <a:pt x="1058829" y="421551"/>
                    <a:pt x="1052610" y="424285"/>
                  </a:cubicBezTo>
                  <a:cubicBezTo>
                    <a:pt x="1052610" y="424285"/>
                    <a:pt x="1044157" y="425778"/>
                    <a:pt x="1041919" y="424285"/>
                  </a:cubicBezTo>
                  <a:cubicBezTo>
                    <a:pt x="1039682" y="422794"/>
                    <a:pt x="1031973" y="421551"/>
                    <a:pt x="1026749" y="420058"/>
                  </a:cubicBezTo>
                  <a:cubicBezTo>
                    <a:pt x="1021527" y="418567"/>
                    <a:pt x="1024015" y="411106"/>
                    <a:pt x="1020284" y="406879"/>
                  </a:cubicBezTo>
                  <a:cubicBezTo>
                    <a:pt x="1016374" y="402987"/>
                    <a:pt x="1013178" y="398444"/>
                    <a:pt x="1010834" y="393450"/>
                  </a:cubicBezTo>
                  <a:cubicBezTo>
                    <a:pt x="1007641" y="385565"/>
                    <a:pt x="1006197" y="377081"/>
                    <a:pt x="1006607" y="368583"/>
                  </a:cubicBezTo>
                  <a:cubicBezTo>
                    <a:pt x="1011445" y="357843"/>
                    <a:pt x="1020410" y="349504"/>
                    <a:pt x="1031474" y="345458"/>
                  </a:cubicBezTo>
                  <a:cubicBezTo>
                    <a:pt x="1036223" y="342411"/>
                    <a:pt x="1040789" y="339090"/>
                    <a:pt x="1045151" y="335511"/>
                  </a:cubicBezTo>
                  <a:cubicBezTo>
                    <a:pt x="1049208" y="333112"/>
                    <a:pt x="1052555" y="329681"/>
                    <a:pt x="1054850" y="325564"/>
                  </a:cubicBezTo>
                  <a:cubicBezTo>
                    <a:pt x="1056171" y="322392"/>
                    <a:pt x="1057009" y="319040"/>
                    <a:pt x="1057335" y="315617"/>
                  </a:cubicBezTo>
                  <a:cubicBezTo>
                    <a:pt x="1057586" y="310396"/>
                    <a:pt x="1060319" y="306665"/>
                    <a:pt x="1060319" y="302935"/>
                  </a:cubicBezTo>
                  <a:cubicBezTo>
                    <a:pt x="1059823" y="299256"/>
                    <a:pt x="1058267" y="295800"/>
                    <a:pt x="1055845" y="292988"/>
                  </a:cubicBezTo>
                  <a:cubicBezTo>
                    <a:pt x="1053383" y="290492"/>
                    <a:pt x="1051438" y="287534"/>
                    <a:pt x="1050125" y="284287"/>
                  </a:cubicBezTo>
                  <a:cubicBezTo>
                    <a:pt x="1050125" y="284036"/>
                    <a:pt x="1039431" y="271604"/>
                    <a:pt x="1039431" y="265388"/>
                  </a:cubicBezTo>
                  <a:cubicBezTo>
                    <a:pt x="1039781" y="255929"/>
                    <a:pt x="1047156" y="248233"/>
                    <a:pt x="1056589" y="247484"/>
                  </a:cubicBezTo>
                  <a:cubicBezTo>
                    <a:pt x="1059823" y="246238"/>
                    <a:pt x="1061565" y="248228"/>
                    <a:pt x="1068527" y="247484"/>
                  </a:cubicBezTo>
                  <a:cubicBezTo>
                    <a:pt x="1075490" y="246737"/>
                    <a:pt x="1080711" y="240022"/>
                    <a:pt x="1084687" y="234054"/>
                  </a:cubicBezTo>
                  <a:cubicBezTo>
                    <a:pt x="1086755" y="225917"/>
                    <a:pt x="1087922" y="217578"/>
                    <a:pt x="1088170" y="209188"/>
                  </a:cubicBezTo>
                  <a:cubicBezTo>
                    <a:pt x="1090159" y="200734"/>
                    <a:pt x="1080461" y="199491"/>
                    <a:pt x="1075487" y="197500"/>
                  </a:cubicBezTo>
                  <a:cubicBezTo>
                    <a:pt x="1070900" y="194949"/>
                    <a:pt x="1065953" y="193106"/>
                    <a:pt x="1060818" y="192030"/>
                  </a:cubicBezTo>
                  <a:cubicBezTo>
                    <a:pt x="1056839" y="191780"/>
                    <a:pt x="1053605" y="186809"/>
                    <a:pt x="1051615" y="181585"/>
                  </a:cubicBezTo>
                  <a:cubicBezTo>
                    <a:pt x="1049626" y="176363"/>
                    <a:pt x="1047887" y="178105"/>
                    <a:pt x="1043661" y="176363"/>
                  </a:cubicBezTo>
                  <a:cubicBezTo>
                    <a:pt x="1039431" y="174625"/>
                    <a:pt x="1039431" y="160697"/>
                    <a:pt x="1039431" y="158958"/>
                  </a:cubicBezTo>
                  <a:cubicBezTo>
                    <a:pt x="1039431" y="157217"/>
                    <a:pt x="1043909" y="155475"/>
                    <a:pt x="1047637" y="153734"/>
                  </a:cubicBezTo>
                  <a:cubicBezTo>
                    <a:pt x="1051367" y="151995"/>
                    <a:pt x="1051615" y="149507"/>
                    <a:pt x="1053855" y="144286"/>
                  </a:cubicBezTo>
                  <a:cubicBezTo>
                    <a:pt x="1056093" y="139065"/>
                    <a:pt x="1061813" y="137819"/>
                    <a:pt x="1066786" y="136577"/>
                  </a:cubicBezTo>
                  <a:cubicBezTo>
                    <a:pt x="1072537" y="136227"/>
                    <a:pt x="1078265" y="135561"/>
                    <a:pt x="1083943" y="134587"/>
                  </a:cubicBezTo>
                  <a:cubicBezTo>
                    <a:pt x="1108810" y="123894"/>
                    <a:pt x="1135418" y="97784"/>
                    <a:pt x="1158544" y="99027"/>
                  </a:cubicBezTo>
                  <a:cubicBezTo>
                    <a:pt x="1170232" y="99774"/>
                    <a:pt x="1172221" y="101763"/>
                    <a:pt x="1179680" y="97536"/>
                  </a:cubicBezTo>
                  <a:close/>
                  <a:moveTo>
                    <a:pt x="135275" y="92313"/>
                  </a:moveTo>
                  <a:cubicBezTo>
                    <a:pt x="138011" y="92563"/>
                    <a:pt x="140995" y="96790"/>
                    <a:pt x="146217" y="98532"/>
                  </a:cubicBezTo>
                  <a:cubicBezTo>
                    <a:pt x="151441" y="100270"/>
                    <a:pt x="161636" y="100270"/>
                    <a:pt x="164121" y="100270"/>
                  </a:cubicBezTo>
                  <a:cubicBezTo>
                    <a:pt x="166609" y="100270"/>
                    <a:pt x="179041" y="100270"/>
                    <a:pt x="182025" y="100270"/>
                  </a:cubicBezTo>
                  <a:cubicBezTo>
                    <a:pt x="186139" y="100607"/>
                    <a:pt x="190173" y="101615"/>
                    <a:pt x="193961" y="103254"/>
                  </a:cubicBezTo>
                  <a:cubicBezTo>
                    <a:pt x="195702" y="104500"/>
                    <a:pt x="202166" y="105742"/>
                    <a:pt x="204156" y="108228"/>
                  </a:cubicBezTo>
                  <a:lnTo>
                    <a:pt x="213358" y="122541"/>
                  </a:lnTo>
                  <a:lnTo>
                    <a:pt x="213358" y="133841"/>
                  </a:lnTo>
                  <a:cubicBezTo>
                    <a:pt x="213962" y="139629"/>
                    <a:pt x="213962" y="145461"/>
                    <a:pt x="213358" y="151249"/>
                  </a:cubicBezTo>
                  <a:cubicBezTo>
                    <a:pt x="212612" y="154233"/>
                    <a:pt x="208137" y="161692"/>
                    <a:pt x="204406" y="170148"/>
                  </a:cubicBezTo>
                  <a:cubicBezTo>
                    <a:pt x="203179" y="176638"/>
                    <a:pt x="202349" y="183199"/>
                    <a:pt x="201918" y="189791"/>
                  </a:cubicBezTo>
                  <a:cubicBezTo>
                    <a:pt x="201670" y="198993"/>
                    <a:pt x="201422" y="205708"/>
                    <a:pt x="199929" y="225351"/>
                  </a:cubicBezTo>
                  <a:cubicBezTo>
                    <a:pt x="199681" y="231319"/>
                    <a:pt x="197940" y="238034"/>
                    <a:pt x="196697" y="246986"/>
                  </a:cubicBezTo>
                  <a:cubicBezTo>
                    <a:pt x="195454" y="249970"/>
                    <a:pt x="195454" y="256932"/>
                    <a:pt x="195454" y="265388"/>
                  </a:cubicBezTo>
                  <a:cubicBezTo>
                    <a:pt x="195454" y="273842"/>
                    <a:pt x="198438" y="275583"/>
                    <a:pt x="199681" y="277820"/>
                  </a:cubicBezTo>
                  <a:cubicBezTo>
                    <a:pt x="200924" y="280058"/>
                    <a:pt x="200428" y="280556"/>
                    <a:pt x="200924" y="285031"/>
                  </a:cubicBezTo>
                  <a:cubicBezTo>
                    <a:pt x="201422" y="289509"/>
                    <a:pt x="203908" y="290999"/>
                    <a:pt x="203161" y="296221"/>
                  </a:cubicBezTo>
                  <a:cubicBezTo>
                    <a:pt x="202417" y="301445"/>
                    <a:pt x="198686" y="309402"/>
                    <a:pt x="196449" y="321087"/>
                  </a:cubicBezTo>
                  <a:cubicBezTo>
                    <a:pt x="195420" y="326403"/>
                    <a:pt x="192395" y="331120"/>
                    <a:pt x="187993" y="334269"/>
                  </a:cubicBezTo>
                  <a:cubicBezTo>
                    <a:pt x="180636" y="340840"/>
                    <a:pt x="172232" y="346134"/>
                    <a:pt x="163126" y="349933"/>
                  </a:cubicBezTo>
                  <a:cubicBezTo>
                    <a:pt x="152932" y="353415"/>
                    <a:pt x="146465" y="367589"/>
                    <a:pt x="140747" y="371072"/>
                  </a:cubicBezTo>
                  <a:cubicBezTo>
                    <a:pt x="132727" y="375303"/>
                    <a:pt x="124418" y="378961"/>
                    <a:pt x="115881" y="382013"/>
                  </a:cubicBezTo>
                  <a:cubicBezTo>
                    <a:pt x="104971" y="386563"/>
                    <a:pt x="94690" y="392497"/>
                    <a:pt x="85294" y="399666"/>
                  </a:cubicBezTo>
                  <a:cubicBezTo>
                    <a:pt x="79435" y="402914"/>
                    <a:pt x="73272" y="405580"/>
                    <a:pt x="66894" y="407626"/>
                  </a:cubicBezTo>
                  <a:cubicBezTo>
                    <a:pt x="57788" y="415380"/>
                    <a:pt x="48058" y="422366"/>
                    <a:pt x="37798" y="428514"/>
                  </a:cubicBezTo>
                  <a:cubicBezTo>
                    <a:pt x="32078" y="431000"/>
                    <a:pt x="24867" y="417570"/>
                    <a:pt x="19397" y="411602"/>
                  </a:cubicBezTo>
                  <a:cubicBezTo>
                    <a:pt x="15698" y="408261"/>
                    <a:pt x="11704" y="405266"/>
                    <a:pt x="7461" y="402650"/>
                  </a:cubicBezTo>
                  <a:cubicBezTo>
                    <a:pt x="4227" y="399917"/>
                    <a:pt x="5472" y="392208"/>
                    <a:pt x="4227" y="387482"/>
                  </a:cubicBezTo>
                  <a:cubicBezTo>
                    <a:pt x="2984" y="382760"/>
                    <a:pt x="0" y="376541"/>
                    <a:pt x="0" y="374552"/>
                  </a:cubicBezTo>
                  <a:cubicBezTo>
                    <a:pt x="292" y="370066"/>
                    <a:pt x="3081" y="366127"/>
                    <a:pt x="7211" y="364357"/>
                  </a:cubicBezTo>
                  <a:cubicBezTo>
                    <a:pt x="10693" y="364357"/>
                    <a:pt x="15168" y="365848"/>
                    <a:pt x="18403" y="364357"/>
                  </a:cubicBezTo>
                  <a:cubicBezTo>
                    <a:pt x="24546" y="361576"/>
                    <a:pt x="30381" y="358159"/>
                    <a:pt x="35808" y="354162"/>
                  </a:cubicBezTo>
                  <a:cubicBezTo>
                    <a:pt x="41497" y="350800"/>
                    <a:pt x="47721" y="348445"/>
                    <a:pt x="54211" y="347199"/>
                  </a:cubicBezTo>
                  <a:cubicBezTo>
                    <a:pt x="65270" y="341915"/>
                    <a:pt x="75987" y="335934"/>
                    <a:pt x="86289" y="329295"/>
                  </a:cubicBezTo>
                  <a:cubicBezTo>
                    <a:pt x="91262" y="326807"/>
                    <a:pt x="101209" y="322085"/>
                    <a:pt x="101209" y="314623"/>
                  </a:cubicBezTo>
                  <a:cubicBezTo>
                    <a:pt x="101913" y="303361"/>
                    <a:pt x="101913" y="292067"/>
                    <a:pt x="101209" y="280804"/>
                  </a:cubicBezTo>
                  <a:cubicBezTo>
                    <a:pt x="99467" y="277074"/>
                    <a:pt x="93251" y="275831"/>
                    <a:pt x="93251" y="275831"/>
                  </a:cubicBezTo>
                  <a:cubicBezTo>
                    <a:pt x="88322" y="277244"/>
                    <a:pt x="83208" y="277912"/>
                    <a:pt x="78083" y="277820"/>
                  </a:cubicBezTo>
                  <a:cubicBezTo>
                    <a:pt x="75099" y="277572"/>
                    <a:pt x="68384" y="282794"/>
                    <a:pt x="63907" y="282794"/>
                  </a:cubicBezTo>
                  <a:cubicBezTo>
                    <a:pt x="60579" y="284363"/>
                    <a:pt x="56848" y="284885"/>
                    <a:pt x="53216" y="284285"/>
                  </a:cubicBezTo>
                  <a:cubicBezTo>
                    <a:pt x="50232" y="282794"/>
                    <a:pt x="47993" y="282295"/>
                    <a:pt x="46254" y="278565"/>
                  </a:cubicBezTo>
                  <a:cubicBezTo>
                    <a:pt x="44382" y="272855"/>
                    <a:pt x="43293" y="266916"/>
                    <a:pt x="43019" y="260911"/>
                  </a:cubicBezTo>
                  <a:cubicBezTo>
                    <a:pt x="41380" y="257034"/>
                    <a:pt x="40372" y="252922"/>
                    <a:pt x="40035" y="248727"/>
                  </a:cubicBezTo>
                  <a:cubicBezTo>
                    <a:pt x="41523" y="240527"/>
                    <a:pt x="42024" y="232178"/>
                    <a:pt x="41528" y="223860"/>
                  </a:cubicBezTo>
                  <a:cubicBezTo>
                    <a:pt x="41030" y="213913"/>
                    <a:pt x="48739" y="210431"/>
                    <a:pt x="55952" y="209436"/>
                  </a:cubicBezTo>
                  <a:cubicBezTo>
                    <a:pt x="63163" y="208441"/>
                    <a:pt x="69131" y="203220"/>
                    <a:pt x="76094" y="203220"/>
                  </a:cubicBezTo>
                  <a:cubicBezTo>
                    <a:pt x="80976" y="203625"/>
                    <a:pt x="85884" y="203625"/>
                    <a:pt x="90763" y="203220"/>
                  </a:cubicBezTo>
                  <a:cubicBezTo>
                    <a:pt x="97862" y="201074"/>
                    <a:pt x="104636" y="197980"/>
                    <a:pt x="110907" y="194020"/>
                  </a:cubicBezTo>
                  <a:cubicBezTo>
                    <a:pt x="114886" y="188300"/>
                    <a:pt x="120854" y="184569"/>
                    <a:pt x="120854" y="175617"/>
                  </a:cubicBezTo>
                  <a:cubicBezTo>
                    <a:pt x="121598" y="158460"/>
                    <a:pt x="126822" y="150750"/>
                    <a:pt x="126822" y="136078"/>
                  </a:cubicBezTo>
                  <a:cubicBezTo>
                    <a:pt x="127430" y="126714"/>
                    <a:pt x="123775" y="117574"/>
                    <a:pt x="116875" y="111212"/>
                  </a:cubicBezTo>
                  <a:cubicBezTo>
                    <a:pt x="115533" y="108995"/>
                    <a:pt x="115533" y="106217"/>
                    <a:pt x="116875" y="104001"/>
                  </a:cubicBezTo>
                  <a:cubicBezTo>
                    <a:pt x="121089" y="101670"/>
                    <a:pt x="124942" y="98738"/>
                    <a:pt x="128313" y="95297"/>
                  </a:cubicBezTo>
                  <a:cubicBezTo>
                    <a:pt x="129918" y="93112"/>
                    <a:pt x="132586" y="91968"/>
                    <a:pt x="135275" y="92313"/>
                  </a:cubicBezTo>
                  <a:close/>
                  <a:moveTo>
                    <a:pt x="350126" y="69934"/>
                  </a:moveTo>
                  <a:cubicBezTo>
                    <a:pt x="357089" y="70182"/>
                    <a:pt x="357836" y="74161"/>
                    <a:pt x="361068" y="76400"/>
                  </a:cubicBezTo>
                  <a:cubicBezTo>
                    <a:pt x="363979" y="77641"/>
                    <a:pt x="367104" y="78317"/>
                    <a:pt x="370268" y="78387"/>
                  </a:cubicBezTo>
                  <a:cubicBezTo>
                    <a:pt x="373004" y="78886"/>
                    <a:pt x="375740" y="82865"/>
                    <a:pt x="377478" y="86595"/>
                  </a:cubicBezTo>
                  <a:cubicBezTo>
                    <a:pt x="380763" y="93446"/>
                    <a:pt x="382624" y="100889"/>
                    <a:pt x="382950" y="108478"/>
                  </a:cubicBezTo>
                  <a:cubicBezTo>
                    <a:pt x="382452" y="125387"/>
                    <a:pt x="371014" y="128867"/>
                    <a:pt x="366537" y="139065"/>
                  </a:cubicBezTo>
                  <a:cubicBezTo>
                    <a:pt x="364845" y="144043"/>
                    <a:pt x="363843" y="149228"/>
                    <a:pt x="363553" y="154481"/>
                  </a:cubicBezTo>
                  <a:cubicBezTo>
                    <a:pt x="365046" y="162937"/>
                    <a:pt x="373500" y="165174"/>
                    <a:pt x="376982" y="159206"/>
                  </a:cubicBezTo>
                  <a:cubicBezTo>
                    <a:pt x="383697" y="157713"/>
                    <a:pt x="385684" y="153734"/>
                    <a:pt x="390409" y="151497"/>
                  </a:cubicBezTo>
                  <a:cubicBezTo>
                    <a:pt x="395134" y="149260"/>
                    <a:pt x="401849" y="156718"/>
                    <a:pt x="412292" y="159206"/>
                  </a:cubicBezTo>
                  <a:cubicBezTo>
                    <a:pt x="418260" y="160449"/>
                    <a:pt x="420497" y="175121"/>
                    <a:pt x="424724" y="182084"/>
                  </a:cubicBezTo>
                  <a:cubicBezTo>
                    <a:pt x="426382" y="187310"/>
                    <a:pt x="427222" y="192764"/>
                    <a:pt x="427212" y="198246"/>
                  </a:cubicBezTo>
                  <a:cubicBezTo>
                    <a:pt x="426945" y="202437"/>
                    <a:pt x="423878" y="205914"/>
                    <a:pt x="419753" y="206702"/>
                  </a:cubicBezTo>
                  <a:lnTo>
                    <a:pt x="404337" y="210433"/>
                  </a:lnTo>
                  <a:cubicBezTo>
                    <a:pt x="399379" y="212712"/>
                    <a:pt x="394907" y="215921"/>
                    <a:pt x="391156" y="219881"/>
                  </a:cubicBezTo>
                  <a:cubicBezTo>
                    <a:pt x="384906" y="222910"/>
                    <a:pt x="378844" y="226314"/>
                    <a:pt x="373004" y="230076"/>
                  </a:cubicBezTo>
                  <a:cubicBezTo>
                    <a:pt x="364315" y="236587"/>
                    <a:pt x="354429" y="241318"/>
                    <a:pt x="343910" y="244001"/>
                  </a:cubicBezTo>
                  <a:cubicBezTo>
                    <a:pt x="338383" y="253987"/>
                    <a:pt x="334914" y="264981"/>
                    <a:pt x="333713" y="276329"/>
                  </a:cubicBezTo>
                  <a:cubicBezTo>
                    <a:pt x="332734" y="281420"/>
                    <a:pt x="332734" y="286655"/>
                    <a:pt x="333713" y="291746"/>
                  </a:cubicBezTo>
                  <a:cubicBezTo>
                    <a:pt x="336201" y="300698"/>
                    <a:pt x="333964" y="309402"/>
                    <a:pt x="341918" y="318354"/>
                  </a:cubicBezTo>
                  <a:cubicBezTo>
                    <a:pt x="348014" y="324144"/>
                    <a:pt x="355917" y="327656"/>
                    <a:pt x="364300" y="328300"/>
                  </a:cubicBezTo>
                  <a:cubicBezTo>
                    <a:pt x="369594" y="328394"/>
                    <a:pt x="374855" y="329146"/>
                    <a:pt x="379966" y="330538"/>
                  </a:cubicBezTo>
                  <a:cubicBezTo>
                    <a:pt x="383663" y="331780"/>
                    <a:pt x="387511" y="332532"/>
                    <a:pt x="391404" y="332775"/>
                  </a:cubicBezTo>
                  <a:cubicBezTo>
                    <a:pt x="394764" y="335067"/>
                    <a:pt x="398583" y="336594"/>
                    <a:pt x="402593" y="337252"/>
                  </a:cubicBezTo>
                  <a:cubicBezTo>
                    <a:pt x="408451" y="336903"/>
                    <a:pt x="414328" y="337490"/>
                    <a:pt x="420001" y="338994"/>
                  </a:cubicBezTo>
                  <a:lnTo>
                    <a:pt x="420996" y="338247"/>
                  </a:lnTo>
                  <a:cubicBezTo>
                    <a:pt x="428700" y="342850"/>
                    <a:pt x="432605" y="351859"/>
                    <a:pt x="430694" y="360626"/>
                  </a:cubicBezTo>
                  <a:cubicBezTo>
                    <a:pt x="428227" y="369061"/>
                    <a:pt x="425322" y="377360"/>
                    <a:pt x="421990" y="385493"/>
                  </a:cubicBezTo>
                  <a:cubicBezTo>
                    <a:pt x="420001" y="391959"/>
                    <a:pt x="418510" y="399170"/>
                    <a:pt x="414780" y="401906"/>
                  </a:cubicBezTo>
                  <a:cubicBezTo>
                    <a:pt x="411049" y="404642"/>
                    <a:pt x="401350" y="402402"/>
                    <a:pt x="395881" y="404642"/>
                  </a:cubicBezTo>
                  <a:cubicBezTo>
                    <a:pt x="390038" y="407146"/>
                    <a:pt x="383820" y="408657"/>
                    <a:pt x="377478" y="409117"/>
                  </a:cubicBezTo>
                  <a:cubicBezTo>
                    <a:pt x="373004" y="409117"/>
                    <a:pt x="367284" y="404642"/>
                    <a:pt x="364548" y="403397"/>
                  </a:cubicBezTo>
                  <a:cubicBezTo>
                    <a:pt x="358094" y="401525"/>
                    <a:pt x="351353" y="400851"/>
                    <a:pt x="344654" y="401407"/>
                  </a:cubicBezTo>
                  <a:cubicBezTo>
                    <a:pt x="339185" y="401407"/>
                    <a:pt x="327745" y="401407"/>
                    <a:pt x="324761" y="401407"/>
                  </a:cubicBezTo>
                  <a:cubicBezTo>
                    <a:pt x="321777" y="401407"/>
                    <a:pt x="315809" y="397927"/>
                    <a:pt x="308102" y="396685"/>
                  </a:cubicBezTo>
                  <a:cubicBezTo>
                    <a:pt x="300393" y="395439"/>
                    <a:pt x="288457" y="396933"/>
                    <a:pt x="283235" y="395439"/>
                  </a:cubicBezTo>
                  <a:cubicBezTo>
                    <a:pt x="278842" y="393753"/>
                    <a:pt x="274732" y="391403"/>
                    <a:pt x="271049" y="388477"/>
                  </a:cubicBezTo>
                  <a:cubicBezTo>
                    <a:pt x="266308" y="382973"/>
                    <a:pt x="262447" y="376765"/>
                    <a:pt x="259611" y="370077"/>
                  </a:cubicBezTo>
                  <a:cubicBezTo>
                    <a:pt x="258387" y="363098"/>
                    <a:pt x="257805" y="356023"/>
                    <a:pt x="257870" y="348940"/>
                  </a:cubicBezTo>
                  <a:cubicBezTo>
                    <a:pt x="257371" y="345458"/>
                    <a:pt x="252649" y="327055"/>
                    <a:pt x="252649" y="324074"/>
                  </a:cubicBezTo>
                  <a:lnTo>
                    <a:pt x="252649" y="308159"/>
                  </a:lnTo>
                  <a:cubicBezTo>
                    <a:pt x="252526" y="303047"/>
                    <a:pt x="251858" y="297962"/>
                    <a:pt x="250659" y="292991"/>
                  </a:cubicBezTo>
                  <a:cubicBezTo>
                    <a:pt x="248850" y="285250"/>
                    <a:pt x="248015" y="277314"/>
                    <a:pt x="248171" y="269367"/>
                  </a:cubicBezTo>
                  <a:cubicBezTo>
                    <a:pt x="248171" y="256185"/>
                    <a:pt x="251654" y="256185"/>
                    <a:pt x="254638" y="231319"/>
                  </a:cubicBezTo>
                  <a:cubicBezTo>
                    <a:pt x="254886" y="228833"/>
                    <a:pt x="259859" y="221623"/>
                    <a:pt x="259859" y="219383"/>
                  </a:cubicBezTo>
                  <a:cubicBezTo>
                    <a:pt x="260854" y="207697"/>
                    <a:pt x="263342" y="207697"/>
                    <a:pt x="264334" y="199740"/>
                  </a:cubicBezTo>
                  <a:cubicBezTo>
                    <a:pt x="265329" y="191780"/>
                    <a:pt x="268563" y="182332"/>
                    <a:pt x="268563" y="179846"/>
                  </a:cubicBezTo>
                  <a:cubicBezTo>
                    <a:pt x="270305" y="167660"/>
                    <a:pt x="270305" y="151745"/>
                    <a:pt x="270305" y="148761"/>
                  </a:cubicBezTo>
                  <a:cubicBezTo>
                    <a:pt x="270994" y="142297"/>
                    <a:pt x="272498" y="135948"/>
                    <a:pt x="274779" y="129862"/>
                  </a:cubicBezTo>
                  <a:cubicBezTo>
                    <a:pt x="277677" y="119738"/>
                    <a:pt x="279920" y="109439"/>
                    <a:pt x="281494" y="99027"/>
                  </a:cubicBezTo>
                  <a:cubicBezTo>
                    <a:pt x="280779" y="92166"/>
                    <a:pt x="280779" y="85251"/>
                    <a:pt x="281494" y="78387"/>
                  </a:cubicBezTo>
                  <a:cubicBezTo>
                    <a:pt x="283731" y="70182"/>
                    <a:pt x="289948" y="70432"/>
                    <a:pt x="293430" y="70182"/>
                  </a:cubicBezTo>
                  <a:cubicBezTo>
                    <a:pt x="296910" y="69934"/>
                    <a:pt x="304372" y="73166"/>
                    <a:pt x="309345" y="73166"/>
                  </a:cubicBezTo>
                  <a:cubicBezTo>
                    <a:pt x="313867" y="72498"/>
                    <a:pt x="318349" y="71584"/>
                    <a:pt x="322772" y="70430"/>
                  </a:cubicBezTo>
                  <a:cubicBezTo>
                    <a:pt x="326800" y="70895"/>
                    <a:pt x="330786" y="71644"/>
                    <a:pt x="334708" y="72670"/>
                  </a:cubicBezTo>
                  <a:cubicBezTo>
                    <a:pt x="339788" y="71443"/>
                    <a:pt x="344936" y="70529"/>
                    <a:pt x="350126" y="69934"/>
                  </a:cubicBezTo>
                  <a:close/>
                  <a:moveTo>
                    <a:pt x="1374140" y="67945"/>
                  </a:moveTo>
                  <a:cubicBezTo>
                    <a:pt x="1380358" y="67945"/>
                    <a:pt x="1384833" y="73665"/>
                    <a:pt x="1389806" y="73665"/>
                  </a:cubicBezTo>
                  <a:cubicBezTo>
                    <a:pt x="1399891" y="72942"/>
                    <a:pt x="1410029" y="73696"/>
                    <a:pt x="1419895" y="75902"/>
                  </a:cubicBezTo>
                  <a:lnTo>
                    <a:pt x="1419895" y="73665"/>
                  </a:lnTo>
                  <a:cubicBezTo>
                    <a:pt x="1421636" y="75156"/>
                    <a:pt x="1423129" y="84108"/>
                    <a:pt x="1425116" y="86097"/>
                  </a:cubicBezTo>
                  <a:cubicBezTo>
                    <a:pt x="1430901" y="91749"/>
                    <a:pt x="1434585" y="99205"/>
                    <a:pt x="1435561" y="107233"/>
                  </a:cubicBezTo>
                  <a:cubicBezTo>
                    <a:pt x="1435065" y="113204"/>
                    <a:pt x="1427108" y="122652"/>
                    <a:pt x="1427108" y="125137"/>
                  </a:cubicBezTo>
                  <a:cubicBezTo>
                    <a:pt x="1427580" y="130894"/>
                    <a:pt x="1426184" y="136650"/>
                    <a:pt x="1423129" y="141551"/>
                  </a:cubicBezTo>
                  <a:cubicBezTo>
                    <a:pt x="1417383" y="149837"/>
                    <a:pt x="1412626" y="158768"/>
                    <a:pt x="1408953" y="168159"/>
                  </a:cubicBezTo>
                  <a:cubicBezTo>
                    <a:pt x="1407214" y="171887"/>
                    <a:pt x="1397017" y="180095"/>
                    <a:pt x="1395278" y="183825"/>
                  </a:cubicBezTo>
                  <a:cubicBezTo>
                    <a:pt x="1384833" y="207199"/>
                    <a:pt x="1373396" y="223362"/>
                    <a:pt x="1365188" y="246738"/>
                  </a:cubicBezTo>
                  <a:cubicBezTo>
                    <a:pt x="1363697" y="250466"/>
                    <a:pt x="1357729" y="256932"/>
                    <a:pt x="1354993" y="256932"/>
                  </a:cubicBezTo>
                  <a:cubicBezTo>
                    <a:pt x="1351033" y="255188"/>
                    <a:pt x="1346521" y="255188"/>
                    <a:pt x="1342561" y="256932"/>
                  </a:cubicBezTo>
                  <a:cubicBezTo>
                    <a:pt x="1340820" y="258674"/>
                    <a:pt x="1332115" y="258674"/>
                    <a:pt x="1329630" y="261159"/>
                  </a:cubicBezTo>
                  <a:cubicBezTo>
                    <a:pt x="1327142" y="263647"/>
                    <a:pt x="1313217" y="261658"/>
                    <a:pt x="1310481" y="267127"/>
                  </a:cubicBezTo>
                  <a:cubicBezTo>
                    <a:pt x="1308491" y="271902"/>
                    <a:pt x="1308491" y="277272"/>
                    <a:pt x="1310481" y="282047"/>
                  </a:cubicBezTo>
                  <a:cubicBezTo>
                    <a:pt x="1314459" y="287021"/>
                    <a:pt x="1323163" y="282047"/>
                    <a:pt x="1325153" y="279314"/>
                  </a:cubicBezTo>
                  <a:cubicBezTo>
                    <a:pt x="1327918" y="275685"/>
                    <a:pt x="1332285" y="273641"/>
                    <a:pt x="1336841" y="273842"/>
                  </a:cubicBezTo>
                  <a:cubicBezTo>
                    <a:pt x="1342028" y="276144"/>
                    <a:pt x="1347448" y="277896"/>
                    <a:pt x="1353004" y="279063"/>
                  </a:cubicBezTo>
                  <a:cubicBezTo>
                    <a:pt x="1356789" y="279455"/>
                    <a:pt x="1359619" y="282721"/>
                    <a:pt x="1359470" y="286525"/>
                  </a:cubicBezTo>
                  <a:cubicBezTo>
                    <a:pt x="1359494" y="293534"/>
                    <a:pt x="1360932" y="300471"/>
                    <a:pt x="1363697" y="306914"/>
                  </a:cubicBezTo>
                  <a:cubicBezTo>
                    <a:pt x="1363861" y="309935"/>
                    <a:pt x="1362984" y="312919"/>
                    <a:pt x="1361209" y="315370"/>
                  </a:cubicBezTo>
                  <a:cubicBezTo>
                    <a:pt x="1356836" y="319524"/>
                    <a:pt x="1351897" y="323040"/>
                    <a:pt x="1346540" y="325813"/>
                  </a:cubicBezTo>
                  <a:cubicBezTo>
                    <a:pt x="1343057" y="328050"/>
                    <a:pt x="1334851" y="328797"/>
                    <a:pt x="1329628" y="332029"/>
                  </a:cubicBezTo>
                  <a:cubicBezTo>
                    <a:pt x="1326555" y="334344"/>
                    <a:pt x="1324649" y="337887"/>
                    <a:pt x="1324406" y="341727"/>
                  </a:cubicBezTo>
                  <a:cubicBezTo>
                    <a:pt x="1324406" y="348194"/>
                    <a:pt x="1329380" y="348194"/>
                    <a:pt x="1332614" y="348194"/>
                  </a:cubicBezTo>
                  <a:cubicBezTo>
                    <a:pt x="1335846" y="348194"/>
                    <a:pt x="1348777" y="343967"/>
                    <a:pt x="1354993" y="343967"/>
                  </a:cubicBezTo>
                  <a:cubicBezTo>
                    <a:pt x="1361209" y="343967"/>
                    <a:pt x="1366681" y="343967"/>
                    <a:pt x="1371902" y="343967"/>
                  </a:cubicBezTo>
                  <a:cubicBezTo>
                    <a:pt x="1378627" y="341566"/>
                    <a:pt x="1385661" y="340140"/>
                    <a:pt x="1392790" y="339738"/>
                  </a:cubicBezTo>
                  <a:cubicBezTo>
                    <a:pt x="1399257" y="341479"/>
                    <a:pt x="1406716" y="335263"/>
                    <a:pt x="1410942" y="339738"/>
                  </a:cubicBezTo>
                  <a:cubicBezTo>
                    <a:pt x="1410942" y="348690"/>
                    <a:pt x="1425367" y="352173"/>
                    <a:pt x="1425367" y="364605"/>
                  </a:cubicBezTo>
                  <a:cubicBezTo>
                    <a:pt x="1425367" y="382013"/>
                    <a:pt x="1414177" y="401408"/>
                    <a:pt x="1398758" y="402901"/>
                  </a:cubicBezTo>
                  <a:cubicBezTo>
                    <a:pt x="1392044" y="403397"/>
                    <a:pt x="1393537" y="397181"/>
                    <a:pt x="1373892" y="398672"/>
                  </a:cubicBezTo>
                  <a:cubicBezTo>
                    <a:pt x="1354246" y="400165"/>
                    <a:pt x="1337089" y="400165"/>
                    <a:pt x="1334105" y="400165"/>
                  </a:cubicBezTo>
                  <a:cubicBezTo>
                    <a:pt x="1326821" y="400729"/>
                    <a:pt x="1319506" y="400729"/>
                    <a:pt x="1312222" y="400165"/>
                  </a:cubicBezTo>
                  <a:cubicBezTo>
                    <a:pt x="1305800" y="400366"/>
                    <a:pt x="1299401" y="401032"/>
                    <a:pt x="1293075" y="402154"/>
                  </a:cubicBezTo>
                  <a:cubicBezTo>
                    <a:pt x="1286042" y="403836"/>
                    <a:pt x="1278894" y="405000"/>
                    <a:pt x="1271689" y="405637"/>
                  </a:cubicBezTo>
                  <a:cubicBezTo>
                    <a:pt x="1263133" y="405674"/>
                    <a:pt x="1254672" y="407451"/>
                    <a:pt x="1246822" y="410858"/>
                  </a:cubicBezTo>
                  <a:cubicBezTo>
                    <a:pt x="1237912" y="412730"/>
                    <a:pt x="1228824" y="413647"/>
                    <a:pt x="1219718" y="413592"/>
                  </a:cubicBezTo>
                  <a:cubicBezTo>
                    <a:pt x="1210703" y="416879"/>
                    <a:pt x="1201367" y="419210"/>
                    <a:pt x="1191867" y="420555"/>
                  </a:cubicBezTo>
                  <a:cubicBezTo>
                    <a:pt x="1186894" y="421301"/>
                    <a:pt x="1174958" y="419312"/>
                    <a:pt x="1174462" y="411605"/>
                  </a:cubicBezTo>
                  <a:cubicBezTo>
                    <a:pt x="1173963" y="403896"/>
                    <a:pt x="1170483" y="398922"/>
                    <a:pt x="1170483" y="388229"/>
                  </a:cubicBezTo>
                  <a:cubicBezTo>
                    <a:pt x="1170483" y="384997"/>
                    <a:pt x="1170483" y="380024"/>
                    <a:pt x="1170483" y="377536"/>
                  </a:cubicBezTo>
                  <a:cubicBezTo>
                    <a:pt x="1170405" y="372682"/>
                    <a:pt x="1172616" y="368077"/>
                    <a:pt x="1176451" y="365104"/>
                  </a:cubicBezTo>
                  <a:cubicBezTo>
                    <a:pt x="1177195" y="364856"/>
                    <a:pt x="1180179" y="359384"/>
                    <a:pt x="1182915" y="359880"/>
                  </a:cubicBezTo>
                  <a:cubicBezTo>
                    <a:pt x="1185651" y="360378"/>
                    <a:pt x="1186398" y="363858"/>
                    <a:pt x="1190872" y="363858"/>
                  </a:cubicBezTo>
                  <a:cubicBezTo>
                    <a:pt x="1199472" y="362177"/>
                    <a:pt x="1207826" y="359420"/>
                    <a:pt x="1215739" y="355653"/>
                  </a:cubicBezTo>
                  <a:cubicBezTo>
                    <a:pt x="1225526" y="350729"/>
                    <a:pt x="1235570" y="346330"/>
                    <a:pt x="1245827" y="342474"/>
                  </a:cubicBezTo>
                  <a:cubicBezTo>
                    <a:pt x="1249806" y="337005"/>
                    <a:pt x="1243342" y="334018"/>
                    <a:pt x="1240854" y="334021"/>
                  </a:cubicBezTo>
                  <a:cubicBezTo>
                    <a:pt x="1236737" y="335289"/>
                    <a:pt x="1232267" y="334650"/>
                    <a:pt x="1228670" y="332279"/>
                  </a:cubicBezTo>
                  <a:cubicBezTo>
                    <a:pt x="1222454" y="331285"/>
                    <a:pt x="1219966" y="329791"/>
                    <a:pt x="1218227" y="327055"/>
                  </a:cubicBezTo>
                  <a:cubicBezTo>
                    <a:pt x="1216486" y="324322"/>
                    <a:pt x="1216734" y="321338"/>
                    <a:pt x="1218227" y="317109"/>
                  </a:cubicBezTo>
                  <a:cubicBezTo>
                    <a:pt x="1219718" y="312882"/>
                    <a:pt x="1219222" y="308159"/>
                    <a:pt x="1219718" y="304677"/>
                  </a:cubicBezTo>
                  <a:cubicBezTo>
                    <a:pt x="1220216" y="301197"/>
                    <a:pt x="1223200" y="295725"/>
                    <a:pt x="1226432" y="295725"/>
                  </a:cubicBezTo>
                  <a:cubicBezTo>
                    <a:pt x="1229664" y="295725"/>
                    <a:pt x="1229912" y="297962"/>
                    <a:pt x="1233147" y="297962"/>
                  </a:cubicBezTo>
                  <a:cubicBezTo>
                    <a:pt x="1236379" y="297962"/>
                    <a:pt x="1237622" y="296719"/>
                    <a:pt x="1240606" y="296719"/>
                  </a:cubicBezTo>
                  <a:cubicBezTo>
                    <a:pt x="1242992" y="297129"/>
                    <a:pt x="1245430" y="297129"/>
                    <a:pt x="1247817" y="296719"/>
                  </a:cubicBezTo>
                  <a:cubicBezTo>
                    <a:pt x="1250513" y="295531"/>
                    <a:pt x="1252774" y="293532"/>
                    <a:pt x="1254283" y="290999"/>
                  </a:cubicBezTo>
                  <a:cubicBezTo>
                    <a:pt x="1255667" y="286240"/>
                    <a:pt x="1256254" y="281282"/>
                    <a:pt x="1256025" y="276330"/>
                  </a:cubicBezTo>
                  <a:cubicBezTo>
                    <a:pt x="1255526" y="273594"/>
                    <a:pt x="1251795" y="274090"/>
                    <a:pt x="1247320" y="276327"/>
                  </a:cubicBezTo>
                  <a:cubicBezTo>
                    <a:pt x="1243603" y="277716"/>
                    <a:pt x="1239776" y="278797"/>
                    <a:pt x="1235880" y="279562"/>
                  </a:cubicBezTo>
                  <a:cubicBezTo>
                    <a:pt x="1233643" y="279562"/>
                    <a:pt x="1228670" y="281799"/>
                    <a:pt x="1225438" y="281799"/>
                  </a:cubicBezTo>
                  <a:cubicBezTo>
                    <a:pt x="1222571" y="281823"/>
                    <a:pt x="1219720" y="281402"/>
                    <a:pt x="1216982" y="280557"/>
                  </a:cubicBezTo>
                  <a:cubicBezTo>
                    <a:pt x="1212755" y="279562"/>
                    <a:pt x="1212755" y="277074"/>
                    <a:pt x="1212755" y="274090"/>
                  </a:cubicBezTo>
                  <a:cubicBezTo>
                    <a:pt x="1211089" y="271085"/>
                    <a:pt x="1209993" y="267795"/>
                    <a:pt x="1209523" y="264391"/>
                  </a:cubicBezTo>
                  <a:cubicBezTo>
                    <a:pt x="1210270" y="255690"/>
                    <a:pt x="1202062" y="252706"/>
                    <a:pt x="1202062" y="250466"/>
                  </a:cubicBezTo>
                  <a:cubicBezTo>
                    <a:pt x="1199683" y="245558"/>
                    <a:pt x="1198250" y="240242"/>
                    <a:pt x="1197835" y="234802"/>
                  </a:cubicBezTo>
                  <a:cubicBezTo>
                    <a:pt x="1197835" y="224855"/>
                    <a:pt x="1206040" y="217146"/>
                    <a:pt x="1206040" y="211178"/>
                  </a:cubicBezTo>
                  <a:cubicBezTo>
                    <a:pt x="1203276" y="198688"/>
                    <a:pt x="1201942" y="185922"/>
                    <a:pt x="1202062" y="173132"/>
                  </a:cubicBezTo>
                  <a:cubicBezTo>
                    <a:pt x="1202310" y="169401"/>
                    <a:pt x="1197339" y="163681"/>
                    <a:pt x="1197336" y="156719"/>
                  </a:cubicBezTo>
                  <a:cubicBezTo>
                    <a:pt x="1197412" y="152602"/>
                    <a:pt x="1197997" y="148508"/>
                    <a:pt x="1199078" y="144535"/>
                  </a:cubicBezTo>
                  <a:cubicBezTo>
                    <a:pt x="1201325" y="137681"/>
                    <a:pt x="1202743" y="130586"/>
                    <a:pt x="1203307" y="123398"/>
                  </a:cubicBezTo>
                  <a:cubicBezTo>
                    <a:pt x="1202310" y="113948"/>
                    <a:pt x="1207286" y="102012"/>
                    <a:pt x="1213750" y="102012"/>
                  </a:cubicBezTo>
                  <a:cubicBezTo>
                    <a:pt x="1220216" y="102012"/>
                    <a:pt x="1219966" y="109969"/>
                    <a:pt x="1227176" y="109969"/>
                  </a:cubicBezTo>
                  <a:cubicBezTo>
                    <a:pt x="1231445" y="110295"/>
                    <a:pt x="1235737" y="109875"/>
                    <a:pt x="1239859" y="108726"/>
                  </a:cubicBezTo>
                  <a:cubicBezTo>
                    <a:pt x="1241848" y="107732"/>
                    <a:pt x="1252790" y="104748"/>
                    <a:pt x="1256273" y="103505"/>
                  </a:cubicBezTo>
                  <a:cubicBezTo>
                    <a:pt x="1266467" y="99774"/>
                    <a:pt x="1273678" y="95300"/>
                    <a:pt x="1284619" y="91817"/>
                  </a:cubicBezTo>
                  <a:cubicBezTo>
                    <a:pt x="1291582" y="89580"/>
                    <a:pt x="1301281" y="91569"/>
                    <a:pt x="1307001" y="89580"/>
                  </a:cubicBezTo>
                  <a:cubicBezTo>
                    <a:pt x="1324406" y="84108"/>
                    <a:pt x="1367924" y="67945"/>
                    <a:pt x="1374140" y="67945"/>
                  </a:cubicBezTo>
                  <a:close/>
                  <a:moveTo>
                    <a:pt x="740286" y="3539"/>
                  </a:moveTo>
                  <a:cubicBezTo>
                    <a:pt x="744127" y="3622"/>
                    <a:pt x="747954" y="4037"/>
                    <a:pt x="751724" y="4782"/>
                  </a:cubicBezTo>
                  <a:cubicBezTo>
                    <a:pt x="756446" y="5032"/>
                    <a:pt x="761177" y="5032"/>
                    <a:pt x="765900" y="4782"/>
                  </a:cubicBezTo>
                  <a:cubicBezTo>
                    <a:pt x="769380" y="4782"/>
                    <a:pt x="772116" y="9259"/>
                    <a:pt x="773358" y="10502"/>
                  </a:cubicBezTo>
                  <a:cubicBezTo>
                    <a:pt x="774604" y="11744"/>
                    <a:pt x="784300" y="11496"/>
                    <a:pt x="786537" y="14480"/>
                  </a:cubicBezTo>
                  <a:cubicBezTo>
                    <a:pt x="788777" y="17464"/>
                    <a:pt x="788278" y="24923"/>
                    <a:pt x="790766" y="29899"/>
                  </a:cubicBezTo>
                  <a:cubicBezTo>
                    <a:pt x="793252" y="34870"/>
                    <a:pt x="800215" y="37358"/>
                    <a:pt x="800961" y="52526"/>
                  </a:cubicBezTo>
                  <a:cubicBezTo>
                    <a:pt x="801708" y="67694"/>
                    <a:pt x="797729" y="67944"/>
                    <a:pt x="788278" y="75651"/>
                  </a:cubicBezTo>
                  <a:cubicBezTo>
                    <a:pt x="785793" y="79134"/>
                    <a:pt x="782809" y="84854"/>
                    <a:pt x="790766" y="83361"/>
                  </a:cubicBezTo>
                  <a:cubicBezTo>
                    <a:pt x="798724" y="81870"/>
                    <a:pt x="828316" y="75155"/>
                    <a:pt x="835527" y="72918"/>
                  </a:cubicBezTo>
                  <a:cubicBezTo>
                    <a:pt x="843641" y="70257"/>
                    <a:pt x="851956" y="68263"/>
                    <a:pt x="860394" y="66950"/>
                  </a:cubicBezTo>
                  <a:cubicBezTo>
                    <a:pt x="863378" y="66699"/>
                    <a:pt x="868351" y="70678"/>
                    <a:pt x="871583" y="71672"/>
                  </a:cubicBezTo>
                  <a:cubicBezTo>
                    <a:pt x="874815" y="72670"/>
                    <a:pt x="881530" y="72171"/>
                    <a:pt x="883020" y="75403"/>
                  </a:cubicBezTo>
                  <a:cubicBezTo>
                    <a:pt x="885161" y="81418"/>
                    <a:pt x="890226" y="85922"/>
                    <a:pt x="896450" y="87339"/>
                  </a:cubicBezTo>
                  <a:lnTo>
                    <a:pt x="895954" y="85350"/>
                  </a:lnTo>
                  <a:cubicBezTo>
                    <a:pt x="899128" y="86232"/>
                    <a:pt x="901535" y="88830"/>
                    <a:pt x="902170" y="92065"/>
                  </a:cubicBezTo>
                  <a:cubicBezTo>
                    <a:pt x="902170" y="95049"/>
                    <a:pt x="902170" y="100022"/>
                    <a:pt x="902170" y="105990"/>
                  </a:cubicBezTo>
                  <a:cubicBezTo>
                    <a:pt x="902170" y="115689"/>
                    <a:pt x="884514" y="122403"/>
                    <a:pt x="877303" y="127126"/>
                  </a:cubicBezTo>
                  <a:cubicBezTo>
                    <a:pt x="874815" y="128619"/>
                    <a:pt x="872330" y="122899"/>
                    <a:pt x="864124" y="122899"/>
                  </a:cubicBezTo>
                  <a:lnTo>
                    <a:pt x="841495" y="124641"/>
                  </a:lnTo>
                  <a:lnTo>
                    <a:pt x="823591" y="126630"/>
                  </a:lnTo>
                  <a:lnTo>
                    <a:pt x="807428" y="131603"/>
                  </a:lnTo>
                  <a:cubicBezTo>
                    <a:pt x="801804" y="133149"/>
                    <a:pt x="796317" y="135146"/>
                    <a:pt x="791015" y="137571"/>
                  </a:cubicBezTo>
                  <a:cubicBezTo>
                    <a:pt x="788030" y="139310"/>
                    <a:pt x="778332" y="137073"/>
                    <a:pt x="775348" y="137571"/>
                  </a:cubicBezTo>
                  <a:cubicBezTo>
                    <a:pt x="772364" y="138067"/>
                    <a:pt x="761670" y="144782"/>
                    <a:pt x="752470" y="147270"/>
                  </a:cubicBezTo>
                  <a:cubicBezTo>
                    <a:pt x="734352" y="150359"/>
                    <a:pt x="716485" y="154763"/>
                    <a:pt x="699006" y="160449"/>
                  </a:cubicBezTo>
                  <a:cubicBezTo>
                    <a:pt x="695526" y="164428"/>
                    <a:pt x="686822" y="162934"/>
                    <a:pt x="684337" y="164428"/>
                  </a:cubicBezTo>
                  <a:cubicBezTo>
                    <a:pt x="681849" y="165918"/>
                    <a:pt x="676379" y="164676"/>
                    <a:pt x="669664" y="168156"/>
                  </a:cubicBezTo>
                  <a:cubicBezTo>
                    <a:pt x="662950" y="171638"/>
                    <a:pt x="659966" y="169649"/>
                    <a:pt x="656235" y="171638"/>
                  </a:cubicBezTo>
                  <a:cubicBezTo>
                    <a:pt x="652593" y="173025"/>
                    <a:pt x="648674" y="173536"/>
                    <a:pt x="644798" y="173129"/>
                  </a:cubicBezTo>
                  <a:cubicBezTo>
                    <a:pt x="640568" y="173964"/>
                    <a:pt x="636412" y="175129"/>
                    <a:pt x="632366" y="176612"/>
                  </a:cubicBezTo>
                  <a:cubicBezTo>
                    <a:pt x="628841" y="177387"/>
                    <a:pt x="625194" y="177387"/>
                    <a:pt x="621672" y="176612"/>
                  </a:cubicBezTo>
                  <a:cubicBezTo>
                    <a:pt x="618785" y="176199"/>
                    <a:pt x="615856" y="176199"/>
                    <a:pt x="612968" y="176612"/>
                  </a:cubicBezTo>
                  <a:cubicBezTo>
                    <a:pt x="610232" y="180342"/>
                    <a:pt x="604763" y="180342"/>
                    <a:pt x="599043" y="180342"/>
                  </a:cubicBezTo>
                  <a:cubicBezTo>
                    <a:pt x="595007" y="181209"/>
                    <a:pt x="591083" y="182546"/>
                    <a:pt x="587355" y="184321"/>
                  </a:cubicBezTo>
                  <a:cubicBezTo>
                    <a:pt x="586611" y="187057"/>
                    <a:pt x="581635" y="189542"/>
                    <a:pt x="577160" y="190289"/>
                  </a:cubicBezTo>
                  <a:cubicBezTo>
                    <a:pt x="572685" y="191033"/>
                    <a:pt x="572187" y="184321"/>
                    <a:pt x="568954" y="184321"/>
                  </a:cubicBezTo>
                  <a:cubicBezTo>
                    <a:pt x="565722" y="184321"/>
                    <a:pt x="559008" y="186806"/>
                    <a:pt x="553784" y="184321"/>
                  </a:cubicBezTo>
                  <a:cubicBezTo>
                    <a:pt x="548562" y="181833"/>
                    <a:pt x="549805" y="174622"/>
                    <a:pt x="549808" y="168406"/>
                  </a:cubicBezTo>
                  <a:cubicBezTo>
                    <a:pt x="550061" y="163934"/>
                    <a:pt x="550061" y="159452"/>
                    <a:pt x="549808" y="154977"/>
                  </a:cubicBezTo>
                  <a:cubicBezTo>
                    <a:pt x="549286" y="151231"/>
                    <a:pt x="550369" y="147440"/>
                    <a:pt x="552792" y="144534"/>
                  </a:cubicBezTo>
                  <a:cubicBezTo>
                    <a:pt x="561913" y="137791"/>
                    <a:pt x="572077" y="132582"/>
                    <a:pt x="582880" y="129115"/>
                  </a:cubicBezTo>
                  <a:cubicBezTo>
                    <a:pt x="585864" y="128619"/>
                    <a:pt x="587853" y="133841"/>
                    <a:pt x="590837" y="133841"/>
                  </a:cubicBezTo>
                  <a:cubicBezTo>
                    <a:pt x="593821" y="133841"/>
                    <a:pt x="603517" y="127873"/>
                    <a:pt x="608243" y="127873"/>
                  </a:cubicBezTo>
                  <a:cubicBezTo>
                    <a:pt x="622192" y="126194"/>
                    <a:pt x="635992" y="123450"/>
                    <a:pt x="649523" y="119667"/>
                  </a:cubicBezTo>
                  <a:cubicBezTo>
                    <a:pt x="656734" y="117179"/>
                    <a:pt x="663448" y="118921"/>
                    <a:pt x="667176" y="117179"/>
                  </a:cubicBezTo>
                  <a:cubicBezTo>
                    <a:pt x="670907" y="115441"/>
                    <a:pt x="695526" y="108227"/>
                    <a:pt x="699505" y="107233"/>
                  </a:cubicBezTo>
                  <a:cubicBezTo>
                    <a:pt x="703483" y="106238"/>
                    <a:pt x="711689" y="101265"/>
                    <a:pt x="712683" y="99523"/>
                  </a:cubicBezTo>
                  <a:cubicBezTo>
                    <a:pt x="713678" y="97785"/>
                    <a:pt x="712931" y="95049"/>
                    <a:pt x="711193" y="90574"/>
                  </a:cubicBezTo>
                  <a:cubicBezTo>
                    <a:pt x="709451" y="86097"/>
                    <a:pt x="705721" y="87590"/>
                    <a:pt x="701990" y="87587"/>
                  </a:cubicBezTo>
                  <a:cubicBezTo>
                    <a:pt x="698238" y="86621"/>
                    <a:pt x="695019" y="84206"/>
                    <a:pt x="693041" y="80875"/>
                  </a:cubicBezTo>
                  <a:cubicBezTo>
                    <a:pt x="692913" y="77580"/>
                    <a:pt x="693685" y="74312"/>
                    <a:pt x="695278" y="71424"/>
                  </a:cubicBezTo>
                  <a:cubicBezTo>
                    <a:pt x="696273" y="68192"/>
                    <a:pt x="697019" y="66950"/>
                    <a:pt x="698510" y="62472"/>
                  </a:cubicBezTo>
                  <a:cubicBezTo>
                    <a:pt x="699948" y="58896"/>
                    <a:pt x="701194" y="55243"/>
                    <a:pt x="702241" y="51531"/>
                  </a:cubicBezTo>
                  <a:cubicBezTo>
                    <a:pt x="704230" y="45315"/>
                    <a:pt x="692542" y="28406"/>
                    <a:pt x="690801" y="23680"/>
                  </a:cubicBezTo>
                  <a:cubicBezTo>
                    <a:pt x="690265" y="20143"/>
                    <a:pt x="691581" y="16577"/>
                    <a:pt x="694283" y="14232"/>
                  </a:cubicBezTo>
                  <a:cubicBezTo>
                    <a:pt x="699257" y="9011"/>
                    <a:pt x="705225" y="11248"/>
                    <a:pt x="711193" y="11248"/>
                  </a:cubicBezTo>
                  <a:cubicBezTo>
                    <a:pt x="714782" y="10755"/>
                    <a:pt x="718200" y="9389"/>
                    <a:pt x="721139" y="7269"/>
                  </a:cubicBezTo>
                  <a:cubicBezTo>
                    <a:pt x="723129" y="7269"/>
                    <a:pt x="726113" y="9011"/>
                    <a:pt x="730587" y="7269"/>
                  </a:cubicBezTo>
                  <a:cubicBezTo>
                    <a:pt x="735065" y="5528"/>
                    <a:pt x="735065" y="3539"/>
                    <a:pt x="740286" y="3539"/>
                  </a:cubicBezTo>
                  <a:close/>
                  <a:moveTo>
                    <a:pt x="2724405" y="59"/>
                  </a:moveTo>
                  <a:cubicBezTo>
                    <a:pt x="2731367" y="555"/>
                    <a:pt x="2736093" y="6774"/>
                    <a:pt x="2740319" y="12243"/>
                  </a:cubicBezTo>
                  <a:cubicBezTo>
                    <a:pt x="2744549" y="17712"/>
                    <a:pt x="2739077" y="27163"/>
                    <a:pt x="2733605" y="31888"/>
                  </a:cubicBezTo>
                  <a:cubicBezTo>
                    <a:pt x="2728096" y="36595"/>
                    <a:pt x="2723684" y="42454"/>
                    <a:pt x="2720674" y="49046"/>
                  </a:cubicBezTo>
                  <a:cubicBezTo>
                    <a:pt x="2720674" y="51283"/>
                    <a:pt x="2717941" y="62225"/>
                    <a:pt x="2720677" y="64464"/>
                  </a:cubicBezTo>
                  <a:cubicBezTo>
                    <a:pt x="2724906" y="67336"/>
                    <a:pt x="2727919" y="71678"/>
                    <a:pt x="2729130" y="76649"/>
                  </a:cubicBezTo>
                  <a:cubicBezTo>
                    <a:pt x="2729378" y="83361"/>
                    <a:pt x="2722914" y="87590"/>
                    <a:pt x="2711226" y="112457"/>
                  </a:cubicBezTo>
                  <a:cubicBezTo>
                    <a:pt x="2707104" y="119161"/>
                    <a:pt x="2702621" y="125635"/>
                    <a:pt x="2697796" y="131851"/>
                  </a:cubicBezTo>
                  <a:cubicBezTo>
                    <a:pt x="2695063" y="136078"/>
                    <a:pt x="2705010" y="142793"/>
                    <a:pt x="2713962" y="140556"/>
                  </a:cubicBezTo>
                  <a:cubicBezTo>
                    <a:pt x="2718935" y="139062"/>
                    <a:pt x="2714210" y="153238"/>
                    <a:pt x="2721919" y="153238"/>
                  </a:cubicBezTo>
                  <a:cubicBezTo>
                    <a:pt x="2729626" y="153238"/>
                    <a:pt x="2739573" y="145777"/>
                    <a:pt x="2736341" y="138070"/>
                  </a:cubicBezTo>
                  <a:cubicBezTo>
                    <a:pt x="2733855" y="135582"/>
                    <a:pt x="2728631" y="137820"/>
                    <a:pt x="2723410" y="133841"/>
                  </a:cubicBezTo>
                  <a:cubicBezTo>
                    <a:pt x="2718189" y="129862"/>
                    <a:pt x="2718437" y="119171"/>
                    <a:pt x="2720426" y="119171"/>
                  </a:cubicBezTo>
                  <a:cubicBezTo>
                    <a:pt x="2723820" y="117895"/>
                    <a:pt x="2726762" y="115644"/>
                    <a:pt x="2728882" y="112705"/>
                  </a:cubicBezTo>
                  <a:cubicBezTo>
                    <a:pt x="2730623" y="110963"/>
                    <a:pt x="2735845" y="106737"/>
                    <a:pt x="2735845" y="104249"/>
                  </a:cubicBezTo>
                  <a:cubicBezTo>
                    <a:pt x="2735845" y="101763"/>
                    <a:pt x="2731615" y="96043"/>
                    <a:pt x="2735845" y="90075"/>
                  </a:cubicBezTo>
                  <a:cubicBezTo>
                    <a:pt x="2740071" y="84107"/>
                    <a:pt x="2745293" y="84854"/>
                    <a:pt x="2748029" y="84107"/>
                  </a:cubicBezTo>
                  <a:cubicBezTo>
                    <a:pt x="2750765" y="83361"/>
                    <a:pt x="2753498" y="76897"/>
                    <a:pt x="2754991" y="73414"/>
                  </a:cubicBezTo>
                  <a:cubicBezTo>
                    <a:pt x="2756741" y="69824"/>
                    <a:pt x="2757834" y="65950"/>
                    <a:pt x="2758223" y="61976"/>
                  </a:cubicBezTo>
                  <a:cubicBezTo>
                    <a:pt x="2758223" y="52776"/>
                    <a:pt x="2747530" y="48299"/>
                    <a:pt x="2749519" y="41088"/>
                  </a:cubicBezTo>
                  <a:cubicBezTo>
                    <a:pt x="2753250" y="26168"/>
                    <a:pt x="2792290" y="18707"/>
                    <a:pt x="2793285" y="17963"/>
                  </a:cubicBezTo>
                  <a:cubicBezTo>
                    <a:pt x="2794282" y="17216"/>
                    <a:pt x="2795274" y="13736"/>
                    <a:pt x="2797264" y="12491"/>
                  </a:cubicBezTo>
                  <a:cubicBezTo>
                    <a:pt x="2800966" y="9669"/>
                    <a:pt x="2805881" y="9008"/>
                    <a:pt x="2810194" y="10752"/>
                  </a:cubicBezTo>
                  <a:cubicBezTo>
                    <a:pt x="2815168" y="13321"/>
                    <a:pt x="2819911" y="16318"/>
                    <a:pt x="2824370" y="19704"/>
                  </a:cubicBezTo>
                  <a:cubicBezTo>
                    <a:pt x="2827239" y="22255"/>
                    <a:pt x="2828560" y="26124"/>
                    <a:pt x="2827850" y="29899"/>
                  </a:cubicBezTo>
                  <a:cubicBezTo>
                    <a:pt x="2826360" y="34624"/>
                    <a:pt x="2824866" y="46558"/>
                    <a:pt x="2826360" y="48299"/>
                  </a:cubicBezTo>
                  <a:cubicBezTo>
                    <a:pt x="2827850" y="50040"/>
                    <a:pt x="2813677" y="57750"/>
                    <a:pt x="2807210" y="64214"/>
                  </a:cubicBezTo>
                  <a:cubicBezTo>
                    <a:pt x="2798817" y="74636"/>
                    <a:pt x="2793556" y="87224"/>
                    <a:pt x="2792042" y="100521"/>
                  </a:cubicBezTo>
                  <a:cubicBezTo>
                    <a:pt x="2791794" y="101763"/>
                    <a:pt x="2787567" y="110715"/>
                    <a:pt x="2787567" y="113203"/>
                  </a:cubicBezTo>
                  <a:lnTo>
                    <a:pt x="2783837" y="127873"/>
                  </a:lnTo>
                  <a:cubicBezTo>
                    <a:pt x="2781722" y="133950"/>
                    <a:pt x="2780628" y="140336"/>
                    <a:pt x="2780605" y="146772"/>
                  </a:cubicBezTo>
                  <a:cubicBezTo>
                    <a:pt x="2781101" y="150750"/>
                    <a:pt x="2786322" y="149508"/>
                    <a:pt x="2789557" y="149508"/>
                  </a:cubicBezTo>
                  <a:cubicBezTo>
                    <a:pt x="2796016" y="148129"/>
                    <a:pt x="2801908" y="144837"/>
                    <a:pt x="2806466" y="140057"/>
                  </a:cubicBezTo>
                  <a:cubicBezTo>
                    <a:pt x="2810346" y="139582"/>
                    <a:pt x="2814272" y="139582"/>
                    <a:pt x="2818152" y="140057"/>
                  </a:cubicBezTo>
                  <a:cubicBezTo>
                    <a:pt x="2821136" y="141054"/>
                    <a:pt x="2824120" y="146025"/>
                    <a:pt x="2827602" y="147020"/>
                  </a:cubicBezTo>
                  <a:cubicBezTo>
                    <a:pt x="2831082" y="148017"/>
                    <a:pt x="2835560" y="148513"/>
                    <a:pt x="2838296" y="150254"/>
                  </a:cubicBezTo>
                  <a:cubicBezTo>
                    <a:pt x="2839664" y="151125"/>
                    <a:pt x="2841839" y="151125"/>
                    <a:pt x="2844108" y="151436"/>
                  </a:cubicBezTo>
                  <a:lnTo>
                    <a:pt x="2849041" y="153793"/>
                  </a:lnTo>
                  <a:lnTo>
                    <a:pt x="2855205" y="180342"/>
                  </a:lnTo>
                  <a:cubicBezTo>
                    <a:pt x="2854811" y="189020"/>
                    <a:pt x="2852519" y="197510"/>
                    <a:pt x="2848490" y="205209"/>
                  </a:cubicBezTo>
                  <a:cubicBezTo>
                    <a:pt x="2837001" y="212073"/>
                    <a:pt x="2823827" y="215602"/>
                    <a:pt x="2810445" y="215404"/>
                  </a:cubicBezTo>
                  <a:cubicBezTo>
                    <a:pt x="2806033" y="215399"/>
                    <a:pt x="2801811" y="217195"/>
                    <a:pt x="2798757" y="220377"/>
                  </a:cubicBezTo>
                  <a:cubicBezTo>
                    <a:pt x="2793870" y="221918"/>
                    <a:pt x="2788565" y="221377"/>
                    <a:pt x="2784085" y="218887"/>
                  </a:cubicBezTo>
                  <a:cubicBezTo>
                    <a:pt x="2777871" y="217406"/>
                    <a:pt x="2771400" y="217406"/>
                    <a:pt x="2765186" y="218887"/>
                  </a:cubicBezTo>
                  <a:cubicBezTo>
                    <a:pt x="2752039" y="222440"/>
                    <a:pt x="2740583" y="230546"/>
                    <a:pt x="2732861" y="241764"/>
                  </a:cubicBezTo>
                  <a:cubicBezTo>
                    <a:pt x="2729817" y="246782"/>
                    <a:pt x="2725749" y="251102"/>
                    <a:pt x="2720925" y="254447"/>
                  </a:cubicBezTo>
                  <a:cubicBezTo>
                    <a:pt x="2714810" y="259055"/>
                    <a:pt x="2709370" y="264495"/>
                    <a:pt x="2704759" y="270609"/>
                  </a:cubicBezTo>
                  <a:cubicBezTo>
                    <a:pt x="2701545" y="275987"/>
                    <a:pt x="2700480" y="282381"/>
                    <a:pt x="2701775" y="288513"/>
                  </a:cubicBezTo>
                  <a:cubicBezTo>
                    <a:pt x="2702522" y="290255"/>
                    <a:pt x="2706252" y="291247"/>
                    <a:pt x="2710727" y="290255"/>
                  </a:cubicBezTo>
                  <a:cubicBezTo>
                    <a:pt x="2715205" y="289258"/>
                    <a:pt x="2722914" y="284284"/>
                    <a:pt x="2727141" y="283788"/>
                  </a:cubicBezTo>
                  <a:cubicBezTo>
                    <a:pt x="2731367" y="283292"/>
                    <a:pt x="2733605" y="277820"/>
                    <a:pt x="2737834" y="278068"/>
                  </a:cubicBezTo>
                  <a:cubicBezTo>
                    <a:pt x="2742061" y="278316"/>
                    <a:pt x="2746287" y="285031"/>
                    <a:pt x="2756482" y="287519"/>
                  </a:cubicBezTo>
                  <a:cubicBezTo>
                    <a:pt x="2759965" y="288263"/>
                    <a:pt x="2765434" y="292242"/>
                    <a:pt x="2774637" y="294978"/>
                  </a:cubicBezTo>
                  <a:cubicBezTo>
                    <a:pt x="2775879" y="295226"/>
                    <a:pt x="2783090" y="296719"/>
                    <a:pt x="2781847" y="302191"/>
                  </a:cubicBezTo>
                  <a:cubicBezTo>
                    <a:pt x="2781435" y="308804"/>
                    <a:pt x="2779835" y="315289"/>
                    <a:pt x="2777122" y="321338"/>
                  </a:cubicBezTo>
                  <a:cubicBezTo>
                    <a:pt x="2773890" y="324818"/>
                    <a:pt x="2773143" y="329047"/>
                    <a:pt x="2766181" y="330538"/>
                  </a:cubicBezTo>
                  <a:cubicBezTo>
                    <a:pt x="2759218" y="332028"/>
                    <a:pt x="2754991" y="332028"/>
                    <a:pt x="2747034" y="334018"/>
                  </a:cubicBezTo>
                  <a:cubicBezTo>
                    <a:pt x="2743303" y="335012"/>
                    <a:pt x="2739077" y="337500"/>
                    <a:pt x="2734103" y="338495"/>
                  </a:cubicBezTo>
                  <a:cubicBezTo>
                    <a:pt x="2729130" y="339490"/>
                    <a:pt x="2704263" y="343967"/>
                    <a:pt x="2704263" y="351924"/>
                  </a:cubicBezTo>
                  <a:cubicBezTo>
                    <a:pt x="2705109" y="358853"/>
                    <a:pt x="2705524" y="365829"/>
                    <a:pt x="2705506" y="372812"/>
                  </a:cubicBezTo>
                  <a:cubicBezTo>
                    <a:pt x="2705221" y="378747"/>
                    <a:pt x="2704472" y="384649"/>
                    <a:pt x="2703268" y="390466"/>
                  </a:cubicBezTo>
                  <a:cubicBezTo>
                    <a:pt x="2700838" y="397011"/>
                    <a:pt x="2699412" y="403887"/>
                    <a:pt x="2699042" y="410858"/>
                  </a:cubicBezTo>
                  <a:cubicBezTo>
                    <a:pt x="2699538" y="417074"/>
                    <a:pt x="2691332" y="423042"/>
                    <a:pt x="2691332" y="424285"/>
                  </a:cubicBezTo>
                  <a:cubicBezTo>
                    <a:pt x="2686607" y="434730"/>
                    <a:pt x="2687354" y="450146"/>
                    <a:pt x="2676412" y="453629"/>
                  </a:cubicBezTo>
                  <a:cubicBezTo>
                    <a:pt x="2669290" y="456665"/>
                    <a:pt x="2661983" y="459239"/>
                    <a:pt x="2654530" y="461336"/>
                  </a:cubicBezTo>
                  <a:cubicBezTo>
                    <a:pt x="2648415" y="462033"/>
                    <a:pt x="2642453" y="463714"/>
                    <a:pt x="2636874" y="466309"/>
                  </a:cubicBezTo>
                  <a:cubicBezTo>
                    <a:pt x="2628170" y="468726"/>
                    <a:pt x="2618972" y="468726"/>
                    <a:pt x="2610268" y="466309"/>
                  </a:cubicBezTo>
                  <a:cubicBezTo>
                    <a:pt x="2607281" y="463824"/>
                    <a:pt x="2608775" y="455368"/>
                    <a:pt x="2608775" y="450397"/>
                  </a:cubicBezTo>
                  <a:cubicBezTo>
                    <a:pt x="2608775" y="439951"/>
                    <a:pt x="2586145" y="431247"/>
                    <a:pt x="2583908" y="425530"/>
                  </a:cubicBezTo>
                  <a:cubicBezTo>
                    <a:pt x="2581671" y="419810"/>
                    <a:pt x="2589628" y="420058"/>
                    <a:pt x="2597585" y="418567"/>
                  </a:cubicBezTo>
                  <a:cubicBezTo>
                    <a:pt x="2611260" y="416079"/>
                    <a:pt x="2624193" y="414589"/>
                    <a:pt x="2630657" y="412597"/>
                  </a:cubicBezTo>
                  <a:cubicBezTo>
                    <a:pt x="2644335" y="408122"/>
                    <a:pt x="2649804" y="380519"/>
                    <a:pt x="2656767" y="368087"/>
                  </a:cubicBezTo>
                  <a:cubicBezTo>
                    <a:pt x="2658756" y="364108"/>
                    <a:pt x="2658260" y="357642"/>
                    <a:pt x="2649556" y="357642"/>
                  </a:cubicBezTo>
                  <a:cubicBezTo>
                    <a:pt x="2641147" y="358375"/>
                    <a:pt x="2632824" y="359874"/>
                    <a:pt x="2624689" y="362119"/>
                  </a:cubicBezTo>
                  <a:cubicBezTo>
                    <a:pt x="2616508" y="364101"/>
                    <a:pt x="2608198" y="365513"/>
                    <a:pt x="2599823" y="366346"/>
                  </a:cubicBezTo>
                  <a:cubicBezTo>
                    <a:pt x="2594103" y="366842"/>
                    <a:pt x="2585401" y="373556"/>
                    <a:pt x="2579183" y="373804"/>
                  </a:cubicBezTo>
                  <a:cubicBezTo>
                    <a:pt x="2572967" y="374055"/>
                    <a:pt x="2567745" y="376292"/>
                    <a:pt x="2560534" y="369330"/>
                  </a:cubicBezTo>
                  <a:cubicBezTo>
                    <a:pt x="2558793" y="367340"/>
                    <a:pt x="2556556" y="367839"/>
                    <a:pt x="2552326" y="365599"/>
                  </a:cubicBezTo>
                  <a:cubicBezTo>
                    <a:pt x="2548100" y="363362"/>
                    <a:pt x="2550337" y="355156"/>
                    <a:pt x="2550337" y="351922"/>
                  </a:cubicBezTo>
                  <a:cubicBezTo>
                    <a:pt x="2550671" y="345557"/>
                    <a:pt x="2551930" y="339276"/>
                    <a:pt x="2554068" y="333274"/>
                  </a:cubicBezTo>
                  <a:cubicBezTo>
                    <a:pt x="2559336" y="325794"/>
                    <a:pt x="2567411" y="320771"/>
                    <a:pt x="2576447" y="319348"/>
                  </a:cubicBezTo>
                  <a:cubicBezTo>
                    <a:pt x="2579681" y="319348"/>
                    <a:pt x="2589876" y="323575"/>
                    <a:pt x="2593108" y="323575"/>
                  </a:cubicBezTo>
                  <a:cubicBezTo>
                    <a:pt x="2596340" y="323575"/>
                    <a:pt x="2603553" y="316612"/>
                    <a:pt x="2609023" y="313628"/>
                  </a:cubicBezTo>
                  <a:cubicBezTo>
                    <a:pt x="2615385" y="311250"/>
                    <a:pt x="2621964" y="309501"/>
                    <a:pt x="2628668" y="308407"/>
                  </a:cubicBezTo>
                  <a:cubicBezTo>
                    <a:pt x="2632916" y="307005"/>
                    <a:pt x="2636936" y="304995"/>
                    <a:pt x="2640604" y="302439"/>
                  </a:cubicBezTo>
                  <a:cubicBezTo>
                    <a:pt x="2644831" y="300202"/>
                    <a:pt x="2642842" y="298460"/>
                    <a:pt x="2644831" y="295476"/>
                  </a:cubicBezTo>
                  <a:cubicBezTo>
                    <a:pt x="2646820" y="292492"/>
                    <a:pt x="2645330" y="284036"/>
                    <a:pt x="2646820" y="280804"/>
                  </a:cubicBezTo>
                  <a:cubicBezTo>
                    <a:pt x="2649188" y="276220"/>
                    <a:pt x="2651023" y="271382"/>
                    <a:pt x="2652292" y="266380"/>
                  </a:cubicBezTo>
                  <a:cubicBezTo>
                    <a:pt x="2653039" y="263148"/>
                    <a:pt x="2644084" y="266380"/>
                    <a:pt x="2640852" y="266383"/>
                  </a:cubicBezTo>
                  <a:cubicBezTo>
                    <a:pt x="2635968" y="267782"/>
                    <a:pt x="2631629" y="270646"/>
                    <a:pt x="2628420" y="274588"/>
                  </a:cubicBezTo>
                  <a:cubicBezTo>
                    <a:pt x="2624233" y="278123"/>
                    <a:pt x="2619304" y="280674"/>
                    <a:pt x="2613996" y="282047"/>
                  </a:cubicBezTo>
                  <a:cubicBezTo>
                    <a:pt x="2610135" y="283412"/>
                    <a:pt x="2605921" y="283412"/>
                    <a:pt x="2602060" y="282047"/>
                  </a:cubicBezTo>
                  <a:cubicBezTo>
                    <a:pt x="2597335" y="279809"/>
                    <a:pt x="2597335" y="276825"/>
                    <a:pt x="2597335" y="271105"/>
                  </a:cubicBezTo>
                  <a:cubicBezTo>
                    <a:pt x="2597029" y="265503"/>
                    <a:pt x="2598230" y="259921"/>
                    <a:pt x="2600817" y="254943"/>
                  </a:cubicBezTo>
                  <a:cubicBezTo>
                    <a:pt x="2603553" y="251959"/>
                    <a:pt x="2602559" y="235049"/>
                    <a:pt x="2613500" y="225103"/>
                  </a:cubicBezTo>
                  <a:cubicBezTo>
                    <a:pt x="2616980" y="221871"/>
                    <a:pt x="2627175" y="226097"/>
                    <a:pt x="2631154" y="223860"/>
                  </a:cubicBezTo>
                  <a:cubicBezTo>
                    <a:pt x="2633182" y="222265"/>
                    <a:pt x="2635346" y="220850"/>
                    <a:pt x="2637620" y="219633"/>
                  </a:cubicBezTo>
                  <a:cubicBezTo>
                    <a:pt x="2641351" y="217892"/>
                    <a:pt x="2649804" y="217892"/>
                    <a:pt x="2654031" y="217892"/>
                  </a:cubicBezTo>
                  <a:cubicBezTo>
                    <a:pt x="2660417" y="216788"/>
                    <a:pt x="2666729" y="215294"/>
                    <a:pt x="2672930" y="213415"/>
                  </a:cubicBezTo>
                  <a:cubicBezTo>
                    <a:pt x="2677660" y="213190"/>
                    <a:pt x="2682341" y="212355"/>
                    <a:pt x="2686855" y="210929"/>
                  </a:cubicBezTo>
                  <a:cubicBezTo>
                    <a:pt x="2689591" y="209188"/>
                    <a:pt x="2688596" y="209684"/>
                    <a:pt x="2698543" y="206700"/>
                  </a:cubicBezTo>
                  <a:cubicBezTo>
                    <a:pt x="2697796" y="206452"/>
                    <a:pt x="2702772" y="203468"/>
                    <a:pt x="2705506" y="201729"/>
                  </a:cubicBezTo>
                  <a:cubicBezTo>
                    <a:pt x="2710952" y="200982"/>
                    <a:pt x="2716473" y="200982"/>
                    <a:pt x="2721919" y="201729"/>
                  </a:cubicBezTo>
                  <a:cubicBezTo>
                    <a:pt x="2726893" y="201729"/>
                    <a:pt x="2732861" y="201729"/>
                    <a:pt x="2735346" y="201726"/>
                  </a:cubicBezTo>
                  <a:cubicBezTo>
                    <a:pt x="2739664" y="203645"/>
                    <a:pt x="2744303" y="204742"/>
                    <a:pt x="2749023" y="204961"/>
                  </a:cubicBezTo>
                  <a:cubicBezTo>
                    <a:pt x="2752506" y="204961"/>
                    <a:pt x="2760959" y="197750"/>
                    <a:pt x="2764439" y="197750"/>
                  </a:cubicBezTo>
                  <a:cubicBezTo>
                    <a:pt x="2770509" y="194832"/>
                    <a:pt x="2773872" y="188208"/>
                    <a:pt x="2772647" y="181585"/>
                  </a:cubicBezTo>
                  <a:cubicBezTo>
                    <a:pt x="2765941" y="181337"/>
                    <a:pt x="2759236" y="182092"/>
                    <a:pt x="2752754" y="183825"/>
                  </a:cubicBezTo>
                  <a:cubicBezTo>
                    <a:pt x="2748277" y="185564"/>
                    <a:pt x="2734602" y="185316"/>
                    <a:pt x="2731618" y="186806"/>
                  </a:cubicBezTo>
                  <a:cubicBezTo>
                    <a:pt x="2721047" y="190670"/>
                    <a:pt x="2709688" y="191866"/>
                    <a:pt x="2698543" y="190289"/>
                  </a:cubicBezTo>
                  <a:cubicBezTo>
                    <a:pt x="2692792" y="190576"/>
                    <a:pt x="2687145" y="191926"/>
                    <a:pt x="2681884" y="194268"/>
                  </a:cubicBezTo>
                  <a:cubicBezTo>
                    <a:pt x="2676446" y="195933"/>
                    <a:pt x="2670870" y="197098"/>
                    <a:pt x="2665223" y="197748"/>
                  </a:cubicBezTo>
                  <a:cubicBezTo>
                    <a:pt x="2656133" y="198421"/>
                    <a:pt x="2647084" y="199583"/>
                    <a:pt x="2638119" y="201230"/>
                  </a:cubicBezTo>
                  <a:cubicBezTo>
                    <a:pt x="2633393" y="202225"/>
                    <a:pt x="2623447" y="203716"/>
                    <a:pt x="2617479" y="205457"/>
                  </a:cubicBezTo>
                  <a:cubicBezTo>
                    <a:pt x="2608790" y="207559"/>
                    <a:pt x="2600426" y="210819"/>
                    <a:pt x="2592612" y="215156"/>
                  </a:cubicBezTo>
                  <a:cubicBezTo>
                    <a:pt x="2586474" y="221043"/>
                    <a:pt x="2581274" y="227836"/>
                    <a:pt x="2577193" y="235297"/>
                  </a:cubicBezTo>
                  <a:cubicBezTo>
                    <a:pt x="2574951" y="238328"/>
                    <a:pt x="2572544" y="241234"/>
                    <a:pt x="2569983" y="244001"/>
                  </a:cubicBezTo>
                  <a:cubicBezTo>
                    <a:pt x="2557798" y="254447"/>
                    <a:pt x="2550089" y="266631"/>
                    <a:pt x="2538401" y="268868"/>
                  </a:cubicBezTo>
                  <a:cubicBezTo>
                    <a:pt x="2533741" y="270374"/>
                    <a:pt x="2528676" y="268265"/>
                    <a:pt x="2526465" y="263895"/>
                  </a:cubicBezTo>
                  <a:cubicBezTo>
                    <a:pt x="2521171" y="255120"/>
                    <a:pt x="2517941" y="245257"/>
                    <a:pt x="2517017" y="235049"/>
                  </a:cubicBezTo>
                  <a:cubicBezTo>
                    <a:pt x="2517017" y="225849"/>
                    <a:pt x="2522486" y="223609"/>
                    <a:pt x="2517017" y="206204"/>
                  </a:cubicBezTo>
                  <a:cubicBezTo>
                    <a:pt x="2516354" y="201740"/>
                    <a:pt x="2518160" y="197265"/>
                    <a:pt x="2521742" y="194516"/>
                  </a:cubicBezTo>
                  <a:cubicBezTo>
                    <a:pt x="2524755" y="193153"/>
                    <a:pt x="2527528" y="191305"/>
                    <a:pt x="2529948" y="189046"/>
                  </a:cubicBezTo>
                  <a:cubicBezTo>
                    <a:pt x="2537232" y="178293"/>
                    <a:pt x="2543954" y="167171"/>
                    <a:pt x="2550089" y="155724"/>
                  </a:cubicBezTo>
                  <a:cubicBezTo>
                    <a:pt x="2550089" y="155724"/>
                    <a:pt x="2553321" y="153734"/>
                    <a:pt x="2555807" y="155724"/>
                  </a:cubicBezTo>
                  <a:cubicBezTo>
                    <a:pt x="2558297" y="163793"/>
                    <a:pt x="2559717" y="172153"/>
                    <a:pt x="2560036" y="180590"/>
                  </a:cubicBezTo>
                  <a:cubicBezTo>
                    <a:pt x="2559934" y="181585"/>
                    <a:pt x="2560062" y="182588"/>
                    <a:pt x="2560414" y="183522"/>
                  </a:cubicBezTo>
                  <a:cubicBezTo>
                    <a:pt x="2561668" y="186866"/>
                    <a:pt x="2565396" y="188558"/>
                    <a:pt x="2568740" y="187305"/>
                  </a:cubicBezTo>
                  <a:cubicBezTo>
                    <a:pt x="2574854" y="185981"/>
                    <a:pt x="2580726" y="183718"/>
                    <a:pt x="2586145" y="180590"/>
                  </a:cubicBezTo>
                  <a:cubicBezTo>
                    <a:pt x="2587140" y="179846"/>
                    <a:pt x="2591865" y="177606"/>
                    <a:pt x="2591865" y="174622"/>
                  </a:cubicBezTo>
                  <a:cubicBezTo>
                    <a:pt x="2590855" y="170479"/>
                    <a:pt x="2589351" y="166472"/>
                    <a:pt x="2587388" y="162686"/>
                  </a:cubicBezTo>
                  <a:cubicBezTo>
                    <a:pt x="2585670" y="156948"/>
                    <a:pt x="2584668" y="151017"/>
                    <a:pt x="2584404" y="145033"/>
                  </a:cubicBezTo>
                  <a:cubicBezTo>
                    <a:pt x="2584404" y="142046"/>
                    <a:pt x="2585649" y="123150"/>
                    <a:pt x="2587140" y="109473"/>
                  </a:cubicBezTo>
                  <a:cubicBezTo>
                    <a:pt x="2587887" y="101017"/>
                    <a:pt x="2584404" y="92313"/>
                    <a:pt x="2584404" y="71425"/>
                  </a:cubicBezTo>
                  <a:cubicBezTo>
                    <a:pt x="2584730" y="64073"/>
                    <a:pt x="2583631" y="56729"/>
                    <a:pt x="2581172" y="49792"/>
                  </a:cubicBezTo>
                  <a:cubicBezTo>
                    <a:pt x="2577441" y="47552"/>
                    <a:pt x="2582415" y="37358"/>
                    <a:pt x="2588135" y="37358"/>
                  </a:cubicBezTo>
                  <a:cubicBezTo>
                    <a:pt x="2591612" y="37115"/>
                    <a:pt x="2595103" y="37115"/>
                    <a:pt x="2598580" y="37358"/>
                  </a:cubicBezTo>
                  <a:cubicBezTo>
                    <a:pt x="2601065" y="37358"/>
                    <a:pt x="2599327" y="32632"/>
                    <a:pt x="2603801" y="33878"/>
                  </a:cubicBezTo>
                  <a:cubicBezTo>
                    <a:pt x="2608276" y="35120"/>
                    <a:pt x="2606289" y="36115"/>
                    <a:pt x="2608276" y="40840"/>
                  </a:cubicBezTo>
                  <a:cubicBezTo>
                    <a:pt x="2610268" y="45566"/>
                    <a:pt x="2609023" y="47803"/>
                    <a:pt x="2610268" y="53024"/>
                  </a:cubicBezTo>
                  <a:cubicBezTo>
                    <a:pt x="2611511" y="58246"/>
                    <a:pt x="2609521" y="65457"/>
                    <a:pt x="2611511" y="68193"/>
                  </a:cubicBezTo>
                  <a:cubicBezTo>
                    <a:pt x="2612905" y="71187"/>
                    <a:pt x="2612905" y="74646"/>
                    <a:pt x="2611511" y="77643"/>
                  </a:cubicBezTo>
                  <a:cubicBezTo>
                    <a:pt x="2610863" y="81095"/>
                    <a:pt x="2610863" y="84635"/>
                    <a:pt x="2611511" y="88086"/>
                  </a:cubicBezTo>
                  <a:cubicBezTo>
                    <a:pt x="2611511" y="92065"/>
                    <a:pt x="2611260" y="96542"/>
                    <a:pt x="2611511" y="101017"/>
                  </a:cubicBezTo>
                  <a:cubicBezTo>
                    <a:pt x="2611759" y="105494"/>
                    <a:pt x="2613001" y="122153"/>
                    <a:pt x="2613001" y="125883"/>
                  </a:cubicBezTo>
                  <a:cubicBezTo>
                    <a:pt x="2614816" y="131439"/>
                    <a:pt x="2615902" y="137206"/>
                    <a:pt x="2616233" y="143041"/>
                  </a:cubicBezTo>
                  <a:cubicBezTo>
                    <a:pt x="2616233" y="146276"/>
                    <a:pt x="2616980" y="149260"/>
                    <a:pt x="2616233" y="155724"/>
                  </a:cubicBezTo>
                  <a:cubicBezTo>
                    <a:pt x="2615489" y="162190"/>
                    <a:pt x="2609769" y="167164"/>
                    <a:pt x="2611260" y="170892"/>
                  </a:cubicBezTo>
                  <a:cubicBezTo>
                    <a:pt x="2612623" y="174152"/>
                    <a:pt x="2615215" y="176742"/>
                    <a:pt x="2618473" y="178105"/>
                  </a:cubicBezTo>
                  <a:cubicBezTo>
                    <a:pt x="2622452" y="179100"/>
                    <a:pt x="2629415" y="174374"/>
                    <a:pt x="2632647" y="174374"/>
                  </a:cubicBezTo>
                  <a:cubicBezTo>
                    <a:pt x="2636787" y="174601"/>
                    <a:pt x="2640938" y="174601"/>
                    <a:pt x="2645082" y="174374"/>
                  </a:cubicBezTo>
                  <a:cubicBezTo>
                    <a:pt x="2651676" y="172604"/>
                    <a:pt x="2658417" y="171440"/>
                    <a:pt x="2665223" y="170892"/>
                  </a:cubicBezTo>
                  <a:cubicBezTo>
                    <a:pt x="2668207" y="170644"/>
                    <a:pt x="2673428" y="167164"/>
                    <a:pt x="2676164" y="167164"/>
                  </a:cubicBezTo>
                  <a:cubicBezTo>
                    <a:pt x="2679399" y="165822"/>
                    <a:pt x="2682352" y="163882"/>
                    <a:pt x="2684868" y="161444"/>
                  </a:cubicBezTo>
                  <a:cubicBezTo>
                    <a:pt x="2686539" y="159734"/>
                    <a:pt x="2687030" y="157188"/>
                    <a:pt x="2686111" y="154980"/>
                  </a:cubicBezTo>
                  <a:cubicBezTo>
                    <a:pt x="2683871" y="149756"/>
                    <a:pt x="2676908" y="152492"/>
                    <a:pt x="2673927" y="153734"/>
                  </a:cubicBezTo>
                  <a:cubicBezTo>
                    <a:pt x="2670940" y="154980"/>
                    <a:pt x="2666218" y="161692"/>
                    <a:pt x="2662986" y="158212"/>
                  </a:cubicBezTo>
                  <a:cubicBezTo>
                    <a:pt x="2659751" y="154729"/>
                    <a:pt x="2659004" y="151497"/>
                    <a:pt x="2659751" y="148265"/>
                  </a:cubicBezTo>
                  <a:cubicBezTo>
                    <a:pt x="2660498" y="145033"/>
                    <a:pt x="2657762" y="138318"/>
                    <a:pt x="2653287" y="139809"/>
                  </a:cubicBezTo>
                  <a:cubicBezTo>
                    <a:pt x="2648810" y="141302"/>
                    <a:pt x="2648562" y="147518"/>
                    <a:pt x="2648810" y="152244"/>
                  </a:cubicBezTo>
                  <a:cubicBezTo>
                    <a:pt x="2649060" y="156966"/>
                    <a:pt x="2645578" y="157713"/>
                    <a:pt x="2643588" y="159454"/>
                  </a:cubicBezTo>
                  <a:cubicBezTo>
                    <a:pt x="2641599" y="161196"/>
                    <a:pt x="2639610" y="163681"/>
                    <a:pt x="2636127" y="163681"/>
                  </a:cubicBezTo>
                  <a:cubicBezTo>
                    <a:pt x="2631005" y="160898"/>
                    <a:pt x="2628062" y="155306"/>
                    <a:pt x="2628668" y="149508"/>
                  </a:cubicBezTo>
                  <a:cubicBezTo>
                    <a:pt x="2628668" y="145033"/>
                    <a:pt x="2627921" y="126382"/>
                    <a:pt x="2628668" y="120166"/>
                  </a:cubicBezTo>
                  <a:cubicBezTo>
                    <a:pt x="2629415" y="113947"/>
                    <a:pt x="2625436" y="105494"/>
                    <a:pt x="2625434" y="100521"/>
                  </a:cubicBezTo>
                  <a:cubicBezTo>
                    <a:pt x="2625992" y="91078"/>
                    <a:pt x="2625992" y="81611"/>
                    <a:pt x="2625434" y="72171"/>
                  </a:cubicBezTo>
                  <a:cubicBezTo>
                    <a:pt x="2624964" y="68984"/>
                    <a:pt x="2624300" y="65830"/>
                    <a:pt x="2623447" y="62723"/>
                  </a:cubicBezTo>
                  <a:cubicBezTo>
                    <a:pt x="2623799" y="57658"/>
                    <a:pt x="2625809" y="52855"/>
                    <a:pt x="2629164" y="49046"/>
                  </a:cubicBezTo>
                  <a:cubicBezTo>
                    <a:pt x="2631503" y="45999"/>
                    <a:pt x="2635033" y="44099"/>
                    <a:pt x="2638863" y="43824"/>
                  </a:cubicBezTo>
                  <a:cubicBezTo>
                    <a:pt x="2643340" y="43326"/>
                    <a:pt x="2643340" y="52528"/>
                    <a:pt x="2643340" y="59240"/>
                  </a:cubicBezTo>
                  <a:cubicBezTo>
                    <a:pt x="2643176" y="62611"/>
                    <a:pt x="2644335" y="65913"/>
                    <a:pt x="2646572" y="68441"/>
                  </a:cubicBezTo>
                  <a:cubicBezTo>
                    <a:pt x="2649483" y="78802"/>
                    <a:pt x="2650989" y="89509"/>
                    <a:pt x="2651047" y="100270"/>
                  </a:cubicBezTo>
                  <a:cubicBezTo>
                    <a:pt x="2650799" y="106241"/>
                    <a:pt x="2651794" y="105742"/>
                    <a:pt x="2655276" y="107731"/>
                  </a:cubicBezTo>
                  <a:cubicBezTo>
                    <a:pt x="2658756" y="109721"/>
                    <a:pt x="2669202" y="105742"/>
                    <a:pt x="2671687" y="107731"/>
                  </a:cubicBezTo>
                  <a:cubicBezTo>
                    <a:pt x="2674175" y="109721"/>
                    <a:pt x="2675418" y="115441"/>
                    <a:pt x="2677906" y="115441"/>
                  </a:cubicBezTo>
                  <a:cubicBezTo>
                    <a:pt x="2684868" y="116931"/>
                    <a:pt x="2690338" y="104499"/>
                    <a:pt x="2692327" y="101515"/>
                  </a:cubicBezTo>
                  <a:cubicBezTo>
                    <a:pt x="2698047" y="93558"/>
                    <a:pt x="2686111" y="82617"/>
                    <a:pt x="2684370" y="82366"/>
                  </a:cubicBezTo>
                  <a:cubicBezTo>
                    <a:pt x="2682628" y="82118"/>
                    <a:pt x="2677655" y="86595"/>
                    <a:pt x="2670940" y="87590"/>
                  </a:cubicBezTo>
                  <a:cubicBezTo>
                    <a:pt x="2664228" y="88585"/>
                    <a:pt x="2667212" y="93307"/>
                    <a:pt x="2661740" y="91817"/>
                  </a:cubicBezTo>
                  <a:cubicBezTo>
                    <a:pt x="2656271" y="90323"/>
                    <a:pt x="2658756" y="78638"/>
                    <a:pt x="2661740" y="73166"/>
                  </a:cubicBezTo>
                  <a:cubicBezTo>
                    <a:pt x="2664964" y="68524"/>
                    <a:pt x="2666936" y="63128"/>
                    <a:pt x="2667460" y="57499"/>
                  </a:cubicBezTo>
                  <a:cubicBezTo>
                    <a:pt x="2666964" y="50787"/>
                    <a:pt x="2661492" y="42830"/>
                    <a:pt x="2661244" y="40590"/>
                  </a:cubicBezTo>
                  <a:cubicBezTo>
                    <a:pt x="2660994" y="38352"/>
                    <a:pt x="2668455" y="30395"/>
                    <a:pt x="2671687" y="30147"/>
                  </a:cubicBezTo>
                  <a:cubicBezTo>
                    <a:pt x="2674919" y="29899"/>
                    <a:pt x="2679892" y="39595"/>
                    <a:pt x="2683127" y="39595"/>
                  </a:cubicBezTo>
                  <a:cubicBezTo>
                    <a:pt x="2686359" y="39595"/>
                    <a:pt x="2695063" y="25422"/>
                    <a:pt x="2697300" y="21195"/>
                  </a:cubicBezTo>
                  <a:cubicBezTo>
                    <a:pt x="2699538" y="16968"/>
                    <a:pt x="2700780" y="4782"/>
                    <a:pt x="2707743" y="1800"/>
                  </a:cubicBezTo>
                  <a:cubicBezTo>
                    <a:pt x="2710479" y="1800"/>
                    <a:pt x="2714210" y="3043"/>
                    <a:pt x="2716199" y="1800"/>
                  </a:cubicBezTo>
                  <a:cubicBezTo>
                    <a:pt x="2718695" y="403"/>
                    <a:pt x="2721556" y="-202"/>
                    <a:pt x="2724405" y="59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8" name="组合 97"/>
            <p:cNvGrpSpPr>
              <a:grpSpLocks noChangeAspect="1"/>
            </p:cNvGrpSpPr>
            <p:nvPr/>
          </p:nvGrpSpPr>
          <p:grpSpPr>
            <a:xfrm>
              <a:off x="1825960" y="2343600"/>
              <a:ext cx="1411200" cy="1411200"/>
              <a:chOff x="2216986" y="864164"/>
              <a:chExt cx="5847244" cy="5847244"/>
            </a:xfrm>
          </p:grpSpPr>
          <p:sp>
            <p:nvSpPr>
              <p:cNvPr id="99" name="任意多边形: 形状 98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35" name="任意多边形: 形状 34"/>
          <p:cNvSpPr/>
          <p:nvPr userDrawn="1"/>
        </p:nvSpPr>
        <p:spPr>
          <a:xfrm>
            <a:off x="708895" y="328968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2-首页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A-矩形 7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19" name="任意多边形: 形状 118"/>
          <p:cNvSpPr/>
          <p:nvPr userDrawn="1"/>
        </p:nvSpPr>
        <p:spPr>
          <a:xfrm rot="1916941">
            <a:off x="-628945" y="-604401"/>
            <a:ext cx="12918999" cy="10347422"/>
          </a:xfrm>
          <a:custGeom>
            <a:avLst/>
            <a:gdLst>
              <a:gd name="connsiteX0" fmla="*/ 3910821 w 12918999"/>
              <a:gd name="connsiteY0" fmla="*/ 3392979 h 10347422"/>
              <a:gd name="connsiteX1" fmla="*/ 10262073 w 12918999"/>
              <a:gd name="connsiteY1" fmla="*/ 135295 h 10347422"/>
              <a:gd name="connsiteX2" fmla="*/ 10593809 w 12918999"/>
              <a:gd name="connsiteY2" fmla="*/ 0 h 10347422"/>
              <a:gd name="connsiteX3" fmla="*/ 12918999 w 12918999"/>
              <a:gd name="connsiteY3" fmla="*/ 3728462 h 10347422"/>
              <a:gd name="connsiteX4" fmla="*/ 11966464 w 12918999"/>
              <a:gd name="connsiteY4" fmla="*/ 4224159 h 10347422"/>
              <a:gd name="connsiteX5" fmla="*/ 3050273 w 12918999"/>
              <a:gd name="connsiteY5" fmla="*/ 10050202 h 10347422"/>
              <a:gd name="connsiteX6" fmla="*/ 2678241 w 12918999"/>
              <a:gd name="connsiteY6" fmla="*/ 10347422 h 10347422"/>
              <a:gd name="connsiteX7" fmla="*/ 0 w 12918999"/>
              <a:gd name="connsiteY7" fmla="*/ 6052840 h 10347422"/>
              <a:gd name="connsiteX8" fmla="*/ 4301 w 12918999"/>
              <a:gd name="connsiteY8" fmla="*/ 6049545 h 10347422"/>
              <a:gd name="connsiteX9" fmla="*/ 3049697 w 12918999"/>
              <a:gd name="connsiteY9" fmla="*/ 3931365 h 10347422"/>
              <a:gd name="connsiteX10" fmla="*/ 3910821 w 12918999"/>
              <a:gd name="connsiteY10" fmla="*/ 3392979 h 10347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918999" h="10347422">
                <a:moveTo>
                  <a:pt x="3910821" y="3392979"/>
                </a:moveTo>
                <a:cubicBezTo>
                  <a:pt x="5934272" y="2157348"/>
                  <a:pt x="8056184" y="1066634"/>
                  <a:pt x="10262073" y="135295"/>
                </a:cubicBezTo>
                <a:lnTo>
                  <a:pt x="10593809" y="0"/>
                </a:lnTo>
                <a:lnTo>
                  <a:pt x="12918999" y="3728462"/>
                </a:lnTo>
                <a:lnTo>
                  <a:pt x="11966464" y="4224159"/>
                </a:lnTo>
                <a:cubicBezTo>
                  <a:pt x="8816355" y="5904658"/>
                  <a:pt x="5833798" y="7857148"/>
                  <a:pt x="3050273" y="10050202"/>
                </a:cubicBezTo>
                <a:lnTo>
                  <a:pt x="2678241" y="10347422"/>
                </a:lnTo>
                <a:lnTo>
                  <a:pt x="0" y="6052840"/>
                </a:lnTo>
                <a:lnTo>
                  <a:pt x="4301" y="6049545"/>
                </a:lnTo>
                <a:cubicBezTo>
                  <a:pt x="990558" y="5305797"/>
                  <a:pt x="2006380" y="4599047"/>
                  <a:pt x="3049697" y="3931365"/>
                </a:cubicBezTo>
                <a:cubicBezTo>
                  <a:pt x="3334701" y="3748973"/>
                  <a:pt x="3621756" y="3569497"/>
                  <a:pt x="3910821" y="3392979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3" name="任意多边形: 形状 52"/>
          <p:cNvSpPr/>
          <p:nvPr userDrawn="1"/>
        </p:nvSpPr>
        <p:spPr>
          <a:xfrm rot="2885786">
            <a:off x="1389454" y="-3104147"/>
            <a:ext cx="10240698" cy="11614001"/>
          </a:xfrm>
          <a:custGeom>
            <a:avLst/>
            <a:gdLst>
              <a:gd name="connsiteX0" fmla="*/ 6051751 w 10240698"/>
              <a:gd name="connsiteY0" fmla="*/ 1433305 h 11614001"/>
              <a:gd name="connsiteX1" fmla="*/ 6837805 w 10240698"/>
              <a:gd name="connsiteY1" fmla="*/ 587393 h 11614001"/>
              <a:gd name="connsiteX2" fmla="*/ 7410328 w 10240698"/>
              <a:gd name="connsiteY2" fmla="*/ 0 h 11614001"/>
              <a:gd name="connsiteX3" fmla="*/ 10240698 w 10240698"/>
              <a:gd name="connsiteY3" fmla="*/ 2539861 h 11614001"/>
              <a:gd name="connsiteX4" fmla="*/ 2097918 w 10240698"/>
              <a:gd name="connsiteY4" fmla="*/ 11614001 h 11614001"/>
              <a:gd name="connsiteX5" fmla="*/ 0 w 10240698"/>
              <a:gd name="connsiteY5" fmla="*/ 9731411 h 11614001"/>
              <a:gd name="connsiteX6" fmla="*/ 261077 w 10240698"/>
              <a:gd name="connsiteY6" fmla="*/ 9278934 h 11614001"/>
              <a:gd name="connsiteX7" fmla="*/ 6051751 w 10240698"/>
              <a:gd name="connsiteY7" fmla="*/ 1433305 h 11614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240698" h="11614001">
                <a:moveTo>
                  <a:pt x="6051751" y="1433305"/>
                </a:moveTo>
                <a:cubicBezTo>
                  <a:pt x="6310424" y="1148193"/>
                  <a:pt x="6572461" y="866201"/>
                  <a:pt x="6837805" y="587393"/>
                </a:cubicBezTo>
                <a:lnTo>
                  <a:pt x="7410328" y="0"/>
                </a:lnTo>
                <a:lnTo>
                  <a:pt x="10240698" y="2539861"/>
                </a:lnTo>
                <a:lnTo>
                  <a:pt x="2097918" y="11614001"/>
                </a:lnTo>
                <a:lnTo>
                  <a:pt x="0" y="9731411"/>
                </a:lnTo>
                <a:lnTo>
                  <a:pt x="261077" y="9278934"/>
                </a:lnTo>
                <a:cubicBezTo>
                  <a:pt x="1926385" y="6466781"/>
                  <a:pt x="3869211" y="3838947"/>
                  <a:pt x="6051751" y="1433305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1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任意多边形: 形状 51"/>
          <p:cNvSpPr/>
          <p:nvPr userDrawn="1"/>
        </p:nvSpPr>
        <p:spPr>
          <a:xfrm rot="1846855">
            <a:off x="713178" y="-661517"/>
            <a:ext cx="11127408" cy="8042323"/>
          </a:xfrm>
          <a:custGeom>
            <a:avLst/>
            <a:gdLst>
              <a:gd name="connsiteX0" fmla="*/ 7928069 w 11127408"/>
              <a:gd name="connsiteY0" fmla="*/ 1186500 h 8042323"/>
              <a:gd name="connsiteX1" fmla="*/ 9950212 w 11127408"/>
              <a:gd name="connsiteY1" fmla="*/ 53263 h 8042323"/>
              <a:gd name="connsiteX2" fmla="*/ 10053427 w 11127408"/>
              <a:gd name="connsiteY2" fmla="*/ 0 h 8042323"/>
              <a:gd name="connsiteX3" fmla="*/ 11127408 w 11127408"/>
              <a:gd name="connsiteY3" fmla="*/ 1802985 h 8042323"/>
              <a:gd name="connsiteX4" fmla="*/ 652892 w 11127408"/>
              <a:gd name="connsiteY4" fmla="*/ 8042323 h 8042323"/>
              <a:gd name="connsiteX5" fmla="*/ 0 w 11127408"/>
              <a:gd name="connsiteY5" fmla="*/ 6946257 h 8042323"/>
              <a:gd name="connsiteX6" fmla="*/ 555484 w 11127408"/>
              <a:gd name="connsiteY6" fmla="*/ 6462535 h 8042323"/>
              <a:gd name="connsiteX7" fmla="*/ 4689797 w 11127408"/>
              <a:gd name="connsiteY7" fmla="*/ 3264251 h 8042323"/>
              <a:gd name="connsiteX8" fmla="*/ 7928069 w 11127408"/>
              <a:gd name="connsiteY8" fmla="*/ 1186500 h 8042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127408" h="8042323">
                <a:moveTo>
                  <a:pt x="7928069" y="1186500"/>
                </a:moveTo>
                <a:cubicBezTo>
                  <a:pt x="8592467" y="794335"/>
                  <a:pt x="9266662" y="416446"/>
                  <a:pt x="9950212" y="53263"/>
                </a:cubicBezTo>
                <a:lnTo>
                  <a:pt x="10053427" y="0"/>
                </a:lnTo>
                <a:lnTo>
                  <a:pt x="11127408" y="1802985"/>
                </a:lnTo>
                <a:lnTo>
                  <a:pt x="652892" y="8042323"/>
                </a:lnTo>
                <a:lnTo>
                  <a:pt x="0" y="6946257"/>
                </a:lnTo>
                <a:lnTo>
                  <a:pt x="555484" y="6462535"/>
                </a:lnTo>
                <a:cubicBezTo>
                  <a:pt x="1875560" y="5329720"/>
                  <a:pt x="3255407" y="4261921"/>
                  <a:pt x="4689797" y="3264251"/>
                </a:cubicBezTo>
                <a:cubicBezTo>
                  <a:pt x="5740634" y="2533357"/>
                  <a:pt x="6820742" y="1840104"/>
                  <a:pt x="7928069" y="1186500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3000"/>
                </a:schemeClr>
              </a:gs>
              <a:gs pos="100000">
                <a:schemeClr val="accent2">
                  <a:alpha val="18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9" name="任意多边形: 形状 83"/>
          <p:cNvSpPr/>
          <p:nvPr userDrawn="1"/>
        </p:nvSpPr>
        <p:spPr>
          <a:xfrm>
            <a:off x="-1" y="2998308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50" name="任意多边形: 形状 83"/>
          <p:cNvSpPr/>
          <p:nvPr userDrawn="1"/>
        </p:nvSpPr>
        <p:spPr>
          <a:xfrm>
            <a:off x="-2" y="3019587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102" name="任意多边形: 形状 101"/>
          <p:cNvSpPr/>
          <p:nvPr userDrawn="1"/>
        </p:nvSpPr>
        <p:spPr>
          <a:xfrm rot="2676034">
            <a:off x="-1681418" y="5021332"/>
            <a:ext cx="3362838" cy="3410056"/>
          </a:xfrm>
          <a:custGeom>
            <a:avLst/>
            <a:gdLst>
              <a:gd name="connsiteX0" fmla="*/ 0 w 3362838"/>
              <a:gd name="connsiteY0" fmla="*/ 0 h 3410056"/>
              <a:gd name="connsiteX1" fmla="*/ 3362838 w 3362838"/>
              <a:gd name="connsiteY1" fmla="*/ 3410056 h 3410056"/>
              <a:gd name="connsiteX2" fmla="*/ 3362837 w 3362838"/>
              <a:gd name="connsiteY2" fmla="*/ 3410056 h 3410056"/>
              <a:gd name="connsiteX3" fmla="*/ 0 w 3362838"/>
              <a:gd name="connsiteY3" fmla="*/ 1 h 3410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62838" h="3410056">
                <a:moveTo>
                  <a:pt x="0" y="0"/>
                </a:moveTo>
                <a:lnTo>
                  <a:pt x="3362838" y="3410056"/>
                </a:lnTo>
                <a:lnTo>
                  <a:pt x="3362837" y="3410056"/>
                </a:lnTo>
                <a:lnTo>
                  <a:pt x="0" y="1"/>
                </a:ln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 userDrawn="1"/>
        </p:nvSpPr>
        <p:spPr>
          <a:xfrm>
            <a:off x="1" y="3201986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48" name="标题 47"/>
          <p:cNvSpPr>
            <a:spLocks noGrp="1"/>
          </p:cNvSpPr>
          <p:nvPr userDrawn="1">
            <p:ph type="title" hasCustomPrompt="1"/>
          </p:nvPr>
        </p:nvSpPr>
        <p:spPr>
          <a:xfrm>
            <a:off x="515938" y="3758091"/>
            <a:ext cx="11160124" cy="132343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algn="ctr">
              <a:lnSpc>
                <a:spcPct val="100000"/>
              </a:lnSpc>
              <a:defRPr lang="zh-CN" altLang="en-US" sz="4000" b="1" spc="100" dirty="0">
                <a:solidFill>
                  <a:schemeClr val="tx1"/>
                </a:solidFill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北京理工大学</a:t>
            </a:r>
            <a:br>
              <a:rPr lang="zh-CN" altLang="en-US" dirty="0"/>
            </a:br>
            <a:r>
              <a:rPr lang="zh-CN" altLang="en-US" dirty="0"/>
              <a:t>毕业设计论文答辩模板</a:t>
            </a:r>
            <a:endParaRPr lang="zh-CN" altLang="en-US" dirty="0"/>
          </a:p>
        </p:txBody>
      </p:sp>
      <p:sp>
        <p:nvSpPr>
          <p:cNvPr id="38" name="文本占位符 53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2141362" y="5528219"/>
            <a:ext cx="7909277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 algn="ctr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54" name="文本框 53"/>
          <p:cNvSpPr txBox="1"/>
          <p:nvPr userDrawn="1"/>
        </p:nvSpPr>
        <p:spPr>
          <a:xfrm>
            <a:off x="346663" y="632872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6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4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6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34" name="任意多边形: 形状 133"/>
          <p:cNvSpPr/>
          <p:nvPr/>
        </p:nvSpPr>
        <p:spPr>
          <a:xfrm>
            <a:off x="4192544" y="1172575"/>
            <a:ext cx="3805936" cy="856262"/>
          </a:xfrm>
          <a:custGeom>
            <a:avLst/>
            <a:gdLst>
              <a:gd name="connsiteX0" fmla="*/ 500865 w 3805936"/>
              <a:gd name="connsiteY0" fmla="*/ 773446 h 856262"/>
              <a:gd name="connsiteX1" fmla="*/ 505632 w 3805936"/>
              <a:gd name="connsiteY1" fmla="*/ 783571 h 856262"/>
              <a:gd name="connsiteX2" fmla="*/ 504957 w 3805936"/>
              <a:gd name="connsiteY2" fmla="*/ 794456 h 856262"/>
              <a:gd name="connsiteX3" fmla="*/ 503480 w 3805936"/>
              <a:gd name="connsiteY3" fmla="*/ 796658 h 856262"/>
              <a:gd name="connsiteX4" fmla="*/ 489895 w 3805936"/>
              <a:gd name="connsiteY4" fmla="*/ 797409 h 856262"/>
              <a:gd name="connsiteX5" fmla="*/ 485170 w 3805936"/>
              <a:gd name="connsiteY5" fmla="*/ 787537 h 856262"/>
              <a:gd name="connsiteX6" fmla="*/ 485846 w 3805936"/>
              <a:gd name="connsiteY6" fmla="*/ 776357 h 856262"/>
              <a:gd name="connsiteX7" fmla="*/ 487508 w 3805936"/>
              <a:gd name="connsiteY7" fmla="*/ 773897 h 856262"/>
              <a:gd name="connsiteX8" fmla="*/ 500865 w 3805936"/>
              <a:gd name="connsiteY8" fmla="*/ 773446 h 856262"/>
              <a:gd name="connsiteX9" fmla="*/ 443488 w 3805936"/>
              <a:gd name="connsiteY9" fmla="*/ 770703 h 856262"/>
              <a:gd name="connsiteX10" fmla="*/ 415264 w 3805936"/>
              <a:gd name="connsiteY10" fmla="*/ 771209 h 856262"/>
              <a:gd name="connsiteX11" fmla="*/ 416023 w 3805936"/>
              <a:gd name="connsiteY11" fmla="*/ 812892 h 856262"/>
              <a:gd name="connsiteX12" fmla="*/ 444374 w 3805936"/>
              <a:gd name="connsiteY12" fmla="*/ 812343 h 856262"/>
              <a:gd name="connsiteX13" fmla="*/ 444374 w 3805936"/>
              <a:gd name="connsiteY13" fmla="*/ 808631 h 856262"/>
              <a:gd name="connsiteX14" fmla="*/ 444374 w 3805936"/>
              <a:gd name="connsiteY14" fmla="*/ 804960 h 856262"/>
              <a:gd name="connsiteX15" fmla="*/ 423280 w 3805936"/>
              <a:gd name="connsiteY15" fmla="*/ 805340 h 856262"/>
              <a:gd name="connsiteX16" fmla="*/ 423280 w 3805936"/>
              <a:gd name="connsiteY16" fmla="*/ 794497 h 856262"/>
              <a:gd name="connsiteX17" fmla="*/ 442012 w 3805936"/>
              <a:gd name="connsiteY17" fmla="*/ 794160 h 856262"/>
              <a:gd name="connsiteX18" fmla="*/ 442012 w 3805936"/>
              <a:gd name="connsiteY18" fmla="*/ 790574 h 856262"/>
              <a:gd name="connsiteX19" fmla="*/ 442012 w 3805936"/>
              <a:gd name="connsiteY19" fmla="*/ 786988 h 856262"/>
              <a:gd name="connsiteX20" fmla="*/ 423280 w 3805936"/>
              <a:gd name="connsiteY20" fmla="*/ 787325 h 856262"/>
              <a:gd name="connsiteX21" fmla="*/ 423280 w 3805936"/>
              <a:gd name="connsiteY21" fmla="*/ 778466 h 856262"/>
              <a:gd name="connsiteX22" fmla="*/ 443488 w 3805936"/>
              <a:gd name="connsiteY22" fmla="*/ 778128 h 856262"/>
              <a:gd name="connsiteX23" fmla="*/ 443488 w 3805936"/>
              <a:gd name="connsiteY23" fmla="*/ 774416 h 856262"/>
              <a:gd name="connsiteX24" fmla="*/ 374299 w 3805936"/>
              <a:gd name="connsiteY24" fmla="*/ 767497 h 856262"/>
              <a:gd name="connsiteX25" fmla="*/ 373834 w 3805936"/>
              <a:gd name="connsiteY25" fmla="*/ 771167 h 856262"/>
              <a:gd name="connsiteX26" fmla="*/ 373413 w 3805936"/>
              <a:gd name="connsiteY26" fmla="*/ 774838 h 856262"/>
              <a:gd name="connsiteX27" fmla="*/ 384888 w 3805936"/>
              <a:gd name="connsiteY27" fmla="*/ 776230 h 856262"/>
              <a:gd name="connsiteX28" fmla="*/ 380669 w 3805936"/>
              <a:gd name="connsiteY28" fmla="*/ 810234 h 856262"/>
              <a:gd name="connsiteX29" fmla="*/ 384888 w 3805936"/>
              <a:gd name="connsiteY29" fmla="*/ 810740 h 856262"/>
              <a:gd name="connsiteX30" fmla="*/ 388812 w 3805936"/>
              <a:gd name="connsiteY30" fmla="*/ 811204 h 856262"/>
              <a:gd name="connsiteX31" fmla="*/ 393030 w 3805936"/>
              <a:gd name="connsiteY31" fmla="*/ 777200 h 856262"/>
              <a:gd name="connsiteX32" fmla="*/ 404548 w 3805936"/>
              <a:gd name="connsiteY32" fmla="*/ 778635 h 856262"/>
              <a:gd name="connsiteX33" fmla="*/ 404970 w 3805936"/>
              <a:gd name="connsiteY33" fmla="*/ 774922 h 856262"/>
              <a:gd name="connsiteX34" fmla="*/ 405223 w 3805936"/>
              <a:gd name="connsiteY34" fmla="*/ 771294 h 856262"/>
              <a:gd name="connsiteX35" fmla="*/ 490436 w 3805936"/>
              <a:gd name="connsiteY35" fmla="*/ 764143 h 856262"/>
              <a:gd name="connsiteX36" fmla="*/ 479306 w 3805936"/>
              <a:gd name="connsiteY36" fmla="*/ 772391 h 856262"/>
              <a:gd name="connsiteX37" fmla="*/ 477492 w 3805936"/>
              <a:gd name="connsiteY37" fmla="*/ 789266 h 856262"/>
              <a:gd name="connsiteX38" fmla="*/ 485424 w 3805936"/>
              <a:gd name="connsiteY38" fmla="*/ 803906 h 856262"/>
              <a:gd name="connsiteX39" fmla="*/ 486634 w 3805936"/>
              <a:gd name="connsiteY39" fmla="*/ 804724 h 856262"/>
              <a:gd name="connsiteX40" fmla="*/ 511834 w 3805936"/>
              <a:gd name="connsiteY40" fmla="*/ 798759 h 856262"/>
              <a:gd name="connsiteX41" fmla="*/ 513648 w 3805936"/>
              <a:gd name="connsiteY41" fmla="*/ 782221 h 856262"/>
              <a:gd name="connsiteX42" fmla="*/ 505716 w 3805936"/>
              <a:gd name="connsiteY42" fmla="*/ 767244 h 856262"/>
              <a:gd name="connsiteX43" fmla="*/ 504139 w 3805936"/>
              <a:gd name="connsiteY43" fmla="*/ 766181 h 856262"/>
              <a:gd name="connsiteX44" fmla="*/ 490436 w 3805936"/>
              <a:gd name="connsiteY44" fmla="*/ 764143 h 856262"/>
              <a:gd name="connsiteX45" fmla="*/ 335316 w 3805936"/>
              <a:gd name="connsiteY45" fmla="*/ 758553 h 856262"/>
              <a:gd name="connsiteX46" fmla="*/ 329030 w 3805936"/>
              <a:gd name="connsiteY46" fmla="*/ 783866 h 856262"/>
              <a:gd name="connsiteX47" fmla="*/ 329663 w 3805936"/>
              <a:gd name="connsiteY47" fmla="*/ 797113 h 856262"/>
              <a:gd name="connsiteX48" fmla="*/ 339999 w 3805936"/>
              <a:gd name="connsiteY48" fmla="*/ 803948 h 856262"/>
              <a:gd name="connsiteX49" fmla="*/ 352445 w 3805936"/>
              <a:gd name="connsiteY49" fmla="*/ 802977 h 856262"/>
              <a:gd name="connsiteX50" fmla="*/ 359068 w 3805936"/>
              <a:gd name="connsiteY50" fmla="*/ 791333 h 856262"/>
              <a:gd name="connsiteX51" fmla="*/ 365186 w 3805936"/>
              <a:gd name="connsiteY51" fmla="*/ 766020 h 856262"/>
              <a:gd name="connsiteX52" fmla="*/ 361304 w 3805936"/>
              <a:gd name="connsiteY52" fmla="*/ 765050 h 856262"/>
              <a:gd name="connsiteX53" fmla="*/ 357423 w 3805936"/>
              <a:gd name="connsiteY53" fmla="*/ 764122 h 856262"/>
              <a:gd name="connsiteX54" fmla="*/ 351053 w 3805936"/>
              <a:gd name="connsiteY54" fmla="*/ 789435 h 856262"/>
              <a:gd name="connsiteX55" fmla="*/ 347720 w 3805936"/>
              <a:gd name="connsiteY55" fmla="*/ 795721 h 856262"/>
              <a:gd name="connsiteX56" fmla="*/ 341644 w 3805936"/>
              <a:gd name="connsiteY56" fmla="*/ 796312 h 856262"/>
              <a:gd name="connsiteX57" fmla="*/ 336751 w 3805936"/>
              <a:gd name="connsiteY57" fmla="*/ 792810 h 856262"/>
              <a:gd name="connsiteX58" fmla="*/ 336751 w 3805936"/>
              <a:gd name="connsiteY58" fmla="*/ 785807 h 856262"/>
              <a:gd name="connsiteX59" fmla="*/ 343079 w 3805936"/>
              <a:gd name="connsiteY59" fmla="*/ 760493 h 856262"/>
              <a:gd name="connsiteX60" fmla="*/ 339198 w 3805936"/>
              <a:gd name="connsiteY60" fmla="*/ 759523 h 856262"/>
              <a:gd name="connsiteX61" fmla="*/ 547019 w 3805936"/>
              <a:gd name="connsiteY61" fmla="*/ 750284 h 856262"/>
              <a:gd name="connsiteX62" fmla="*/ 521073 w 3805936"/>
              <a:gd name="connsiteY62" fmla="*/ 758722 h 856262"/>
              <a:gd name="connsiteX63" fmla="*/ 533730 w 3805936"/>
              <a:gd name="connsiteY63" fmla="*/ 798337 h 856262"/>
              <a:gd name="connsiteX64" fmla="*/ 537569 w 3805936"/>
              <a:gd name="connsiteY64" fmla="*/ 797071 h 856262"/>
              <a:gd name="connsiteX65" fmla="*/ 541366 w 3805936"/>
              <a:gd name="connsiteY65" fmla="*/ 795848 h 856262"/>
              <a:gd name="connsiteX66" fmla="*/ 536092 w 3805936"/>
              <a:gd name="connsiteY66" fmla="*/ 779099 h 856262"/>
              <a:gd name="connsiteX67" fmla="*/ 552082 w 3805936"/>
              <a:gd name="connsiteY67" fmla="*/ 773909 h 856262"/>
              <a:gd name="connsiteX68" fmla="*/ 550985 w 3805936"/>
              <a:gd name="connsiteY68" fmla="*/ 770492 h 856262"/>
              <a:gd name="connsiteX69" fmla="*/ 549846 w 3805936"/>
              <a:gd name="connsiteY69" fmla="*/ 767075 h 856262"/>
              <a:gd name="connsiteX70" fmla="*/ 533898 w 3805936"/>
              <a:gd name="connsiteY70" fmla="*/ 772264 h 856262"/>
              <a:gd name="connsiteX71" fmla="*/ 530987 w 3805936"/>
              <a:gd name="connsiteY71" fmla="*/ 763278 h 856262"/>
              <a:gd name="connsiteX72" fmla="*/ 549297 w 3805936"/>
              <a:gd name="connsiteY72" fmla="*/ 757329 h 856262"/>
              <a:gd name="connsiteX73" fmla="*/ 548158 w 3805936"/>
              <a:gd name="connsiteY73" fmla="*/ 753785 h 856262"/>
              <a:gd name="connsiteX74" fmla="*/ 297051 w 3805936"/>
              <a:gd name="connsiteY74" fmla="*/ 745516 h 856262"/>
              <a:gd name="connsiteX75" fmla="*/ 295827 w 3805936"/>
              <a:gd name="connsiteY75" fmla="*/ 749018 h 856262"/>
              <a:gd name="connsiteX76" fmla="*/ 294646 w 3805936"/>
              <a:gd name="connsiteY76" fmla="*/ 752520 h 856262"/>
              <a:gd name="connsiteX77" fmla="*/ 305573 w 3805936"/>
              <a:gd name="connsiteY77" fmla="*/ 756275 h 856262"/>
              <a:gd name="connsiteX78" fmla="*/ 294435 w 3805936"/>
              <a:gd name="connsiteY78" fmla="*/ 788675 h 856262"/>
              <a:gd name="connsiteX79" fmla="*/ 298232 w 3805936"/>
              <a:gd name="connsiteY79" fmla="*/ 789983 h 856262"/>
              <a:gd name="connsiteX80" fmla="*/ 301987 w 3805936"/>
              <a:gd name="connsiteY80" fmla="*/ 791291 h 856262"/>
              <a:gd name="connsiteX81" fmla="*/ 313125 w 3805936"/>
              <a:gd name="connsiteY81" fmla="*/ 758890 h 856262"/>
              <a:gd name="connsiteX82" fmla="*/ 324094 w 3805936"/>
              <a:gd name="connsiteY82" fmla="*/ 762645 h 856262"/>
              <a:gd name="connsiteX83" fmla="*/ 325317 w 3805936"/>
              <a:gd name="connsiteY83" fmla="*/ 759143 h 856262"/>
              <a:gd name="connsiteX84" fmla="*/ 326583 w 3805936"/>
              <a:gd name="connsiteY84" fmla="*/ 755684 h 856262"/>
              <a:gd name="connsiteX85" fmla="*/ 281905 w 3805936"/>
              <a:gd name="connsiteY85" fmla="*/ 738091 h 856262"/>
              <a:gd name="connsiteX86" fmla="*/ 264313 w 3805936"/>
              <a:gd name="connsiteY86" fmla="*/ 775850 h 856262"/>
              <a:gd name="connsiteX87" fmla="*/ 267941 w 3805936"/>
              <a:gd name="connsiteY87" fmla="*/ 777538 h 856262"/>
              <a:gd name="connsiteX88" fmla="*/ 271527 w 3805936"/>
              <a:gd name="connsiteY88" fmla="*/ 779225 h 856262"/>
              <a:gd name="connsiteX89" fmla="*/ 289162 w 3805936"/>
              <a:gd name="connsiteY89" fmla="*/ 741466 h 856262"/>
              <a:gd name="connsiteX90" fmla="*/ 285491 w 3805936"/>
              <a:gd name="connsiteY90" fmla="*/ 739779 h 856262"/>
              <a:gd name="connsiteX91" fmla="*/ 597941 w 3805936"/>
              <a:gd name="connsiteY91" fmla="*/ 725603 h 856262"/>
              <a:gd name="connsiteX92" fmla="*/ 570434 w 3805936"/>
              <a:gd name="connsiteY92" fmla="*/ 740201 h 856262"/>
              <a:gd name="connsiteX93" fmla="*/ 572164 w 3805936"/>
              <a:gd name="connsiteY93" fmla="*/ 743491 h 856262"/>
              <a:gd name="connsiteX94" fmla="*/ 573893 w 3805936"/>
              <a:gd name="connsiteY94" fmla="*/ 746740 h 856262"/>
              <a:gd name="connsiteX95" fmla="*/ 584103 w 3805936"/>
              <a:gd name="connsiteY95" fmla="*/ 741298 h 856262"/>
              <a:gd name="connsiteX96" fmla="*/ 600219 w 3805936"/>
              <a:gd name="connsiteY96" fmla="*/ 771547 h 856262"/>
              <a:gd name="connsiteX97" fmla="*/ 603763 w 3805936"/>
              <a:gd name="connsiteY97" fmla="*/ 769690 h 856262"/>
              <a:gd name="connsiteX98" fmla="*/ 607265 w 3805936"/>
              <a:gd name="connsiteY98" fmla="*/ 767792 h 856262"/>
              <a:gd name="connsiteX99" fmla="*/ 591191 w 3805936"/>
              <a:gd name="connsiteY99" fmla="*/ 737543 h 856262"/>
              <a:gd name="connsiteX100" fmla="*/ 601400 w 3805936"/>
              <a:gd name="connsiteY100" fmla="*/ 732100 h 856262"/>
              <a:gd name="connsiteX101" fmla="*/ 599671 w 3805936"/>
              <a:gd name="connsiteY101" fmla="*/ 728852 h 856262"/>
              <a:gd name="connsiteX102" fmla="*/ 246045 w 3805936"/>
              <a:gd name="connsiteY102" fmla="*/ 718600 h 856262"/>
              <a:gd name="connsiteX103" fmla="*/ 244399 w 3805936"/>
              <a:gd name="connsiteY103" fmla="*/ 722060 h 856262"/>
              <a:gd name="connsiteX104" fmla="*/ 242628 w 3805936"/>
              <a:gd name="connsiteY104" fmla="*/ 725308 h 856262"/>
              <a:gd name="connsiteX105" fmla="*/ 252753 w 3805936"/>
              <a:gd name="connsiteY105" fmla="*/ 730919 h 856262"/>
              <a:gd name="connsiteX106" fmla="*/ 236130 w 3805936"/>
              <a:gd name="connsiteY106" fmla="*/ 760873 h 856262"/>
              <a:gd name="connsiteX107" fmla="*/ 239632 w 3805936"/>
              <a:gd name="connsiteY107" fmla="*/ 762814 h 856262"/>
              <a:gd name="connsiteX108" fmla="*/ 243134 w 3805936"/>
              <a:gd name="connsiteY108" fmla="*/ 764754 h 856262"/>
              <a:gd name="connsiteX109" fmla="*/ 259588 w 3805936"/>
              <a:gd name="connsiteY109" fmla="*/ 734547 h 856262"/>
              <a:gd name="connsiteX110" fmla="*/ 269713 w 3805936"/>
              <a:gd name="connsiteY110" fmla="*/ 740158 h 856262"/>
              <a:gd name="connsiteX111" fmla="*/ 271485 w 3805936"/>
              <a:gd name="connsiteY111" fmla="*/ 736952 h 856262"/>
              <a:gd name="connsiteX112" fmla="*/ 273299 w 3805936"/>
              <a:gd name="connsiteY112" fmla="*/ 733704 h 856262"/>
              <a:gd name="connsiteX113" fmla="*/ 507994 w 3805936"/>
              <a:gd name="connsiteY113" fmla="*/ 712525 h 856262"/>
              <a:gd name="connsiteX114" fmla="*/ 507994 w 3805936"/>
              <a:gd name="connsiteY114" fmla="*/ 712652 h 856262"/>
              <a:gd name="connsiteX115" fmla="*/ 509639 w 3805936"/>
              <a:gd name="connsiteY115" fmla="*/ 716238 h 856262"/>
              <a:gd name="connsiteX116" fmla="*/ 507952 w 3805936"/>
              <a:gd name="connsiteY116" fmla="*/ 726869 h 856262"/>
              <a:gd name="connsiteX117" fmla="*/ 506939 w 3805936"/>
              <a:gd name="connsiteY117" fmla="*/ 716744 h 856262"/>
              <a:gd name="connsiteX118" fmla="*/ 507994 w 3805936"/>
              <a:gd name="connsiteY118" fmla="*/ 712525 h 856262"/>
              <a:gd name="connsiteX119" fmla="*/ 436738 w 3805936"/>
              <a:gd name="connsiteY119" fmla="*/ 712525 h 856262"/>
              <a:gd name="connsiteX120" fmla="*/ 436738 w 3805936"/>
              <a:gd name="connsiteY120" fmla="*/ 712652 h 856262"/>
              <a:gd name="connsiteX121" fmla="*/ 438383 w 3805936"/>
              <a:gd name="connsiteY121" fmla="*/ 716238 h 856262"/>
              <a:gd name="connsiteX122" fmla="*/ 436696 w 3805936"/>
              <a:gd name="connsiteY122" fmla="*/ 726869 h 856262"/>
              <a:gd name="connsiteX123" fmla="*/ 435683 w 3805936"/>
              <a:gd name="connsiteY123" fmla="*/ 716744 h 856262"/>
              <a:gd name="connsiteX124" fmla="*/ 436738 w 3805936"/>
              <a:gd name="connsiteY124" fmla="*/ 712525 h 856262"/>
              <a:gd name="connsiteX125" fmla="*/ 352191 w 3805936"/>
              <a:gd name="connsiteY125" fmla="*/ 712103 h 856262"/>
              <a:gd name="connsiteX126" fmla="*/ 354470 w 3805936"/>
              <a:gd name="connsiteY126" fmla="*/ 712441 h 856262"/>
              <a:gd name="connsiteX127" fmla="*/ 354765 w 3805936"/>
              <a:gd name="connsiteY127" fmla="*/ 726110 h 856262"/>
              <a:gd name="connsiteX128" fmla="*/ 352191 w 3805936"/>
              <a:gd name="connsiteY128" fmla="*/ 726110 h 856262"/>
              <a:gd name="connsiteX129" fmla="*/ 352191 w 3805936"/>
              <a:gd name="connsiteY129" fmla="*/ 712188 h 856262"/>
              <a:gd name="connsiteX130" fmla="*/ 496181 w 3805936"/>
              <a:gd name="connsiteY130" fmla="*/ 711892 h 856262"/>
              <a:gd name="connsiteX131" fmla="*/ 497742 w 3805936"/>
              <a:gd name="connsiteY131" fmla="*/ 716111 h 856262"/>
              <a:gd name="connsiteX132" fmla="*/ 496392 w 3805936"/>
              <a:gd name="connsiteY132" fmla="*/ 726532 h 856262"/>
              <a:gd name="connsiteX133" fmla="*/ 494409 w 3805936"/>
              <a:gd name="connsiteY133" fmla="*/ 716449 h 856262"/>
              <a:gd name="connsiteX134" fmla="*/ 496181 w 3805936"/>
              <a:gd name="connsiteY134" fmla="*/ 712019 h 856262"/>
              <a:gd name="connsiteX135" fmla="*/ 424924 w 3805936"/>
              <a:gd name="connsiteY135" fmla="*/ 711892 h 856262"/>
              <a:gd name="connsiteX136" fmla="*/ 426485 w 3805936"/>
              <a:gd name="connsiteY136" fmla="*/ 716111 h 856262"/>
              <a:gd name="connsiteX137" fmla="*/ 425178 w 3805936"/>
              <a:gd name="connsiteY137" fmla="*/ 726743 h 856262"/>
              <a:gd name="connsiteX138" fmla="*/ 423152 w 3805936"/>
              <a:gd name="connsiteY138" fmla="*/ 716449 h 856262"/>
              <a:gd name="connsiteX139" fmla="*/ 424924 w 3805936"/>
              <a:gd name="connsiteY139" fmla="*/ 712019 h 856262"/>
              <a:gd name="connsiteX140" fmla="*/ 364595 w 3805936"/>
              <a:gd name="connsiteY140" fmla="*/ 711134 h 856262"/>
              <a:gd name="connsiteX141" fmla="*/ 365776 w 3805936"/>
              <a:gd name="connsiteY141" fmla="*/ 716112 h 856262"/>
              <a:gd name="connsiteX142" fmla="*/ 364595 w 3805936"/>
              <a:gd name="connsiteY142" fmla="*/ 726026 h 856262"/>
              <a:gd name="connsiteX143" fmla="*/ 363329 w 3805936"/>
              <a:gd name="connsiteY143" fmla="*/ 716112 h 856262"/>
              <a:gd name="connsiteX144" fmla="*/ 364595 w 3805936"/>
              <a:gd name="connsiteY144" fmla="*/ 711134 h 856262"/>
              <a:gd name="connsiteX145" fmla="*/ 1056064 w 3805936"/>
              <a:gd name="connsiteY145" fmla="*/ 711050 h 856262"/>
              <a:gd name="connsiteX146" fmla="*/ 1056212 w 3805936"/>
              <a:gd name="connsiteY146" fmla="*/ 740318 h 856262"/>
              <a:gd name="connsiteX147" fmla="*/ 1081950 w 3805936"/>
              <a:gd name="connsiteY147" fmla="*/ 740318 h 856262"/>
              <a:gd name="connsiteX148" fmla="*/ 1094453 w 3805936"/>
              <a:gd name="connsiteY148" fmla="*/ 736495 h 856262"/>
              <a:gd name="connsiteX149" fmla="*/ 1098572 w 3805936"/>
              <a:gd name="connsiteY149" fmla="*/ 724728 h 856262"/>
              <a:gd name="connsiteX150" fmla="*/ 1094305 w 3805936"/>
              <a:gd name="connsiteY150" fmla="*/ 714432 h 856262"/>
              <a:gd name="connsiteX151" fmla="*/ 1081510 w 3805936"/>
              <a:gd name="connsiteY151" fmla="*/ 711050 h 856262"/>
              <a:gd name="connsiteX152" fmla="*/ 357676 w 3805936"/>
              <a:gd name="connsiteY152" fmla="*/ 710162 h 856262"/>
              <a:gd name="connsiteX153" fmla="*/ 357686 w 3805936"/>
              <a:gd name="connsiteY153" fmla="*/ 710447 h 856262"/>
              <a:gd name="connsiteX154" fmla="*/ 357676 w 3805936"/>
              <a:gd name="connsiteY154" fmla="*/ 710458 h 856262"/>
              <a:gd name="connsiteX155" fmla="*/ 358368 w 3805936"/>
              <a:gd name="connsiteY155" fmla="*/ 709610 h 856262"/>
              <a:gd name="connsiteX156" fmla="*/ 360629 w 3805936"/>
              <a:gd name="connsiteY156" fmla="*/ 710162 h 856262"/>
              <a:gd name="connsiteX157" fmla="*/ 361136 w 3805936"/>
              <a:gd name="connsiteY157" fmla="*/ 727038 h 856262"/>
              <a:gd name="connsiteX158" fmla="*/ 358225 w 3805936"/>
              <a:gd name="connsiteY158" fmla="*/ 727038 h 856262"/>
              <a:gd name="connsiteX159" fmla="*/ 357686 w 3805936"/>
              <a:gd name="connsiteY159" fmla="*/ 710447 h 856262"/>
              <a:gd name="connsiteX160" fmla="*/ 502594 w 3805936"/>
              <a:gd name="connsiteY160" fmla="*/ 708981 h 856262"/>
              <a:gd name="connsiteX161" fmla="*/ 504113 w 3805936"/>
              <a:gd name="connsiteY161" fmla="*/ 715310 h 856262"/>
              <a:gd name="connsiteX162" fmla="*/ 502341 w 3805936"/>
              <a:gd name="connsiteY162" fmla="*/ 727587 h 856262"/>
              <a:gd name="connsiteX163" fmla="*/ 500527 w 3805936"/>
              <a:gd name="connsiteY163" fmla="*/ 715141 h 856262"/>
              <a:gd name="connsiteX164" fmla="*/ 502594 w 3805936"/>
              <a:gd name="connsiteY164" fmla="*/ 708981 h 856262"/>
              <a:gd name="connsiteX165" fmla="*/ 431337 w 3805936"/>
              <a:gd name="connsiteY165" fmla="*/ 708981 h 856262"/>
              <a:gd name="connsiteX166" fmla="*/ 432856 w 3805936"/>
              <a:gd name="connsiteY166" fmla="*/ 715310 h 856262"/>
              <a:gd name="connsiteX167" fmla="*/ 431084 w 3805936"/>
              <a:gd name="connsiteY167" fmla="*/ 727587 h 856262"/>
              <a:gd name="connsiteX168" fmla="*/ 429270 w 3805936"/>
              <a:gd name="connsiteY168" fmla="*/ 715141 h 856262"/>
              <a:gd name="connsiteX169" fmla="*/ 431337 w 3805936"/>
              <a:gd name="connsiteY169" fmla="*/ 708981 h 856262"/>
              <a:gd name="connsiteX170" fmla="*/ 317470 w 3805936"/>
              <a:gd name="connsiteY170" fmla="*/ 707673 h 856262"/>
              <a:gd name="connsiteX171" fmla="*/ 317724 w 3805936"/>
              <a:gd name="connsiteY171" fmla="*/ 707907 h 856262"/>
              <a:gd name="connsiteX172" fmla="*/ 317343 w 3805936"/>
              <a:gd name="connsiteY172" fmla="*/ 707842 h 856262"/>
              <a:gd name="connsiteX173" fmla="*/ 630047 w 3805936"/>
              <a:gd name="connsiteY173" fmla="*/ 705395 h 856262"/>
              <a:gd name="connsiteX174" fmla="*/ 606379 w 3805936"/>
              <a:gd name="connsiteY174" fmla="*/ 720752 h 856262"/>
              <a:gd name="connsiteX175" fmla="*/ 629076 w 3805936"/>
              <a:gd name="connsiteY175" fmla="*/ 755684 h 856262"/>
              <a:gd name="connsiteX176" fmla="*/ 653377 w 3805936"/>
              <a:gd name="connsiteY176" fmla="*/ 739737 h 856262"/>
              <a:gd name="connsiteX177" fmla="*/ 651352 w 3805936"/>
              <a:gd name="connsiteY177" fmla="*/ 736615 h 856262"/>
              <a:gd name="connsiteX178" fmla="*/ 649369 w 3805936"/>
              <a:gd name="connsiteY178" fmla="*/ 733535 h 856262"/>
              <a:gd name="connsiteX179" fmla="*/ 631692 w 3805936"/>
              <a:gd name="connsiteY179" fmla="*/ 745010 h 856262"/>
              <a:gd name="connsiteX180" fmla="*/ 625743 w 3805936"/>
              <a:gd name="connsiteY180" fmla="*/ 735940 h 856262"/>
              <a:gd name="connsiteX181" fmla="*/ 641606 w 3805936"/>
              <a:gd name="connsiteY181" fmla="*/ 725814 h 856262"/>
              <a:gd name="connsiteX182" fmla="*/ 639666 w 3805936"/>
              <a:gd name="connsiteY182" fmla="*/ 722777 h 856262"/>
              <a:gd name="connsiteX183" fmla="*/ 637725 w 3805936"/>
              <a:gd name="connsiteY183" fmla="*/ 719781 h 856262"/>
              <a:gd name="connsiteX184" fmla="*/ 621988 w 3805936"/>
              <a:gd name="connsiteY184" fmla="*/ 729991 h 856262"/>
              <a:gd name="connsiteX185" fmla="*/ 617179 w 3805936"/>
              <a:gd name="connsiteY185" fmla="*/ 722566 h 856262"/>
              <a:gd name="connsiteX186" fmla="*/ 634054 w 3805936"/>
              <a:gd name="connsiteY186" fmla="*/ 711597 h 856262"/>
              <a:gd name="connsiteX187" fmla="*/ 632072 w 3805936"/>
              <a:gd name="connsiteY187" fmla="*/ 708475 h 856262"/>
              <a:gd name="connsiteX188" fmla="*/ 216724 w 3805936"/>
              <a:gd name="connsiteY188" fmla="*/ 701176 h 856262"/>
              <a:gd name="connsiteX189" fmla="*/ 207822 w 3805936"/>
              <a:gd name="connsiteY189" fmla="*/ 706576 h 856262"/>
              <a:gd name="connsiteX190" fmla="*/ 205586 w 3805936"/>
              <a:gd name="connsiteY190" fmla="*/ 714803 h 856262"/>
              <a:gd name="connsiteX191" fmla="*/ 212631 w 3805936"/>
              <a:gd name="connsiteY191" fmla="*/ 725857 h 856262"/>
              <a:gd name="connsiteX192" fmla="*/ 216513 w 3805936"/>
              <a:gd name="connsiteY192" fmla="*/ 731510 h 856262"/>
              <a:gd name="connsiteX193" fmla="*/ 215753 w 3805936"/>
              <a:gd name="connsiteY193" fmla="*/ 735222 h 856262"/>
              <a:gd name="connsiteX194" fmla="*/ 211830 w 3805936"/>
              <a:gd name="connsiteY194" fmla="*/ 736994 h 856262"/>
              <a:gd name="connsiteX195" fmla="*/ 206176 w 3805936"/>
              <a:gd name="connsiteY195" fmla="*/ 734547 h 856262"/>
              <a:gd name="connsiteX196" fmla="*/ 202548 w 3805936"/>
              <a:gd name="connsiteY196" fmla="*/ 729696 h 856262"/>
              <a:gd name="connsiteX197" fmla="*/ 203730 w 3805936"/>
              <a:gd name="connsiteY197" fmla="*/ 724253 h 856262"/>
              <a:gd name="connsiteX198" fmla="*/ 197486 w 3805936"/>
              <a:gd name="connsiteY198" fmla="*/ 719739 h 856262"/>
              <a:gd name="connsiteX199" fmla="*/ 194912 w 3805936"/>
              <a:gd name="connsiteY199" fmla="*/ 730708 h 856262"/>
              <a:gd name="connsiteX200" fmla="*/ 201958 w 3805936"/>
              <a:gd name="connsiteY200" fmla="*/ 740369 h 856262"/>
              <a:gd name="connsiteX201" fmla="*/ 213306 w 3805936"/>
              <a:gd name="connsiteY201" fmla="*/ 744335 h 856262"/>
              <a:gd name="connsiteX202" fmla="*/ 222208 w 3805936"/>
              <a:gd name="connsiteY202" fmla="*/ 739272 h 856262"/>
              <a:gd name="connsiteX203" fmla="*/ 224908 w 3805936"/>
              <a:gd name="connsiteY203" fmla="*/ 730835 h 856262"/>
              <a:gd name="connsiteX204" fmla="*/ 218622 w 3805936"/>
              <a:gd name="connsiteY204" fmla="*/ 720456 h 856262"/>
              <a:gd name="connsiteX205" fmla="*/ 213939 w 3805936"/>
              <a:gd name="connsiteY205" fmla="*/ 714044 h 856262"/>
              <a:gd name="connsiteX206" fmla="*/ 214192 w 3805936"/>
              <a:gd name="connsiteY206" fmla="*/ 710669 h 856262"/>
              <a:gd name="connsiteX207" fmla="*/ 217947 w 3805936"/>
              <a:gd name="connsiteY207" fmla="*/ 708390 h 856262"/>
              <a:gd name="connsiteX208" fmla="*/ 222672 w 3805936"/>
              <a:gd name="connsiteY208" fmla="*/ 709994 h 856262"/>
              <a:gd name="connsiteX209" fmla="*/ 226258 w 3805936"/>
              <a:gd name="connsiteY209" fmla="*/ 714761 h 856262"/>
              <a:gd name="connsiteX210" fmla="*/ 225457 w 3805936"/>
              <a:gd name="connsiteY210" fmla="*/ 719992 h 856262"/>
              <a:gd name="connsiteX211" fmla="*/ 231743 w 3805936"/>
              <a:gd name="connsiteY211" fmla="*/ 724591 h 856262"/>
              <a:gd name="connsiteX212" fmla="*/ 231743 w 3805936"/>
              <a:gd name="connsiteY212" fmla="*/ 724506 h 856262"/>
              <a:gd name="connsiteX213" fmla="*/ 233979 w 3805936"/>
              <a:gd name="connsiteY213" fmla="*/ 713875 h 856262"/>
              <a:gd name="connsiteX214" fmla="*/ 227651 w 3805936"/>
              <a:gd name="connsiteY214" fmla="*/ 704720 h 856262"/>
              <a:gd name="connsiteX215" fmla="*/ 216724 w 3805936"/>
              <a:gd name="connsiteY215" fmla="*/ 701176 h 856262"/>
              <a:gd name="connsiteX216" fmla="*/ 662152 w 3805936"/>
              <a:gd name="connsiteY216" fmla="*/ 682444 h 856262"/>
              <a:gd name="connsiteX217" fmla="*/ 650930 w 3805936"/>
              <a:gd name="connsiteY217" fmla="*/ 686663 h 856262"/>
              <a:gd name="connsiteX218" fmla="*/ 644939 w 3805936"/>
              <a:gd name="connsiteY218" fmla="*/ 699320 h 856262"/>
              <a:gd name="connsiteX219" fmla="*/ 651690 w 3805936"/>
              <a:gd name="connsiteY219" fmla="*/ 714803 h 856262"/>
              <a:gd name="connsiteX220" fmla="*/ 665569 w 3805936"/>
              <a:gd name="connsiteY220" fmla="*/ 723874 h 856262"/>
              <a:gd name="connsiteX221" fmla="*/ 685145 w 3805936"/>
              <a:gd name="connsiteY221" fmla="*/ 709572 h 856262"/>
              <a:gd name="connsiteX222" fmla="*/ 685061 w 3805936"/>
              <a:gd name="connsiteY222" fmla="*/ 709487 h 856262"/>
              <a:gd name="connsiteX223" fmla="*/ 681559 w 3805936"/>
              <a:gd name="connsiteY223" fmla="*/ 697590 h 856262"/>
              <a:gd name="connsiteX224" fmla="*/ 675400 w 3805936"/>
              <a:gd name="connsiteY224" fmla="*/ 702737 h 856262"/>
              <a:gd name="connsiteX225" fmla="*/ 677214 w 3805936"/>
              <a:gd name="connsiteY225" fmla="*/ 709065 h 856262"/>
              <a:gd name="connsiteX226" fmla="*/ 676910 w 3805936"/>
              <a:gd name="connsiteY226" fmla="*/ 710475 h 856262"/>
              <a:gd name="connsiteX227" fmla="*/ 666371 w 3805936"/>
              <a:gd name="connsiteY227" fmla="*/ 716069 h 856262"/>
              <a:gd name="connsiteX228" fmla="*/ 657933 w 3805936"/>
              <a:gd name="connsiteY228" fmla="*/ 709656 h 856262"/>
              <a:gd name="connsiteX229" fmla="*/ 652955 w 3805936"/>
              <a:gd name="connsiteY229" fmla="*/ 699826 h 856262"/>
              <a:gd name="connsiteX230" fmla="*/ 655824 w 3805936"/>
              <a:gd name="connsiteY230" fmla="*/ 692359 h 856262"/>
              <a:gd name="connsiteX231" fmla="*/ 661562 w 3805936"/>
              <a:gd name="connsiteY231" fmla="*/ 690165 h 856262"/>
              <a:gd name="connsiteX232" fmla="*/ 667046 w 3805936"/>
              <a:gd name="connsiteY232" fmla="*/ 692528 h 856262"/>
              <a:gd name="connsiteX233" fmla="*/ 673206 w 3805936"/>
              <a:gd name="connsiteY233" fmla="*/ 687380 h 856262"/>
              <a:gd name="connsiteX234" fmla="*/ 662152 w 3805936"/>
              <a:gd name="connsiteY234" fmla="*/ 682444 h 856262"/>
              <a:gd name="connsiteX235" fmla="*/ 442043 w 3805936"/>
              <a:gd name="connsiteY235" fmla="*/ 681127 h 856262"/>
              <a:gd name="connsiteX236" fmla="*/ 442128 w 3805936"/>
              <a:gd name="connsiteY236" fmla="*/ 681127 h 856262"/>
              <a:gd name="connsiteX237" fmla="*/ 442128 w 3805936"/>
              <a:gd name="connsiteY237" fmla="*/ 692391 h 856262"/>
              <a:gd name="connsiteX238" fmla="*/ 432551 w 3805936"/>
              <a:gd name="connsiteY238" fmla="*/ 692391 h 856262"/>
              <a:gd name="connsiteX239" fmla="*/ 465173 w 3805936"/>
              <a:gd name="connsiteY239" fmla="*/ 678858 h 856262"/>
              <a:gd name="connsiteX240" fmla="*/ 471417 w 3805936"/>
              <a:gd name="connsiteY240" fmla="*/ 688815 h 856262"/>
              <a:gd name="connsiteX241" fmla="*/ 465173 w 3805936"/>
              <a:gd name="connsiteY241" fmla="*/ 698771 h 856262"/>
              <a:gd name="connsiteX242" fmla="*/ 458929 w 3805936"/>
              <a:gd name="connsiteY242" fmla="*/ 688815 h 856262"/>
              <a:gd name="connsiteX243" fmla="*/ 465173 w 3805936"/>
              <a:gd name="connsiteY243" fmla="*/ 678858 h 856262"/>
              <a:gd name="connsiteX244" fmla="*/ 413238 w 3805936"/>
              <a:gd name="connsiteY244" fmla="*/ 678858 h 856262"/>
              <a:gd name="connsiteX245" fmla="*/ 419271 w 3805936"/>
              <a:gd name="connsiteY245" fmla="*/ 684174 h 856262"/>
              <a:gd name="connsiteX246" fmla="*/ 419263 w 3805936"/>
              <a:gd name="connsiteY246" fmla="*/ 685149 h 856262"/>
              <a:gd name="connsiteX247" fmla="*/ 413534 w 3805936"/>
              <a:gd name="connsiteY247" fmla="*/ 689827 h 856262"/>
              <a:gd name="connsiteX248" fmla="*/ 407501 w 3805936"/>
              <a:gd name="connsiteY248" fmla="*/ 684427 h 856262"/>
              <a:gd name="connsiteX249" fmla="*/ 407509 w 3805936"/>
              <a:gd name="connsiteY249" fmla="*/ 683820 h 856262"/>
              <a:gd name="connsiteX250" fmla="*/ 413238 w 3805936"/>
              <a:gd name="connsiteY250" fmla="*/ 678858 h 856262"/>
              <a:gd name="connsiteX251" fmla="*/ 412066 w 3805936"/>
              <a:gd name="connsiteY251" fmla="*/ 676294 h 856262"/>
              <a:gd name="connsiteX252" fmla="*/ 403704 w 3805936"/>
              <a:gd name="connsiteY252" fmla="*/ 684808 h 856262"/>
              <a:gd name="connsiteX253" fmla="*/ 403746 w 3805936"/>
              <a:gd name="connsiteY253" fmla="*/ 685373 h 856262"/>
              <a:gd name="connsiteX254" fmla="*/ 413070 w 3805936"/>
              <a:gd name="connsiteY254" fmla="*/ 692824 h 856262"/>
              <a:gd name="connsiteX255" fmla="*/ 419905 w 3805936"/>
              <a:gd name="connsiteY255" fmla="*/ 689870 h 856262"/>
              <a:gd name="connsiteX256" fmla="*/ 412733 w 3805936"/>
              <a:gd name="connsiteY256" fmla="*/ 699152 h 856262"/>
              <a:gd name="connsiteX257" fmla="*/ 411855 w 3805936"/>
              <a:gd name="connsiteY257" fmla="*/ 699228 h 856262"/>
              <a:gd name="connsiteX258" fmla="*/ 407712 w 3805936"/>
              <a:gd name="connsiteY258" fmla="*/ 694933 h 856262"/>
              <a:gd name="connsiteX259" fmla="*/ 403957 w 3805936"/>
              <a:gd name="connsiteY259" fmla="*/ 694933 h 856262"/>
              <a:gd name="connsiteX260" fmla="*/ 412817 w 3805936"/>
              <a:gd name="connsiteY260" fmla="*/ 701599 h 856262"/>
              <a:gd name="connsiteX261" fmla="*/ 412817 w 3805936"/>
              <a:gd name="connsiteY261" fmla="*/ 701725 h 856262"/>
              <a:gd name="connsiteX262" fmla="*/ 423744 w 3805936"/>
              <a:gd name="connsiteY262" fmla="*/ 687887 h 856262"/>
              <a:gd name="connsiteX263" fmla="*/ 413281 w 3805936"/>
              <a:gd name="connsiteY263" fmla="*/ 676370 h 856262"/>
              <a:gd name="connsiteX264" fmla="*/ 412066 w 3805936"/>
              <a:gd name="connsiteY264" fmla="*/ 676294 h 856262"/>
              <a:gd name="connsiteX265" fmla="*/ 465173 w 3805936"/>
              <a:gd name="connsiteY265" fmla="*/ 676243 h 856262"/>
              <a:gd name="connsiteX266" fmla="*/ 454964 w 3805936"/>
              <a:gd name="connsiteY266" fmla="*/ 688900 h 856262"/>
              <a:gd name="connsiteX267" fmla="*/ 465173 w 3805936"/>
              <a:gd name="connsiteY267" fmla="*/ 701557 h 856262"/>
              <a:gd name="connsiteX268" fmla="*/ 465173 w 3805936"/>
              <a:gd name="connsiteY268" fmla="*/ 701725 h 856262"/>
              <a:gd name="connsiteX269" fmla="*/ 475383 w 3805936"/>
              <a:gd name="connsiteY269" fmla="*/ 688900 h 856262"/>
              <a:gd name="connsiteX270" fmla="*/ 465173 w 3805936"/>
              <a:gd name="connsiteY270" fmla="*/ 676243 h 856262"/>
              <a:gd name="connsiteX271" fmla="*/ 442433 w 3805936"/>
              <a:gd name="connsiteY271" fmla="*/ 676075 h 856262"/>
              <a:gd name="connsiteX272" fmla="*/ 428807 w 3805936"/>
              <a:gd name="connsiteY272" fmla="*/ 691811 h 856262"/>
              <a:gd name="connsiteX273" fmla="*/ 428807 w 3805936"/>
              <a:gd name="connsiteY273" fmla="*/ 694849 h 856262"/>
              <a:gd name="connsiteX274" fmla="*/ 441801 w 3805936"/>
              <a:gd name="connsiteY274" fmla="*/ 694849 h 856262"/>
              <a:gd name="connsiteX275" fmla="*/ 441801 w 3805936"/>
              <a:gd name="connsiteY275" fmla="*/ 700924 h 856262"/>
              <a:gd name="connsiteX276" fmla="*/ 445555 w 3805936"/>
              <a:gd name="connsiteY276" fmla="*/ 700924 h 856262"/>
              <a:gd name="connsiteX277" fmla="*/ 445555 w 3805936"/>
              <a:gd name="connsiteY277" fmla="*/ 694849 h 856262"/>
              <a:gd name="connsiteX278" fmla="*/ 449774 w 3805936"/>
              <a:gd name="connsiteY278" fmla="*/ 694849 h 856262"/>
              <a:gd name="connsiteX279" fmla="*/ 449774 w 3805936"/>
              <a:gd name="connsiteY279" fmla="*/ 692191 h 856262"/>
              <a:gd name="connsiteX280" fmla="*/ 445555 w 3805936"/>
              <a:gd name="connsiteY280" fmla="*/ 692191 h 856262"/>
              <a:gd name="connsiteX281" fmla="*/ 445555 w 3805936"/>
              <a:gd name="connsiteY281" fmla="*/ 676075 h 856262"/>
              <a:gd name="connsiteX282" fmla="*/ 388390 w 3805936"/>
              <a:gd name="connsiteY282" fmla="*/ 675906 h 856262"/>
              <a:gd name="connsiteX283" fmla="*/ 380374 w 3805936"/>
              <a:gd name="connsiteY283" fmla="*/ 680631 h 856262"/>
              <a:gd name="connsiteX284" fmla="*/ 380374 w 3805936"/>
              <a:gd name="connsiteY284" fmla="*/ 683289 h 856262"/>
              <a:gd name="connsiteX285" fmla="*/ 387335 w 3805936"/>
              <a:gd name="connsiteY285" fmla="*/ 683289 h 856262"/>
              <a:gd name="connsiteX286" fmla="*/ 387335 w 3805936"/>
              <a:gd name="connsiteY286" fmla="*/ 700924 h 856262"/>
              <a:gd name="connsiteX287" fmla="*/ 391301 w 3805936"/>
              <a:gd name="connsiteY287" fmla="*/ 700924 h 856262"/>
              <a:gd name="connsiteX288" fmla="*/ 391301 w 3805936"/>
              <a:gd name="connsiteY288" fmla="*/ 675906 h 856262"/>
              <a:gd name="connsiteX289" fmla="*/ 183141 w 3805936"/>
              <a:gd name="connsiteY289" fmla="*/ 668691 h 856262"/>
              <a:gd name="connsiteX290" fmla="*/ 154706 w 3805936"/>
              <a:gd name="connsiteY290" fmla="*/ 699151 h 856262"/>
              <a:gd name="connsiteX291" fmla="*/ 157449 w 3805936"/>
              <a:gd name="connsiteY291" fmla="*/ 701725 h 856262"/>
              <a:gd name="connsiteX292" fmla="*/ 160191 w 3805936"/>
              <a:gd name="connsiteY292" fmla="*/ 704425 h 856262"/>
              <a:gd name="connsiteX293" fmla="*/ 180652 w 3805936"/>
              <a:gd name="connsiteY293" fmla="*/ 682444 h 856262"/>
              <a:gd name="connsiteX294" fmla="*/ 171751 w 3805936"/>
              <a:gd name="connsiteY294" fmla="*/ 715225 h 856262"/>
              <a:gd name="connsiteX295" fmla="*/ 174661 w 3805936"/>
              <a:gd name="connsiteY295" fmla="*/ 717925 h 856262"/>
              <a:gd name="connsiteX296" fmla="*/ 177573 w 3805936"/>
              <a:gd name="connsiteY296" fmla="*/ 720499 h 856262"/>
              <a:gd name="connsiteX297" fmla="*/ 205966 w 3805936"/>
              <a:gd name="connsiteY297" fmla="*/ 689996 h 856262"/>
              <a:gd name="connsiteX298" fmla="*/ 203223 w 3805936"/>
              <a:gd name="connsiteY298" fmla="*/ 687465 h 856262"/>
              <a:gd name="connsiteX299" fmla="*/ 200523 w 3805936"/>
              <a:gd name="connsiteY299" fmla="*/ 684933 h 856262"/>
              <a:gd name="connsiteX300" fmla="*/ 180568 w 3805936"/>
              <a:gd name="connsiteY300" fmla="*/ 706323 h 856262"/>
              <a:gd name="connsiteX301" fmla="*/ 189259 w 3805936"/>
              <a:gd name="connsiteY301" fmla="*/ 674429 h 856262"/>
              <a:gd name="connsiteX302" fmla="*/ 186179 w 3805936"/>
              <a:gd name="connsiteY302" fmla="*/ 671560 h 856262"/>
              <a:gd name="connsiteX303" fmla="*/ 1056064 w 3805936"/>
              <a:gd name="connsiteY303" fmla="*/ 668248 h 856262"/>
              <a:gd name="connsiteX304" fmla="*/ 1056212 w 3805936"/>
              <a:gd name="connsiteY304" fmla="*/ 692517 h 856262"/>
              <a:gd name="connsiteX305" fmla="*/ 1080480 w 3805936"/>
              <a:gd name="connsiteY305" fmla="*/ 692517 h 856262"/>
              <a:gd name="connsiteX306" fmla="*/ 1092394 w 3805936"/>
              <a:gd name="connsiteY306" fmla="*/ 689282 h 856262"/>
              <a:gd name="connsiteX307" fmla="*/ 1096218 w 3805936"/>
              <a:gd name="connsiteY307" fmla="*/ 679427 h 856262"/>
              <a:gd name="connsiteX308" fmla="*/ 1092100 w 3805936"/>
              <a:gd name="connsiteY308" fmla="*/ 671043 h 856262"/>
              <a:gd name="connsiteX309" fmla="*/ 1079597 w 3805936"/>
              <a:gd name="connsiteY309" fmla="*/ 668248 h 856262"/>
              <a:gd name="connsiteX310" fmla="*/ 3533537 w 3805936"/>
              <a:gd name="connsiteY310" fmla="*/ 665167 h 856262"/>
              <a:gd name="connsiteX311" fmla="*/ 3514930 w 3805936"/>
              <a:gd name="connsiteY311" fmla="*/ 669641 h 856262"/>
              <a:gd name="connsiteX312" fmla="*/ 3509410 w 3805936"/>
              <a:gd name="connsiteY312" fmla="*/ 675160 h 856262"/>
              <a:gd name="connsiteX313" fmla="*/ 3502055 w 3805936"/>
              <a:gd name="connsiteY313" fmla="*/ 704576 h 856262"/>
              <a:gd name="connsiteX314" fmla="*/ 3509263 w 3805936"/>
              <a:gd name="connsiteY314" fmla="*/ 732523 h 856262"/>
              <a:gd name="connsiteX315" fmla="*/ 3544661 w 3805936"/>
              <a:gd name="connsiteY315" fmla="*/ 737721 h 856262"/>
              <a:gd name="connsiteX316" fmla="*/ 3549857 w 3805936"/>
              <a:gd name="connsiteY316" fmla="*/ 732523 h 856262"/>
              <a:gd name="connsiteX317" fmla="*/ 3549858 w 3805936"/>
              <a:gd name="connsiteY317" fmla="*/ 732523 h 856262"/>
              <a:gd name="connsiteX318" fmla="*/ 3557212 w 3805936"/>
              <a:gd name="connsiteY318" fmla="*/ 704576 h 856262"/>
              <a:gd name="connsiteX319" fmla="*/ 3549858 w 3805936"/>
              <a:gd name="connsiteY319" fmla="*/ 675160 h 856262"/>
              <a:gd name="connsiteX320" fmla="*/ 3533537 w 3805936"/>
              <a:gd name="connsiteY320" fmla="*/ 665167 h 856262"/>
              <a:gd name="connsiteX321" fmla="*/ 3326023 w 3805936"/>
              <a:gd name="connsiteY321" fmla="*/ 665160 h 856262"/>
              <a:gd name="connsiteX322" fmla="*/ 3307320 w 3805936"/>
              <a:gd name="connsiteY322" fmla="*/ 669718 h 856262"/>
              <a:gd name="connsiteX323" fmla="*/ 3301876 w 3805936"/>
              <a:gd name="connsiteY323" fmla="*/ 675162 h 856262"/>
              <a:gd name="connsiteX324" fmla="*/ 3294669 w 3805936"/>
              <a:gd name="connsiteY324" fmla="*/ 704579 h 856262"/>
              <a:gd name="connsiteX325" fmla="*/ 3301876 w 3805936"/>
              <a:gd name="connsiteY325" fmla="*/ 732526 h 856262"/>
              <a:gd name="connsiteX326" fmla="*/ 3337273 w 3805936"/>
              <a:gd name="connsiteY326" fmla="*/ 737722 h 856262"/>
              <a:gd name="connsiteX327" fmla="*/ 3342471 w 3805936"/>
              <a:gd name="connsiteY327" fmla="*/ 732526 h 856262"/>
              <a:gd name="connsiteX328" fmla="*/ 3349677 w 3805936"/>
              <a:gd name="connsiteY328" fmla="*/ 704579 h 856262"/>
              <a:gd name="connsiteX329" fmla="*/ 3342471 w 3805936"/>
              <a:gd name="connsiteY329" fmla="*/ 675162 h 856262"/>
              <a:gd name="connsiteX330" fmla="*/ 3326023 w 3805936"/>
              <a:gd name="connsiteY330" fmla="*/ 665160 h 856262"/>
              <a:gd name="connsiteX331" fmla="*/ 2558985 w 3805936"/>
              <a:gd name="connsiteY331" fmla="*/ 665160 h 856262"/>
              <a:gd name="connsiteX332" fmla="*/ 2540281 w 3805936"/>
              <a:gd name="connsiteY332" fmla="*/ 669718 h 856262"/>
              <a:gd name="connsiteX333" fmla="*/ 2534837 w 3805936"/>
              <a:gd name="connsiteY333" fmla="*/ 675162 h 856262"/>
              <a:gd name="connsiteX334" fmla="*/ 2527630 w 3805936"/>
              <a:gd name="connsiteY334" fmla="*/ 704579 h 856262"/>
              <a:gd name="connsiteX335" fmla="*/ 2534837 w 3805936"/>
              <a:gd name="connsiteY335" fmla="*/ 732526 h 856262"/>
              <a:gd name="connsiteX336" fmla="*/ 2570234 w 3805936"/>
              <a:gd name="connsiteY336" fmla="*/ 737722 h 856262"/>
              <a:gd name="connsiteX337" fmla="*/ 2575432 w 3805936"/>
              <a:gd name="connsiteY337" fmla="*/ 732526 h 856262"/>
              <a:gd name="connsiteX338" fmla="*/ 2582638 w 3805936"/>
              <a:gd name="connsiteY338" fmla="*/ 704579 h 856262"/>
              <a:gd name="connsiteX339" fmla="*/ 2575432 w 3805936"/>
              <a:gd name="connsiteY339" fmla="*/ 675162 h 856262"/>
              <a:gd name="connsiteX340" fmla="*/ 2558985 w 3805936"/>
              <a:gd name="connsiteY340" fmla="*/ 665160 h 856262"/>
              <a:gd name="connsiteX341" fmla="*/ 169683 w 3805936"/>
              <a:gd name="connsiteY341" fmla="*/ 654009 h 856262"/>
              <a:gd name="connsiteX342" fmla="*/ 138717 w 3805936"/>
              <a:gd name="connsiteY342" fmla="*/ 681896 h 856262"/>
              <a:gd name="connsiteX343" fmla="*/ 141417 w 3805936"/>
              <a:gd name="connsiteY343" fmla="*/ 684849 h 856262"/>
              <a:gd name="connsiteX344" fmla="*/ 144075 w 3805936"/>
              <a:gd name="connsiteY344" fmla="*/ 687844 h 856262"/>
              <a:gd name="connsiteX345" fmla="*/ 175041 w 3805936"/>
              <a:gd name="connsiteY345" fmla="*/ 659958 h 856262"/>
              <a:gd name="connsiteX346" fmla="*/ 172383 w 3805936"/>
              <a:gd name="connsiteY346" fmla="*/ 656962 h 856262"/>
              <a:gd name="connsiteX347" fmla="*/ 3708388 w 3805936"/>
              <a:gd name="connsiteY347" fmla="*/ 649485 h 856262"/>
              <a:gd name="connsiteX348" fmla="*/ 3720890 w 3805936"/>
              <a:gd name="connsiteY348" fmla="*/ 649485 h 856262"/>
              <a:gd name="connsiteX349" fmla="*/ 3733540 w 3805936"/>
              <a:gd name="connsiteY349" fmla="*/ 649485 h 856262"/>
              <a:gd name="connsiteX350" fmla="*/ 3754644 w 3805936"/>
              <a:gd name="connsiteY350" fmla="*/ 697116 h 856262"/>
              <a:gd name="connsiteX351" fmla="*/ 3754573 w 3805936"/>
              <a:gd name="connsiteY351" fmla="*/ 697286 h 856262"/>
              <a:gd name="connsiteX352" fmla="*/ 3754720 w 3805936"/>
              <a:gd name="connsiteY352" fmla="*/ 697286 h 856262"/>
              <a:gd name="connsiteX353" fmla="*/ 3754644 w 3805936"/>
              <a:gd name="connsiteY353" fmla="*/ 697116 h 856262"/>
              <a:gd name="connsiteX354" fmla="*/ 3774428 w 3805936"/>
              <a:gd name="connsiteY354" fmla="*/ 649485 h 856262"/>
              <a:gd name="connsiteX355" fmla="*/ 3786490 w 3805936"/>
              <a:gd name="connsiteY355" fmla="*/ 649485 h 856262"/>
              <a:gd name="connsiteX356" fmla="*/ 3798403 w 3805936"/>
              <a:gd name="connsiteY356" fmla="*/ 649485 h 856262"/>
              <a:gd name="connsiteX357" fmla="*/ 3764868 w 3805936"/>
              <a:gd name="connsiteY357" fmla="*/ 717878 h 856262"/>
              <a:gd name="connsiteX358" fmla="*/ 3764868 w 3805936"/>
              <a:gd name="connsiteY358" fmla="*/ 759798 h 856262"/>
              <a:gd name="connsiteX359" fmla="*/ 3754425 w 3805936"/>
              <a:gd name="connsiteY359" fmla="*/ 759798 h 856262"/>
              <a:gd name="connsiteX360" fmla="*/ 3743688 w 3805936"/>
              <a:gd name="connsiteY360" fmla="*/ 759798 h 856262"/>
              <a:gd name="connsiteX361" fmla="*/ 3743688 w 3805936"/>
              <a:gd name="connsiteY361" fmla="*/ 718320 h 856262"/>
              <a:gd name="connsiteX362" fmla="*/ 3394072 w 3805936"/>
              <a:gd name="connsiteY362" fmla="*/ 649485 h 856262"/>
              <a:gd name="connsiteX363" fmla="*/ 3404662 w 3805936"/>
              <a:gd name="connsiteY363" fmla="*/ 649485 h 856262"/>
              <a:gd name="connsiteX364" fmla="*/ 3415252 w 3805936"/>
              <a:gd name="connsiteY364" fmla="*/ 649485 h 856262"/>
              <a:gd name="connsiteX365" fmla="*/ 3415252 w 3805936"/>
              <a:gd name="connsiteY365" fmla="*/ 740088 h 856262"/>
              <a:gd name="connsiteX366" fmla="*/ 3465555 w 3805936"/>
              <a:gd name="connsiteY366" fmla="*/ 740088 h 856262"/>
              <a:gd name="connsiteX367" fmla="*/ 3465555 w 3805936"/>
              <a:gd name="connsiteY367" fmla="*/ 749943 h 856262"/>
              <a:gd name="connsiteX368" fmla="*/ 3465555 w 3805936"/>
              <a:gd name="connsiteY368" fmla="*/ 759650 h 856262"/>
              <a:gd name="connsiteX369" fmla="*/ 3394072 w 3805936"/>
              <a:gd name="connsiteY369" fmla="*/ 759650 h 856262"/>
              <a:gd name="connsiteX370" fmla="*/ 3169917 w 3805936"/>
              <a:gd name="connsiteY370" fmla="*/ 649485 h 856262"/>
              <a:gd name="connsiteX371" fmla="*/ 3180949 w 3805936"/>
              <a:gd name="connsiteY371" fmla="*/ 649485 h 856262"/>
              <a:gd name="connsiteX372" fmla="*/ 3191981 w 3805936"/>
              <a:gd name="connsiteY372" fmla="*/ 649485 h 856262"/>
              <a:gd name="connsiteX373" fmla="*/ 3232722 w 3805936"/>
              <a:gd name="connsiteY373" fmla="*/ 726852 h 856262"/>
              <a:gd name="connsiteX374" fmla="*/ 3232722 w 3805936"/>
              <a:gd name="connsiteY374" fmla="*/ 649485 h 856262"/>
              <a:gd name="connsiteX375" fmla="*/ 3242577 w 3805936"/>
              <a:gd name="connsiteY375" fmla="*/ 649485 h 856262"/>
              <a:gd name="connsiteX376" fmla="*/ 3252577 w 3805936"/>
              <a:gd name="connsiteY376" fmla="*/ 649485 h 856262"/>
              <a:gd name="connsiteX377" fmla="*/ 3252577 w 3805936"/>
              <a:gd name="connsiteY377" fmla="*/ 759650 h 856262"/>
              <a:gd name="connsiteX378" fmla="*/ 3241987 w 3805936"/>
              <a:gd name="connsiteY378" fmla="*/ 759650 h 856262"/>
              <a:gd name="connsiteX379" fmla="*/ 3231397 w 3805936"/>
              <a:gd name="connsiteY379" fmla="*/ 759650 h 856262"/>
              <a:gd name="connsiteX380" fmla="*/ 3189626 w 3805936"/>
              <a:gd name="connsiteY380" fmla="*/ 680225 h 856262"/>
              <a:gd name="connsiteX381" fmla="*/ 3189626 w 3805936"/>
              <a:gd name="connsiteY381" fmla="*/ 759650 h 856262"/>
              <a:gd name="connsiteX382" fmla="*/ 3179772 w 3805936"/>
              <a:gd name="connsiteY382" fmla="*/ 759650 h 856262"/>
              <a:gd name="connsiteX383" fmla="*/ 3169917 w 3805936"/>
              <a:gd name="connsiteY383" fmla="*/ 759650 h 856262"/>
              <a:gd name="connsiteX384" fmla="*/ 3062546 w 3805936"/>
              <a:gd name="connsiteY384" fmla="*/ 649485 h 856262"/>
              <a:gd name="connsiteX385" fmla="*/ 3072990 w 3805936"/>
              <a:gd name="connsiteY385" fmla="*/ 649485 h 856262"/>
              <a:gd name="connsiteX386" fmla="*/ 3083580 w 3805936"/>
              <a:gd name="connsiteY386" fmla="*/ 649485 h 856262"/>
              <a:gd name="connsiteX387" fmla="*/ 3083580 w 3805936"/>
              <a:gd name="connsiteY387" fmla="*/ 690815 h 856262"/>
              <a:gd name="connsiteX388" fmla="*/ 3123291 w 3805936"/>
              <a:gd name="connsiteY388" fmla="*/ 690815 h 856262"/>
              <a:gd name="connsiteX389" fmla="*/ 3123291 w 3805936"/>
              <a:gd name="connsiteY389" fmla="*/ 649485 h 856262"/>
              <a:gd name="connsiteX390" fmla="*/ 3133881 w 3805936"/>
              <a:gd name="connsiteY390" fmla="*/ 649485 h 856262"/>
              <a:gd name="connsiteX391" fmla="*/ 3144471 w 3805936"/>
              <a:gd name="connsiteY391" fmla="*/ 649485 h 856262"/>
              <a:gd name="connsiteX392" fmla="*/ 3144471 w 3805936"/>
              <a:gd name="connsiteY392" fmla="*/ 759650 h 856262"/>
              <a:gd name="connsiteX393" fmla="*/ 3133881 w 3805936"/>
              <a:gd name="connsiteY393" fmla="*/ 759650 h 856262"/>
              <a:gd name="connsiteX394" fmla="*/ 3123291 w 3805936"/>
              <a:gd name="connsiteY394" fmla="*/ 759650 h 856262"/>
              <a:gd name="connsiteX395" fmla="*/ 3123291 w 3805936"/>
              <a:gd name="connsiteY395" fmla="*/ 709790 h 856262"/>
              <a:gd name="connsiteX396" fmla="*/ 3083580 w 3805936"/>
              <a:gd name="connsiteY396" fmla="*/ 709790 h 856262"/>
              <a:gd name="connsiteX397" fmla="*/ 3083580 w 3805936"/>
              <a:gd name="connsiteY397" fmla="*/ 759650 h 856262"/>
              <a:gd name="connsiteX398" fmla="*/ 3073136 w 3805936"/>
              <a:gd name="connsiteY398" fmla="*/ 759650 h 856262"/>
              <a:gd name="connsiteX399" fmla="*/ 3062546 w 3805936"/>
              <a:gd name="connsiteY399" fmla="*/ 759650 h 856262"/>
              <a:gd name="connsiteX400" fmla="*/ 2855748 w 3805936"/>
              <a:gd name="connsiteY400" fmla="*/ 649485 h 856262"/>
              <a:gd name="connsiteX401" fmla="*/ 2930319 w 3805936"/>
              <a:gd name="connsiteY401" fmla="*/ 649485 h 856262"/>
              <a:gd name="connsiteX402" fmla="*/ 2930319 w 3805936"/>
              <a:gd name="connsiteY402" fmla="*/ 659192 h 856262"/>
              <a:gd name="connsiteX403" fmla="*/ 2930319 w 3805936"/>
              <a:gd name="connsiteY403" fmla="*/ 669047 h 856262"/>
              <a:gd name="connsiteX404" fmla="*/ 2876928 w 3805936"/>
              <a:gd name="connsiteY404" fmla="*/ 669047 h 856262"/>
              <a:gd name="connsiteX405" fmla="*/ 2876928 w 3805936"/>
              <a:gd name="connsiteY405" fmla="*/ 692433 h 856262"/>
              <a:gd name="connsiteX406" fmla="*/ 2926495 w 3805936"/>
              <a:gd name="connsiteY406" fmla="*/ 692433 h 856262"/>
              <a:gd name="connsiteX407" fmla="*/ 2926495 w 3805936"/>
              <a:gd name="connsiteY407" fmla="*/ 701847 h 856262"/>
              <a:gd name="connsiteX408" fmla="*/ 2926495 w 3805936"/>
              <a:gd name="connsiteY408" fmla="*/ 711407 h 856262"/>
              <a:gd name="connsiteX409" fmla="*/ 2876928 w 3805936"/>
              <a:gd name="connsiteY409" fmla="*/ 711407 h 856262"/>
              <a:gd name="connsiteX410" fmla="*/ 2876928 w 3805936"/>
              <a:gd name="connsiteY410" fmla="*/ 740088 h 856262"/>
              <a:gd name="connsiteX411" fmla="*/ 2932673 w 3805936"/>
              <a:gd name="connsiteY411" fmla="*/ 740088 h 856262"/>
              <a:gd name="connsiteX412" fmla="*/ 2932673 w 3805936"/>
              <a:gd name="connsiteY412" fmla="*/ 749943 h 856262"/>
              <a:gd name="connsiteX413" fmla="*/ 2932673 w 3805936"/>
              <a:gd name="connsiteY413" fmla="*/ 759650 h 856262"/>
              <a:gd name="connsiteX414" fmla="*/ 2855748 w 3805936"/>
              <a:gd name="connsiteY414" fmla="*/ 759650 h 856262"/>
              <a:gd name="connsiteX415" fmla="*/ 2754995 w 3805936"/>
              <a:gd name="connsiteY415" fmla="*/ 649485 h 856262"/>
              <a:gd name="connsiteX416" fmla="*/ 2837508 w 3805936"/>
              <a:gd name="connsiteY416" fmla="*/ 649485 h 856262"/>
              <a:gd name="connsiteX417" fmla="*/ 2837508 w 3805936"/>
              <a:gd name="connsiteY417" fmla="*/ 659192 h 856262"/>
              <a:gd name="connsiteX418" fmla="*/ 2837508 w 3805936"/>
              <a:gd name="connsiteY418" fmla="*/ 669047 h 856262"/>
              <a:gd name="connsiteX419" fmla="*/ 2806768 w 3805936"/>
              <a:gd name="connsiteY419" fmla="*/ 669047 h 856262"/>
              <a:gd name="connsiteX420" fmla="*/ 2806768 w 3805936"/>
              <a:gd name="connsiteY420" fmla="*/ 759650 h 856262"/>
              <a:gd name="connsiteX421" fmla="*/ 2796325 w 3805936"/>
              <a:gd name="connsiteY421" fmla="*/ 759650 h 856262"/>
              <a:gd name="connsiteX422" fmla="*/ 2785735 w 3805936"/>
              <a:gd name="connsiteY422" fmla="*/ 759650 h 856262"/>
              <a:gd name="connsiteX423" fmla="*/ 2785735 w 3805936"/>
              <a:gd name="connsiteY423" fmla="*/ 669047 h 856262"/>
              <a:gd name="connsiteX424" fmla="*/ 2754995 w 3805936"/>
              <a:gd name="connsiteY424" fmla="*/ 669047 h 856262"/>
              <a:gd name="connsiteX425" fmla="*/ 2754995 w 3805936"/>
              <a:gd name="connsiteY425" fmla="*/ 659340 h 856262"/>
              <a:gd name="connsiteX426" fmla="*/ 2627033 w 3805936"/>
              <a:gd name="connsiteY426" fmla="*/ 649485 h 856262"/>
              <a:gd name="connsiteX427" fmla="*/ 2699103 w 3805936"/>
              <a:gd name="connsiteY427" fmla="*/ 649485 h 856262"/>
              <a:gd name="connsiteX428" fmla="*/ 2699103 w 3805936"/>
              <a:gd name="connsiteY428" fmla="*/ 659192 h 856262"/>
              <a:gd name="connsiteX429" fmla="*/ 2699103 w 3805936"/>
              <a:gd name="connsiteY429" fmla="*/ 669047 h 856262"/>
              <a:gd name="connsiteX430" fmla="*/ 2648213 w 3805936"/>
              <a:gd name="connsiteY430" fmla="*/ 669047 h 856262"/>
              <a:gd name="connsiteX431" fmla="*/ 2648213 w 3805936"/>
              <a:gd name="connsiteY431" fmla="*/ 694052 h 856262"/>
              <a:gd name="connsiteX432" fmla="*/ 2692633 w 3805936"/>
              <a:gd name="connsiteY432" fmla="*/ 694052 h 856262"/>
              <a:gd name="connsiteX433" fmla="*/ 2692633 w 3805936"/>
              <a:gd name="connsiteY433" fmla="*/ 703612 h 856262"/>
              <a:gd name="connsiteX434" fmla="*/ 2692633 w 3805936"/>
              <a:gd name="connsiteY434" fmla="*/ 713025 h 856262"/>
              <a:gd name="connsiteX435" fmla="*/ 2648213 w 3805936"/>
              <a:gd name="connsiteY435" fmla="*/ 713025 h 856262"/>
              <a:gd name="connsiteX436" fmla="*/ 2648213 w 3805936"/>
              <a:gd name="connsiteY436" fmla="*/ 759650 h 856262"/>
              <a:gd name="connsiteX437" fmla="*/ 2637623 w 3805936"/>
              <a:gd name="connsiteY437" fmla="*/ 759650 h 856262"/>
              <a:gd name="connsiteX438" fmla="*/ 2627033 w 3805936"/>
              <a:gd name="connsiteY438" fmla="*/ 759650 h 856262"/>
              <a:gd name="connsiteX439" fmla="*/ 2366697 w 3805936"/>
              <a:gd name="connsiteY439" fmla="*/ 649485 h 856262"/>
              <a:gd name="connsiteX440" fmla="*/ 2441416 w 3805936"/>
              <a:gd name="connsiteY440" fmla="*/ 649485 h 856262"/>
              <a:gd name="connsiteX441" fmla="*/ 2441416 w 3805936"/>
              <a:gd name="connsiteY441" fmla="*/ 659192 h 856262"/>
              <a:gd name="connsiteX442" fmla="*/ 2441416 w 3805936"/>
              <a:gd name="connsiteY442" fmla="*/ 669047 h 856262"/>
              <a:gd name="connsiteX443" fmla="*/ 2387877 w 3805936"/>
              <a:gd name="connsiteY443" fmla="*/ 669047 h 856262"/>
              <a:gd name="connsiteX444" fmla="*/ 2387877 w 3805936"/>
              <a:gd name="connsiteY444" fmla="*/ 692433 h 856262"/>
              <a:gd name="connsiteX445" fmla="*/ 2437444 w 3805936"/>
              <a:gd name="connsiteY445" fmla="*/ 692433 h 856262"/>
              <a:gd name="connsiteX446" fmla="*/ 2437444 w 3805936"/>
              <a:gd name="connsiteY446" fmla="*/ 701847 h 856262"/>
              <a:gd name="connsiteX447" fmla="*/ 2437444 w 3805936"/>
              <a:gd name="connsiteY447" fmla="*/ 711407 h 856262"/>
              <a:gd name="connsiteX448" fmla="*/ 2387877 w 3805936"/>
              <a:gd name="connsiteY448" fmla="*/ 711407 h 856262"/>
              <a:gd name="connsiteX449" fmla="*/ 2387877 w 3805936"/>
              <a:gd name="connsiteY449" fmla="*/ 740088 h 856262"/>
              <a:gd name="connsiteX450" fmla="*/ 2443769 w 3805936"/>
              <a:gd name="connsiteY450" fmla="*/ 740088 h 856262"/>
              <a:gd name="connsiteX451" fmla="*/ 2443769 w 3805936"/>
              <a:gd name="connsiteY451" fmla="*/ 749943 h 856262"/>
              <a:gd name="connsiteX452" fmla="*/ 2443769 w 3805936"/>
              <a:gd name="connsiteY452" fmla="*/ 759650 h 856262"/>
              <a:gd name="connsiteX453" fmla="*/ 2366697 w 3805936"/>
              <a:gd name="connsiteY453" fmla="*/ 759650 h 856262"/>
              <a:gd name="connsiteX454" fmla="*/ 2266092 w 3805936"/>
              <a:gd name="connsiteY454" fmla="*/ 649485 h 856262"/>
              <a:gd name="connsiteX455" fmla="*/ 2348459 w 3805936"/>
              <a:gd name="connsiteY455" fmla="*/ 649485 h 856262"/>
              <a:gd name="connsiteX456" fmla="*/ 2348459 w 3805936"/>
              <a:gd name="connsiteY456" fmla="*/ 659192 h 856262"/>
              <a:gd name="connsiteX457" fmla="*/ 2348459 w 3805936"/>
              <a:gd name="connsiteY457" fmla="*/ 669047 h 856262"/>
              <a:gd name="connsiteX458" fmla="*/ 2317866 w 3805936"/>
              <a:gd name="connsiteY458" fmla="*/ 669047 h 856262"/>
              <a:gd name="connsiteX459" fmla="*/ 2317866 w 3805936"/>
              <a:gd name="connsiteY459" fmla="*/ 759650 h 856262"/>
              <a:gd name="connsiteX460" fmla="*/ 2307276 w 3805936"/>
              <a:gd name="connsiteY460" fmla="*/ 759650 h 856262"/>
              <a:gd name="connsiteX461" fmla="*/ 2296686 w 3805936"/>
              <a:gd name="connsiteY461" fmla="*/ 759650 h 856262"/>
              <a:gd name="connsiteX462" fmla="*/ 2296686 w 3805936"/>
              <a:gd name="connsiteY462" fmla="*/ 669047 h 856262"/>
              <a:gd name="connsiteX463" fmla="*/ 2266092 w 3805936"/>
              <a:gd name="connsiteY463" fmla="*/ 669047 h 856262"/>
              <a:gd name="connsiteX464" fmla="*/ 2266092 w 3805936"/>
              <a:gd name="connsiteY464" fmla="*/ 659340 h 856262"/>
              <a:gd name="connsiteX465" fmla="*/ 2066499 w 3805936"/>
              <a:gd name="connsiteY465" fmla="*/ 649485 h 856262"/>
              <a:gd name="connsiteX466" fmla="*/ 2148866 w 3805936"/>
              <a:gd name="connsiteY466" fmla="*/ 649485 h 856262"/>
              <a:gd name="connsiteX467" fmla="*/ 2148866 w 3805936"/>
              <a:gd name="connsiteY467" fmla="*/ 659192 h 856262"/>
              <a:gd name="connsiteX468" fmla="*/ 2148866 w 3805936"/>
              <a:gd name="connsiteY468" fmla="*/ 669047 h 856262"/>
              <a:gd name="connsiteX469" fmla="*/ 2118273 w 3805936"/>
              <a:gd name="connsiteY469" fmla="*/ 669047 h 856262"/>
              <a:gd name="connsiteX470" fmla="*/ 2118273 w 3805936"/>
              <a:gd name="connsiteY470" fmla="*/ 759650 h 856262"/>
              <a:gd name="connsiteX471" fmla="*/ 2107683 w 3805936"/>
              <a:gd name="connsiteY471" fmla="*/ 759650 h 856262"/>
              <a:gd name="connsiteX472" fmla="*/ 2097093 w 3805936"/>
              <a:gd name="connsiteY472" fmla="*/ 759650 h 856262"/>
              <a:gd name="connsiteX473" fmla="*/ 2097093 w 3805936"/>
              <a:gd name="connsiteY473" fmla="*/ 669047 h 856262"/>
              <a:gd name="connsiteX474" fmla="*/ 2066499 w 3805936"/>
              <a:gd name="connsiteY474" fmla="*/ 669047 h 856262"/>
              <a:gd name="connsiteX475" fmla="*/ 2066499 w 3805936"/>
              <a:gd name="connsiteY475" fmla="*/ 659340 h 856262"/>
              <a:gd name="connsiteX476" fmla="*/ 2028553 w 3805936"/>
              <a:gd name="connsiteY476" fmla="*/ 649485 h 856262"/>
              <a:gd name="connsiteX477" fmla="*/ 2039143 w 3805936"/>
              <a:gd name="connsiteY477" fmla="*/ 649485 h 856262"/>
              <a:gd name="connsiteX478" fmla="*/ 2049733 w 3805936"/>
              <a:gd name="connsiteY478" fmla="*/ 649485 h 856262"/>
              <a:gd name="connsiteX479" fmla="*/ 2049733 w 3805936"/>
              <a:gd name="connsiteY479" fmla="*/ 759650 h 856262"/>
              <a:gd name="connsiteX480" fmla="*/ 2039290 w 3805936"/>
              <a:gd name="connsiteY480" fmla="*/ 759650 h 856262"/>
              <a:gd name="connsiteX481" fmla="*/ 2028553 w 3805936"/>
              <a:gd name="connsiteY481" fmla="*/ 759650 h 856262"/>
              <a:gd name="connsiteX482" fmla="*/ 1929713 w 3805936"/>
              <a:gd name="connsiteY482" fmla="*/ 649485 h 856262"/>
              <a:gd name="connsiteX483" fmla="*/ 2012080 w 3805936"/>
              <a:gd name="connsiteY483" fmla="*/ 649485 h 856262"/>
              <a:gd name="connsiteX484" fmla="*/ 2012080 w 3805936"/>
              <a:gd name="connsiteY484" fmla="*/ 659192 h 856262"/>
              <a:gd name="connsiteX485" fmla="*/ 2012080 w 3805936"/>
              <a:gd name="connsiteY485" fmla="*/ 669047 h 856262"/>
              <a:gd name="connsiteX486" fmla="*/ 1981487 w 3805936"/>
              <a:gd name="connsiteY486" fmla="*/ 669047 h 856262"/>
              <a:gd name="connsiteX487" fmla="*/ 1981487 w 3805936"/>
              <a:gd name="connsiteY487" fmla="*/ 759650 h 856262"/>
              <a:gd name="connsiteX488" fmla="*/ 1970897 w 3805936"/>
              <a:gd name="connsiteY488" fmla="*/ 759650 h 856262"/>
              <a:gd name="connsiteX489" fmla="*/ 1960307 w 3805936"/>
              <a:gd name="connsiteY489" fmla="*/ 759650 h 856262"/>
              <a:gd name="connsiteX490" fmla="*/ 1960307 w 3805936"/>
              <a:gd name="connsiteY490" fmla="*/ 669047 h 856262"/>
              <a:gd name="connsiteX491" fmla="*/ 1929713 w 3805936"/>
              <a:gd name="connsiteY491" fmla="*/ 669047 h 856262"/>
              <a:gd name="connsiteX492" fmla="*/ 1929713 w 3805936"/>
              <a:gd name="connsiteY492" fmla="*/ 659340 h 856262"/>
              <a:gd name="connsiteX493" fmla="*/ 1729826 w 3805936"/>
              <a:gd name="connsiteY493" fmla="*/ 649485 h 856262"/>
              <a:gd name="connsiteX494" fmla="*/ 1741005 w 3805936"/>
              <a:gd name="connsiteY494" fmla="*/ 649485 h 856262"/>
              <a:gd name="connsiteX495" fmla="*/ 1752036 w 3805936"/>
              <a:gd name="connsiteY495" fmla="*/ 649485 h 856262"/>
              <a:gd name="connsiteX496" fmla="*/ 1792778 w 3805936"/>
              <a:gd name="connsiteY496" fmla="*/ 726852 h 856262"/>
              <a:gd name="connsiteX497" fmla="*/ 1792778 w 3805936"/>
              <a:gd name="connsiteY497" fmla="*/ 649485 h 856262"/>
              <a:gd name="connsiteX498" fmla="*/ 1802633 w 3805936"/>
              <a:gd name="connsiteY498" fmla="*/ 649485 h 856262"/>
              <a:gd name="connsiteX499" fmla="*/ 1812635 w 3805936"/>
              <a:gd name="connsiteY499" fmla="*/ 649485 h 856262"/>
              <a:gd name="connsiteX500" fmla="*/ 1812635 w 3805936"/>
              <a:gd name="connsiteY500" fmla="*/ 759650 h 856262"/>
              <a:gd name="connsiteX501" fmla="*/ 1802045 w 3805936"/>
              <a:gd name="connsiteY501" fmla="*/ 759650 h 856262"/>
              <a:gd name="connsiteX502" fmla="*/ 1791455 w 3805936"/>
              <a:gd name="connsiteY502" fmla="*/ 759650 h 856262"/>
              <a:gd name="connsiteX503" fmla="*/ 1749683 w 3805936"/>
              <a:gd name="connsiteY503" fmla="*/ 680225 h 856262"/>
              <a:gd name="connsiteX504" fmla="*/ 1749683 w 3805936"/>
              <a:gd name="connsiteY504" fmla="*/ 759650 h 856262"/>
              <a:gd name="connsiteX505" fmla="*/ 1739828 w 3805936"/>
              <a:gd name="connsiteY505" fmla="*/ 759650 h 856262"/>
              <a:gd name="connsiteX506" fmla="*/ 1729826 w 3805936"/>
              <a:gd name="connsiteY506" fmla="*/ 759650 h 856262"/>
              <a:gd name="connsiteX507" fmla="*/ 1684378 w 3805936"/>
              <a:gd name="connsiteY507" fmla="*/ 649485 h 856262"/>
              <a:gd name="connsiteX508" fmla="*/ 1694821 w 3805936"/>
              <a:gd name="connsiteY508" fmla="*/ 649485 h 856262"/>
              <a:gd name="connsiteX509" fmla="*/ 1705558 w 3805936"/>
              <a:gd name="connsiteY509" fmla="*/ 649485 h 856262"/>
              <a:gd name="connsiteX510" fmla="*/ 1705558 w 3805936"/>
              <a:gd name="connsiteY510" fmla="*/ 759650 h 856262"/>
              <a:gd name="connsiteX511" fmla="*/ 1694968 w 3805936"/>
              <a:gd name="connsiteY511" fmla="*/ 759650 h 856262"/>
              <a:gd name="connsiteX512" fmla="*/ 1684378 w 3805936"/>
              <a:gd name="connsiteY512" fmla="*/ 759650 h 856262"/>
              <a:gd name="connsiteX513" fmla="*/ 1416980 w 3805936"/>
              <a:gd name="connsiteY513" fmla="*/ 649485 h 856262"/>
              <a:gd name="connsiteX514" fmla="*/ 1428012 w 3805936"/>
              <a:gd name="connsiteY514" fmla="*/ 649485 h 856262"/>
              <a:gd name="connsiteX515" fmla="*/ 1439190 w 3805936"/>
              <a:gd name="connsiteY515" fmla="*/ 649485 h 856262"/>
              <a:gd name="connsiteX516" fmla="*/ 1479785 w 3805936"/>
              <a:gd name="connsiteY516" fmla="*/ 726852 h 856262"/>
              <a:gd name="connsiteX517" fmla="*/ 1479785 w 3805936"/>
              <a:gd name="connsiteY517" fmla="*/ 649485 h 856262"/>
              <a:gd name="connsiteX518" fmla="*/ 1489639 w 3805936"/>
              <a:gd name="connsiteY518" fmla="*/ 649485 h 856262"/>
              <a:gd name="connsiteX519" fmla="*/ 1499640 w 3805936"/>
              <a:gd name="connsiteY519" fmla="*/ 649485 h 856262"/>
              <a:gd name="connsiteX520" fmla="*/ 1499640 w 3805936"/>
              <a:gd name="connsiteY520" fmla="*/ 759650 h 856262"/>
              <a:gd name="connsiteX521" fmla="*/ 1489052 w 3805936"/>
              <a:gd name="connsiteY521" fmla="*/ 759650 h 856262"/>
              <a:gd name="connsiteX522" fmla="*/ 1478462 w 3805936"/>
              <a:gd name="connsiteY522" fmla="*/ 759650 h 856262"/>
              <a:gd name="connsiteX523" fmla="*/ 1436689 w 3805936"/>
              <a:gd name="connsiteY523" fmla="*/ 680225 h 856262"/>
              <a:gd name="connsiteX524" fmla="*/ 1436689 w 3805936"/>
              <a:gd name="connsiteY524" fmla="*/ 759650 h 856262"/>
              <a:gd name="connsiteX525" fmla="*/ 1426835 w 3805936"/>
              <a:gd name="connsiteY525" fmla="*/ 759650 h 856262"/>
              <a:gd name="connsiteX526" fmla="*/ 1416980 w 3805936"/>
              <a:gd name="connsiteY526" fmla="*/ 759650 h 856262"/>
              <a:gd name="connsiteX527" fmla="*/ 1371385 w 3805936"/>
              <a:gd name="connsiteY527" fmla="*/ 649485 h 856262"/>
              <a:gd name="connsiteX528" fmla="*/ 1381975 w 3805936"/>
              <a:gd name="connsiteY528" fmla="*/ 649485 h 856262"/>
              <a:gd name="connsiteX529" fmla="*/ 1392565 w 3805936"/>
              <a:gd name="connsiteY529" fmla="*/ 649485 h 856262"/>
              <a:gd name="connsiteX530" fmla="*/ 1392565 w 3805936"/>
              <a:gd name="connsiteY530" fmla="*/ 759650 h 856262"/>
              <a:gd name="connsiteX531" fmla="*/ 1381975 w 3805936"/>
              <a:gd name="connsiteY531" fmla="*/ 759650 h 856262"/>
              <a:gd name="connsiteX532" fmla="*/ 1371385 w 3805936"/>
              <a:gd name="connsiteY532" fmla="*/ 759650 h 856262"/>
              <a:gd name="connsiteX533" fmla="*/ 1242246 w 3805936"/>
              <a:gd name="connsiteY533" fmla="*/ 649485 h 856262"/>
              <a:gd name="connsiteX534" fmla="*/ 1252836 w 3805936"/>
              <a:gd name="connsiteY534" fmla="*/ 649485 h 856262"/>
              <a:gd name="connsiteX535" fmla="*/ 1263426 w 3805936"/>
              <a:gd name="connsiteY535" fmla="*/ 649485 h 856262"/>
              <a:gd name="connsiteX536" fmla="*/ 1263426 w 3805936"/>
              <a:gd name="connsiteY536" fmla="*/ 759650 h 856262"/>
              <a:gd name="connsiteX537" fmla="*/ 1252983 w 3805936"/>
              <a:gd name="connsiteY537" fmla="*/ 759650 h 856262"/>
              <a:gd name="connsiteX538" fmla="*/ 1242246 w 3805936"/>
              <a:gd name="connsiteY538" fmla="*/ 759650 h 856262"/>
              <a:gd name="connsiteX539" fmla="*/ 1144141 w 3805936"/>
              <a:gd name="connsiteY539" fmla="*/ 649485 h 856262"/>
              <a:gd name="connsiteX540" fmla="*/ 1218712 w 3805936"/>
              <a:gd name="connsiteY540" fmla="*/ 649485 h 856262"/>
              <a:gd name="connsiteX541" fmla="*/ 1218712 w 3805936"/>
              <a:gd name="connsiteY541" fmla="*/ 659192 h 856262"/>
              <a:gd name="connsiteX542" fmla="*/ 1218712 w 3805936"/>
              <a:gd name="connsiteY542" fmla="*/ 669047 h 856262"/>
              <a:gd name="connsiteX543" fmla="*/ 1165321 w 3805936"/>
              <a:gd name="connsiteY543" fmla="*/ 669047 h 856262"/>
              <a:gd name="connsiteX544" fmla="*/ 1165321 w 3805936"/>
              <a:gd name="connsiteY544" fmla="*/ 692433 h 856262"/>
              <a:gd name="connsiteX545" fmla="*/ 1214888 w 3805936"/>
              <a:gd name="connsiteY545" fmla="*/ 692433 h 856262"/>
              <a:gd name="connsiteX546" fmla="*/ 1214888 w 3805936"/>
              <a:gd name="connsiteY546" fmla="*/ 701847 h 856262"/>
              <a:gd name="connsiteX547" fmla="*/ 1214888 w 3805936"/>
              <a:gd name="connsiteY547" fmla="*/ 711407 h 856262"/>
              <a:gd name="connsiteX548" fmla="*/ 1165321 w 3805936"/>
              <a:gd name="connsiteY548" fmla="*/ 711407 h 856262"/>
              <a:gd name="connsiteX549" fmla="*/ 1165321 w 3805936"/>
              <a:gd name="connsiteY549" fmla="*/ 740088 h 856262"/>
              <a:gd name="connsiteX550" fmla="*/ 1221066 w 3805936"/>
              <a:gd name="connsiteY550" fmla="*/ 740088 h 856262"/>
              <a:gd name="connsiteX551" fmla="*/ 1221066 w 3805936"/>
              <a:gd name="connsiteY551" fmla="*/ 749943 h 856262"/>
              <a:gd name="connsiteX552" fmla="*/ 1221066 w 3805936"/>
              <a:gd name="connsiteY552" fmla="*/ 759650 h 856262"/>
              <a:gd name="connsiteX553" fmla="*/ 1144141 w 3805936"/>
              <a:gd name="connsiteY553" fmla="*/ 759650 h 856262"/>
              <a:gd name="connsiteX554" fmla="*/ 1324932 w 3805936"/>
              <a:gd name="connsiteY554" fmla="*/ 649275 h 856262"/>
              <a:gd name="connsiteX555" fmla="*/ 1345965 w 3805936"/>
              <a:gd name="connsiteY555" fmla="*/ 649275 h 856262"/>
              <a:gd name="connsiteX556" fmla="*/ 1345965 w 3805936"/>
              <a:gd name="connsiteY556" fmla="*/ 728553 h 856262"/>
              <a:gd name="connsiteX557" fmla="*/ 1337728 w 3805936"/>
              <a:gd name="connsiteY557" fmla="*/ 753852 h 856262"/>
              <a:gd name="connsiteX558" fmla="*/ 1313312 w 3805936"/>
              <a:gd name="connsiteY558" fmla="*/ 762530 h 856262"/>
              <a:gd name="connsiteX559" fmla="*/ 1288162 w 3805936"/>
              <a:gd name="connsiteY559" fmla="*/ 752968 h 856262"/>
              <a:gd name="connsiteX560" fmla="*/ 1280661 w 3805936"/>
              <a:gd name="connsiteY560" fmla="*/ 723552 h 856262"/>
              <a:gd name="connsiteX561" fmla="*/ 1280661 w 3805936"/>
              <a:gd name="connsiteY561" fmla="*/ 717817 h 856262"/>
              <a:gd name="connsiteX562" fmla="*/ 1300810 w 3805936"/>
              <a:gd name="connsiteY562" fmla="*/ 717817 h 856262"/>
              <a:gd name="connsiteX563" fmla="*/ 1300810 w 3805936"/>
              <a:gd name="connsiteY563" fmla="*/ 724435 h 856262"/>
              <a:gd name="connsiteX564" fmla="*/ 1303605 w 3805936"/>
              <a:gd name="connsiteY564" fmla="*/ 739143 h 856262"/>
              <a:gd name="connsiteX565" fmla="*/ 1313165 w 3805936"/>
              <a:gd name="connsiteY565" fmla="*/ 743997 h 856262"/>
              <a:gd name="connsiteX566" fmla="*/ 1322137 w 3805936"/>
              <a:gd name="connsiteY566" fmla="*/ 740467 h 856262"/>
              <a:gd name="connsiteX567" fmla="*/ 1324932 w 3805936"/>
              <a:gd name="connsiteY567" fmla="*/ 728995 h 856262"/>
              <a:gd name="connsiteX568" fmla="*/ 1035913 w 3805936"/>
              <a:gd name="connsiteY568" fmla="*/ 649275 h 856262"/>
              <a:gd name="connsiteX569" fmla="*/ 1085480 w 3805936"/>
              <a:gd name="connsiteY569" fmla="*/ 649275 h 856262"/>
              <a:gd name="connsiteX570" fmla="*/ 1108425 w 3805936"/>
              <a:gd name="connsiteY570" fmla="*/ 656628 h 856262"/>
              <a:gd name="connsiteX571" fmla="*/ 1116810 w 3805936"/>
              <a:gd name="connsiteY571" fmla="*/ 677220 h 856262"/>
              <a:gd name="connsiteX572" fmla="*/ 1107395 w 3805936"/>
              <a:gd name="connsiteY572" fmla="*/ 697958 h 856262"/>
              <a:gd name="connsiteX573" fmla="*/ 1104013 w 3805936"/>
              <a:gd name="connsiteY573" fmla="*/ 700165 h 856262"/>
              <a:gd name="connsiteX574" fmla="*/ 1110485 w 3805936"/>
              <a:gd name="connsiteY574" fmla="*/ 703842 h 856262"/>
              <a:gd name="connsiteX575" fmla="*/ 1120192 w 3805936"/>
              <a:gd name="connsiteY575" fmla="*/ 725022 h 856262"/>
              <a:gd name="connsiteX576" fmla="*/ 1110485 w 3805936"/>
              <a:gd name="connsiteY576" fmla="*/ 750615 h 856262"/>
              <a:gd name="connsiteX577" fmla="*/ 1082392 w 3805936"/>
              <a:gd name="connsiteY577" fmla="*/ 759440 h 856262"/>
              <a:gd name="connsiteX578" fmla="*/ 1036355 w 3805936"/>
              <a:gd name="connsiteY578" fmla="*/ 759440 h 856262"/>
              <a:gd name="connsiteX579" fmla="*/ 2165513 w 3805936"/>
              <a:gd name="connsiteY579" fmla="*/ 649128 h 856262"/>
              <a:gd name="connsiteX580" fmla="*/ 2186693 w 3805936"/>
              <a:gd name="connsiteY580" fmla="*/ 649128 h 856262"/>
              <a:gd name="connsiteX581" fmla="*/ 2186693 w 3805936"/>
              <a:gd name="connsiteY581" fmla="*/ 718551 h 856262"/>
              <a:gd name="connsiteX582" fmla="*/ 2191693 w 3805936"/>
              <a:gd name="connsiteY582" fmla="*/ 736348 h 856262"/>
              <a:gd name="connsiteX583" fmla="*/ 2206401 w 3805936"/>
              <a:gd name="connsiteY583" fmla="*/ 742231 h 856262"/>
              <a:gd name="connsiteX584" fmla="*/ 2221109 w 3805936"/>
              <a:gd name="connsiteY584" fmla="*/ 736790 h 856262"/>
              <a:gd name="connsiteX585" fmla="*/ 2225669 w 3805936"/>
              <a:gd name="connsiteY585" fmla="*/ 718551 h 856262"/>
              <a:gd name="connsiteX586" fmla="*/ 2225669 w 3805936"/>
              <a:gd name="connsiteY586" fmla="*/ 649128 h 856262"/>
              <a:gd name="connsiteX587" fmla="*/ 2247438 w 3805936"/>
              <a:gd name="connsiteY587" fmla="*/ 649128 h 856262"/>
              <a:gd name="connsiteX588" fmla="*/ 2247438 w 3805936"/>
              <a:gd name="connsiteY588" fmla="*/ 717816 h 856262"/>
              <a:gd name="connsiteX589" fmla="*/ 2237876 w 3805936"/>
              <a:gd name="connsiteY589" fmla="*/ 751939 h 856262"/>
              <a:gd name="connsiteX590" fmla="*/ 2206548 w 3805936"/>
              <a:gd name="connsiteY590" fmla="*/ 762383 h 856262"/>
              <a:gd name="connsiteX591" fmla="*/ 2175661 w 3805936"/>
              <a:gd name="connsiteY591" fmla="*/ 751498 h 856262"/>
              <a:gd name="connsiteX592" fmla="*/ 2165513 w 3805936"/>
              <a:gd name="connsiteY592" fmla="*/ 717816 h 856262"/>
              <a:gd name="connsiteX593" fmla="*/ 3526982 w 3805936"/>
              <a:gd name="connsiteY593" fmla="*/ 646699 h 856262"/>
              <a:gd name="connsiteX594" fmla="*/ 3561404 w 3805936"/>
              <a:gd name="connsiteY594" fmla="*/ 658759 h 856262"/>
              <a:gd name="connsiteX595" fmla="*/ 3565155 w 3805936"/>
              <a:gd name="connsiteY595" fmla="*/ 662512 h 856262"/>
              <a:gd name="connsiteX596" fmla="*/ 3578393 w 3805936"/>
              <a:gd name="connsiteY596" fmla="*/ 705313 h 856262"/>
              <a:gd name="connsiteX597" fmla="*/ 3565155 w 3805936"/>
              <a:gd name="connsiteY597" fmla="*/ 747231 h 856262"/>
              <a:gd name="connsiteX598" fmla="*/ 3496989 w 3805936"/>
              <a:gd name="connsiteY598" fmla="*/ 750107 h 856262"/>
              <a:gd name="connsiteX599" fmla="*/ 3494113 w 3805936"/>
              <a:gd name="connsiteY599" fmla="*/ 747231 h 856262"/>
              <a:gd name="connsiteX600" fmla="*/ 3480875 w 3805936"/>
              <a:gd name="connsiteY600" fmla="*/ 705313 h 856262"/>
              <a:gd name="connsiteX601" fmla="*/ 3494113 w 3805936"/>
              <a:gd name="connsiteY601" fmla="*/ 662512 h 856262"/>
              <a:gd name="connsiteX602" fmla="*/ 3526982 w 3805936"/>
              <a:gd name="connsiteY602" fmla="*/ 646699 h 856262"/>
              <a:gd name="connsiteX603" fmla="*/ 3319566 w 3805936"/>
              <a:gd name="connsiteY603" fmla="*/ 646689 h 856262"/>
              <a:gd name="connsiteX604" fmla="*/ 3354081 w 3805936"/>
              <a:gd name="connsiteY604" fmla="*/ 658826 h 856262"/>
              <a:gd name="connsiteX605" fmla="*/ 3357767 w 3805936"/>
              <a:gd name="connsiteY605" fmla="*/ 662512 h 856262"/>
              <a:gd name="connsiteX606" fmla="*/ 3370859 w 3805936"/>
              <a:gd name="connsiteY606" fmla="*/ 705314 h 856262"/>
              <a:gd name="connsiteX607" fmla="*/ 3357767 w 3805936"/>
              <a:gd name="connsiteY607" fmla="*/ 747234 h 856262"/>
              <a:gd name="connsiteX608" fmla="*/ 3289392 w 3805936"/>
              <a:gd name="connsiteY608" fmla="*/ 750044 h 856262"/>
              <a:gd name="connsiteX609" fmla="*/ 3286580 w 3805936"/>
              <a:gd name="connsiteY609" fmla="*/ 747234 h 856262"/>
              <a:gd name="connsiteX610" fmla="*/ 3286579 w 3805936"/>
              <a:gd name="connsiteY610" fmla="*/ 747234 h 856262"/>
              <a:gd name="connsiteX611" fmla="*/ 3273489 w 3805936"/>
              <a:gd name="connsiteY611" fmla="*/ 705314 h 856262"/>
              <a:gd name="connsiteX612" fmla="*/ 3286579 w 3805936"/>
              <a:gd name="connsiteY612" fmla="*/ 662512 h 856262"/>
              <a:gd name="connsiteX613" fmla="*/ 3319566 w 3805936"/>
              <a:gd name="connsiteY613" fmla="*/ 646689 h 856262"/>
              <a:gd name="connsiteX614" fmla="*/ 2552527 w 3805936"/>
              <a:gd name="connsiteY614" fmla="*/ 646689 h 856262"/>
              <a:gd name="connsiteX615" fmla="*/ 2587042 w 3805936"/>
              <a:gd name="connsiteY615" fmla="*/ 658826 h 856262"/>
              <a:gd name="connsiteX616" fmla="*/ 2590728 w 3805936"/>
              <a:gd name="connsiteY616" fmla="*/ 662512 h 856262"/>
              <a:gd name="connsiteX617" fmla="*/ 2603820 w 3805936"/>
              <a:gd name="connsiteY617" fmla="*/ 705314 h 856262"/>
              <a:gd name="connsiteX618" fmla="*/ 2590728 w 3805936"/>
              <a:gd name="connsiteY618" fmla="*/ 747234 h 856262"/>
              <a:gd name="connsiteX619" fmla="*/ 2522353 w 3805936"/>
              <a:gd name="connsiteY619" fmla="*/ 750044 h 856262"/>
              <a:gd name="connsiteX620" fmla="*/ 2519541 w 3805936"/>
              <a:gd name="connsiteY620" fmla="*/ 747234 h 856262"/>
              <a:gd name="connsiteX621" fmla="*/ 2519540 w 3805936"/>
              <a:gd name="connsiteY621" fmla="*/ 747234 h 856262"/>
              <a:gd name="connsiteX622" fmla="*/ 2506450 w 3805936"/>
              <a:gd name="connsiteY622" fmla="*/ 705314 h 856262"/>
              <a:gd name="connsiteX623" fmla="*/ 2519540 w 3805936"/>
              <a:gd name="connsiteY623" fmla="*/ 662512 h 856262"/>
              <a:gd name="connsiteX624" fmla="*/ 2552527 w 3805936"/>
              <a:gd name="connsiteY624" fmla="*/ 646689 h 856262"/>
              <a:gd name="connsiteX625" fmla="*/ 3646050 w 3805936"/>
              <a:gd name="connsiteY625" fmla="*/ 646626 h 856262"/>
              <a:gd name="connsiteX626" fmla="*/ 3676497 w 3805936"/>
              <a:gd name="connsiteY626" fmla="*/ 656628 h 856262"/>
              <a:gd name="connsiteX627" fmla="*/ 3690470 w 3805936"/>
              <a:gd name="connsiteY627" fmla="*/ 683691 h 856262"/>
              <a:gd name="connsiteX628" fmla="*/ 3669732 w 3805936"/>
              <a:gd name="connsiteY628" fmla="*/ 683691 h 856262"/>
              <a:gd name="connsiteX629" fmla="*/ 3662230 w 3805936"/>
              <a:gd name="connsiteY629" fmla="*/ 671190 h 856262"/>
              <a:gd name="connsiteX630" fmla="*/ 3647522 w 3805936"/>
              <a:gd name="connsiteY630" fmla="*/ 665748 h 856262"/>
              <a:gd name="connsiteX631" fmla="*/ 3625900 w 3805936"/>
              <a:gd name="connsiteY631" fmla="*/ 676043 h 856262"/>
              <a:gd name="connsiteX632" fmla="*/ 3625900 w 3805936"/>
              <a:gd name="connsiteY632" fmla="*/ 733405 h 856262"/>
              <a:gd name="connsiteX633" fmla="*/ 3647817 w 3805936"/>
              <a:gd name="connsiteY633" fmla="*/ 743259 h 856262"/>
              <a:gd name="connsiteX634" fmla="*/ 3666937 w 3805936"/>
              <a:gd name="connsiteY634" fmla="*/ 732964 h 856262"/>
              <a:gd name="connsiteX635" fmla="*/ 3672525 w 3805936"/>
              <a:gd name="connsiteY635" fmla="*/ 719433 h 856262"/>
              <a:gd name="connsiteX636" fmla="*/ 3648698 w 3805936"/>
              <a:gd name="connsiteY636" fmla="*/ 719433 h 856262"/>
              <a:gd name="connsiteX637" fmla="*/ 3648698 w 3805936"/>
              <a:gd name="connsiteY637" fmla="*/ 700459 h 856262"/>
              <a:gd name="connsiteX638" fmla="*/ 3691205 w 3805936"/>
              <a:gd name="connsiteY638" fmla="*/ 700459 h 856262"/>
              <a:gd name="connsiteX639" fmla="*/ 3691205 w 3805936"/>
              <a:gd name="connsiteY639" fmla="*/ 759293 h 856262"/>
              <a:gd name="connsiteX640" fmla="*/ 3676497 w 3805936"/>
              <a:gd name="connsiteY640" fmla="*/ 759293 h 856262"/>
              <a:gd name="connsiteX641" fmla="*/ 3674438 w 3805936"/>
              <a:gd name="connsiteY641" fmla="*/ 744584 h 856262"/>
              <a:gd name="connsiteX642" fmla="*/ 3674143 w 3805936"/>
              <a:gd name="connsiteY642" fmla="*/ 747231 h 856262"/>
              <a:gd name="connsiteX643" fmla="*/ 3644727 w 3805936"/>
              <a:gd name="connsiteY643" fmla="*/ 762823 h 856262"/>
              <a:gd name="connsiteX644" fmla="*/ 3644727 w 3805936"/>
              <a:gd name="connsiteY644" fmla="*/ 761939 h 856262"/>
              <a:gd name="connsiteX645" fmla="*/ 3609427 w 3805936"/>
              <a:gd name="connsiteY645" fmla="*/ 747231 h 856262"/>
              <a:gd name="connsiteX646" fmla="*/ 3609427 w 3805936"/>
              <a:gd name="connsiteY646" fmla="*/ 662511 h 856262"/>
              <a:gd name="connsiteX647" fmla="*/ 3646050 w 3805936"/>
              <a:gd name="connsiteY647" fmla="*/ 646626 h 856262"/>
              <a:gd name="connsiteX648" fmla="*/ 2998443 w 3805936"/>
              <a:gd name="connsiteY648" fmla="*/ 646333 h 856262"/>
              <a:gd name="connsiteX649" fmla="*/ 3027859 w 3805936"/>
              <a:gd name="connsiteY649" fmla="*/ 656923 h 856262"/>
              <a:gd name="connsiteX650" fmla="*/ 3042568 w 3805936"/>
              <a:gd name="connsiteY650" fmla="*/ 685603 h 856262"/>
              <a:gd name="connsiteX651" fmla="*/ 3021388 w 3805936"/>
              <a:gd name="connsiteY651" fmla="*/ 685603 h 856262"/>
              <a:gd name="connsiteX652" fmla="*/ 3014328 w 3805936"/>
              <a:gd name="connsiteY652" fmla="*/ 670895 h 856262"/>
              <a:gd name="connsiteX653" fmla="*/ 2999619 w 3805936"/>
              <a:gd name="connsiteY653" fmla="*/ 665600 h 856262"/>
              <a:gd name="connsiteX654" fmla="*/ 2981088 w 3805936"/>
              <a:gd name="connsiteY654" fmla="*/ 675897 h 856262"/>
              <a:gd name="connsiteX655" fmla="*/ 2974468 w 3805936"/>
              <a:gd name="connsiteY655" fmla="*/ 704283 h 856262"/>
              <a:gd name="connsiteX656" fmla="*/ 2981088 w 3805936"/>
              <a:gd name="connsiteY656" fmla="*/ 731935 h 856262"/>
              <a:gd name="connsiteX657" fmla="*/ 3012533 w 3805936"/>
              <a:gd name="connsiteY657" fmla="*/ 738036 h 856262"/>
              <a:gd name="connsiteX658" fmla="*/ 3015063 w 3805936"/>
              <a:gd name="connsiteY658" fmla="*/ 736053 h 856262"/>
              <a:gd name="connsiteX659" fmla="*/ 3022123 w 3805936"/>
              <a:gd name="connsiteY659" fmla="*/ 720315 h 856262"/>
              <a:gd name="connsiteX660" fmla="*/ 3041686 w 3805936"/>
              <a:gd name="connsiteY660" fmla="*/ 720903 h 856262"/>
              <a:gd name="connsiteX661" fmla="*/ 3027859 w 3805936"/>
              <a:gd name="connsiteY661" fmla="*/ 751203 h 856262"/>
              <a:gd name="connsiteX662" fmla="*/ 2998443 w 3805936"/>
              <a:gd name="connsiteY662" fmla="*/ 762528 h 856262"/>
              <a:gd name="connsiteX663" fmla="*/ 2964466 w 3805936"/>
              <a:gd name="connsiteY663" fmla="*/ 746938 h 856262"/>
              <a:gd name="connsiteX664" fmla="*/ 2951818 w 3805936"/>
              <a:gd name="connsiteY664" fmla="*/ 705018 h 856262"/>
              <a:gd name="connsiteX665" fmla="*/ 2964466 w 3805936"/>
              <a:gd name="connsiteY665" fmla="*/ 662218 h 856262"/>
              <a:gd name="connsiteX666" fmla="*/ 2998443 w 3805936"/>
              <a:gd name="connsiteY666" fmla="*/ 646333 h 856262"/>
              <a:gd name="connsiteX667" fmla="*/ 1874874 w 3805936"/>
              <a:gd name="connsiteY667" fmla="*/ 646332 h 856262"/>
              <a:gd name="connsiteX668" fmla="*/ 1902674 w 3805936"/>
              <a:gd name="connsiteY668" fmla="*/ 656040 h 856262"/>
              <a:gd name="connsiteX669" fmla="*/ 1914441 w 3805936"/>
              <a:gd name="connsiteY669" fmla="*/ 682369 h 856262"/>
              <a:gd name="connsiteX670" fmla="*/ 1892966 w 3805936"/>
              <a:gd name="connsiteY670" fmla="*/ 682369 h 856262"/>
              <a:gd name="connsiteX671" fmla="*/ 1886641 w 3805936"/>
              <a:gd name="connsiteY671" fmla="*/ 669865 h 856262"/>
              <a:gd name="connsiteX672" fmla="*/ 1871933 w 3805936"/>
              <a:gd name="connsiteY672" fmla="*/ 665307 h 856262"/>
              <a:gd name="connsiteX673" fmla="*/ 1859431 w 3805936"/>
              <a:gd name="connsiteY673" fmla="*/ 669130 h 856262"/>
              <a:gd name="connsiteX674" fmla="*/ 1854871 w 3805936"/>
              <a:gd name="connsiteY674" fmla="*/ 679867 h 856262"/>
              <a:gd name="connsiteX675" fmla="*/ 1859578 w 3805936"/>
              <a:gd name="connsiteY675" fmla="*/ 687515 h 856262"/>
              <a:gd name="connsiteX676" fmla="*/ 1879581 w 3805936"/>
              <a:gd name="connsiteY676" fmla="*/ 693840 h 856262"/>
              <a:gd name="connsiteX677" fmla="*/ 1908998 w 3805936"/>
              <a:gd name="connsiteY677" fmla="*/ 706342 h 856262"/>
              <a:gd name="connsiteX678" fmla="*/ 1916352 w 3805936"/>
              <a:gd name="connsiteY678" fmla="*/ 728699 h 856262"/>
              <a:gd name="connsiteX679" fmla="*/ 1905173 w 3805936"/>
              <a:gd name="connsiteY679" fmla="*/ 753409 h 856262"/>
              <a:gd name="connsiteX680" fmla="*/ 1874728 w 3805936"/>
              <a:gd name="connsiteY680" fmla="*/ 762529 h 856262"/>
              <a:gd name="connsiteX681" fmla="*/ 1845311 w 3805936"/>
              <a:gd name="connsiteY681" fmla="*/ 752820 h 856262"/>
              <a:gd name="connsiteX682" fmla="*/ 1833691 w 3805936"/>
              <a:gd name="connsiteY682" fmla="*/ 725315 h 856262"/>
              <a:gd name="connsiteX683" fmla="*/ 1854136 w 3805936"/>
              <a:gd name="connsiteY683" fmla="*/ 725317 h 856262"/>
              <a:gd name="connsiteX684" fmla="*/ 1860019 w 3805936"/>
              <a:gd name="connsiteY684" fmla="*/ 738849 h 856262"/>
              <a:gd name="connsiteX685" fmla="*/ 1874728 w 3805936"/>
              <a:gd name="connsiteY685" fmla="*/ 743555 h 856262"/>
              <a:gd name="connsiteX686" fmla="*/ 1890613 w 3805936"/>
              <a:gd name="connsiteY686" fmla="*/ 740025 h 856262"/>
              <a:gd name="connsiteX687" fmla="*/ 1896349 w 3805936"/>
              <a:gd name="connsiteY687" fmla="*/ 730170 h 856262"/>
              <a:gd name="connsiteX688" fmla="*/ 1892231 w 3805936"/>
              <a:gd name="connsiteY688" fmla="*/ 720904 h 856262"/>
              <a:gd name="connsiteX689" fmla="*/ 1875021 w 3805936"/>
              <a:gd name="connsiteY689" fmla="*/ 714874 h 856262"/>
              <a:gd name="connsiteX690" fmla="*/ 1842811 w 3805936"/>
              <a:gd name="connsiteY690" fmla="*/ 702224 h 856262"/>
              <a:gd name="connsiteX691" fmla="*/ 1834721 w 3805936"/>
              <a:gd name="connsiteY691" fmla="*/ 681192 h 856262"/>
              <a:gd name="connsiteX692" fmla="*/ 1845458 w 3805936"/>
              <a:gd name="connsiteY692" fmla="*/ 655745 h 856262"/>
              <a:gd name="connsiteX693" fmla="*/ 1874874 w 3805936"/>
              <a:gd name="connsiteY693" fmla="*/ 646332 h 856262"/>
              <a:gd name="connsiteX694" fmla="*/ 1565835 w 3805936"/>
              <a:gd name="connsiteY694" fmla="*/ 645928 h 856262"/>
              <a:gd name="connsiteX695" fmla="*/ 1600418 w 3805936"/>
              <a:gd name="connsiteY695" fmla="*/ 655746 h 856262"/>
              <a:gd name="connsiteX696" fmla="*/ 1614391 w 3805936"/>
              <a:gd name="connsiteY696" fmla="*/ 682810 h 856262"/>
              <a:gd name="connsiteX697" fmla="*/ 1593211 w 3805936"/>
              <a:gd name="connsiteY697" fmla="*/ 682810 h 856262"/>
              <a:gd name="connsiteX698" fmla="*/ 1585857 w 3805936"/>
              <a:gd name="connsiteY698" fmla="*/ 670308 h 856262"/>
              <a:gd name="connsiteX699" fmla="*/ 1571148 w 3805936"/>
              <a:gd name="connsiteY699" fmla="*/ 664865 h 856262"/>
              <a:gd name="connsiteX700" fmla="*/ 1549528 w 3805936"/>
              <a:gd name="connsiteY700" fmla="*/ 675161 h 856262"/>
              <a:gd name="connsiteX701" fmla="*/ 1541732 w 3805936"/>
              <a:gd name="connsiteY701" fmla="*/ 704578 h 856262"/>
              <a:gd name="connsiteX702" fmla="*/ 1549233 w 3805936"/>
              <a:gd name="connsiteY702" fmla="*/ 733111 h 856262"/>
              <a:gd name="connsiteX703" fmla="*/ 1571148 w 3805936"/>
              <a:gd name="connsiteY703" fmla="*/ 742966 h 856262"/>
              <a:gd name="connsiteX704" fmla="*/ 1590270 w 3805936"/>
              <a:gd name="connsiteY704" fmla="*/ 732671 h 856262"/>
              <a:gd name="connsiteX705" fmla="*/ 1595858 w 3805936"/>
              <a:gd name="connsiteY705" fmla="*/ 719139 h 856262"/>
              <a:gd name="connsiteX706" fmla="*/ 1572032 w 3805936"/>
              <a:gd name="connsiteY706" fmla="*/ 719139 h 856262"/>
              <a:gd name="connsiteX707" fmla="*/ 1572032 w 3805936"/>
              <a:gd name="connsiteY707" fmla="*/ 700165 h 856262"/>
              <a:gd name="connsiteX708" fmla="*/ 1614980 w 3805936"/>
              <a:gd name="connsiteY708" fmla="*/ 700165 h 856262"/>
              <a:gd name="connsiteX709" fmla="*/ 1614980 w 3805936"/>
              <a:gd name="connsiteY709" fmla="*/ 758998 h 856262"/>
              <a:gd name="connsiteX710" fmla="*/ 1600271 w 3805936"/>
              <a:gd name="connsiteY710" fmla="*/ 758998 h 856262"/>
              <a:gd name="connsiteX711" fmla="*/ 1598211 w 3805936"/>
              <a:gd name="connsiteY711" fmla="*/ 744289 h 856262"/>
              <a:gd name="connsiteX712" fmla="*/ 1597036 w 3805936"/>
              <a:gd name="connsiteY712" fmla="*/ 746054 h 856262"/>
              <a:gd name="connsiteX713" fmla="*/ 1567620 w 3805936"/>
              <a:gd name="connsiteY713" fmla="*/ 761646 h 856262"/>
              <a:gd name="connsiteX714" fmla="*/ 1568648 w 3805936"/>
              <a:gd name="connsiteY714" fmla="*/ 761939 h 856262"/>
              <a:gd name="connsiteX715" fmla="*/ 1533495 w 3805936"/>
              <a:gd name="connsiteY715" fmla="*/ 746349 h 856262"/>
              <a:gd name="connsiteX716" fmla="*/ 1533495 w 3805936"/>
              <a:gd name="connsiteY716" fmla="*/ 661630 h 856262"/>
              <a:gd name="connsiteX717" fmla="*/ 1565835 w 3805936"/>
              <a:gd name="connsiteY717" fmla="*/ 645928 h 856262"/>
              <a:gd name="connsiteX718" fmla="*/ 692865 w 3805936"/>
              <a:gd name="connsiteY718" fmla="*/ 645867 h 856262"/>
              <a:gd name="connsiteX719" fmla="*/ 690208 w 3805936"/>
              <a:gd name="connsiteY719" fmla="*/ 648862 h 856262"/>
              <a:gd name="connsiteX720" fmla="*/ 687508 w 3805936"/>
              <a:gd name="connsiteY720" fmla="*/ 651815 h 856262"/>
              <a:gd name="connsiteX721" fmla="*/ 699110 w 3805936"/>
              <a:gd name="connsiteY721" fmla="*/ 662278 h 856262"/>
              <a:gd name="connsiteX722" fmla="*/ 689111 w 3805936"/>
              <a:gd name="connsiteY722" fmla="*/ 673416 h 856262"/>
              <a:gd name="connsiteX723" fmla="*/ 677509 w 3805936"/>
              <a:gd name="connsiteY723" fmla="*/ 662953 h 856262"/>
              <a:gd name="connsiteX724" fmla="*/ 674809 w 3805936"/>
              <a:gd name="connsiteY724" fmla="*/ 665949 h 856262"/>
              <a:gd name="connsiteX725" fmla="*/ 672151 w 3805936"/>
              <a:gd name="connsiteY725" fmla="*/ 668902 h 856262"/>
              <a:gd name="connsiteX726" fmla="*/ 703033 w 3805936"/>
              <a:gd name="connsiteY726" fmla="*/ 696873 h 856262"/>
              <a:gd name="connsiteX727" fmla="*/ 705691 w 3805936"/>
              <a:gd name="connsiteY727" fmla="*/ 693878 h 856262"/>
              <a:gd name="connsiteX728" fmla="*/ 708391 w 3805936"/>
              <a:gd name="connsiteY728" fmla="*/ 690924 h 856262"/>
              <a:gd name="connsiteX729" fmla="*/ 694342 w 3805936"/>
              <a:gd name="connsiteY729" fmla="*/ 678268 h 856262"/>
              <a:gd name="connsiteX730" fmla="*/ 704383 w 3805936"/>
              <a:gd name="connsiteY730" fmla="*/ 667130 h 856262"/>
              <a:gd name="connsiteX731" fmla="*/ 718390 w 3805936"/>
              <a:gd name="connsiteY731" fmla="*/ 679786 h 856262"/>
              <a:gd name="connsiteX732" fmla="*/ 721090 w 3805936"/>
              <a:gd name="connsiteY732" fmla="*/ 676791 h 856262"/>
              <a:gd name="connsiteX733" fmla="*/ 723832 w 3805936"/>
              <a:gd name="connsiteY733" fmla="*/ 673753 h 856262"/>
              <a:gd name="connsiteX734" fmla="*/ 427625 w 3805936"/>
              <a:gd name="connsiteY734" fmla="*/ 625026 h 856262"/>
              <a:gd name="connsiteX735" fmla="*/ 430705 w 3805936"/>
              <a:gd name="connsiteY735" fmla="*/ 628908 h 856262"/>
              <a:gd name="connsiteX736" fmla="*/ 434080 w 3805936"/>
              <a:gd name="connsiteY736" fmla="*/ 632156 h 856262"/>
              <a:gd name="connsiteX737" fmla="*/ 433152 w 3805936"/>
              <a:gd name="connsiteY737" fmla="*/ 633169 h 856262"/>
              <a:gd name="connsiteX738" fmla="*/ 433152 w 3805936"/>
              <a:gd name="connsiteY738" fmla="*/ 659157 h 856262"/>
              <a:gd name="connsiteX739" fmla="*/ 446231 w 3805936"/>
              <a:gd name="connsiteY739" fmla="*/ 661435 h 856262"/>
              <a:gd name="connsiteX740" fmla="*/ 456398 w 3805936"/>
              <a:gd name="connsiteY740" fmla="*/ 667637 h 856262"/>
              <a:gd name="connsiteX741" fmla="*/ 466270 w 3805936"/>
              <a:gd name="connsiteY741" fmla="*/ 670379 h 856262"/>
              <a:gd name="connsiteX742" fmla="*/ 471291 w 3805936"/>
              <a:gd name="connsiteY742" fmla="*/ 675273 h 856262"/>
              <a:gd name="connsiteX743" fmla="*/ 476902 w 3805936"/>
              <a:gd name="connsiteY743" fmla="*/ 675779 h 856262"/>
              <a:gd name="connsiteX744" fmla="*/ 484749 w 3805936"/>
              <a:gd name="connsiteY744" fmla="*/ 681643 h 856262"/>
              <a:gd name="connsiteX745" fmla="*/ 490824 w 3805936"/>
              <a:gd name="connsiteY745" fmla="*/ 685398 h 856262"/>
              <a:gd name="connsiteX746" fmla="*/ 493861 w 3805936"/>
              <a:gd name="connsiteY746" fmla="*/ 689195 h 856262"/>
              <a:gd name="connsiteX747" fmla="*/ 499515 w 3805936"/>
              <a:gd name="connsiteY747" fmla="*/ 691473 h 856262"/>
              <a:gd name="connsiteX748" fmla="*/ 505927 w 3805936"/>
              <a:gd name="connsiteY748" fmla="*/ 692233 h 856262"/>
              <a:gd name="connsiteX749" fmla="*/ 514365 w 3805936"/>
              <a:gd name="connsiteY749" fmla="*/ 695608 h 856262"/>
              <a:gd name="connsiteX750" fmla="*/ 526558 w 3805936"/>
              <a:gd name="connsiteY750" fmla="*/ 702400 h 856262"/>
              <a:gd name="connsiteX751" fmla="*/ 550226 w 3805936"/>
              <a:gd name="connsiteY751" fmla="*/ 706408 h 856262"/>
              <a:gd name="connsiteX752" fmla="*/ 308273 w 3805936"/>
              <a:gd name="connsiteY752" fmla="*/ 706661 h 856262"/>
              <a:gd name="connsiteX753" fmla="*/ 337173 w 3805936"/>
              <a:gd name="connsiteY753" fmla="*/ 703286 h 856262"/>
              <a:gd name="connsiteX754" fmla="*/ 349829 w 3805936"/>
              <a:gd name="connsiteY754" fmla="*/ 696494 h 856262"/>
              <a:gd name="connsiteX755" fmla="*/ 356622 w 3805936"/>
              <a:gd name="connsiteY755" fmla="*/ 690081 h 856262"/>
              <a:gd name="connsiteX756" fmla="*/ 363414 w 3805936"/>
              <a:gd name="connsiteY756" fmla="*/ 686664 h 856262"/>
              <a:gd name="connsiteX757" fmla="*/ 369489 w 3805936"/>
              <a:gd name="connsiteY757" fmla="*/ 683247 h 856262"/>
              <a:gd name="connsiteX758" fmla="*/ 374763 w 3805936"/>
              <a:gd name="connsiteY758" fmla="*/ 676454 h 856262"/>
              <a:gd name="connsiteX759" fmla="*/ 382694 w 3805936"/>
              <a:gd name="connsiteY759" fmla="*/ 673417 h 856262"/>
              <a:gd name="connsiteX760" fmla="*/ 390246 w 3805936"/>
              <a:gd name="connsiteY760" fmla="*/ 668143 h 856262"/>
              <a:gd name="connsiteX761" fmla="*/ 400076 w 3805936"/>
              <a:gd name="connsiteY761" fmla="*/ 665485 h 856262"/>
              <a:gd name="connsiteX762" fmla="*/ 408767 w 3805936"/>
              <a:gd name="connsiteY762" fmla="*/ 660212 h 856262"/>
              <a:gd name="connsiteX763" fmla="*/ 422563 w 3805936"/>
              <a:gd name="connsiteY763" fmla="*/ 659537 h 856262"/>
              <a:gd name="connsiteX764" fmla="*/ 422563 w 3805936"/>
              <a:gd name="connsiteY764" fmla="*/ 633717 h 856262"/>
              <a:gd name="connsiteX765" fmla="*/ 421297 w 3805936"/>
              <a:gd name="connsiteY765" fmla="*/ 632536 h 856262"/>
              <a:gd name="connsiteX766" fmla="*/ 424630 w 3805936"/>
              <a:gd name="connsiteY766" fmla="*/ 628908 h 856262"/>
              <a:gd name="connsiteX767" fmla="*/ 427625 w 3805936"/>
              <a:gd name="connsiteY767" fmla="*/ 625026 h 856262"/>
              <a:gd name="connsiteX768" fmla="*/ 718348 w 3805936"/>
              <a:gd name="connsiteY768" fmla="*/ 611019 h 856262"/>
              <a:gd name="connsiteX769" fmla="*/ 716196 w 3805936"/>
              <a:gd name="connsiteY769" fmla="*/ 614099 h 856262"/>
              <a:gd name="connsiteX770" fmla="*/ 714044 w 3805936"/>
              <a:gd name="connsiteY770" fmla="*/ 617178 h 856262"/>
              <a:gd name="connsiteX771" fmla="*/ 738007 w 3805936"/>
              <a:gd name="connsiteY771" fmla="*/ 634054 h 856262"/>
              <a:gd name="connsiteX772" fmla="*/ 705227 w 3805936"/>
              <a:gd name="connsiteY772" fmla="*/ 629835 h 856262"/>
              <a:gd name="connsiteX773" fmla="*/ 702822 w 3805936"/>
              <a:gd name="connsiteY773" fmla="*/ 633295 h 856262"/>
              <a:gd name="connsiteX774" fmla="*/ 700417 w 3805936"/>
              <a:gd name="connsiteY774" fmla="*/ 636712 h 856262"/>
              <a:gd name="connsiteX775" fmla="*/ 734548 w 3805936"/>
              <a:gd name="connsiteY775" fmla="*/ 660633 h 856262"/>
              <a:gd name="connsiteX776" fmla="*/ 736700 w 3805936"/>
              <a:gd name="connsiteY776" fmla="*/ 657553 h 856262"/>
              <a:gd name="connsiteX777" fmla="*/ 738809 w 3805936"/>
              <a:gd name="connsiteY777" fmla="*/ 654473 h 856262"/>
              <a:gd name="connsiteX778" fmla="*/ 714213 w 3805936"/>
              <a:gd name="connsiteY778" fmla="*/ 637260 h 856262"/>
              <a:gd name="connsiteX779" fmla="*/ 747964 w 3805936"/>
              <a:gd name="connsiteY779" fmla="*/ 641479 h 856262"/>
              <a:gd name="connsiteX780" fmla="*/ 750285 w 3805936"/>
              <a:gd name="connsiteY780" fmla="*/ 638188 h 856262"/>
              <a:gd name="connsiteX781" fmla="*/ 752478 w 3805936"/>
              <a:gd name="connsiteY781" fmla="*/ 634940 h 856262"/>
              <a:gd name="connsiteX782" fmla="*/ 129688 w 3805936"/>
              <a:gd name="connsiteY782" fmla="*/ 607349 h 856262"/>
              <a:gd name="connsiteX783" fmla="*/ 102688 w 3805936"/>
              <a:gd name="connsiteY783" fmla="*/ 624646 h 856262"/>
              <a:gd name="connsiteX784" fmla="*/ 105008 w 3805936"/>
              <a:gd name="connsiteY784" fmla="*/ 638948 h 856262"/>
              <a:gd name="connsiteX785" fmla="*/ 115893 w 3805936"/>
              <a:gd name="connsiteY785" fmla="*/ 644939 h 856262"/>
              <a:gd name="connsiteX786" fmla="*/ 116694 w 3805936"/>
              <a:gd name="connsiteY786" fmla="*/ 644939 h 856262"/>
              <a:gd name="connsiteX787" fmla="*/ 112475 w 3805936"/>
              <a:gd name="connsiteY787" fmla="*/ 648525 h 856262"/>
              <a:gd name="connsiteX788" fmla="*/ 115386 w 3805936"/>
              <a:gd name="connsiteY788" fmla="*/ 653039 h 856262"/>
              <a:gd name="connsiteX789" fmla="*/ 134245 w 3805936"/>
              <a:gd name="connsiteY789" fmla="*/ 640804 h 856262"/>
              <a:gd name="connsiteX790" fmla="*/ 125512 w 3805936"/>
              <a:gd name="connsiteY790" fmla="*/ 627304 h 856262"/>
              <a:gd name="connsiteX791" fmla="*/ 119479 w 3805936"/>
              <a:gd name="connsiteY791" fmla="*/ 631227 h 856262"/>
              <a:gd name="connsiteX792" fmla="*/ 124162 w 3805936"/>
              <a:gd name="connsiteY792" fmla="*/ 638948 h 856262"/>
              <a:gd name="connsiteX793" fmla="*/ 118719 w 3805936"/>
              <a:gd name="connsiteY793" fmla="*/ 640003 h 856262"/>
              <a:gd name="connsiteX794" fmla="*/ 111547 w 3805936"/>
              <a:gd name="connsiteY794" fmla="*/ 636037 h 856262"/>
              <a:gd name="connsiteX795" fmla="*/ 110155 w 3805936"/>
              <a:gd name="connsiteY795" fmla="*/ 627051 h 856262"/>
              <a:gd name="connsiteX796" fmla="*/ 117665 w 3805936"/>
              <a:gd name="connsiteY796" fmla="*/ 618824 h 856262"/>
              <a:gd name="connsiteX797" fmla="*/ 128380 w 3805936"/>
              <a:gd name="connsiteY797" fmla="*/ 615364 h 856262"/>
              <a:gd name="connsiteX798" fmla="*/ 136143 w 3805936"/>
              <a:gd name="connsiteY798" fmla="*/ 620090 h 856262"/>
              <a:gd name="connsiteX799" fmla="*/ 137409 w 3805936"/>
              <a:gd name="connsiteY799" fmla="*/ 625827 h 856262"/>
              <a:gd name="connsiteX800" fmla="*/ 134962 w 3805936"/>
              <a:gd name="connsiteY800" fmla="*/ 630805 h 856262"/>
              <a:gd name="connsiteX801" fmla="*/ 139687 w 3805936"/>
              <a:gd name="connsiteY801" fmla="*/ 637513 h 856262"/>
              <a:gd name="connsiteX802" fmla="*/ 145425 w 3805936"/>
              <a:gd name="connsiteY802" fmla="*/ 627515 h 856262"/>
              <a:gd name="connsiteX803" fmla="*/ 142345 w 3805936"/>
              <a:gd name="connsiteY803" fmla="*/ 615786 h 856262"/>
              <a:gd name="connsiteX804" fmla="*/ 129688 w 3805936"/>
              <a:gd name="connsiteY804" fmla="*/ 607349 h 856262"/>
              <a:gd name="connsiteX805" fmla="*/ 745053 w 3805936"/>
              <a:gd name="connsiteY805" fmla="*/ 583090 h 856262"/>
              <a:gd name="connsiteX806" fmla="*/ 755895 w 3805936"/>
              <a:gd name="connsiteY806" fmla="*/ 585748 h 856262"/>
              <a:gd name="connsiteX807" fmla="*/ 764291 w 3805936"/>
              <a:gd name="connsiteY807" fmla="*/ 593005 h 856262"/>
              <a:gd name="connsiteX808" fmla="*/ 765038 w 3805936"/>
              <a:gd name="connsiteY808" fmla="*/ 595443 h 856262"/>
              <a:gd name="connsiteX809" fmla="*/ 757119 w 3805936"/>
              <a:gd name="connsiteY809" fmla="*/ 606505 h 856262"/>
              <a:gd name="connsiteX810" fmla="*/ 746445 w 3805936"/>
              <a:gd name="connsiteY810" fmla="*/ 603974 h 856262"/>
              <a:gd name="connsiteX811" fmla="*/ 738007 w 3805936"/>
              <a:gd name="connsiteY811" fmla="*/ 596464 h 856262"/>
              <a:gd name="connsiteX812" fmla="*/ 738007 w 3805936"/>
              <a:gd name="connsiteY812" fmla="*/ 588026 h 856262"/>
              <a:gd name="connsiteX813" fmla="*/ 745053 w 3805936"/>
              <a:gd name="connsiteY813" fmla="*/ 583090 h 856262"/>
              <a:gd name="connsiteX814" fmla="*/ 743197 w 3805936"/>
              <a:gd name="connsiteY814" fmla="*/ 575581 h 856262"/>
              <a:gd name="connsiteX815" fmla="*/ 741366 w 3805936"/>
              <a:gd name="connsiteY815" fmla="*/ 576137 h 856262"/>
              <a:gd name="connsiteX816" fmla="*/ 730540 w 3805936"/>
              <a:gd name="connsiteY816" fmla="*/ 599333 h 856262"/>
              <a:gd name="connsiteX817" fmla="*/ 742479 w 3805936"/>
              <a:gd name="connsiteY817" fmla="*/ 611314 h 856262"/>
              <a:gd name="connsiteX818" fmla="*/ 758849 w 3805936"/>
              <a:gd name="connsiteY818" fmla="*/ 614352 h 856262"/>
              <a:gd name="connsiteX819" fmla="*/ 770324 w 3805936"/>
              <a:gd name="connsiteY819" fmla="*/ 605281 h 856262"/>
              <a:gd name="connsiteX820" fmla="*/ 770240 w 3805936"/>
              <a:gd name="connsiteY820" fmla="*/ 605197 h 856262"/>
              <a:gd name="connsiteX821" fmla="*/ 771505 w 3805936"/>
              <a:gd name="connsiteY821" fmla="*/ 590642 h 856262"/>
              <a:gd name="connsiteX822" fmla="*/ 759819 w 3805936"/>
              <a:gd name="connsiteY822" fmla="*/ 578787 h 856262"/>
              <a:gd name="connsiteX823" fmla="*/ 743197 w 3805936"/>
              <a:gd name="connsiteY823" fmla="*/ 575581 h 856262"/>
              <a:gd name="connsiteX824" fmla="*/ 112560 w 3805936"/>
              <a:gd name="connsiteY824" fmla="*/ 562375 h 856262"/>
              <a:gd name="connsiteX825" fmla="*/ 74801 w 3805936"/>
              <a:gd name="connsiteY825" fmla="*/ 580010 h 856262"/>
              <a:gd name="connsiteX826" fmla="*/ 76362 w 3805936"/>
              <a:gd name="connsiteY826" fmla="*/ 583385 h 856262"/>
              <a:gd name="connsiteX827" fmla="*/ 77965 w 3805936"/>
              <a:gd name="connsiteY827" fmla="*/ 586760 h 856262"/>
              <a:gd name="connsiteX828" fmla="*/ 105177 w 3805936"/>
              <a:gd name="connsiteY828" fmla="*/ 574104 h 856262"/>
              <a:gd name="connsiteX829" fmla="*/ 84631 w 3805936"/>
              <a:gd name="connsiteY829" fmla="*/ 601147 h 856262"/>
              <a:gd name="connsiteX830" fmla="*/ 86318 w 3805936"/>
              <a:gd name="connsiteY830" fmla="*/ 604733 h 856262"/>
              <a:gd name="connsiteX831" fmla="*/ 88006 w 3805936"/>
              <a:gd name="connsiteY831" fmla="*/ 608277 h 856262"/>
              <a:gd name="connsiteX832" fmla="*/ 125765 w 3805936"/>
              <a:gd name="connsiteY832" fmla="*/ 590684 h 856262"/>
              <a:gd name="connsiteX833" fmla="*/ 124162 w 3805936"/>
              <a:gd name="connsiteY833" fmla="*/ 587267 h 856262"/>
              <a:gd name="connsiteX834" fmla="*/ 122601 w 3805936"/>
              <a:gd name="connsiteY834" fmla="*/ 583892 h 856262"/>
              <a:gd name="connsiteX835" fmla="*/ 96106 w 3805936"/>
              <a:gd name="connsiteY835" fmla="*/ 596253 h 856262"/>
              <a:gd name="connsiteX836" fmla="*/ 116104 w 3805936"/>
              <a:gd name="connsiteY836" fmla="*/ 570012 h 856262"/>
              <a:gd name="connsiteX837" fmla="*/ 114332 w 3805936"/>
              <a:gd name="connsiteY837" fmla="*/ 566215 h 856262"/>
              <a:gd name="connsiteX838" fmla="*/ 786440 w 3805936"/>
              <a:gd name="connsiteY838" fmla="*/ 545289 h 856262"/>
              <a:gd name="connsiteX839" fmla="*/ 779605 w 3805936"/>
              <a:gd name="connsiteY839" fmla="*/ 563093 h 856262"/>
              <a:gd name="connsiteX840" fmla="*/ 747627 w 3805936"/>
              <a:gd name="connsiteY840" fmla="*/ 550816 h 856262"/>
              <a:gd name="connsiteX841" fmla="*/ 746192 w 3805936"/>
              <a:gd name="connsiteY841" fmla="*/ 554571 h 856262"/>
              <a:gd name="connsiteX842" fmla="*/ 744758 w 3805936"/>
              <a:gd name="connsiteY842" fmla="*/ 558283 h 856262"/>
              <a:gd name="connsiteX843" fmla="*/ 783740 w 3805936"/>
              <a:gd name="connsiteY843" fmla="*/ 573260 h 856262"/>
              <a:gd name="connsiteX844" fmla="*/ 793359 w 3805936"/>
              <a:gd name="connsiteY844" fmla="*/ 547947 h 856262"/>
              <a:gd name="connsiteX845" fmla="*/ 789900 w 3805936"/>
              <a:gd name="connsiteY845" fmla="*/ 546639 h 856262"/>
              <a:gd name="connsiteX846" fmla="*/ 105219 w 3805936"/>
              <a:gd name="connsiteY846" fmla="*/ 543855 h 856262"/>
              <a:gd name="connsiteX847" fmla="*/ 66321 w 3805936"/>
              <a:gd name="connsiteY847" fmla="*/ 558789 h 856262"/>
              <a:gd name="connsiteX848" fmla="*/ 67755 w 3805936"/>
              <a:gd name="connsiteY848" fmla="*/ 562544 h 856262"/>
              <a:gd name="connsiteX849" fmla="*/ 69190 w 3805936"/>
              <a:gd name="connsiteY849" fmla="*/ 566257 h 856262"/>
              <a:gd name="connsiteX850" fmla="*/ 108088 w 3805936"/>
              <a:gd name="connsiteY850" fmla="*/ 551322 h 856262"/>
              <a:gd name="connsiteX851" fmla="*/ 106653 w 3805936"/>
              <a:gd name="connsiteY851" fmla="*/ 547609 h 856262"/>
              <a:gd name="connsiteX852" fmla="*/ 69569 w 3805936"/>
              <a:gd name="connsiteY852" fmla="*/ 515462 h 856262"/>
              <a:gd name="connsiteX853" fmla="*/ 67165 w 3805936"/>
              <a:gd name="connsiteY853" fmla="*/ 516094 h 856262"/>
              <a:gd name="connsiteX854" fmla="*/ 57208 w 3805936"/>
              <a:gd name="connsiteY854" fmla="*/ 521748 h 856262"/>
              <a:gd name="connsiteX855" fmla="*/ 56238 w 3805936"/>
              <a:gd name="connsiteY855" fmla="*/ 531873 h 856262"/>
              <a:gd name="connsiteX856" fmla="*/ 61765 w 3805936"/>
              <a:gd name="connsiteY856" fmla="*/ 539931 h 856262"/>
              <a:gd name="connsiteX857" fmla="*/ 61765 w 3805936"/>
              <a:gd name="connsiteY857" fmla="*/ 539847 h 856262"/>
              <a:gd name="connsiteX858" fmla="*/ 71848 w 3805936"/>
              <a:gd name="connsiteY858" fmla="*/ 540522 h 856262"/>
              <a:gd name="connsiteX859" fmla="*/ 100789 w 3805936"/>
              <a:gd name="connsiteY859" fmla="*/ 532759 h 856262"/>
              <a:gd name="connsiteX860" fmla="*/ 99734 w 3805936"/>
              <a:gd name="connsiteY860" fmla="*/ 528878 h 856262"/>
              <a:gd name="connsiteX861" fmla="*/ 98722 w 3805936"/>
              <a:gd name="connsiteY861" fmla="*/ 525038 h 856262"/>
              <a:gd name="connsiteX862" fmla="*/ 69780 w 3805936"/>
              <a:gd name="connsiteY862" fmla="*/ 532801 h 856262"/>
              <a:gd name="connsiteX863" fmla="*/ 65266 w 3805936"/>
              <a:gd name="connsiteY863" fmla="*/ 532801 h 856262"/>
              <a:gd name="connsiteX864" fmla="*/ 64836 w 3805936"/>
              <a:gd name="connsiteY864" fmla="*/ 532506 h 856262"/>
              <a:gd name="connsiteX865" fmla="*/ 63958 w 3805936"/>
              <a:gd name="connsiteY865" fmla="*/ 525882 h 856262"/>
              <a:gd name="connsiteX866" fmla="*/ 69105 w 3805936"/>
              <a:gd name="connsiteY866" fmla="*/ 523435 h 856262"/>
              <a:gd name="connsiteX867" fmla="*/ 71510 w 3805936"/>
              <a:gd name="connsiteY867" fmla="*/ 522802 h 856262"/>
              <a:gd name="connsiteX868" fmla="*/ 1640278 w 3805936"/>
              <a:gd name="connsiteY868" fmla="*/ 506603 h 856262"/>
              <a:gd name="connsiteX869" fmla="*/ 1640130 w 3805936"/>
              <a:gd name="connsiteY869" fmla="*/ 506898 h 856262"/>
              <a:gd name="connsiteX870" fmla="*/ 1640155 w 3805936"/>
              <a:gd name="connsiteY870" fmla="*/ 506738 h 856262"/>
              <a:gd name="connsiteX871" fmla="*/ 773235 w 3805936"/>
              <a:gd name="connsiteY871" fmla="*/ 502046 h 856262"/>
              <a:gd name="connsiteX872" fmla="*/ 784415 w 3805936"/>
              <a:gd name="connsiteY872" fmla="*/ 502046 h 856262"/>
              <a:gd name="connsiteX873" fmla="*/ 794034 w 3805936"/>
              <a:gd name="connsiteY873" fmla="*/ 507320 h 856262"/>
              <a:gd name="connsiteX874" fmla="*/ 795350 w 3805936"/>
              <a:gd name="connsiteY874" fmla="*/ 509509 h 856262"/>
              <a:gd name="connsiteX875" fmla="*/ 790321 w 3805936"/>
              <a:gd name="connsiteY875" fmla="*/ 522213 h 856262"/>
              <a:gd name="connsiteX876" fmla="*/ 779352 w 3805936"/>
              <a:gd name="connsiteY876" fmla="*/ 522213 h 856262"/>
              <a:gd name="connsiteX877" fmla="*/ 769522 w 3805936"/>
              <a:gd name="connsiteY877" fmla="*/ 516897 h 856262"/>
              <a:gd name="connsiteX878" fmla="*/ 767986 w 3805936"/>
              <a:gd name="connsiteY878" fmla="*/ 514336 h 856262"/>
              <a:gd name="connsiteX879" fmla="*/ 773235 w 3805936"/>
              <a:gd name="connsiteY879" fmla="*/ 502046 h 856262"/>
              <a:gd name="connsiteX880" fmla="*/ 786271 w 3805936"/>
              <a:gd name="connsiteY880" fmla="*/ 494283 h 856262"/>
              <a:gd name="connsiteX881" fmla="*/ 769396 w 3805936"/>
              <a:gd name="connsiteY881" fmla="*/ 495211 h 856262"/>
              <a:gd name="connsiteX882" fmla="*/ 767734 w 3805936"/>
              <a:gd name="connsiteY882" fmla="*/ 496211 h 856262"/>
              <a:gd name="connsiteX883" fmla="*/ 762899 w 3805936"/>
              <a:gd name="connsiteY883" fmla="*/ 521284 h 856262"/>
              <a:gd name="connsiteX884" fmla="*/ 777412 w 3805936"/>
              <a:gd name="connsiteY884" fmla="*/ 530059 h 856262"/>
              <a:gd name="connsiteX885" fmla="*/ 794034 w 3805936"/>
              <a:gd name="connsiteY885" fmla="*/ 529046 h 856262"/>
              <a:gd name="connsiteX886" fmla="*/ 802936 w 3805936"/>
              <a:gd name="connsiteY886" fmla="*/ 517445 h 856262"/>
              <a:gd name="connsiteX887" fmla="*/ 800489 w 3805936"/>
              <a:gd name="connsiteY887" fmla="*/ 502974 h 856262"/>
              <a:gd name="connsiteX888" fmla="*/ 786271 w 3805936"/>
              <a:gd name="connsiteY888" fmla="*/ 494283 h 856262"/>
              <a:gd name="connsiteX889" fmla="*/ 90833 w 3805936"/>
              <a:gd name="connsiteY889" fmla="*/ 491541 h 856262"/>
              <a:gd name="connsiteX890" fmla="*/ 49952 w 3805936"/>
              <a:gd name="connsiteY890" fmla="*/ 499514 h 856262"/>
              <a:gd name="connsiteX891" fmla="*/ 50711 w 3805936"/>
              <a:gd name="connsiteY891" fmla="*/ 503438 h 856262"/>
              <a:gd name="connsiteX892" fmla="*/ 51470 w 3805936"/>
              <a:gd name="connsiteY892" fmla="*/ 507361 h 856262"/>
              <a:gd name="connsiteX893" fmla="*/ 92351 w 3805936"/>
              <a:gd name="connsiteY893" fmla="*/ 499430 h 856262"/>
              <a:gd name="connsiteX894" fmla="*/ 91592 w 3805936"/>
              <a:gd name="connsiteY894" fmla="*/ 495464 h 856262"/>
              <a:gd name="connsiteX895" fmla="*/ 179597 w 3805936"/>
              <a:gd name="connsiteY895" fmla="*/ 491119 h 856262"/>
              <a:gd name="connsiteX896" fmla="*/ 227228 w 3805936"/>
              <a:gd name="connsiteY896" fmla="*/ 498671 h 856262"/>
              <a:gd name="connsiteX897" fmla="*/ 341560 w 3805936"/>
              <a:gd name="connsiteY897" fmla="*/ 497743 h 856262"/>
              <a:gd name="connsiteX898" fmla="*/ 358140 w 3805936"/>
              <a:gd name="connsiteY898" fmla="*/ 500443 h 856262"/>
              <a:gd name="connsiteX899" fmla="*/ 394549 w 3805936"/>
              <a:gd name="connsiteY899" fmla="*/ 504662 h 856262"/>
              <a:gd name="connsiteX900" fmla="*/ 383369 w 3805936"/>
              <a:gd name="connsiteY900" fmla="*/ 549846 h 856262"/>
              <a:gd name="connsiteX901" fmla="*/ 428131 w 3805936"/>
              <a:gd name="connsiteY901" fmla="*/ 557440 h 856262"/>
              <a:gd name="connsiteX902" fmla="*/ 472851 w 3805936"/>
              <a:gd name="connsiteY902" fmla="*/ 549846 h 856262"/>
              <a:gd name="connsiteX903" fmla="*/ 461671 w 3805936"/>
              <a:gd name="connsiteY903" fmla="*/ 504704 h 856262"/>
              <a:gd name="connsiteX904" fmla="*/ 498080 w 3805936"/>
              <a:gd name="connsiteY904" fmla="*/ 500485 h 856262"/>
              <a:gd name="connsiteX905" fmla="*/ 514702 w 3805936"/>
              <a:gd name="connsiteY905" fmla="*/ 497785 h 856262"/>
              <a:gd name="connsiteX906" fmla="*/ 629034 w 3805936"/>
              <a:gd name="connsiteY906" fmla="*/ 498713 h 856262"/>
              <a:gd name="connsiteX907" fmla="*/ 629203 w 3805936"/>
              <a:gd name="connsiteY907" fmla="*/ 498671 h 856262"/>
              <a:gd name="connsiteX908" fmla="*/ 676791 w 3805936"/>
              <a:gd name="connsiteY908" fmla="*/ 491119 h 856262"/>
              <a:gd name="connsiteX909" fmla="*/ 646837 w 3805936"/>
              <a:gd name="connsiteY909" fmla="*/ 524533 h 856262"/>
              <a:gd name="connsiteX910" fmla="*/ 458085 w 3805936"/>
              <a:gd name="connsiteY910" fmla="*/ 559128 h 856262"/>
              <a:gd name="connsiteX911" fmla="*/ 470193 w 3805936"/>
              <a:gd name="connsiteY911" fmla="*/ 607560 h 856262"/>
              <a:gd name="connsiteX912" fmla="*/ 428005 w 3805936"/>
              <a:gd name="connsiteY912" fmla="*/ 616673 h 856262"/>
              <a:gd name="connsiteX913" fmla="*/ 385816 w 3805936"/>
              <a:gd name="connsiteY913" fmla="*/ 607560 h 856262"/>
              <a:gd name="connsiteX914" fmla="*/ 397924 w 3805936"/>
              <a:gd name="connsiteY914" fmla="*/ 559128 h 856262"/>
              <a:gd name="connsiteX915" fmla="*/ 209551 w 3805936"/>
              <a:gd name="connsiteY915" fmla="*/ 524533 h 856262"/>
              <a:gd name="connsiteX916" fmla="*/ 179597 w 3805936"/>
              <a:gd name="connsiteY916" fmla="*/ 491119 h 856262"/>
              <a:gd name="connsiteX917" fmla="*/ 1588652 w 3805936"/>
              <a:gd name="connsiteY917" fmla="*/ 467627 h 856262"/>
              <a:gd name="connsiteX918" fmla="*/ 1603360 w 3805936"/>
              <a:gd name="connsiteY918" fmla="*/ 486012 h 856262"/>
              <a:gd name="connsiteX919" fmla="*/ 1618950 w 3805936"/>
              <a:gd name="connsiteY919" fmla="*/ 482188 h 856262"/>
              <a:gd name="connsiteX920" fmla="*/ 1637042 w 3805936"/>
              <a:gd name="connsiteY920" fmla="*/ 482188 h 856262"/>
              <a:gd name="connsiteX921" fmla="*/ 1643367 w 3805936"/>
              <a:gd name="connsiteY921" fmla="*/ 485130 h 856262"/>
              <a:gd name="connsiteX922" fmla="*/ 1641895 w 3805936"/>
              <a:gd name="connsiteY922" fmla="*/ 495425 h 856262"/>
              <a:gd name="connsiteX923" fmla="*/ 1640155 w 3805936"/>
              <a:gd name="connsiteY923" fmla="*/ 506738 h 856262"/>
              <a:gd name="connsiteX924" fmla="*/ 1632335 w 3805936"/>
              <a:gd name="connsiteY924" fmla="*/ 515282 h 856262"/>
              <a:gd name="connsiteX925" fmla="*/ 1624245 w 3805936"/>
              <a:gd name="connsiteY925" fmla="*/ 521311 h 856262"/>
              <a:gd name="connsiteX926" fmla="*/ 1618510 w 3805936"/>
              <a:gd name="connsiteY926" fmla="*/ 537638 h 856262"/>
              <a:gd name="connsiteX927" fmla="*/ 1607037 w 3805936"/>
              <a:gd name="connsiteY927" fmla="*/ 545433 h 856262"/>
              <a:gd name="connsiteX928" fmla="*/ 1593800 w 3805936"/>
              <a:gd name="connsiteY928" fmla="*/ 546610 h 856262"/>
              <a:gd name="connsiteX929" fmla="*/ 1576297 w 3805936"/>
              <a:gd name="connsiteY929" fmla="*/ 553964 h 856262"/>
              <a:gd name="connsiteX930" fmla="*/ 1555410 w 3805936"/>
              <a:gd name="connsiteY930" fmla="*/ 536756 h 856262"/>
              <a:gd name="connsiteX931" fmla="*/ 1557617 w 3805936"/>
              <a:gd name="connsiteY931" fmla="*/ 523811 h 856262"/>
              <a:gd name="connsiteX932" fmla="*/ 1554529 w 3805936"/>
              <a:gd name="connsiteY932" fmla="*/ 513517 h 856262"/>
              <a:gd name="connsiteX933" fmla="*/ 1560854 w 3805936"/>
              <a:gd name="connsiteY933" fmla="*/ 501455 h 856262"/>
              <a:gd name="connsiteX934" fmla="*/ 1576885 w 3805936"/>
              <a:gd name="connsiteY934" fmla="*/ 473952 h 856262"/>
              <a:gd name="connsiteX935" fmla="*/ 1588652 w 3805936"/>
              <a:gd name="connsiteY935" fmla="*/ 467627 h 856262"/>
              <a:gd name="connsiteX936" fmla="*/ 85981 w 3805936"/>
              <a:gd name="connsiteY936" fmla="*/ 452094 h 856262"/>
              <a:gd name="connsiteX937" fmla="*/ 44636 w 3805936"/>
              <a:gd name="connsiteY937" fmla="*/ 457199 h 856262"/>
              <a:gd name="connsiteX938" fmla="*/ 48180 w 3805936"/>
              <a:gd name="connsiteY938" fmla="*/ 486225 h 856262"/>
              <a:gd name="connsiteX939" fmla="*/ 51850 w 3805936"/>
              <a:gd name="connsiteY939" fmla="*/ 485803 h 856262"/>
              <a:gd name="connsiteX940" fmla="*/ 55521 w 3805936"/>
              <a:gd name="connsiteY940" fmla="*/ 485339 h 856262"/>
              <a:gd name="connsiteX941" fmla="*/ 52947 w 3805936"/>
              <a:gd name="connsiteY941" fmla="*/ 464245 h 856262"/>
              <a:gd name="connsiteX942" fmla="*/ 63705 w 3805936"/>
              <a:gd name="connsiteY942" fmla="*/ 462895 h 856262"/>
              <a:gd name="connsiteX943" fmla="*/ 65983 w 3805936"/>
              <a:gd name="connsiteY943" fmla="*/ 481500 h 856262"/>
              <a:gd name="connsiteX944" fmla="*/ 69569 w 3805936"/>
              <a:gd name="connsiteY944" fmla="*/ 481078 h 856262"/>
              <a:gd name="connsiteX945" fmla="*/ 73113 w 3805936"/>
              <a:gd name="connsiteY945" fmla="*/ 480656 h 856262"/>
              <a:gd name="connsiteX946" fmla="*/ 70835 w 3805936"/>
              <a:gd name="connsiteY946" fmla="*/ 462051 h 856262"/>
              <a:gd name="connsiteX947" fmla="*/ 79610 w 3805936"/>
              <a:gd name="connsiteY947" fmla="*/ 460954 h 856262"/>
              <a:gd name="connsiteX948" fmla="*/ 82057 w 3805936"/>
              <a:gd name="connsiteY948" fmla="*/ 480993 h 856262"/>
              <a:gd name="connsiteX949" fmla="*/ 85770 w 3805936"/>
              <a:gd name="connsiteY949" fmla="*/ 480572 h 856262"/>
              <a:gd name="connsiteX950" fmla="*/ 89398 w 3805936"/>
              <a:gd name="connsiteY950" fmla="*/ 480108 h 856262"/>
              <a:gd name="connsiteX951" fmla="*/ 783234 w 3805936"/>
              <a:gd name="connsiteY951" fmla="*/ 445049 h 856262"/>
              <a:gd name="connsiteX952" fmla="*/ 772560 w 3805936"/>
              <a:gd name="connsiteY952" fmla="*/ 449268 h 856262"/>
              <a:gd name="connsiteX953" fmla="*/ 772560 w 3805936"/>
              <a:gd name="connsiteY953" fmla="*/ 474581 h 856262"/>
              <a:gd name="connsiteX954" fmla="*/ 804455 w 3805936"/>
              <a:gd name="connsiteY954" fmla="*/ 477576 h 856262"/>
              <a:gd name="connsiteX955" fmla="*/ 811458 w 3805936"/>
              <a:gd name="connsiteY955" fmla="*/ 464920 h 856262"/>
              <a:gd name="connsiteX956" fmla="*/ 806564 w 3805936"/>
              <a:gd name="connsiteY956" fmla="*/ 453486 h 856262"/>
              <a:gd name="connsiteX957" fmla="*/ 805931 w 3805936"/>
              <a:gd name="connsiteY957" fmla="*/ 453149 h 856262"/>
              <a:gd name="connsiteX958" fmla="*/ 811374 w 3805936"/>
              <a:gd name="connsiteY958" fmla="*/ 452811 h 856262"/>
              <a:gd name="connsiteX959" fmla="*/ 811754 w 3805936"/>
              <a:gd name="connsiteY959" fmla="*/ 447538 h 856262"/>
              <a:gd name="connsiteX960" fmla="*/ 789351 w 3805936"/>
              <a:gd name="connsiteY960" fmla="*/ 445597 h 856262"/>
              <a:gd name="connsiteX961" fmla="*/ 787959 w 3805936"/>
              <a:gd name="connsiteY961" fmla="*/ 461587 h 856262"/>
              <a:gd name="connsiteX962" fmla="*/ 795131 w 3805936"/>
              <a:gd name="connsiteY962" fmla="*/ 462220 h 856262"/>
              <a:gd name="connsiteX963" fmla="*/ 795891 w 3805936"/>
              <a:gd name="connsiteY963" fmla="*/ 453191 h 856262"/>
              <a:gd name="connsiteX964" fmla="*/ 800827 w 3805936"/>
              <a:gd name="connsiteY964" fmla="*/ 455722 h 856262"/>
              <a:gd name="connsiteX965" fmla="*/ 804033 w 3805936"/>
              <a:gd name="connsiteY965" fmla="*/ 463274 h 856262"/>
              <a:gd name="connsiteX966" fmla="*/ 799814 w 3805936"/>
              <a:gd name="connsiteY966" fmla="*/ 471206 h 856262"/>
              <a:gd name="connsiteX967" fmla="*/ 788803 w 3805936"/>
              <a:gd name="connsiteY967" fmla="*/ 473062 h 856262"/>
              <a:gd name="connsiteX968" fmla="*/ 778213 w 3805936"/>
              <a:gd name="connsiteY968" fmla="*/ 469181 h 856262"/>
              <a:gd name="connsiteX969" fmla="*/ 775007 w 3805936"/>
              <a:gd name="connsiteY969" fmla="*/ 460743 h 856262"/>
              <a:gd name="connsiteX970" fmla="*/ 777538 w 3805936"/>
              <a:gd name="connsiteY970" fmla="*/ 455385 h 856262"/>
              <a:gd name="connsiteX971" fmla="*/ 782559 w 3805936"/>
              <a:gd name="connsiteY971" fmla="*/ 453022 h 856262"/>
              <a:gd name="connsiteX972" fmla="*/ 206978 w 3805936"/>
              <a:gd name="connsiteY972" fmla="*/ 432097 h 856262"/>
              <a:gd name="connsiteX973" fmla="*/ 233389 w 3805936"/>
              <a:gd name="connsiteY973" fmla="*/ 434966 h 856262"/>
              <a:gd name="connsiteX974" fmla="*/ 256297 w 3805936"/>
              <a:gd name="connsiteY974" fmla="*/ 434966 h 856262"/>
              <a:gd name="connsiteX975" fmla="*/ 282538 w 3805936"/>
              <a:gd name="connsiteY975" fmla="*/ 434713 h 856262"/>
              <a:gd name="connsiteX976" fmla="*/ 322153 w 3805936"/>
              <a:gd name="connsiteY976" fmla="*/ 435726 h 856262"/>
              <a:gd name="connsiteX977" fmla="*/ 364975 w 3805936"/>
              <a:gd name="connsiteY977" fmla="*/ 445682 h 856262"/>
              <a:gd name="connsiteX978" fmla="*/ 395224 w 3805936"/>
              <a:gd name="connsiteY978" fmla="*/ 447749 h 856262"/>
              <a:gd name="connsiteX979" fmla="*/ 385015 w 3805936"/>
              <a:gd name="connsiteY979" fmla="*/ 491161 h 856262"/>
              <a:gd name="connsiteX980" fmla="*/ 427204 w 3805936"/>
              <a:gd name="connsiteY980" fmla="*/ 496140 h 856262"/>
              <a:gd name="connsiteX981" fmla="*/ 427668 w 3805936"/>
              <a:gd name="connsiteY981" fmla="*/ 496140 h 856262"/>
              <a:gd name="connsiteX982" fmla="*/ 428216 w 3805936"/>
              <a:gd name="connsiteY982" fmla="*/ 496140 h 856262"/>
              <a:gd name="connsiteX983" fmla="*/ 470700 w 3805936"/>
              <a:gd name="connsiteY983" fmla="*/ 491077 h 856262"/>
              <a:gd name="connsiteX984" fmla="*/ 460490 w 3805936"/>
              <a:gd name="connsiteY984" fmla="*/ 447665 h 856262"/>
              <a:gd name="connsiteX985" fmla="*/ 490740 w 3805936"/>
              <a:gd name="connsiteY985" fmla="*/ 445598 h 856262"/>
              <a:gd name="connsiteX986" fmla="*/ 533730 w 3805936"/>
              <a:gd name="connsiteY986" fmla="*/ 435768 h 856262"/>
              <a:gd name="connsiteX987" fmla="*/ 573345 w 3805936"/>
              <a:gd name="connsiteY987" fmla="*/ 434755 h 856262"/>
              <a:gd name="connsiteX988" fmla="*/ 599587 w 3805936"/>
              <a:gd name="connsiteY988" fmla="*/ 435008 h 856262"/>
              <a:gd name="connsiteX989" fmla="*/ 622495 w 3805936"/>
              <a:gd name="connsiteY989" fmla="*/ 435008 h 856262"/>
              <a:gd name="connsiteX990" fmla="*/ 622495 w 3805936"/>
              <a:gd name="connsiteY990" fmla="*/ 434966 h 856262"/>
              <a:gd name="connsiteX991" fmla="*/ 648905 w 3805936"/>
              <a:gd name="connsiteY991" fmla="*/ 432097 h 856262"/>
              <a:gd name="connsiteX992" fmla="*/ 623592 w 3805936"/>
              <a:gd name="connsiteY992" fmla="*/ 457031 h 856262"/>
              <a:gd name="connsiteX993" fmla="*/ 586761 w 3805936"/>
              <a:gd name="connsiteY993" fmla="*/ 473906 h 856262"/>
              <a:gd name="connsiteX994" fmla="*/ 496857 w 3805936"/>
              <a:gd name="connsiteY994" fmla="*/ 493777 h 856262"/>
              <a:gd name="connsiteX995" fmla="*/ 456736 w 3805936"/>
              <a:gd name="connsiteY995" fmla="*/ 498291 h 856262"/>
              <a:gd name="connsiteX996" fmla="*/ 452854 w 3805936"/>
              <a:gd name="connsiteY996" fmla="*/ 498671 h 856262"/>
              <a:gd name="connsiteX997" fmla="*/ 464119 w 3805936"/>
              <a:gd name="connsiteY997" fmla="*/ 544361 h 856262"/>
              <a:gd name="connsiteX998" fmla="*/ 427794 w 3805936"/>
              <a:gd name="connsiteY998" fmla="*/ 550521 h 856262"/>
              <a:gd name="connsiteX999" fmla="*/ 391428 w 3805936"/>
              <a:gd name="connsiteY999" fmla="*/ 544361 h 856262"/>
              <a:gd name="connsiteX1000" fmla="*/ 402734 w 3805936"/>
              <a:gd name="connsiteY1000" fmla="*/ 498671 h 856262"/>
              <a:gd name="connsiteX1001" fmla="*/ 398811 w 3805936"/>
              <a:gd name="connsiteY1001" fmla="*/ 498291 h 856262"/>
              <a:gd name="connsiteX1002" fmla="*/ 358689 w 3805936"/>
              <a:gd name="connsiteY1002" fmla="*/ 493777 h 856262"/>
              <a:gd name="connsiteX1003" fmla="*/ 269122 w 3805936"/>
              <a:gd name="connsiteY1003" fmla="*/ 473906 h 856262"/>
              <a:gd name="connsiteX1004" fmla="*/ 232292 w 3805936"/>
              <a:gd name="connsiteY1004" fmla="*/ 457031 h 856262"/>
              <a:gd name="connsiteX1005" fmla="*/ 206978 w 3805936"/>
              <a:gd name="connsiteY1005" fmla="*/ 432097 h 856262"/>
              <a:gd name="connsiteX1006" fmla="*/ 1784860 w 3805936"/>
              <a:gd name="connsiteY1006" fmla="*/ 431444 h 856262"/>
              <a:gd name="connsiteX1007" fmla="*/ 1796628 w 3805936"/>
              <a:gd name="connsiteY1007" fmla="*/ 434092 h 856262"/>
              <a:gd name="connsiteX1008" fmla="*/ 1808542 w 3805936"/>
              <a:gd name="connsiteY1008" fmla="*/ 440268 h 856262"/>
              <a:gd name="connsiteX1009" fmla="*/ 1820455 w 3805936"/>
              <a:gd name="connsiteY1009" fmla="*/ 441298 h 856262"/>
              <a:gd name="connsiteX1010" fmla="*/ 1832222 w 3805936"/>
              <a:gd name="connsiteY1010" fmla="*/ 444975 h 856262"/>
              <a:gd name="connsiteX1011" fmla="*/ 1842370 w 3805936"/>
              <a:gd name="connsiteY1011" fmla="*/ 443358 h 856262"/>
              <a:gd name="connsiteX1012" fmla="*/ 1866492 w 3805936"/>
              <a:gd name="connsiteY1012" fmla="*/ 464685 h 856262"/>
              <a:gd name="connsiteX1013" fmla="*/ 1865169 w 3805936"/>
              <a:gd name="connsiteY1013" fmla="*/ 464978 h 856262"/>
              <a:gd name="connsiteX1014" fmla="*/ 1871494 w 3805936"/>
              <a:gd name="connsiteY1014" fmla="*/ 474245 h 856262"/>
              <a:gd name="connsiteX1015" fmla="*/ 1871494 w 3805936"/>
              <a:gd name="connsiteY1015" fmla="*/ 486305 h 856262"/>
              <a:gd name="connsiteX1016" fmla="*/ 1862962 w 3805936"/>
              <a:gd name="connsiteY1016" fmla="*/ 497485 h 856262"/>
              <a:gd name="connsiteX1017" fmla="*/ 1856344 w 3805936"/>
              <a:gd name="connsiteY1017" fmla="*/ 511016 h 856262"/>
              <a:gd name="connsiteX1018" fmla="*/ 1848549 w 3805936"/>
              <a:gd name="connsiteY1018" fmla="*/ 520135 h 856262"/>
              <a:gd name="connsiteX1019" fmla="*/ 1835017 w 3805936"/>
              <a:gd name="connsiteY1019" fmla="*/ 525576 h 856262"/>
              <a:gd name="connsiteX1020" fmla="*/ 1823544 w 3805936"/>
              <a:gd name="connsiteY1020" fmla="*/ 525576 h 856262"/>
              <a:gd name="connsiteX1021" fmla="*/ 1811483 w 3805936"/>
              <a:gd name="connsiteY1021" fmla="*/ 531313 h 856262"/>
              <a:gd name="connsiteX1022" fmla="*/ 1802070 w 3805936"/>
              <a:gd name="connsiteY1022" fmla="*/ 521311 h 856262"/>
              <a:gd name="connsiteX1023" fmla="*/ 1802070 w 3805936"/>
              <a:gd name="connsiteY1023" fmla="*/ 508075 h 856262"/>
              <a:gd name="connsiteX1024" fmla="*/ 1792362 w 3805936"/>
              <a:gd name="connsiteY1024" fmla="*/ 490277 h 856262"/>
              <a:gd name="connsiteX1025" fmla="*/ 1784567 w 3805936"/>
              <a:gd name="connsiteY1025" fmla="*/ 474833 h 856262"/>
              <a:gd name="connsiteX1026" fmla="*/ 1780007 w 3805936"/>
              <a:gd name="connsiteY1026" fmla="*/ 457625 h 856262"/>
              <a:gd name="connsiteX1027" fmla="*/ 1780890 w 3805936"/>
              <a:gd name="connsiteY1027" fmla="*/ 447035 h 856262"/>
              <a:gd name="connsiteX1028" fmla="*/ 1784860 w 3805936"/>
              <a:gd name="connsiteY1028" fmla="*/ 431444 h 856262"/>
              <a:gd name="connsiteX1029" fmla="*/ 68936 w 3805936"/>
              <a:gd name="connsiteY1029" fmla="*/ 416656 h 856262"/>
              <a:gd name="connsiteX1030" fmla="*/ 78091 w 3805936"/>
              <a:gd name="connsiteY1030" fmla="*/ 416656 h 856262"/>
              <a:gd name="connsiteX1031" fmla="*/ 78091 w 3805936"/>
              <a:gd name="connsiteY1031" fmla="*/ 425516 h 856262"/>
              <a:gd name="connsiteX1032" fmla="*/ 76952 w 3805936"/>
              <a:gd name="connsiteY1032" fmla="*/ 430199 h 856262"/>
              <a:gd name="connsiteX1033" fmla="*/ 73746 w 3805936"/>
              <a:gd name="connsiteY1033" fmla="*/ 431718 h 856262"/>
              <a:gd name="connsiteX1034" fmla="*/ 70075 w 3805936"/>
              <a:gd name="connsiteY1034" fmla="*/ 430326 h 856262"/>
              <a:gd name="connsiteX1035" fmla="*/ 68936 w 3805936"/>
              <a:gd name="connsiteY1035" fmla="*/ 425811 h 856262"/>
              <a:gd name="connsiteX1036" fmla="*/ 50838 w 3805936"/>
              <a:gd name="connsiteY1036" fmla="*/ 416107 h 856262"/>
              <a:gd name="connsiteX1037" fmla="*/ 61933 w 3805936"/>
              <a:gd name="connsiteY1037" fmla="*/ 416318 h 856262"/>
              <a:gd name="connsiteX1038" fmla="*/ 61933 w 3805936"/>
              <a:gd name="connsiteY1038" fmla="*/ 425853 h 856262"/>
              <a:gd name="connsiteX1039" fmla="*/ 60583 w 3805936"/>
              <a:gd name="connsiteY1039" fmla="*/ 430662 h 856262"/>
              <a:gd name="connsiteX1040" fmla="*/ 56660 w 3805936"/>
              <a:gd name="connsiteY1040" fmla="*/ 432181 h 856262"/>
              <a:gd name="connsiteX1041" fmla="*/ 52230 w 3805936"/>
              <a:gd name="connsiteY1041" fmla="*/ 430536 h 856262"/>
              <a:gd name="connsiteX1042" fmla="*/ 50838 w 3805936"/>
              <a:gd name="connsiteY1042" fmla="*/ 425811 h 856262"/>
              <a:gd name="connsiteX1043" fmla="*/ 43876 w 3805936"/>
              <a:gd name="connsiteY1043" fmla="*/ 408302 h 856262"/>
              <a:gd name="connsiteX1044" fmla="*/ 43876 w 3805936"/>
              <a:gd name="connsiteY1044" fmla="*/ 412141 h 856262"/>
              <a:gd name="connsiteX1045" fmla="*/ 43834 w 3805936"/>
              <a:gd name="connsiteY1045" fmla="*/ 425684 h 856262"/>
              <a:gd name="connsiteX1046" fmla="*/ 46956 w 3805936"/>
              <a:gd name="connsiteY1046" fmla="*/ 436400 h 856262"/>
              <a:gd name="connsiteX1047" fmla="*/ 56618 w 3805936"/>
              <a:gd name="connsiteY1047" fmla="*/ 440197 h 856262"/>
              <a:gd name="connsiteX1048" fmla="*/ 64676 w 3805936"/>
              <a:gd name="connsiteY1048" fmla="*/ 436653 h 856262"/>
              <a:gd name="connsiteX1049" fmla="*/ 66068 w 3805936"/>
              <a:gd name="connsiteY1049" fmla="*/ 434291 h 856262"/>
              <a:gd name="connsiteX1050" fmla="*/ 74505 w 3805936"/>
              <a:gd name="connsiteY1050" fmla="*/ 439227 h 856262"/>
              <a:gd name="connsiteX1051" fmla="*/ 82310 w 3805936"/>
              <a:gd name="connsiteY1051" fmla="*/ 436231 h 856262"/>
              <a:gd name="connsiteX1052" fmla="*/ 85221 w 3805936"/>
              <a:gd name="connsiteY1052" fmla="*/ 427583 h 856262"/>
              <a:gd name="connsiteX1053" fmla="*/ 85517 w 3805936"/>
              <a:gd name="connsiteY1053" fmla="*/ 412859 h 856262"/>
              <a:gd name="connsiteX1054" fmla="*/ 85517 w 3805936"/>
              <a:gd name="connsiteY1054" fmla="*/ 409062 h 856262"/>
              <a:gd name="connsiteX1055" fmla="*/ 770746 w 3805936"/>
              <a:gd name="connsiteY1055" fmla="*/ 400877 h 856262"/>
              <a:gd name="connsiteX1056" fmla="*/ 770746 w 3805936"/>
              <a:gd name="connsiteY1056" fmla="*/ 405434 h 856262"/>
              <a:gd name="connsiteX1057" fmla="*/ 770746 w 3805936"/>
              <a:gd name="connsiteY1057" fmla="*/ 409948 h 856262"/>
              <a:gd name="connsiteX1058" fmla="*/ 789014 w 3805936"/>
              <a:gd name="connsiteY1058" fmla="*/ 416782 h 856262"/>
              <a:gd name="connsiteX1059" fmla="*/ 771252 w 3805936"/>
              <a:gd name="connsiteY1059" fmla="*/ 425220 h 856262"/>
              <a:gd name="connsiteX1060" fmla="*/ 771252 w 3805936"/>
              <a:gd name="connsiteY1060" fmla="*/ 429987 h 856262"/>
              <a:gd name="connsiteX1061" fmla="*/ 771252 w 3805936"/>
              <a:gd name="connsiteY1061" fmla="*/ 434755 h 856262"/>
              <a:gd name="connsiteX1062" fmla="*/ 796565 w 3805936"/>
              <a:gd name="connsiteY1062" fmla="*/ 420453 h 856262"/>
              <a:gd name="connsiteX1063" fmla="*/ 812218 w 3805936"/>
              <a:gd name="connsiteY1063" fmla="*/ 419904 h 856262"/>
              <a:gd name="connsiteX1064" fmla="*/ 812218 w 3805936"/>
              <a:gd name="connsiteY1064" fmla="*/ 415896 h 856262"/>
              <a:gd name="connsiteX1065" fmla="*/ 812218 w 3805936"/>
              <a:gd name="connsiteY1065" fmla="*/ 411931 h 856262"/>
              <a:gd name="connsiteX1066" fmla="*/ 796397 w 3805936"/>
              <a:gd name="connsiteY1066" fmla="*/ 412479 h 856262"/>
              <a:gd name="connsiteX1067" fmla="*/ 623465 w 3805936"/>
              <a:gd name="connsiteY1067" fmla="*/ 366325 h 856262"/>
              <a:gd name="connsiteX1068" fmla="*/ 598531 w 3805936"/>
              <a:gd name="connsiteY1068" fmla="*/ 393706 h 856262"/>
              <a:gd name="connsiteX1069" fmla="*/ 561785 w 3805936"/>
              <a:gd name="connsiteY1069" fmla="*/ 417500 h 856262"/>
              <a:gd name="connsiteX1070" fmla="*/ 489347 w 3805936"/>
              <a:gd name="connsiteY1070" fmla="*/ 438805 h 856262"/>
              <a:gd name="connsiteX1071" fmla="*/ 458085 w 3805936"/>
              <a:gd name="connsiteY1071" fmla="*/ 440788 h 856262"/>
              <a:gd name="connsiteX1072" fmla="*/ 451630 w 3805936"/>
              <a:gd name="connsiteY1072" fmla="*/ 440788 h 856262"/>
              <a:gd name="connsiteX1073" fmla="*/ 462093 w 3805936"/>
              <a:gd name="connsiteY1073" fmla="*/ 485213 h 856262"/>
              <a:gd name="connsiteX1074" fmla="*/ 428342 w 3805936"/>
              <a:gd name="connsiteY1074" fmla="*/ 489432 h 856262"/>
              <a:gd name="connsiteX1075" fmla="*/ 427920 w 3805936"/>
              <a:gd name="connsiteY1075" fmla="*/ 489432 h 856262"/>
              <a:gd name="connsiteX1076" fmla="*/ 427456 w 3805936"/>
              <a:gd name="connsiteY1076" fmla="*/ 489432 h 856262"/>
              <a:gd name="connsiteX1077" fmla="*/ 393705 w 3805936"/>
              <a:gd name="connsiteY1077" fmla="*/ 485213 h 856262"/>
              <a:gd name="connsiteX1078" fmla="*/ 404210 w 3805936"/>
              <a:gd name="connsiteY1078" fmla="*/ 440873 h 856262"/>
              <a:gd name="connsiteX1079" fmla="*/ 397755 w 3805936"/>
              <a:gd name="connsiteY1079" fmla="*/ 440873 h 856262"/>
              <a:gd name="connsiteX1080" fmla="*/ 366493 w 3805936"/>
              <a:gd name="connsiteY1080" fmla="*/ 438890 h 856262"/>
              <a:gd name="connsiteX1081" fmla="*/ 294055 w 3805936"/>
              <a:gd name="connsiteY1081" fmla="*/ 417585 h 856262"/>
              <a:gd name="connsiteX1082" fmla="*/ 257225 w 3805936"/>
              <a:gd name="connsiteY1082" fmla="*/ 393748 h 856262"/>
              <a:gd name="connsiteX1083" fmla="*/ 232375 w 3805936"/>
              <a:gd name="connsiteY1083" fmla="*/ 366410 h 856262"/>
              <a:gd name="connsiteX1084" fmla="*/ 258448 w 3805936"/>
              <a:gd name="connsiteY1084" fmla="*/ 369363 h 856262"/>
              <a:gd name="connsiteX1085" fmla="*/ 268573 w 3805936"/>
              <a:gd name="connsiteY1085" fmla="*/ 369827 h 856262"/>
              <a:gd name="connsiteX1086" fmla="*/ 316162 w 3805936"/>
              <a:gd name="connsiteY1086" fmla="*/ 372316 h 856262"/>
              <a:gd name="connsiteX1087" fmla="*/ 321478 w 3805936"/>
              <a:gd name="connsiteY1087" fmla="*/ 375143 h 856262"/>
              <a:gd name="connsiteX1088" fmla="*/ 375226 w 3805936"/>
              <a:gd name="connsiteY1088" fmla="*/ 392314 h 856262"/>
              <a:gd name="connsiteX1089" fmla="*/ 384845 w 3805936"/>
              <a:gd name="connsiteY1089" fmla="*/ 392946 h 856262"/>
              <a:gd name="connsiteX1090" fmla="*/ 396658 w 3805936"/>
              <a:gd name="connsiteY1090" fmla="*/ 392314 h 856262"/>
              <a:gd name="connsiteX1091" fmla="*/ 387377 w 3805936"/>
              <a:gd name="connsiteY1091" fmla="*/ 430916 h 856262"/>
              <a:gd name="connsiteX1092" fmla="*/ 428131 w 3805936"/>
              <a:gd name="connsiteY1092" fmla="*/ 433490 h 856262"/>
              <a:gd name="connsiteX1093" fmla="*/ 468843 w 3805936"/>
              <a:gd name="connsiteY1093" fmla="*/ 430916 h 856262"/>
              <a:gd name="connsiteX1094" fmla="*/ 459604 w 3805936"/>
              <a:gd name="connsiteY1094" fmla="*/ 392314 h 856262"/>
              <a:gd name="connsiteX1095" fmla="*/ 471374 w 3805936"/>
              <a:gd name="connsiteY1095" fmla="*/ 392946 h 856262"/>
              <a:gd name="connsiteX1096" fmla="*/ 480993 w 3805936"/>
              <a:gd name="connsiteY1096" fmla="*/ 392314 h 856262"/>
              <a:gd name="connsiteX1097" fmla="*/ 534784 w 3805936"/>
              <a:gd name="connsiteY1097" fmla="*/ 375143 h 856262"/>
              <a:gd name="connsiteX1098" fmla="*/ 540100 w 3805936"/>
              <a:gd name="connsiteY1098" fmla="*/ 372316 h 856262"/>
              <a:gd name="connsiteX1099" fmla="*/ 587689 w 3805936"/>
              <a:gd name="connsiteY1099" fmla="*/ 369827 h 856262"/>
              <a:gd name="connsiteX1100" fmla="*/ 597772 w 3805936"/>
              <a:gd name="connsiteY1100" fmla="*/ 369363 h 856262"/>
              <a:gd name="connsiteX1101" fmla="*/ 597350 w 3805936"/>
              <a:gd name="connsiteY1101" fmla="*/ 369279 h 856262"/>
              <a:gd name="connsiteX1102" fmla="*/ 623465 w 3805936"/>
              <a:gd name="connsiteY1102" fmla="*/ 366325 h 856262"/>
              <a:gd name="connsiteX1103" fmla="*/ 1742648 w 3805936"/>
              <a:gd name="connsiteY1103" fmla="*/ 346138 h 856262"/>
              <a:gd name="connsiteX1104" fmla="*/ 1731763 w 3805936"/>
              <a:gd name="connsiteY1104" fmla="*/ 347608 h 856262"/>
              <a:gd name="connsiteX1105" fmla="*/ 1720587 w 3805936"/>
              <a:gd name="connsiteY1105" fmla="*/ 351284 h 856262"/>
              <a:gd name="connsiteX1106" fmla="*/ 1712202 w 3805936"/>
              <a:gd name="connsiteY1106" fmla="*/ 356579 h 856262"/>
              <a:gd name="connsiteX1107" fmla="*/ 1690433 w 3805936"/>
              <a:gd name="connsiteY1107" fmla="*/ 365993 h 856262"/>
              <a:gd name="connsiteX1108" fmla="*/ 1683815 w 3805936"/>
              <a:gd name="connsiteY1108" fmla="*/ 377171 h 856262"/>
              <a:gd name="connsiteX1109" fmla="*/ 1693228 w 3805936"/>
              <a:gd name="connsiteY1109" fmla="*/ 386584 h 856262"/>
              <a:gd name="connsiteX1110" fmla="*/ 1709848 w 3805936"/>
              <a:gd name="connsiteY1110" fmla="*/ 381438 h 856262"/>
              <a:gd name="connsiteX1111" fmla="*/ 1725440 w 3805936"/>
              <a:gd name="connsiteY1111" fmla="*/ 369376 h 856262"/>
              <a:gd name="connsiteX1112" fmla="*/ 1738383 w 3805936"/>
              <a:gd name="connsiteY1112" fmla="*/ 357904 h 856262"/>
              <a:gd name="connsiteX1113" fmla="*/ 1742648 w 3805936"/>
              <a:gd name="connsiteY1113" fmla="*/ 346138 h 856262"/>
              <a:gd name="connsiteX1114" fmla="*/ 2259351 w 3805936"/>
              <a:gd name="connsiteY1114" fmla="*/ 322457 h 856262"/>
              <a:gd name="connsiteX1115" fmla="*/ 2242141 w 3805936"/>
              <a:gd name="connsiteY1115" fmla="*/ 325399 h 856262"/>
              <a:gd name="connsiteX1116" fmla="*/ 2238023 w 3805936"/>
              <a:gd name="connsiteY1116" fmla="*/ 334517 h 856262"/>
              <a:gd name="connsiteX1117" fmla="*/ 2239348 w 3805936"/>
              <a:gd name="connsiteY1117" fmla="*/ 343049 h 856262"/>
              <a:gd name="connsiteX1118" fmla="*/ 2254056 w 3805936"/>
              <a:gd name="connsiteY1118" fmla="*/ 344666 h 856262"/>
              <a:gd name="connsiteX1119" fmla="*/ 2254203 w 3805936"/>
              <a:gd name="connsiteY1119" fmla="*/ 344666 h 856262"/>
              <a:gd name="connsiteX1120" fmla="*/ 2264058 w 3805936"/>
              <a:gd name="connsiteY1120" fmla="*/ 327604 h 856262"/>
              <a:gd name="connsiteX1121" fmla="*/ 2264092 w 3805936"/>
              <a:gd name="connsiteY1121" fmla="*/ 326827 h 856262"/>
              <a:gd name="connsiteX1122" fmla="*/ 2259351 w 3805936"/>
              <a:gd name="connsiteY1122" fmla="*/ 322457 h 856262"/>
              <a:gd name="connsiteX1123" fmla="*/ 2310829 w 3805936"/>
              <a:gd name="connsiteY1123" fmla="*/ 307159 h 856262"/>
              <a:gd name="connsiteX1124" fmla="*/ 2297446 w 3805936"/>
              <a:gd name="connsiteY1124" fmla="*/ 311573 h 856262"/>
              <a:gd name="connsiteX1125" fmla="*/ 2295826 w 3805936"/>
              <a:gd name="connsiteY1125" fmla="*/ 324957 h 856262"/>
              <a:gd name="connsiteX1126" fmla="*/ 2304063 w 3805936"/>
              <a:gd name="connsiteY1126" fmla="*/ 332458 h 856262"/>
              <a:gd name="connsiteX1127" fmla="*/ 2318771 w 3805936"/>
              <a:gd name="connsiteY1127" fmla="*/ 321427 h 856262"/>
              <a:gd name="connsiteX1128" fmla="*/ 2319361 w 3805936"/>
              <a:gd name="connsiteY1128" fmla="*/ 321427 h 856262"/>
              <a:gd name="connsiteX1129" fmla="*/ 2319361 w 3805936"/>
              <a:gd name="connsiteY1129" fmla="*/ 310249 h 856262"/>
              <a:gd name="connsiteX1130" fmla="*/ 2310829 w 3805936"/>
              <a:gd name="connsiteY1130" fmla="*/ 307159 h 856262"/>
              <a:gd name="connsiteX1131" fmla="*/ 1772948 w 3805936"/>
              <a:gd name="connsiteY1131" fmla="*/ 290245 h 856262"/>
              <a:gd name="connsiteX1132" fmla="*/ 1785597 w 3805936"/>
              <a:gd name="connsiteY1132" fmla="*/ 295100 h 856262"/>
              <a:gd name="connsiteX1133" fmla="*/ 1800305 w 3805936"/>
              <a:gd name="connsiteY1133" fmla="*/ 295100 h 856262"/>
              <a:gd name="connsiteX1134" fmla="*/ 1821043 w 3805936"/>
              <a:gd name="connsiteY1134" fmla="*/ 308631 h 856262"/>
              <a:gd name="connsiteX1135" fmla="*/ 1826780 w 3805936"/>
              <a:gd name="connsiteY1135" fmla="*/ 325840 h 856262"/>
              <a:gd name="connsiteX1136" fmla="*/ 1826780 w 3805936"/>
              <a:gd name="connsiteY1136" fmla="*/ 339224 h 856262"/>
              <a:gd name="connsiteX1137" fmla="*/ 1809277 w 3805936"/>
              <a:gd name="connsiteY1137" fmla="*/ 357021 h 856262"/>
              <a:gd name="connsiteX1138" fmla="*/ 1808688 w 3805936"/>
              <a:gd name="connsiteY1138" fmla="*/ 357021 h 856262"/>
              <a:gd name="connsiteX1139" fmla="*/ 1800305 w 3805936"/>
              <a:gd name="connsiteY1139" fmla="*/ 371729 h 856262"/>
              <a:gd name="connsiteX1140" fmla="*/ 1772800 w 3805936"/>
              <a:gd name="connsiteY1140" fmla="*/ 419679 h 856262"/>
              <a:gd name="connsiteX1141" fmla="*/ 1760738 w 3805936"/>
              <a:gd name="connsiteY1141" fmla="*/ 435123 h 856262"/>
              <a:gd name="connsiteX1142" fmla="*/ 1751767 w 3805936"/>
              <a:gd name="connsiteY1142" fmla="*/ 436299 h 856262"/>
              <a:gd name="connsiteX1143" fmla="*/ 1743237 w 3805936"/>
              <a:gd name="connsiteY1143" fmla="*/ 445859 h 856262"/>
              <a:gd name="connsiteX1144" fmla="*/ 1746032 w 3805936"/>
              <a:gd name="connsiteY1144" fmla="*/ 463362 h 856262"/>
              <a:gd name="connsiteX1145" fmla="*/ 1746032 w 3805936"/>
              <a:gd name="connsiteY1145" fmla="*/ 541169 h 856262"/>
              <a:gd name="connsiteX1146" fmla="*/ 1731323 w 3805936"/>
              <a:gd name="connsiteY1146" fmla="*/ 563232 h 856262"/>
              <a:gd name="connsiteX1147" fmla="*/ 1715585 w 3805936"/>
              <a:gd name="connsiteY1147" fmla="*/ 578969 h 856262"/>
              <a:gd name="connsiteX1148" fmla="*/ 1700877 w 3805936"/>
              <a:gd name="connsiteY1148" fmla="*/ 586470 h 856262"/>
              <a:gd name="connsiteX1149" fmla="*/ 1694258 w 3805936"/>
              <a:gd name="connsiteY1149" fmla="*/ 581911 h 856262"/>
              <a:gd name="connsiteX1150" fmla="*/ 1683962 w 3805936"/>
              <a:gd name="connsiteY1150" fmla="*/ 577352 h 856262"/>
              <a:gd name="connsiteX1151" fmla="*/ 1675872 w 3805936"/>
              <a:gd name="connsiteY1151" fmla="*/ 571027 h 856262"/>
              <a:gd name="connsiteX1152" fmla="*/ 1662340 w 3805936"/>
              <a:gd name="connsiteY1152" fmla="*/ 564409 h 856262"/>
              <a:gd name="connsiteX1153" fmla="*/ 1654987 w 3805936"/>
              <a:gd name="connsiteY1153" fmla="*/ 550582 h 856262"/>
              <a:gd name="connsiteX1154" fmla="*/ 1634248 w 3805936"/>
              <a:gd name="connsiteY1154" fmla="*/ 529402 h 856262"/>
              <a:gd name="connsiteX1155" fmla="*/ 1647485 w 3805936"/>
              <a:gd name="connsiteY1155" fmla="*/ 523961 h 856262"/>
              <a:gd name="connsiteX1156" fmla="*/ 1667047 w 3805936"/>
              <a:gd name="connsiteY1156" fmla="*/ 530726 h 856262"/>
              <a:gd name="connsiteX1157" fmla="*/ 1682785 w 3805936"/>
              <a:gd name="connsiteY1157" fmla="*/ 512341 h 856262"/>
              <a:gd name="connsiteX1158" fmla="*/ 1682785 w 3805936"/>
              <a:gd name="connsiteY1158" fmla="*/ 499544 h 856262"/>
              <a:gd name="connsiteX1159" fmla="*/ 1682785 w 3805936"/>
              <a:gd name="connsiteY1159" fmla="*/ 482042 h 856262"/>
              <a:gd name="connsiteX1160" fmla="*/ 1685580 w 3805936"/>
              <a:gd name="connsiteY1160" fmla="*/ 458656 h 856262"/>
              <a:gd name="connsiteX1161" fmla="*/ 1681315 w 3805936"/>
              <a:gd name="connsiteY1161" fmla="*/ 450713 h 856262"/>
              <a:gd name="connsiteX1162" fmla="*/ 1668665 w 3805936"/>
              <a:gd name="connsiteY1162" fmla="*/ 447183 h 856262"/>
              <a:gd name="connsiteX1163" fmla="*/ 1658663 w 3805936"/>
              <a:gd name="connsiteY1163" fmla="*/ 448948 h 856262"/>
              <a:gd name="connsiteX1164" fmla="*/ 1642632 w 3805936"/>
              <a:gd name="connsiteY1164" fmla="*/ 447477 h 856262"/>
              <a:gd name="connsiteX1165" fmla="*/ 1636895 w 3805936"/>
              <a:gd name="connsiteY1165" fmla="*/ 442329 h 856262"/>
              <a:gd name="connsiteX1166" fmla="*/ 1633658 w 3805936"/>
              <a:gd name="connsiteY1166" fmla="*/ 430563 h 856262"/>
              <a:gd name="connsiteX1167" fmla="*/ 1630865 w 3805936"/>
              <a:gd name="connsiteY1167" fmla="*/ 424238 h 856262"/>
              <a:gd name="connsiteX1168" fmla="*/ 1629393 w 3805936"/>
              <a:gd name="connsiteY1168" fmla="*/ 411883 h 856262"/>
              <a:gd name="connsiteX1169" fmla="*/ 1625422 w 3805936"/>
              <a:gd name="connsiteY1169" fmla="*/ 393793 h 856262"/>
              <a:gd name="connsiteX1170" fmla="*/ 1621598 w 3805936"/>
              <a:gd name="connsiteY1170" fmla="*/ 370553 h 856262"/>
              <a:gd name="connsiteX1171" fmla="*/ 1620422 w 3805936"/>
              <a:gd name="connsiteY1171" fmla="*/ 347019 h 856262"/>
              <a:gd name="connsiteX1172" fmla="*/ 1635130 w 3805936"/>
              <a:gd name="connsiteY1172" fmla="*/ 320398 h 856262"/>
              <a:gd name="connsiteX1173" fmla="*/ 1648662 w 3805936"/>
              <a:gd name="connsiteY1173" fmla="*/ 314368 h 856262"/>
              <a:gd name="connsiteX1174" fmla="*/ 1660722 w 3805936"/>
              <a:gd name="connsiteY1174" fmla="*/ 320691 h 856262"/>
              <a:gd name="connsiteX1175" fmla="*/ 1666458 w 3805936"/>
              <a:gd name="connsiteY1175" fmla="*/ 328340 h 856262"/>
              <a:gd name="connsiteX1176" fmla="*/ 1691463 w 3805936"/>
              <a:gd name="connsiteY1176" fmla="*/ 320986 h 856262"/>
              <a:gd name="connsiteX1177" fmla="*/ 1709995 w 3805936"/>
              <a:gd name="connsiteY1177" fmla="*/ 315985 h 856262"/>
              <a:gd name="connsiteX1178" fmla="*/ 1723527 w 3805936"/>
              <a:gd name="connsiteY1178" fmla="*/ 311131 h 856262"/>
              <a:gd name="connsiteX1179" fmla="*/ 1734117 w 3805936"/>
              <a:gd name="connsiteY1179" fmla="*/ 308043 h 856262"/>
              <a:gd name="connsiteX1180" fmla="*/ 1748825 w 3805936"/>
              <a:gd name="connsiteY1180" fmla="*/ 302306 h 856262"/>
              <a:gd name="connsiteX1181" fmla="*/ 1757210 w 3805936"/>
              <a:gd name="connsiteY1181" fmla="*/ 296865 h 856262"/>
              <a:gd name="connsiteX1182" fmla="*/ 1764563 w 3805936"/>
              <a:gd name="connsiteY1182" fmla="*/ 293040 h 856262"/>
              <a:gd name="connsiteX1183" fmla="*/ 1772948 w 3805936"/>
              <a:gd name="connsiteY1183" fmla="*/ 290245 h 856262"/>
              <a:gd name="connsiteX1184" fmla="*/ 2254938 w 3805936"/>
              <a:gd name="connsiteY1184" fmla="*/ 266124 h 856262"/>
              <a:gd name="connsiteX1185" fmla="*/ 2240230 w 3805936"/>
              <a:gd name="connsiteY1185" fmla="*/ 276273 h 856262"/>
              <a:gd name="connsiteX1186" fmla="*/ 2241848 w 3805936"/>
              <a:gd name="connsiteY1186" fmla="*/ 290981 h 856262"/>
              <a:gd name="connsiteX1187" fmla="*/ 2248171 w 3805936"/>
              <a:gd name="connsiteY1187" fmla="*/ 294806 h 856262"/>
              <a:gd name="connsiteX1188" fmla="*/ 2264940 w 3805936"/>
              <a:gd name="connsiteY1188" fmla="*/ 278921 h 856262"/>
              <a:gd name="connsiteX1189" fmla="*/ 2265675 w 3805936"/>
              <a:gd name="connsiteY1189" fmla="*/ 278479 h 856262"/>
              <a:gd name="connsiteX1190" fmla="*/ 2254938 w 3805936"/>
              <a:gd name="connsiteY1190" fmla="*/ 266124 h 856262"/>
              <a:gd name="connsiteX1191" fmla="*/ 2334363 w 3805936"/>
              <a:gd name="connsiteY1191" fmla="*/ 244503 h 856262"/>
              <a:gd name="connsiteX1192" fmla="*/ 2300681 w 3805936"/>
              <a:gd name="connsiteY1192" fmla="*/ 257739 h 856262"/>
              <a:gd name="connsiteX1193" fmla="*/ 2305534 w 3805936"/>
              <a:gd name="connsiteY1193" fmla="*/ 273624 h 856262"/>
              <a:gd name="connsiteX1194" fmla="*/ 2323626 w 3805936"/>
              <a:gd name="connsiteY1194" fmla="*/ 274654 h 856262"/>
              <a:gd name="connsiteX1195" fmla="*/ 2335686 w 3805936"/>
              <a:gd name="connsiteY1195" fmla="*/ 257446 h 856262"/>
              <a:gd name="connsiteX1196" fmla="*/ 2334363 w 3805936"/>
              <a:gd name="connsiteY1196" fmla="*/ 244503 h 856262"/>
              <a:gd name="connsiteX1197" fmla="*/ 2815030 w 3805936"/>
              <a:gd name="connsiteY1197" fmla="*/ 241119 h 856262"/>
              <a:gd name="connsiteX1198" fmla="*/ 2824885 w 3805936"/>
              <a:gd name="connsiteY1198" fmla="*/ 246856 h 856262"/>
              <a:gd name="connsiteX1199" fmla="*/ 2839593 w 3805936"/>
              <a:gd name="connsiteY1199" fmla="*/ 260534 h 856262"/>
              <a:gd name="connsiteX1200" fmla="*/ 2844005 w 3805936"/>
              <a:gd name="connsiteY1200" fmla="*/ 274066 h 856262"/>
              <a:gd name="connsiteX1201" fmla="*/ 2849742 w 3805936"/>
              <a:gd name="connsiteY1201" fmla="*/ 283037 h 856262"/>
              <a:gd name="connsiteX1202" fmla="*/ 2826943 w 3805936"/>
              <a:gd name="connsiteY1202" fmla="*/ 304217 h 856262"/>
              <a:gd name="connsiteX1203" fmla="*/ 2809000 w 3805936"/>
              <a:gd name="connsiteY1203" fmla="*/ 318926 h 856262"/>
              <a:gd name="connsiteX1204" fmla="*/ 2795173 w 3805936"/>
              <a:gd name="connsiteY1204" fmla="*/ 328192 h 856262"/>
              <a:gd name="connsiteX1205" fmla="*/ 2767670 w 3805936"/>
              <a:gd name="connsiteY1205" fmla="*/ 347460 h 856262"/>
              <a:gd name="connsiteX1206" fmla="*/ 2774288 w 3805936"/>
              <a:gd name="connsiteY1206" fmla="*/ 370405 h 856262"/>
              <a:gd name="connsiteX1207" fmla="*/ 2769728 w 3805936"/>
              <a:gd name="connsiteY1207" fmla="*/ 380995 h 856262"/>
              <a:gd name="connsiteX1208" fmla="*/ 2766052 w 3805936"/>
              <a:gd name="connsiteY1208" fmla="*/ 390702 h 856262"/>
              <a:gd name="connsiteX1209" fmla="*/ 2763257 w 3805936"/>
              <a:gd name="connsiteY1209" fmla="*/ 400999 h 856262"/>
              <a:gd name="connsiteX1210" fmla="*/ 2761345 w 3805936"/>
              <a:gd name="connsiteY1210" fmla="*/ 411882 h 856262"/>
              <a:gd name="connsiteX1211" fmla="*/ 2762815 w 3805936"/>
              <a:gd name="connsiteY1211" fmla="*/ 440122 h 856262"/>
              <a:gd name="connsiteX1212" fmla="*/ 2813707 w 3805936"/>
              <a:gd name="connsiteY1212" fmla="*/ 438945 h 856262"/>
              <a:gd name="connsiteX1213" fmla="*/ 2826945 w 3805936"/>
              <a:gd name="connsiteY1213" fmla="*/ 433799 h 856262"/>
              <a:gd name="connsiteX1214" fmla="*/ 2839593 w 3805936"/>
              <a:gd name="connsiteY1214" fmla="*/ 432474 h 856262"/>
              <a:gd name="connsiteX1215" fmla="*/ 2853420 w 3805936"/>
              <a:gd name="connsiteY1215" fmla="*/ 436152 h 856262"/>
              <a:gd name="connsiteX1216" fmla="*/ 2866950 w 3805936"/>
              <a:gd name="connsiteY1216" fmla="*/ 443652 h 856262"/>
              <a:gd name="connsiteX1217" fmla="*/ 2884600 w 3805936"/>
              <a:gd name="connsiteY1217" fmla="*/ 458360 h 856262"/>
              <a:gd name="connsiteX1218" fmla="*/ 2886218 w 3805936"/>
              <a:gd name="connsiteY1218" fmla="*/ 470422 h 856262"/>
              <a:gd name="connsiteX1219" fmla="*/ 2883717 w 3805936"/>
              <a:gd name="connsiteY1219" fmla="*/ 470715 h 856262"/>
              <a:gd name="connsiteX1220" fmla="*/ 2885482 w 3805936"/>
              <a:gd name="connsiteY1220" fmla="*/ 475129 h 856262"/>
              <a:gd name="connsiteX1221" fmla="*/ 2886660 w 3805936"/>
              <a:gd name="connsiteY1221" fmla="*/ 481600 h 856262"/>
              <a:gd name="connsiteX1222" fmla="*/ 2882247 w 3805936"/>
              <a:gd name="connsiteY1222" fmla="*/ 492044 h 856262"/>
              <a:gd name="connsiteX1223" fmla="*/ 2873422 w 3805936"/>
              <a:gd name="connsiteY1223" fmla="*/ 501015 h 856262"/>
              <a:gd name="connsiteX1224" fmla="*/ 2856213 w 3805936"/>
              <a:gd name="connsiteY1224" fmla="*/ 502045 h 856262"/>
              <a:gd name="connsiteX1225" fmla="*/ 2837533 w 3805936"/>
              <a:gd name="connsiteY1225" fmla="*/ 498809 h 856262"/>
              <a:gd name="connsiteX1226" fmla="*/ 2818413 w 3805936"/>
              <a:gd name="connsiteY1226" fmla="*/ 500427 h 856262"/>
              <a:gd name="connsiteX1227" fmla="*/ 2786790 w 3805936"/>
              <a:gd name="connsiteY1227" fmla="*/ 497779 h 856262"/>
              <a:gd name="connsiteX1228" fmla="*/ 2757373 w 3805936"/>
              <a:gd name="connsiteY1228" fmla="*/ 497779 h 856262"/>
              <a:gd name="connsiteX1229" fmla="*/ 2727957 w 3805936"/>
              <a:gd name="connsiteY1229" fmla="*/ 500132 h 856262"/>
              <a:gd name="connsiteX1230" fmla="*/ 2699864 w 3805936"/>
              <a:gd name="connsiteY1230" fmla="*/ 504104 h 856262"/>
              <a:gd name="connsiteX1231" fmla="*/ 2667947 w 3805936"/>
              <a:gd name="connsiteY1231" fmla="*/ 503369 h 856262"/>
              <a:gd name="connsiteX1232" fmla="*/ 2611320 w 3805936"/>
              <a:gd name="connsiteY1232" fmla="*/ 514989 h 856262"/>
              <a:gd name="connsiteX1233" fmla="*/ 2541897 w 3805936"/>
              <a:gd name="connsiteY1233" fmla="*/ 541464 h 856262"/>
              <a:gd name="connsiteX1234" fmla="*/ 2515422 w 3805936"/>
              <a:gd name="connsiteY1234" fmla="*/ 516459 h 856262"/>
              <a:gd name="connsiteX1235" fmla="*/ 2515422 w 3805936"/>
              <a:gd name="connsiteY1235" fmla="*/ 501750 h 856262"/>
              <a:gd name="connsiteX1236" fmla="*/ 2513804 w 3805936"/>
              <a:gd name="connsiteY1236" fmla="*/ 483807 h 856262"/>
              <a:gd name="connsiteX1237" fmla="*/ 2543220 w 3805936"/>
              <a:gd name="connsiteY1237" fmla="*/ 467774 h 856262"/>
              <a:gd name="connsiteX1238" fmla="*/ 2560282 w 3805936"/>
              <a:gd name="connsiteY1238" fmla="*/ 469392 h 856262"/>
              <a:gd name="connsiteX1239" fmla="*/ 2595582 w 3805936"/>
              <a:gd name="connsiteY1239" fmla="*/ 456007 h 856262"/>
              <a:gd name="connsiteX1240" fmla="*/ 2610290 w 3805936"/>
              <a:gd name="connsiteY1240" fmla="*/ 453214 h 856262"/>
              <a:gd name="connsiteX1241" fmla="*/ 2648974 w 3805936"/>
              <a:gd name="connsiteY1241" fmla="*/ 437034 h 856262"/>
              <a:gd name="connsiteX1242" fmla="*/ 2679272 w 3805936"/>
              <a:gd name="connsiteY1242" fmla="*/ 385260 h 856262"/>
              <a:gd name="connsiteX1243" fmla="*/ 2682362 w 3805936"/>
              <a:gd name="connsiteY1243" fmla="*/ 367905 h 856262"/>
              <a:gd name="connsiteX1244" fmla="*/ 2679272 w 3805936"/>
              <a:gd name="connsiteY1244" fmla="*/ 354226 h 856262"/>
              <a:gd name="connsiteX1245" fmla="*/ 2664564 w 3805936"/>
              <a:gd name="connsiteY1245" fmla="*/ 356579 h 856262"/>
              <a:gd name="connsiteX1246" fmla="*/ 2645297 w 3805936"/>
              <a:gd name="connsiteY1246" fmla="*/ 357904 h 856262"/>
              <a:gd name="connsiteX1247" fmla="*/ 2639413 w 3805936"/>
              <a:gd name="connsiteY1247" fmla="*/ 340400 h 856262"/>
              <a:gd name="connsiteX1248" fmla="*/ 2627940 w 3805936"/>
              <a:gd name="connsiteY1248" fmla="*/ 319367 h 856262"/>
              <a:gd name="connsiteX1249" fmla="*/ 2624999 w 3805936"/>
              <a:gd name="connsiteY1249" fmla="*/ 302452 h 856262"/>
              <a:gd name="connsiteX1250" fmla="*/ 2623529 w 3805936"/>
              <a:gd name="connsiteY1250" fmla="*/ 286127 h 856262"/>
              <a:gd name="connsiteX1251" fmla="*/ 2638237 w 3805936"/>
              <a:gd name="connsiteY1251" fmla="*/ 273919 h 856262"/>
              <a:gd name="connsiteX1252" fmla="*/ 2664123 w 3805936"/>
              <a:gd name="connsiteY1252" fmla="*/ 280096 h 856262"/>
              <a:gd name="connsiteX1253" fmla="*/ 2725898 w 3805936"/>
              <a:gd name="connsiteY1253" fmla="*/ 269801 h 856262"/>
              <a:gd name="connsiteX1254" fmla="*/ 2736635 w 3805936"/>
              <a:gd name="connsiteY1254" fmla="*/ 266859 h 856262"/>
              <a:gd name="connsiteX1255" fmla="*/ 2744283 w 3805936"/>
              <a:gd name="connsiteY1255" fmla="*/ 263917 h 856262"/>
              <a:gd name="connsiteX1256" fmla="*/ 2790615 w 3805936"/>
              <a:gd name="connsiteY1256" fmla="*/ 244356 h 856262"/>
              <a:gd name="connsiteX1257" fmla="*/ 2803705 w 3805936"/>
              <a:gd name="connsiteY1257" fmla="*/ 242737 h 856262"/>
              <a:gd name="connsiteX1258" fmla="*/ 2815030 w 3805936"/>
              <a:gd name="connsiteY1258" fmla="*/ 241119 h 856262"/>
              <a:gd name="connsiteX1259" fmla="*/ 2164334 w 3805936"/>
              <a:gd name="connsiteY1259" fmla="*/ 224058 h 856262"/>
              <a:gd name="connsiteX1260" fmla="*/ 2177572 w 3805936"/>
              <a:gd name="connsiteY1260" fmla="*/ 241414 h 856262"/>
              <a:gd name="connsiteX1261" fmla="*/ 2174482 w 3805936"/>
              <a:gd name="connsiteY1261" fmla="*/ 258916 h 856262"/>
              <a:gd name="connsiteX1262" fmla="*/ 2168452 w 3805936"/>
              <a:gd name="connsiteY1262" fmla="*/ 278919 h 856262"/>
              <a:gd name="connsiteX1263" fmla="*/ 2157569 w 3805936"/>
              <a:gd name="connsiteY1263" fmla="*/ 293628 h 856262"/>
              <a:gd name="connsiteX1264" fmla="*/ 2139479 w 3805936"/>
              <a:gd name="connsiteY1264" fmla="*/ 313631 h 856262"/>
              <a:gd name="connsiteX1265" fmla="*/ 2137565 w 3805936"/>
              <a:gd name="connsiteY1265" fmla="*/ 335841 h 856262"/>
              <a:gd name="connsiteX1266" fmla="*/ 2138889 w 3805936"/>
              <a:gd name="connsiteY1266" fmla="*/ 350549 h 856262"/>
              <a:gd name="connsiteX1267" fmla="*/ 2150655 w 3805936"/>
              <a:gd name="connsiteY1267" fmla="*/ 350549 h 856262"/>
              <a:gd name="connsiteX1268" fmla="*/ 2154480 w 3805936"/>
              <a:gd name="connsiteY1268" fmla="*/ 361286 h 856262"/>
              <a:gd name="connsiteX1269" fmla="*/ 2161687 w 3805936"/>
              <a:gd name="connsiteY1269" fmla="*/ 378496 h 856262"/>
              <a:gd name="connsiteX1270" fmla="*/ 2159187 w 3805936"/>
              <a:gd name="connsiteY1270" fmla="*/ 385407 h 856262"/>
              <a:gd name="connsiteX1271" fmla="*/ 2125210 w 3805936"/>
              <a:gd name="connsiteY1271" fmla="*/ 418060 h 856262"/>
              <a:gd name="connsiteX1272" fmla="*/ 2126829 w 3805936"/>
              <a:gd name="connsiteY1272" fmla="*/ 431445 h 856262"/>
              <a:gd name="connsiteX1273" fmla="*/ 2139772 w 3805936"/>
              <a:gd name="connsiteY1273" fmla="*/ 431445 h 856262"/>
              <a:gd name="connsiteX1274" fmla="*/ 2139330 w 3805936"/>
              <a:gd name="connsiteY1274" fmla="*/ 432327 h 856262"/>
              <a:gd name="connsiteX1275" fmla="*/ 2151097 w 3805936"/>
              <a:gd name="connsiteY1275" fmla="*/ 439975 h 856262"/>
              <a:gd name="connsiteX1276" fmla="*/ 2154627 w 3805936"/>
              <a:gd name="connsiteY1276" fmla="*/ 452625 h 856262"/>
              <a:gd name="connsiteX1277" fmla="*/ 2121534 w 3805936"/>
              <a:gd name="connsiteY1277" fmla="*/ 492337 h 856262"/>
              <a:gd name="connsiteX1278" fmla="*/ 2067554 w 3805936"/>
              <a:gd name="connsiteY1278" fmla="*/ 519253 h 856262"/>
              <a:gd name="connsiteX1279" fmla="*/ 2041226 w 3805936"/>
              <a:gd name="connsiteY1279" fmla="*/ 542787 h 856262"/>
              <a:gd name="connsiteX1280" fmla="*/ 2030784 w 3805936"/>
              <a:gd name="connsiteY1280" fmla="*/ 542787 h 856262"/>
              <a:gd name="connsiteX1281" fmla="*/ 2016076 w 3805936"/>
              <a:gd name="connsiteY1281" fmla="*/ 538668 h 856262"/>
              <a:gd name="connsiteX1282" fmla="*/ 2009751 w 3805936"/>
              <a:gd name="connsiteY1282" fmla="*/ 525725 h 856262"/>
              <a:gd name="connsiteX1283" fmla="*/ 2000631 w 3805936"/>
              <a:gd name="connsiteY1283" fmla="*/ 512635 h 856262"/>
              <a:gd name="connsiteX1284" fmla="*/ 1996513 w 3805936"/>
              <a:gd name="connsiteY1284" fmla="*/ 488807 h 856262"/>
              <a:gd name="connsiteX1285" fmla="*/ 2019899 w 3805936"/>
              <a:gd name="connsiteY1285" fmla="*/ 466304 h 856262"/>
              <a:gd name="connsiteX1286" fmla="*/ 2033284 w 3805936"/>
              <a:gd name="connsiteY1286" fmla="*/ 456449 h 856262"/>
              <a:gd name="connsiteX1287" fmla="*/ 2042844 w 3805936"/>
              <a:gd name="connsiteY1287" fmla="*/ 446594 h 856262"/>
              <a:gd name="connsiteX1288" fmla="*/ 2045344 w 3805936"/>
              <a:gd name="connsiteY1288" fmla="*/ 437034 h 856262"/>
              <a:gd name="connsiteX1289" fmla="*/ 2048138 w 3805936"/>
              <a:gd name="connsiteY1289" fmla="*/ 424679 h 856262"/>
              <a:gd name="connsiteX1290" fmla="*/ 2043726 w 3805936"/>
              <a:gd name="connsiteY1290" fmla="*/ 414825 h 856262"/>
              <a:gd name="connsiteX1291" fmla="*/ 2038431 w 3805936"/>
              <a:gd name="connsiteY1291" fmla="*/ 406294 h 856262"/>
              <a:gd name="connsiteX1292" fmla="*/ 2027841 w 3805936"/>
              <a:gd name="connsiteY1292" fmla="*/ 387909 h 856262"/>
              <a:gd name="connsiteX1293" fmla="*/ 2044756 w 3805936"/>
              <a:gd name="connsiteY1293" fmla="*/ 370406 h 856262"/>
              <a:gd name="connsiteX1294" fmla="*/ 2056081 w 3805936"/>
              <a:gd name="connsiteY1294" fmla="*/ 370406 h 856262"/>
              <a:gd name="connsiteX1295" fmla="*/ 2071967 w 3805936"/>
              <a:gd name="connsiteY1295" fmla="*/ 357316 h 856262"/>
              <a:gd name="connsiteX1296" fmla="*/ 2075496 w 3805936"/>
              <a:gd name="connsiteY1296" fmla="*/ 333194 h 856262"/>
              <a:gd name="connsiteX1297" fmla="*/ 2063141 w 3805936"/>
              <a:gd name="connsiteY1297" fmla="*/ 321721 h 856262"/>
              <a:gd name="connsiteX1298" fmla="*/ 2048432 w 3805936"/>
              <a:gd name="connsiteY1298" fmla="*/ 316426 h 856262"/>
              <a:gd name="connsiteX1299" fmla="*/ 2039167 w 3805936"/>
              <a:gd name="connsiteY1299" fmla="*/ 306278 h 856262"/>
              <a:gd name="connsiteX1300" fmla="*/ 2031519 w 3805936"/>
              <a:gd name="connsiteY1300" fmla="*/ 301129 h 856262"/>
              <a:gd name="connsiteX1301" fmla="*/ 2027399 w 3805936"/>
              <a:gd name="connsiteY1301" fmla="*/ 283921 h 856262"/>
              <a:gd name="connsiteX1302" fmla="*/ 2035343 w 3805936"/>
              <a:gd name="connsiteY1302" fmla="*/ 278919 h 856262"/>
              <a:gd name="connsiteX1303" fmla="*/ 2041373 w 3805936"/>
              <a:gd name="connsiteY1303" fmla="*/ 269654 h 856262"/>
              <a:gd name="connsiteX1304" fmla="*/ 2054169 w 3805936"/>
              <a:gd name="connsiteY1304" fmla="*/ 262153 h 856262"/>
              <a:gd name="connsiteX1305" fmla="*/ 2070937 w 3805936"/>
              <a:gd name="connsiteY1305" fmla="*/ 260241 h 856262"/>
              <a:gd name="connsiteX1306" fmla="*/ 2143595 w 3805936"/>
              <a:gd name="connsiteY1306" fmla="*/ 225530 h 856262"/>
              <a:gd name="connsiteX1307" fmla="*/ 2164334 w 3805936"/>
              <a:gd name="connsiteY1307" fmla="*/ 224058 h 856262"/>
              <a:gd name="connsiteX1308" fmla="*/ 3191710 w 3805936"/>
              <a:gd name="connsiteY1308" fmla="*/ 223304 h 856262"/>
              <a:gd name="connsiteX1309" fmla="*/ 3200829 w 3805936"/>
              <a:gd name="connsiteY1309" fmla="*/ 224351 h 856262"/>
              <a:gd name="connsiteX1310" fmla="*/ 3217891 w 3805936"/>
              <a:gd name="connsiteY1310" fmla="*/ 238325 h 856262"/>
              <a:gd name="connsiteX1311" fmla="*/ 3221862 w 3805936"/>
              <a:gd name="connsiteY1311" fmla="*/ 250385 h 856262"/>
              <a:gd name="connsiteX1312" fmla="*/ 3224216 w 3805936"/>
              <a:gd name="connsiteY1312" fmla="*/ 262004 h 856262"/>
              <a:gd name="connsiteX1313" fmla="*/ 3215244 w 3805936"/>
              <a:gd name="connsiteY1313" fmla="*/ 283626 h 856262"/>
              <a:gd name="connsiteX1314" fmla="*/ 3215244 w 3805936"/>
              <a:gd name="connsiteY1314" fmla="*/ 296274 h 856262"/>
              <a:gd name="connsiteX1315" fmla="*/ 3223922 w 3805936"/>
              <a:gd name="connsiteY1315" fmla="*/ 294069 h 856262"/>
              <a:gd name="connsiteX1316" fmla="*/ 3234805 w 3805936"/>
              <a:gd name="connsiteY1316" fmla="*/ 289214 h 856262"/>
              <a:gd name="connsiteX1317" fmla="*/ 3247602 w 3805936"/>
              <a:gd name="connsiteY1317" fmla="*/ 284803 h 856262"/>
              <a:gd name="connsiteX1318" fmla="*/ 3262310 w 3805936"/>
              <a:gd name="connsiteY1318" fmla="*/ 274213 h 856262"/>
              <a:gd name="connsiteX1319" fmla="*/ 3285255 w 3805936"/>
              <a:gd name="connsiteY1319" fmla="*/ 274213 h 856262"/>
              <a:gd name="connsiteX1320" fmla="*/ 3305259 w 3805936"/>
              <a:gd name="connsiteY1320" fmla="*/ 280684 h 856262"/>
              <a:gd name="connsiteX1321" fmla="*/ 3319084 w 3805936"/>
              <a:gd name="connsiteY1321" fmla="*/ 307013 h 856262"/>
              <a:gd name="connsiteX1322" fmla="*/ 3313789 w 3805936"/>
              <a:gd name="connsiteY1322" fmla="*/ 313631 h 856262"/>
              <a:gd name="connsiteX1323" fmla="*/ 3302759 w 3805936"/>
              <a:gd name="connsiteY1323" fmla="*/ 321868 h 856262"/>
              <a:gd name="connsiteX1324" fmla="*/ 3277312 w 3805936"/>
              <a:gd name="connsiteY1324" fmla="*/ 332751 h 856262"/>
              <a:gd name="connsiteX1325" fmla="*/ 3262604 w 3805936"/>
              <a:gd name="connsiteY1325" fmla="*/ 339076 h 856262"/>
              <a:gd name="connsiteX1326" fmla="*/ 3245544 w 3805936"/>
              <a:gd name="connsiteY1326" fmla="*/ 341283 h 856262"/>
              <a:gd name="connsiteX1327" fmla="*/ 3219362 w 3805936"/>
              <a:gd name="connsiteY1327" fmla="*/ 351284 h 856262"/>
              <a:gd name="connsiteX1328" fmla="*/ 3210684 w 3805936"/>
              <a:gd name="connsiteY1328" fmla="*/ 363933 h 856262"/>
              <a:gd name="connsiteX1329" fmla="*/ 3213772 w 3805936"/>
              <a:gd name="connsiteY1329" fmla="*/ 384231 h 856262"/>
              <a:gd name="connsiteX1330" fmla="*/ 3257015 w 3805936"/>
              <a:gd name="connsiteY1330" fmla="*/ 428356 h 856262"/>
              <a:gd name="connsiteX1331" fmla="*/ 3288932 w 3805936"/>
              <a:gd name="connsiteY1331" fmla="*/ 464391 h 856262"/>
              <a:gd name="connsiteX1332" fmla="*/ 3321732 w 3805936"/>
              <a:gd name="connsiteY1332" fmla="*/ 486894 h 856262"/>
              <a:gd name="connsiteX1333" fmla="*/ 3340559 w 3805936"/>
              <a:gd name="connsiteY1333" fmla="*/ 494249 h 856262"/>
              <a:gd name="connsiteX1334" fmla="*/ 3355267 w 3805936"/>
              <a:gd name="connsiteY1334" fmla="*/ 503515 h 856262"/>
              <a:gd name="connsiteX1335" fmla="*/ 3387772 w 3805936"/>
              <a:gd name="connsiteY1335" fmla="*/ 515575 h 856262"/>
              <a:gd name="connsiteX1336" fmla="*/ 3398950 w 3805936"/>
              <a:gd name="connsiteY1336" fmla="*/ 520724 h 856262"/>
              <a:gd name="connsiteX1337" fmla="*/ 3397773 w 3805936"/>
              <a:gd name="connsiteY1337" fmla="*/ 522194 h 856262"/>
              <a:gd name="connsiteX1338" fmla="*/ 3394243 w 3805936"/>
              <a:gd name="connsiteY1338" fmla="*/ 530725 h 856262"/>
              <a:gd name="connsiteX1339" fmla="*/ 3392627 w 3805936"/>
              <a:gd name="connsiteY1339" fmla="*/ 542785 h 856262"/>
              <a:gd name="connsiteX1340" fmla="*/ 3373947 w 3805936"/>
              <a:gd name="connsiteY1340" fmla="*/ 552494 h 856262"/>
              <a:gd name="connsiteX1341" fmla="*/ 3366298 w 3805936"/>
              <a:gd name="connsiteY1341" fmla="*/ 558819 h 856262"/>
              <a:gd name="connsiteX1342" fmla="*/ 3358649 w 3805936"/>
              <a:gd name="connsiteY1342" fmla="*/ 560435 h 856262"/>
              <a:gd name="connsiteX1343" fmla="*/ 3341440 w 3805936"/>
              <a:gd name="connsiteY1343" fmla="*/ 559407 h 856262"/>
              <a:gd name="connsiteX1344" fmla="*/ 3323644 w 3805936"/>
              <a:gd name="connsiteY1344" fmla="*/ 559407 h 856262"/>
              <a:gd name="connsiteX1345" fmla="*/ 3308052 w 3805936"/>
              <a:gd name="connsiteY1345" fmla="*/ 556465 h 856262"/>
              <a:gd name="connsiteX1346" fmla="*/ 3283637 w 3805936"/>
              <a:gd name="connsiteY1346" fmla="*/ 553082 h 856262"/>
              <a:gd name="connsiteX1347" fmla="*/ 3269812 w 3805936"/>
              <a:gd name="connsiteY1347" fmla="*/ 543522 h 856262"/>
              <a:gd name="connsiteX1348" fmla="*/ 3248632 w 3805936"/>
              <a:gd name="connsiteY1348" fmla="*/ 505721 h 856262"/>
              <a:gd name="connsiteX1349" fmla="*/ 3224657 w 3805936"/>
              <a:gd name="connsiteY1349" fmla="*/ 475276 h 856262"/>
              <a:gd name="connsiteX1350" fmla="*/ 3209949 w 3805936"/>
              <a:gd name="connsiteY1350" fmla="*/ 458654 h 856262"/>
              <a:gd name="connsiteX1351" fmla="*/ 3176561 w 3805936"/>
              <a:gd name="connsiteY1351" fmla="*/ 429237 h 856262"/>
              <a:gd name="connsiteX1352" fmla="*/ 3153469 w 3805936"/>
              <a:gd name="connsiteY1352" fmla="*/ 464244 h 856262"/>
              <a:gd name="connsiteX1353" fmla="*/ 3120081 w 3805936"/>
              <a:gd name="connsiteY1353" fmla="*/ 496896 h 856262"/>
              <a:gd name="connsiteX1354" fmla="*/ 3085811 w 3805936"/>
              <a:gd name="connsiteY1354" fmla="*/ 517782 h 856262"/>
              <a:gd name="connsiteX1355" fmla="*/ 3060366 w 3805936"/>
              <a:gd name="connsiteY1355" fmla="*/ 531607 h 856262"/>
              <a:gd name="connsiteX1356" fmla="*/ 3036979 w 3805936"/>
              <a:gd name="connsiteY1356" fmla="*/ 537639 h 856262"/>
              <a:gd name="connsiteX1357" fmla="*/ 3024183 w 3805936"/>
              <a:gd name="connsiteY1357" fmla="*/ 539992 h 856262"/>
              <a:gd name="connsiteX1358" fmla="*/ 3015504 w 3805936"/>
              <a:gd name="connsiteY1358" fmla="*/ 532490 h 856262"/>
              <a:gd name="connsiteX1359" fmla="*/ 3008886 w 3805936"/>
              <a:gd name="connsiteY1359" fmla="*/ 519252 h 856262"/>
              <a:gd name="connsiteX1360" fmla="*/ 2997708 w 3805936"/>
              <a:gd name="connsiteY1360" fmla="*/ 515429 h 856262"/>
              <a:gd name="connsiteX1361" fmla="*/ 3004914 w 3805936"/>
              <a:gd name="connsiteY1361" fmla="*/ 507045 h 856262"/>
              <a:gd name="connsiteX1362" fmla="*/ 3021388 w 3805936"/>
              <a:gd name="connsiteY1362" fmla="*/ 497337 h 856262"/>
              <a:gd name="connsiteX1363" fmla="*/ 3032714 w 3805936"/>
              <a:gd name="connsiteY1363" fmla="*/ 488954 h 856262"/>
              <a:gd name="connsiteX1364" fmla="*/ 3040657 w 3805936"/>
              <a:gd name="connsiteY1364" fmla="*/ 485424 h 856262"/>
              <a:gd name="connsiteX1365" fmla="*/ 3093606 w 3805936"/>
              <a:gd name="connsiteY1365" fmla="*/ 434681 h 856262"/>
              <a:gd name="connsiteX1366" fmla="*/ 3114051 w 3805936"/>
              <a:gd name="connsiteY1366" fmla="*/ 398792 h 856262"/>
              <a:gd name="connsiteX1367" fmla="*/ 3118316 w 3805936"/>
              <a:gd name="connsiteY1367" fmla="*/ 384084 h 856262"/>
              <a:gd name="connsiteX1368" fmla="*/ 3107726 w 3805936"/>
              <a:gd name="connsiteY1368" fmla="*/ 384084 h 856262"/>
              <a:gd name="connsiteX1369" fmla="*/ 3099636 w 3805936"/>
              <a:gd name="connsiteY1369" fmla="*/ 384084 h 856262"/>
              <a:gd name="connsiteX1370" fmla="*/ 3088752 w 3805936"/>
              <a:gd name="connsiteY1370" fmla="*/ 387026 h 856262"/>
              <a:gd name="connsiteX1371" fmla="*/ 3078309 w 3805936"/>
              <a:gd name="connsiteY1371" fmla="*/ 387026 h 856262"/>
              <a:gd name="connsiteX1372" fmla="*/ 3062276 w 3805936"/>
              <a:gd name="connsiteY1372" fmla="*/ 379524 h 856262"/>
              <a:gd name="connsiteX1373" fmla="*/ 3043596 w 3805936"/>
              <a:gd name="connsiteY1373" fmla="*/ 356284 h 856262"/>
              <a:gd name="connsiteX1374" fmla="*/ 3048598 w 3805936"/>
              <a:gd name="connsiteY1374" fmla="*/ 341576 h 856262"/>
              <a:gd name="connsiteX1375" fmla="*/ 3057424 w 3805936"/>
              <a:gd name="connsiteY1375" fmla="*/ 332458 h 856262"/>
              <a:gd name="connsiteX1376" fmla="*/ 3068602 w 3805936"/>
              <a:gd name="connsiteY1376" fmla="*/ 328193 h 856262"/>
              <a:gd name="connsiteX1377" fmla="*/ 3078014 w 3805936"/>
              <a:gd name="connsiteY1377" fmla="*/ 322014 h 856262"/>
              <a:gd name="connsiteX1378" fmla="*/ 3100961 w 3805936"/>
              <a:gd name="connsiteY1378" fmla="*/ 322014 h 856262"/>
              <a:gd name="connsiteX1379" fmla="*/ 3138761 w 3805936"/>
              <a:gd name="connsiteY1379" fmla="*/ 308629 h 856262"/>
              <a:gd name="connsiteX1380" fmla="*/ 3145967 w 3805936"/>
              <a:gd name="connsiteY1380" fmla="*/ 273771 h 856262"/>
              <a:gd name="connsiteX1381" fmla="*/ 3148467 w 3805936"/>
              <a:gd name="connsiteY1381" fmla="*/ 251709 h 856262"/>
              <a:gd name="connsiteX1382" fmla="*/ 3147439 w 3805936"/>
              <a:gd name="connsiteY1382" fmla="*/ 232735 h 856262"/>
              <a:gd name="connsiteX1383" fmla="*/ 3153322 w 3805936"/>
              <a:gd name="connsiteY1383" fmla="*/ 225970 h 856262"/>
              <a:gd name="connsiteX1384" fmla="*/ 3168031 w 3805936"/>
              <a:gd name="connsiteY1384" fmla="*/ 227146 h 856262"/>
              <a:gd name="connsiteX1385" fmla="*/ 3179502 w 3805936"/>
              <a:gd name="connsiteY1385" fmla="*/ 223470 h 856262"/>
              <a:gd name="connsiteX1386" fmla="*/ 3191710 w 3805936"/>
              <a:gd name="connsiteY1386" fmla="*/ 223304 h 856262"/>
              <a:gd name="connsiteX1387" fmla="*/ 1143579 w 3805936"/>
              <a:gd name="connsiteY1387" fmla="*/ 218762 h 856262"/>
              <a:gd name="connsiteX1388" fmla="*/ 1154463 w 3805936"/>
              <a:gd name="connsiteY1388" fmla="*/ 224792 h 856262"/>
              <a:gd name="connsiteX1389" fmla="*/ 1171818 w 3805936"/>
              <a:gd name="connsiteY1389" fmla="*/ 226705 h 856262"/>
              <a:gd name="connsiteX1390" fmla="*/ 1189469 w 3805936"/>
              <a:gd name="connsiteY1390" fmla="*/ 226705 h 856262"/>
              <a:gd name="connsiteX1391" fmla="*/ 1200941 w 3805936"/>
              <a:gd name="connsiteY1391" fmla="*/ 229647 h 856262"/>
              <a:gd name="connsiteX1392" fmla="*/ 1211089 w 3805936"/>
              <a:gd name="connsiteY1392" fmla="*/ 234500 h 856262"/>
              <a:gd name="connsiteX1393" fmla="*/ 1221974 w 3805936"/>
              <a:gd name="connsiteY1393" fmla="*/ 251415 h 856262"/>
              <a:gd name="connsiteX1394" fmla="*/ 1220061 w 3805936"/>
              <a:gd name="connsiteY1394" fmla="*/ 252150 h 856262"/>
              <a:gd name="connsiteX1395" fmla="*/ 1219179 w 3805936"/>
              <a:gd name="connsiteY1395" fmla="*/ 263329 h 856262"/>
              <a:gd name="connsiteX1396" fmla="*/ 1219179 w 3805936"/>
              <a:gd name="connsiteY1396" fmla="*/ 280390 h 856262"/>
              <a:gd name="connsiteX1397" fmla="*/ 1210501 w 3805936"/>
              <a:gd name="connsiteY1397" fmla="*/ 298924 h 856262"/>
              <a:gd name="connsiteX1398" fmla="*/ 1208001 w 3805936"/>
              <a:gd name="connsiteY1398" fmla="*/ 318044 h 856262"/>
              <a:gd name="connsiteX1399" fmla="*/ 1206089 w 3805936"/>
              <a:gd name="connsiteY1399" fmla="*/ 352755 h 856262"/>
              <a:gd name="connsiteX1400" fmla="*/ 1202999 w 3805936"/>
              <a:gd name="connsiteY1400" fmla="*/ 373935 h 856262"/>
              <a:gd name="connsiteX1401" fmla="*/ 1201676 w 3805936"/>
              <a:gd name="connsiteY1401" fmla="*/ 391878 h 856262"/>
              <a:gd name="connsiteX1402" fmla="*/ 1205794 w 3805936"/>
              <a:gd name="connsiteY1402" fmla="*/ 404087 h 856262"/>
              <a:gd name="connsiteX1403" fmla="*/ 1206971 w 3805936"/>
              <a:gd name="connsiteY1403" fmla="*/ 411147 h 856262"/>
              <a:gd name="connsiteX1404" fmla="*/ 1209324 w 3805936"/>
              <a:gd name="connsiteY1404" fmla="*/ 422178 h 856262"/>
              <a:gd name="connsiteX1405" fmla="*/ 1202706 w 3805936"/>
              <a:gd name="connsiteY1405" fmla="*/ 445858 h 856262"/>
              <a:gd name="connsiteX1406" fmla="*/ 1194323 w 3805936"/>
              <a:gd name="connsiteY1406" fmla="*/ 458801 h 856262"/>
              <a:gd name="connsiteX1407" fmla="*/ 1169318 w 3805936"/>
              <a:gd name="connsiteY1407" fmla="*/ 473510 h 856262"/>
              <a:gd name="connsiteX1408" fmla="*/ 1147403 w 3805936"/>
              <a:gd name="connsiteY1408" fmla="*/ 494248 h 856262"/>
              <a:gd name="connsiteX1409" fmla="*/ 1124311 w 3805936"/>
              <a:gd name="connsiteY1409" fmla="*/ 504691 h 856262"/>
              <a:gd name="connsiteX1410" fmla="*/ 1094894 w 3805936"/>
              <a:gd name="connsiteY1410" fmla="*/ 522194 h 856262"/>
              <a:gd name="connsiteX1411" fmla="*/ 1076803 w 3805936"/>
              <a:gd name="connsiteY1411" fmla="*/ 529843 h 856262"/>
              <a:gd name="connsiteX1412" fmla="*/ 1048563 w 3805936"/>
              <a:gd name="connsiteY1412" fmla="*/ 550141 h 856262"/>
              <a:gd name="connsiteX1413" fmla="*/ 1030470 w 3805936"/>
              <a:gd name="connsiteY1413" fmla="*/ 533814 h 856262"/>
              <a:gd name="connsiteX1414" fmla="*/ 1018852 w 3805936"/>
              <a:gd name="connsiteY1414" fmla="*/ 524843 h 856262"/>
              <a:gd name="connsiteX1415" fmla="*/ 1015615 w 3805936"/>
              <a:gd name="connsiteY1415" fmla="*/ 510134 h 856262"/>
              <a:gd name="connsiteX1416" fmla="*/ 1011497 w 3805936"/>
              <a:gd name="connsiteY1416" fmla="*/ 497338 h 856262"/>
              <a:gd name="connsiteX1417" fmla="*/ 1018557 w 3805936"/>
              <a:gd name="connsiteY1417" fmla="*/ 487630 h 856262"/>
              <a:gd name="connsiteX1418" fmla="*/ 1029442 w 3805936"/>
              <a:gd name="connsiteY1418" fmla="*/ 486600 h 856262"/>
              <a:gd name="connsiteX1419" fmla="*/ 1046356 w 3805936"/>
              <a:gd name="connsiteY1419" fmla="*/ 476598 h 856262"/>
              <a:gd name="connsiteX1420" fmla="*/ 1064448 w 3805936"/>
              <a:gd name="connsiteY1420" fmla="*/ 469686 h 856262"/>
              <a:gd name="connsiteX1421" fmla="*/ 1095776 w 3805936"/>
              <a:gd name="connsiteY1421" fmla="*/ 452330 h 856262"/>
              <a:gd name="connsiteX1422" fmla="*/ 1110484 w 3805936"/>
              <a:gd name="connsiteY1422" fmla="*/ 437621 h 856262"/>
              <a:gd name="connsiteX1423" fmla="*/ 1109603 w 3805936"/>
              <a:gd name="connsiteY1423" fmla="*/ 404382 h 856262"/>
              <a:gd name="connsiteX1424" fmla="*/ 1101808 w 3805936"/>
              <a:gd name="connsiteY1424" fmla="*/ 399675 h 856262"/>
              <a:gd name="connsiteX1425" fmla="*/ 1087099 w 3805936"/>
              <a:gd name="connsiteY1425" fmla="*/ 401587 h 856262"/>
              <a:gd name="connsiteX1426" fmla="*/ 1073273 w 3805936"/>
              <a:gd name="connsiteY1426" fmla="*/ 406587 h 856262"/>
              <a:gd name="connsiteX1427" fmla="*/ 1062829 w 3805936"/>
              <a:gd name="connsiteY1427" fmla="*/ 407912 h 856262"/>
              <a:gd name="connsiteX1428" fmla="*/ 1056064 w 3805936"/>
              <a:gd name="connsiteY1428" fmla="*/ 402175 h 856262"/>
              <a:gd name="connsiteX1429" fmla="*/ 1052976 w 3805936"/>
              <a:gd name="connsiteY1429" fmla="*/ 385113 h 856262"/>
              <a:gd name="connsiteX1430" fmla="*/ 1050033 w 3805936"/>
              <a:gd name="connsiteY1430" fmla="*/ 373200 h 856262"/>
              <a:gd name="connsiteX1431" fmla="*/ 1051358 w 3805936"/>
              <a:gd name="connsiteY1431" fmla="*/ 349078 h 856262"/>
              <a:gd name="connsiteX1432" fmla="*/ 1066066 w 3805936"/>
              <a:gd name="connsiteY1432" fmla="*/ 335105 h 856262"/>
              <a:gd name="connsiteX1433" fmla="*/ 1085628 w 3805936"/>
              <a:gd name="connsiteY1433" fmla="*/ 328928 h 856262"/>
              <a:gd name="connsiteX1434" fmla="*/ 1100336 w 3805936"/>
              <a:gd name="connsiteY1434" fmla="*/ 327898 h 856262"/>
              <a:gd name="connsiteX1435" fmla="*/ 1120046 w 3805936"/>
              <a:gd name="connsiteY1435" fmla="*/ 318927 h 856262"/>
              <a:gd name="connsiteX1436" fmla="*/ 1129606 w 3805936"/>
              <a:gd name="connsiteY1436" fmla="*/ 300982 h 856262"/>
              <a:gd name="connsiteX1437" fmla="*/ 1135636 w 3805936"/>
              <a:gd name="connsiteY1437" fmla="*/ 262299 h 856262"/>
              <a:gd name="connsiteX1438" fmla="*/ 1125781 w 3805936"/>
              <a:gd name="connsiteY1438" fmla="*/ 237295 h 856262"/>
              <a:gd name="connsiteX1439" fmla="*/ 1125781 w 3805936"/>
              <a:gd name="connsiteY1439" fmla="*/ 230235 h 856262"/>
              <a:gd name="connsiteX1440" fmla="*/ 1136813 w 3805936"/>
              <a:gd name="connsiteY1440" fmla="*/ 221704 h 856262"/>
              <a:gd name="connsiteX1441" fmla="*/ 1143579 w 3805936"/>
              <a:gd name="connsiteY1441" fmla="*/ 218762 h 856262"/>
              <a:gd name="connsiteX1442" fmla="*/ 1352437 w 3805936"/>
              <a:gd name="connsiteY1442" fmla="*/ 199201 h 856262"/>
              <a:gd name="connsiteX1443" fmla="*/ 1363174 w 3805936"/>
              <a:gd name="connsiteY1443" fmla="*/ 205526 h 856262"/>
              <a:gd name="connsiteX1444" fmla="*/ 1372146 w 3805936"/>
              <a:gd name="connsiteY1444" fmla="*/ 207584 h 856262"/>
              <a:gd name="connsiteX1445" fmla="*/ 1379059 w 3805936"/>
              <a:gd name="connsiteY1445" fmla="*/ 215379 h 856262"/>
              <a:gd name="connsiteX1446" fmla="*/ 1384647 w 3805936"/>
              <a:gd name="connsiteY1446" fmla="*/ 237001 h 856262"/>
              <a:gd name="connsiteX1447" fmla="*/ 1368616 w 3805936"/>
              <a:gd name="connsiteY1447" fmla="*/ 266417 h 856262"/>
              <a:gd name="connsiteX1448" fmla="*/ 1365527 w 3805936"/>
              <a:gd name="connsiteY1448" fmla="*/ 281126 h 856262"/>
              <a:gd name="connsiteX1449" fmla="*/ 1378764 w 3805936"/>
              <a:gd name="connsiteY1449" fmla="*/ 285686 h 856262"/>
              <a:gd name="connsiteX1450" fmla="*/ 1392002 w 3805936"/>
              <a:gd name="connsiteY1450" fmla="*/ 278184 h 856262"/>
              <a:gd name="connsiteX1451" fmla="*/ 1413329 w 3805936"/>
              <a:gd name="connsiteY1451" fmla="*/ 285686 h 856262"/>
              <a:gd name="connsiteX1452" fmla="*/ 1425242 w 3805936"/>
              <a:gd name="connsiteY1452" fmla="*/ 307896 h 856262"/>
              <a:gd name="connsiteX1453" fmla="*/ 1427742 w 3805936"/>
              <a:gd name="connsiteY1453" fmla="*/ 323780 h 856262"/>
              <a:gd name="connsiteX1454" fmla="*/ 1420536 w 3805936"/>
              <a:gd name="connsiteY1454" fmla="*/ 332017 h 856262"/>
              <a:gd name="connsiteX1455" fmla="*/ 1405827 w 3805936"/>
              <a:gd name="connsiteY1455" fmla="*/ 335841 h 856262"/>
              <a:gd name="connsiteX1456" fmla="*/ 1393032 w 3805936"/>
              <a:gd name="connsiteY1456" fmla="*/ 344812 h 856262"/>
              <a:gd name="connsiteX1457" fmla="*/ 1375087 w 3805936"/>
              <a:gd name="connsiteY1457" fmla="*/ 354814 h 856262"/>
              <a:gd name="connsiteX1458" fmla="*/ 1346554 w 3805936"/>
              <a:gd name="connsiteY1458" fmla="*/ 368640 h 856262"/>
              <a:gd name="connsiteX1459" fmla="*/ 1336699 w 3805936"/>
              <a:gd name="connsiteY1459" fmla="*/ 400115 h 856262"/>
              <a:gd name="connsiteX1460" fmla="*/ 1337729 w 3805936"/>
              <a:gd name="connsiteY1460" fmla="*/ 414824 h 856262"/>
              <a:gd name="connsiteX1461" fmla="*/ 1345671 w 3805936"/>
              <a:gd name="connsiteY1461" fmla="*/ 440858 h 856262"/>
              <a:gd name="connsiteX1462" fmla="*/ 1367439 w 3805936"/>
              <a:gd name="connsiteY1462" fmla="*/ 450565 h 856262"/>
              <a:gd name="connsiteX1463" fmla="*/ 1383031 w 3805936"/>
              <a:gd name="connsiteY1463" fmla="*/ 452625 h 856262"/>
              <a:gd name="connsiteX1464" fmla="*/ 1394061 w 3805936"/>
              <a:gd name="connsiteY1464" fmla="*/ 454978 h 856262"/>
              <a:gd name="connsiteX1465" fmla="*/ 1404946 w 3805936"/>
              <a:gd name="connsiteY1465" fmla="*/ 459243 h 856262"/>
              <a:gd name="connsiteX1466" fmla="*/ 1422007 w 3805936"/>
              <a:gd name="connsiteY1466" fmla="*/ 461008 h 856262"/>
              <a:gd name="connsiteX1467" fmla="*/ 1422742 w 3805936"/>
              <a:gd name="connsiteY1467" fmla="*/ 461302 h 856262"/>
              <a:gd name="connsiteX1468" fmla="*/ 1432302 w 3805936"/>
              <a:gd name="connsiteY1468" fmla="*/ 483218 h 856262"/>
              <a:gd name="connsiteX1469" fmla="*/ 1423772 w 3805936"/>
              <a:gd name="connsiteY1469" fmla="*/ 507633 h 856262"/>
              <a:gd name="connsiteX1470" fmla="*/ 1416712 w 3805936"/>
              <a:gd name="connsiteY1470" fmla="*/ 523666 h 856262"/>
              <a:gd name="connsiteX1471" fmla="*/ 1398327 w 3805936"/>
              <a:gd name="connsiteY1471" fmla="*/ 526460 h 856262"/>
              <a:gd name="connsiteX1472" fmla="*/ 1380236 w 3805936"/>
              <a:gd name="connsiteY1472" fmla="*/ 530725 h 856262"/>
              <a:gd name="connsiteX1473" fmla="*/ 1367586 w 3805936"/>
              <a:gd name="connsiteY1473" fmla="*/ 525283 h 856262"/>
              <a:gd name="connsiteX1474" fmla="*/ 1348024 w 3805936"/>
              <a:gd name="connsiteY1474" fmla="*/ 523372 h 856262"/>
              <a:gd name="connsiteX1475" fmla="*/ 1328756 w 3805936"/>
              <a:gd name="connsiteY1475" fmla="*/ 523372 h 856262"/>
              <a:gd name="connsiteX1476" fmla="*/ 1312431 w 3805936"/>
              <a:gd name="connsiteY1476" fmla="*/ 518665 h 856262"/>
              <a:gd name="connsiteX1477" fmla="*/ 1288602 w 3805936"/>
              <a:gd name="connsiteY1477" fmla="*/ 517342 h 856262"/>
              <a:gd name="connsiteX1478" fmla="*/ 1276542 w 3805936"/>
              <a:gd name="connsiteY1478" fmla="*/ 510722 h 856262"/>
              <a:gd name="connsiteX1479" fmla="*/ 1265364 w 3805936"/>
              <a:gd name="connsiteY1479" fmla="*/ 492778 h 856262"/>
              <a:gd name="connsiteX1480" fmla="*/ 1263892 w 3805936"/>
              <a:gd name="connsiteY1480" fmla="*/ 471892 h 856262"/>
              <a:gd name="connsiteX1481" fmla="*/ 1258744 w 3805936"/>
              <a:gd name="connsiteY1481" fmla="*/ 447035 h 856262"/>
              <a:gd name="connsiteX1482" fmla="*/ 1257716 w 3805936"/>
              <a:gd name="connsiteY1482" fmla="*/ 431445 h 856262"/>
              <a:gd name="connsiteX1483" fmla="*/ 1255804 w 3805936"/>
              <a:gd name="connsiteY1483" fmla="*/ 416737 h 856262"/>
              <a:gd name="connsiteX1484" fmla="*/ 1253449 w 3805936"/>
              <a:gd name="connsiteY1484" fmla="*/ 393645 h 856262"/>
              <a:gd name="connsiteX1485" fmla="*/ 1259627 w 3805936"/>
              <a:gd name="connsiteY1485" fmla="*/ 356432 h 856262"/>
              <a:gd name="connsiteX1486" fmla="*/ 1264776 w 3805936"/>
              <a:gd name="connsiteY1486" fmla="*/ 344812 h 856262"/>
              <a:gd name="connsiteX1487" fmla="*/ 1269187 w 3805936"/>
              <a:gd name="connsiteY1487" fmla="*/ 325692 h 856262"/>
              <a:gd name="connsiteX1488" fmla="*/ 1273306 w 3805936"/>
              <a:gd name="connsiteY1488" fmla="*/ 306131 h 856262"/>
              <a:gd name="connsiteX1489" fmla="*/ 1275072 w 3805936"/>
              <a:gd name="connsiteY1489" fmla="*/ 275684 h 856262"/>
              <a:gd name="connsiteX1490" fmla="*/ 1279484 w 3805936"/>
              <a:gd name="connsiteY1490" fmla="*/ 257151 h 856262"/>
              <a:gd name="connsiteX1491" fmla="*/ 1285809 w 3805936"/>
              <a:gd name="connsiteY1491" fmla="*/ 227734 h 856262"/>
              <a:gd name="connsiteX1492" fmla="*/ 1286544 w 3805936"/>
              <a:gd name="connsiteY1492" fmla="*/ 207584 h 856262"/>
              <a:gd name="connsiteX1493" fmla="*/ 1298162 w 3805936"/>
              <a:gd name="connsiteY1493" fmla="*/ 199348 h 856262"/>
              <a:gd name="connsiteX1494" fmla="*/ 1312871 w 3805936"/>
              <a:gd name="connsiteY1494" fmla="*/ 202438 h 856262"/>
              <a:gd name="connsiteX1495" fmla="*/ 1325962 w 3805936"/>
              <a:gd name="connsiteY1495" fmla="*/ 199643 h 856262"/>
              <a:gd name="connsiteX1496" fmla="*/ 1337729 w 3805936"/>
              <a:gd name="connsiteY1496" fmla="*/ 201996 h 856262"/>
              <a:gd name="connsiteX1497" fmla="*/ 1352437 w 3805936"/>
              <a:gd name="connsiteY1497" fmla="*/ 199201 h 856262"/>
              <a:gd name="connsiteX1498" fmla="*/ 427710 w 3805936"/>
              <a:gd name="connsiteY1498" fmla="*/ 198541 h 856262"/>
              <a:gd name="connsiteX1499" fmla="*/ 419272 w 3805936"/>
              <a:gd name="connsiteY1499" fmla="*/ 210480 h 856262"/>
              <a:gd name="connsiteX1500" fmla="*/ 419272 w 3805936"/>
              <a:gd name="connsiteY1500" fmla="*/ 211071 h 856262"/>
              <a:gd name="connsiteX1501" fmla="*/ 412142 w 3805936"/>
              <a:gd name="connsiteY1501" fmla="*/ 247901 h 856262"/>
              <a:gd name="connsiteX1502" fmla="*/ 411594 w 3805936"/>
              <a:gd name="connsiteY1502" fmla="*/ 250644 h 856262"/>
              <a:gd name="connsiteX1503" fmla="*/ 406362 w 3805936"/>
              <a:gd name="connsiteY1503" fmla="*/ 250644 h 856262"/>
              <a:gd name="connsiteX1504" fmla="*/ 278024 w 3805936"/>
              <a:gd name="connsiteY1504" fmla="*/ 232123 h 856262"/>
              <a:gd name="connsiteX1505" fmla="*/ 289204 w 3805936"/>
              <a:gd name="connsiteY1505" fmla="*/ 259672 h 856262"/>
              <a:gd name="connsiteX1506" fmla="*/ 319707 w 3805936"/>
              <a:gd name="connsiteY1506" fmla="*/ 278741 h 856262"/>
              <a:gd name="connsiteX1507" fmla="*/ 322238 w 3805936"/>
              <a:gd name="connsiteY1507" fmla="*/ 279247 h 856262"/>
              <a:gd name="connsiteX1508" fmla="*/ 322238 w 3805936"/>
              <a:gd name="connsiteY1508" fmla="*/ 281821 h 856262"/>
              <a:gd name="connsiteX1509" fmla="*/ 322407 w 3805936"/>
              <a:gd name="connsiteY1509" fmla="*/ 281821 h 856262"/>
              <a:gd name="connsiteX1510" fmla="*/ 333587 w 3805936"/>
              <a:gd name="connsiteY1510" fmla="*/ 304350 h 856262"/>
              <a:gd name="connsiteX1511" fmla="*/ 357170 w 3805936"/>
              <a:gd name="connsiteY1511" fmla="*/ 311817 h 856262"/>
              <a:gd name="connsiteX1512" fmla="*/ 360334 w 3805936"/>
              <a:gd name="connsiteY1512" fmla="*/ 311817 h 856262"/>
              <a:gd name="connsiteX1513" fmla="*/ 362992 w 3805936"/>
              <a:gd name="connsiteY1513" fmla="*/ 311480 h 856262"/>
              <a:gd name="connsiteX1514" fmla="*/ 363920 w 3805936"/>
              <a:gd name="connsiteY1514" fmla="*/ 313969 h 856262"/>
              <a:gd name="connsiteX1515" fmla="*/ 381555 w 3805936"/>
              <a:gd name="connsiteY1515" fmla="*/ 328566 h 856262"/>
              <a:gd name="connsiteX1516" fmla="*/ 390584 w 3805936"/>
              <a:gd name="connsiteY1516" fmla="*/ 329916 h 856262"/>
              <a:gd name="connsiteX1517" fmla="*/ 402270 w 3805936"/>
              <a:gd name="connsiteY1517" fmla="*/ 327891 h 856262"/>
              <a:gd name="connsiteX1518" fmla="*/ 408472 w 3805936"/>
              <a:gd name="connsiteY1518" fmla="*/ 325318 h 856262"/>
              <a:gd name="connsiteX1519" fmla="*/ 399359 w 3805936"/>
              <a:gd name="connsiteY1519" fmla="*/ 362570 h 856262"/>
              <a:gd name="connsiteX1520" fmla="*/ 456736 w 3805936"/>
              <a:gd name="connsiteY1520" fmla="*/ 362570 h 856262"/>
              <a:gd name="connsiteX1521" fmla="*/ 447581 w 3805936"/>
              <a:gd name="connsiteY1521" fmla="*/ 325275 h 856262"/>
              <a:gd name="connsiteX1522" fmla="*/ 453825 w 3805936"/>
              <a:gd name="connsiteY1522" fmla="*/ 327891 h 856262"/>
              <a:gd name="connsiteX1523" fmla="*/ 465469 w 3805936"/>
              <a:gd name="connsiteY1523" fmla="*/ 329916 h 856262"/>
              <a:gd name="connsiteX1524" fmla="*/ 474497 w 3805936"/>
              <a:gd name="connsiteY1524" fmla="*/ 328566 h 856262"/>
              <a:gd name="connsiteX1525" fmla="*/ 492132 w 3805936"/>
              <a:gd name="connsiteY1525" fmla="*/ 313969 h 856262"/>
              <a:gd name="connsiteX1526" fmla="*/ 493060 w 3805936"/>
              <a:gd name="connsiteY1526" fmla="*/ 311480 h 856262"/>
              <a:gd name="connsiteX1527" fmla="*/ 495718 w 3805936"/>
              <a:gd name="connsiteY1527" fmla="*/ 311817 h 856262"/>
              <a:gd name="connsiteX1528" fmla="*/ 498882 w 3805936"/>
              <a:gd name="connsiteY1528" fmla="*/ 311817 h 856262"/>
              <a:gd name="connsiteX1529" fmla="*/ 522466 w 3805936"/>
              <a:gd name="connsiteY1529" fmla="*/ 304350 h 856262"/>
              <a:gd name="connsiteX1530" fmla="*/ 533646 w 3805936"/>
              <a:gd name="connsiteY1530" fmla="*/ 281779 h 856262"/>
              <a:gd name="connsiteX1531" fmla="*/ 533646 w 3805936"/>
              <a:gd name="connsiteY1531" fmla="*/ 279247 h 856262"/>
              <a:gd name="connsiteX1532" fmla="*/ 536177 w 3805936"/>
              <a:gd name="connsiteY1532" fmla="*/ 278741 h 856262"/>
              <a:gd name="connsiteX1533" fmla="*/ 566637 w 3805936"/>
              <a:gd name="connsiteY1533" fmla="*/ 259672 h 856262"/>
              <a:gd name="connsiteX1534" fmla="*/ 577817 w 3805936"/>
              <a:gd name="connsiteY1534" fmla="*/ 232123 h 856262"/>
              <a:gd name="connsiteX1535" fmla="*/ 449606 w 3805936"/>
              <a:gd name="connsiteY1535" fmla="*/ 250644 h 856262"/>
              <a:gd name="connsiteX1536" fmla="*/ 444374 w 3805936"/>
              <a:gd name="connsiteY1536" fmla="*/ 250644 h 856262"/>
              <a:gd name="connsiteX1537" fmla="*/ 443826 w 3805936"/>
              <a:gd name="connsiteY1537" fmla="*/ 247901 h 856262"/>
              <a:gd name="connsiteX1538" fmla="*/ 436696 w 3805936"/>
              <a:gd name="connsiteY1538" fmla="*/ 211071 h 856262"/>
              <a:gd name="connsiteX1539" fmla="*/ 436696 w 3805936"/>
              <a:gd name="connsiteY1539" fmla="*/ 210480 h 856262"/>
              <a:gd name="connsiteX1540" fmla="*/ 428258 w 3805936"/>
              <a:gd name="connsiteY1540" fmla="*/ 198541 h 856262"/>
              <a:gd name="connsiteX1541" fmla="*/ 494072 w 3805936"/>
              <a:gd name="connsiteY1541" fmla="*/ 197065 h 856262"/>
              <a:gd name="connsiteX1542" fmla="*/ 510568 w 3805936"/>
              <a:gd name="connsiteY1542" fmla="*/ 207738 h 856262"/>
              <a:gd name="connsiteX1543" fmla="*/ 490993 w 3805936"/>
              <a:gd name="connsiteY1543" fmla="*/ 208793 h 856262"/>
              <a:gd name="connsiteX1544" fmla="*/ 476395 w 3805936"/>
              <a:gd name="connsiteY1544" fmla="*/ 198161 h 856262"/>
              <a:gd name="connsiteX1545" fmla="*/ 494072 w 3805936"/>
              <a:gd name="connsiteY1545" fmla="*/ 197065 h 856262"/>
              <a:gd name="connsiteX1546" fmla="*/ 2355689 w 3805936"/>
              <a:gd name="connsiteY1546" fmla="*/ 195083 h 856262"/>
              <a:gd name="connsiteX1547" fmla="*/ 2370398 w 3805936"/>
              <a:gd name="connsiteY1547" fmla="*/ 200820 h 856262"/>
              <a:gd name="connsiteX1548" fmla="*/ 2399814 w 3805936"/>
              <a:gd name="connsiteY1548" fmla="*/ 203025 h 856262"/>
              <a:gd name="connsiteX1549" fmla="*/ 2401139 w 3805936"/>
              <a:gd name="connsiteY1549" fmla="*/ 203761 h 856262"/>
              <a:gd name="connsiteX1550" fmla="*/ 2406139 w 3805936"/>
              <a:gd name="connsiteY1550" fmla="*/ 215821 h 856262"/>
              <a:gd name="connsiteX1551" fmla="*/ 2416288 w 3805936"/>
              <a:gd name="connsiteY1551" fmla="*/ 236413 h 856262"/>
              <a:gd name="connsiteX1552" fmla="*/ 2408051 w 3805936"/>
              <a:gd name="connsiteY1552" fmla="*/ 253916 h 856262"/>
              <a:gd name="connsiteX1553" fmla="*/ 2404228 w 3805936"/>
              <a:gd name="connsiteY1553" fmla="*/ 270094 h 856262"/>
              <a:gd name="connsiteX1554" fmla="*/ 2389519 w 3805936"/>
              <a:gd name="connsiteY1554" fmla="*/ 296129 h 856262"/>
              <a:gd name="connsiteX1555" fmla="*/ 2376281 w 3805936"/>
              <a:gd name="connsiteY1555" fmla="*/ 310837 h 856262"/>
              <a:gd name="connsiteX1556" fmla="*/ 2346864 w 3805936"/>
              <a:gd name="connsiteY1556" fmla="*/ 372317 h 856262"/>
              <a:gd name="connsiteX1557" fmla="*/ 2337011 w 3805936"/>
              <a:gd name="connsiteY1557" fmla="*/ 382172 h 856262"/>
              <a:gd name="connsiteX1558" fmla="*/ 2324949 w 3805936"/>
              <a:gd name="connsiteY1558" fmla="*/ 382172 h 856262"/>
              <a:gd name="connsiteX1559" fmla="*/ 2312299 w 3805936"/>
              <a:gd name="connsiteY1559" fmla="*/ 386291 h 856262"/>
              <a:gd name="connsiteX1560" fmla="*/ 2293474 w 3805936"/>
              <a:gd name="connsiteY1560" fmla="*/ 392027 h 856262"/>
              <a:gd name="connsiteX1561" fmla="*/ 2293474 w 3805936"/>
              <a:gd name="connsiteY1561" fmla="*/ 406735 h 856262"/>
              <a:gd name="connsiteX1562" fmla="*/ 2308181 w 3805936"/>
              <a:gd name="connsiteY1562" fmla="*/ 404087 h 856262"/>
              <a:gd name="connsiteX1563" fmla="*/ 2319654 w 3805936"/>
              <a:gd name="connsiteY1563" fmla="*/ 398792 h 856262"/>
              <a:gd name="connsiteX1564" fmla="*/ 2335539 w 3805936"/>
              <a:gd name="connsiteY1564" fmla="*/ 403794 h 856262"/>
              <a:gd name="connsiteX1565" fmla="*/ 2341864 w 3805936"/>
              <a:gd name="connsiteY1565" fmla="*/ 411147 h 856262"/>
              <a:gd name="connsiteX1566" fmla="*/ 2345983 w 3805936"/>
              <a:gd name="connsiteY1566" fmla="*/ 431150 h 856262"/>
              <a:gd name="connsiteX1567" fmla="*/ 2343483 w 3805936"/>
              <a:gd name="connsiteY1567" fmla="*/ 439387 h 856262"/>
              <a:gd name="connsiteX1568" fmla="*/ 2328774 w 3805936"/>
              <a:gd name="connsiteY1568" fmla="*/ 449535 h 856262"/>
              <a:gd name="connsiteX1569" fmla="*/ 2312299 w 3805936"/>
              <a:gd name="connsiteY1569" fmla="*/ 455567 h 856262"/>
              <a:gd name="connsiteX1570" fmla="*/ 2307153 w 3805936"/>
              <a:gd name="connsiteY1570" fmla="*/ 465127 h 856262"/>
              <a:gd name="connsiteX1571" fmla="*/ 2315094 w 3805936"/>
              <a:gd name="connsiteY1571" fmla="*/ 471452 h 856262"/>
              <a:gd name="connsiteX1572" fmla="*/ 2337011 w 3805936"/>
              <a:gd name="connsiteY1572" fmla="*/ 467334 h 856262"/>
              <a:gd name="connsiteX1573" fmla="*/ 2353484 w 3805936"/>
              <a:gd name="connsiteY1573" fmla="*/ 467334 h 856262"/>
              <a:gd name="connsiteX1574" fmla="*/ 2373781 w 3805936"/>
              <a:gd name="connsiteY1574" fmla="*/ 463215 h 856262"/>
              <a:gd name="connsiteX1575" fmla="*/ 2391578 w 3805936"/>
              <a:gd name="connsiteY1575" fmla="*/ 463215 h 856262"/>
              <a:gd name="connsiteX1576" fmla="*/ 2406286 w 3805936"/>
              <a:gd name="connsiteY1576" fmla="*/ 486307 h 856262"/>
              <a:gd name="connsiteX1577" fmla="*/ 2380253 w 3805936"/>
              <a:gd name="connsiteY1577" fmla="*/ 523813 h 856262"/>
              <a:gd name="connsiteX1578" fmla="*/ 2356573 w 3805936"/>
              <a:gd name="connsiteY1578" fmla="*/ 519695 h 856262"/>
              <a:gd name="connsiteX1579" fmla="*/ 2317448 w 3805936"/>
              <a:gd name="connsiteY1579" fmla="*/ 521312 h 856262"/>
              <a:gd name="connsiteX1580" fmla="*/ 2296121 w 3805936"/>
              <a:gd name="connsiteY1580" fmla="*/ 519988 h 856262"/>
              <a:gd name="connsiteX1581" fmla="*/ 2277441 w 3805936"/>
              <a:gd name="connsiteY1581" fmla="*/ 521902 h 856262"/>
              <a:gd name="connsiteX1582" fmla="*/ 2256556 w 3805936"/>
              <a:gd name="connsiteY1582" fmla="*/ 525432 h 856262"/>
              <a:gd name="connsiteX1583" fmla="*/ 2231111 w 3805936"/>
              <a:gd name="connsiteY1583" fmla="*/ 530432 h 856262"/>
              <a:gd name="connsiteX1584" fmla="*/ 2204783 w 3805936"/>
              <a:gd name="connsiteY1584" fmla="*/ 533078 h 856262"/>
              <a:gd name="connsiteX1585" fmla="*/ 2177720 w 3805936"/>
              <a:gd name="connsiteY1585" fmla="*/ 541315 h 856262"/>
              <a:gd name="connsiteX1586" fmla="*/ 2160658 w 3805936"/>
              <a:gd name="connsiteY1586" fmla="*/ 532343 h 856262"/>
              <a:gd name="connsiteX1587" fmla="*/ 2156835 w 3805936"/>
              <a:gd name="connsiteY1587" fmla="*/ 509545 h 856262"/>
              <a:gd name="connsiteX1588" fmla="*/ 2157715 w 3805936"/>
              <a:gd name="connsiteY1588" fmla="*/ 499103 h 856262"/>
              <a:gd name="connsiteX1589" fmla="*/ 2163451 w 3805936"/>
              <a:gd name="connsiteY1589" fmla="*/ 487042 h 856262"/>
              <a:gd name="connsiteX1590" fmla="*/ 2169776 w 3805936"/>
              <a:gd name="connsiteY1590" fmla="*/ 481895 h 856262"/>
              <a:gd name="connsiteX1591" fmla="*/ 2177720 w 3805936"/>
              <a:gd name="connsiteY1591" fmla="*/ 485719 h 856262"/>
              <a:gd name="connsiteX1592" fmla="*/ 2200960 w 3805936"/>
              <a:gd name="connsiteY1592" fmla="*/ 477777 h 856262"/>
              <a:gd name="connsiteX1593" fmla="*/ 2230376 w 3805936"/>
              <a:gd name="connsiteY1593" fmla="*/ 464834 h 856262"/>
              <a:gd name="connsiteX1594" fmla="*/ 2225521 w 3805936"/>
              <a:gd name="connsiteY1594" fmla="*/ 456597 h 856262"/>
              <a:gd name="connsiteX1595" fmla="*/ 2213461 w 3805936"/>
              <a:gd name="connsiteY1595" fmla="*/ 454979 h 856262"/>
              <a:gd name="connsiteX1596" fmla="*/ 2203311 w 3805936"/>
              <a:gd name="connsiteY1596" fmla="*/ 449830 h 856262"/>
              <a:gd name="connsiteX1597" fmla="*/ 2203311 w 3805936"/>
              <a:gd name="connsiteY1597" fmla="*/ 439975 h 856262"/>
              <a:gd name="connsiteX1598" fmla="*/ 2204636 w 3805936"/>
              <a:gd name="connsiteY1598" fmla="*/ 427915 h 856262"/>
              <a:gd name="connsiteX1599" fmla="*/ 2211255 w 3805936"/>
              <a:gd name="connsiteY1599" fmla="*/ 419090 h 856262"/>
              <a:gd name="connsiteX1600" fmla="*/ 2218020 w 3805936"/>
              <a:gd name="connsiteY1600" fmla="*/ 421296 h 856262"/>
              <a:gd name="connsiteX1601" fmla="*/ 2225228 w 3805936"/>
              <a:gd name="connsiteY1601" fmla="*/ 419972 h 856262"/>
              <a:gd name="connsiteX1602" fmla="*/ 2232288 w 3805936"/>
              <a:gd name="connsiteY1602" fmla="*/ 419972 h 856262"/>
              <a:gd name="connsiteX1603" fmla="*/ 2238613 w 3805936"/>
              <a:gd name="connsiteY1603" fmla="*/ 414236 h 856262"/>
              <a:gd name="connsiteX1604" fmla="*/ 2240230 w 3805936"/>
              <a:gd name="connsiteY1604" fmla="*/ 399527 h 856262"/>
              <a:gd name="connsiteX1605" fmla="*/ 2231551 w 3805936"/>
              <a:gd name="connsiteY1605" fmla="*/ 398351 h 856262"/>
              <a:gd name="connsiteX1606" fmla="*/ 2220520 w 3805936"/>
              <a:gd name="connsiteY1606" fmla="*/ 401441 h 856262"/>
              <a:gd name="connsiteX1607" fmla="*/ 2210371 w 3805936"/>
              <a:gd name="connsiteY1607" fmla="*/ 403646 h 856262"/>
              <a:gd name="connsiteX1608" fmla="*/ 2202135 w 3805936"/>
              <a:gd name="connsiteY1608" fmla="*/ 402469 h 856262"/>
              <a:gd name="connsiteX1609" fmla="*/ 2198016 w 3805936"/>
              <a:gd name="connsiteY1609" fmla="*/ 395997 h 856262"/>
              <a:gd name="connsiteX1610" fmla="*/ 2194781 w 3805936"/>
              <a:gd name="connsiteY1610" fmla="*/ 386584 h 856262"/>
              <a:gd name="connsiteX1611" fmla="*/ 2187428 w 3805936"/>
              <a:gd name="connsiteY1611" fmla="*/ 372906 h 856262"/>
              <a:gd name="connsiteX1612" fmla="*/ 2183308 w 3805936"/>
              <a:gd name="connsiteY1612" fmla="*/ 358197 h 856262"/>
              <a:gd name="connsiteX1613" fmla="*/ 2191251 w 3805936"/>
              <a:gd name="connsiteY1613" fmla="*/ 335106 h 856262"/>
              <a:gd name="connsiteX1614" fmla="*/ 2187426 w 3805936"/>
              <a:gd name="connsiteY1614" fmla="*/ 297894 h 856262"/>
              <a:gd name="connsiteX1615" fmla="*/ 2182720 w 3805936"/>
              <a:gd name="connsiteY1615" fmla="*/ 282009 h 856262"/>
              <a:gd name="connsiteX1616" fmla="*/ 2184631 w 3805936"/>
              <a:gd name="connsiteY1616" fmla="*/ 269948 h 856262"/>
              <a:gd name="connsiteX1617" fmla="*/ 2188751 w 3805936"/>
              <a:gd name="connsiteY1617" fmla="*/ 249356 h 856262"/>
              <a:gd name="connsiteX1618" fmla="*/ 2198900 w 3805936"/>
              <a:gd name="connsiteY1618" fmla="*/ 228471 h 856262"/>
              <a:gd name="connsiteX1619" fmla="*/ 2211990 w 3805936"/>
              <a:gd name="connsiteY1619" fmla="*/ 236413 h 856262"/>
              <a:gd name="connsiteX1620" fmla="*/ 2224345 w 3805936"/>
              <a:gd name="connsiteY1620" fmla="*/ 235089 h 856262"/>
              <a:gd name="connsiteX1621" fmla="*/ 2240524 w 3805936"/>
              <a:gd name="connsiteY1621" fmla="*/ 229941 h 856262"/>
              <a:gd name="connsiteX1622" fmla="*/ 2268175 w 3805936"/>
              <a:gd name="connsiteY1622" fmla="*/ 218616 h 856262"/>
              <a:gd name="connsiteX1623" fmla="*/ 2290091 w 3805936"/>
              <a:gd name="connsiteY1623" fmla="*/ 216410 h 856262"/>
              <a:gd name="connsiteX1624" fmla="*/ 2355689 w 3805936"/>
              <a:gd name="connsiteY1624" fmla="*/ 195083 h 856262"/>
              <a:gd name="connsiteX1625" fmla="*/ 139476 w 3805936"/>
              <a:gd name="connsiteY1625" fmla="*/ 178416 h 856262"/>
              <a:gd name="connsiteX1626" fmla="*/ 137746 w 3805936"/>
              <a:gd name="connsiteY1626" fmla="*/ 179091 h 856262"/>
              <a:gd name="connsiteX1627" fmla="*/ 136101 w 3805936"/>
              <a:gd name="connsiteY1627" fmla="*/ 180146 h 856262"/>
              <a:gd name="connsiteX1628" fmla="*/ 134160 w 3805936"/>
              <a:gd name="connsiteY1628" fmla="*/ 182340 h 856262"/>
              <a:gd name="connsiteX1629" fmla="*/ 131967 w 3805936"/>
              <a:gd name="connsiteY1629" fmla="*/ 184196 h 856262"/>
              <a:gd name="connsiteX1630" fmla="*/ 130026 w 3805936"/>
              <a:gd name="connsiteY1630" fmla="*/ 184829 h 856262"/>
              <a:gd name="connsiteX1631" fmla="*/ 129604 w 3805936"/>
              <a:gd name="connsiteY1631" fmla="*/ 185968 h 856262"/>
              <a:gd name="connsiteX1632" fmla="*/ 129562 w 3805936"/>
              <a:gd name="connsiteY1632" fmla="*/ 185968 h 856262"/>
              <a:gd name="connsiteX1633" fmla="*/ 129351 w 3805936"/>
              <a:gd name="connsiteY1633" fmla="*/ 188162 h 856262"/>
              <a:gd name="connsiteX1634" fmla="*/ 130195 w 3805936"/>
              <a:gd name="connsiteY1634" fmla="*/ 189006 h 856262"/>
              <a:gd name="connsiteX1635" fmla="*/ 134414 w 3805936"/>
              <a:gd name="connsiteY1635" fmla="*/ 190609 h 856262"/>
              <a:gd name="connsiteX1636" fmla="*/ 138379 w 3805936"/>
              <a:gd name="connsiteY1636" fmla="*/ 195671 h 856262"/>
              <a:gd name="connsiteX1637" fmla="*/ 139476 w 3805936"/>
              <a:gd name="connsiteY1637" fmla="*/ 198836 h 856262"/>
              <a:gd name="connsiteX1638" fmla="*/ 138337 w 3805936"/>
              <a:gd name="connsiteY1638" fmla="*/ 202253 h 856262"/>
              <a:gd name="connsiteX1639" fmla="*/ 136860 w 3805936"/>
              <a:gd name="connsiteY1639" fmla="*/ 204067 h 856262"/>
              <a:gd name="connsiteX1640" fmla="*/ 135384 w 3805936"/>
              <a:gd name="connsiteY1640" fmla="*/ 207147 h 856262"/>
              <a:gd name="connsiteX1641" fmla="*/ 135384 w 3805936"/>
              <a:gd name="connsiteY1641" fmla="*/ 210438 h 856262"/>
              <a:gd name="connsiteX1642" fmla="*/ 138168 w 3805936"/>
              <a:gd name="connsiteY1642" fmla="*/ 213306 h 856262"/>
              <a:gd name="connsiteX1643" fmla="*/ 139898 w 3805936"/>
              <a:gd name="connsiteY1643" fmla="*/ 214277 h 856262"/>
              <a:gd name="connsiteX1644" fmla="*/ 142303 w 3805936"/>
              <a:gd name="connsiteY1644" fmla="*/ 215838 h 856262"/>
              <a:gd name="connsiteX1645" fmla="*/ 143779 w 3805936"/>
              <a:gd name="connsiteY1645" fmla="*/ 215838 h 856262"/>
              <a:gd name="connsiteX1646" fmla="*/ 144792 w 3805936"/>
              <a:gd name="connsiteY1646" fmla="*/ 214403 h 856262"/>
              <a:gd name="connsiteX1647" fmla="*/ 145720 w 3805936"/>
              <a:gd name="connsiteY1647" fmla="*/ 212167 h 856262"/>
              <a:gd name="connsiteX1648" fmla="*/ 147154 w 3805936"/>
              <a:gd name="connsiteY1648" fmla="*/ 210184 h 856262"/>
              <a:gd name="connsiteX1649" fmla="*/ 148589 w 3805936"/>
              <a:gd name="connsiteY1649" fmla="*/ 209762 h 856262"/>
              <a:gd name="connsiteX1650" fmla="*/ 152808 w 3805936"/>
              <a:gd name="connsiteY1650" fmla="*/ 213391 h 856262"/>
              <a:gd name="connsiteX1651" fmla="*/ 152808 w 3805936"/>
              <a:gd name="connsiteY1651" fmla="*/ 216766 h 856262"/>
              <a:gd name="connsiteX1652" fmla="*/ 151416 w 3805936"/>
              <a:gd name="connsiteY1652" fmla="*/ 222503 h 856262"/>
              <a:gd name="connsiteX1653" fmla="*/ 150192 w 3805936"/>
              <a:gd name="connsiteY1653" fmla="*/ 225457 h 856262"/>
              <a:gd name="connsiteX1654" fmla="*/ 149475 w 3805936"/>
              <a:gd name="connsiteY1654" fmla="*/ 228621 h 856262"/>
              <a:gd name="connsiteX1655" fmla="*/ 148378 w 3805936"/>
              <a:gd name="connsiteY1655" fmla="*/ 230055 h 856262"/>
              <a:gd name="connsiteX1656" fmla="*/ 148800 w 3805936"/>
              <a:gd name="connsiteY1656" fmla="*/ 231996 h 856262"/>
              <a:gd name="connsiteX1657" fmla="*/ 150783 w 3805936"/>
              <a:gd name="connsiteY1657" fmla="*/ 232924 h 856262"/>
              <a:gd name="connsiteX1658" fmla="*/ 152892 w 3805936"/>
              <a:gd name="connsiteY1658" fmla="*/ 234190 h 856262"/>
              <a:gd name="connsiteX1659" fmla="*/ 155297 w 3805936"/>
              <a:gd name="connsiteY1659" fmla="*/ 233768 h 856262"/>
              <a:gd name="connsiteX1660" fmla="*/ 159305 w 3805936"/>
              <a:gd name="connsiteY1660" fmla="*/ 233473 h 856262"/>
              <a:gd name="connsiteX1661" fmla="*/ 160022 w 3805936"/>
              <a:gd name="connsiteY1661" fmla="*/ 227777 h 856262"/>
              <a:gd name="connsiteX1662" fmla="*/ 161119 w 3805936"/>
              <a:gd name="connsiteY1662" fmla="*/ 224697 h 856262"/>
              <a:gd name="connsiteX1663" fmla="*/ 162385 w 3805936"/>
              <a:gd name="connsiteY1663" fmla="*/ 219171 h 856262"/>
              <a:gd name="connsiteX1664" fmla="*/ 163693 w 3805936"/>
              <a:gd name="connsiteY1664" fmla="*/ 215205 h 856262"/>
              <a:gd name="connsiteX1665" fmla="*/ 163693 w 3805936"/>
              <a:gd name="connsiteY1665" fmla="*/ 210227 h 856262"/>
              <a:gd name="connsiteX1666" fmla="*/ 164663 w 3805936"/>
              <a:gd name="connsiteY1666" fmla="*/ 205501 h 856262"/>
              <a:gd name="connsiteX1667" fmla="*/ 164030 w 3805936"/>
              <a:gd name="connsiteY1667" fmla="*/ 203055 h 856262"/>
              <a:gd name="connsiteX1668" fmla="*/ 161921 w 3805936"/>
              <a:gd name="connsiteY1668" fmla="*/ 199553 h 856262"/>
              <a:gd name="connsiteX1669" fmla="*/ 160360 w 3805936"/>
              <a:gd name="connsiteY1669" fmla="*/ 198625 h 856262"/>
              <a:gd name="connsiteX1670" fmla="*/ 159347 w 3805936"/>
              <a:gd name="connsiteY1670" fmla="*/ 197950 h 856262"/>
              <a:gd name="connsiteX1671" fmla="*/ 157449 w 3805936"/>
              <a:gd name="connsiteY1671" fmla="*/ 197064 h 856262"/>
              <a:gd name="connsiteX1672" fmla="*/ 155423 w 3805936"/>
              <a:gd name="connsiteY1672" fmla="*/ 194912 h 856262"/>
              <a:gd name="connsiteX1673" fmla="*/ 153230 w 3805936"/>
              <a:gd name="connsiteY1673" fmla="*/ 192170 h 856262"/>
              <a:gd name="connsiteX1674" fmla="*/ 149264 w 3805936"/>
              <a:gd name="connsiteY1674" fmla="*/ 187951 h 856262"/>
              <a:gd name="connsiteX1675" fmla="*/ 147197 w 3805936"/>
              <a:gd name="connsiteY1675" fmla="*/ 185504 h 856262"/>
              <a:gd name="connsiteX1676" fmla="*/ 145973 w 3805936"/>
              <a:gd name="connsiteY1676" fmla="*/ 182382 h 856262"/>
              <a:gd name="connsiteX1677" fmla="*/ 143990 w 3805936"/>
              <a:gd name="connsiteY1677" fmla="*/ 180357 h 856262"/>
              <a:gd name="connsiteX1678" fmla="*/ 142725 w 3805936"/>
              <a:gd name="connsiteY1678" fmla="*/ 179007 h 856262"/>
              <a:gd name="connsiteX1679" fmla="*/ 139476 w 3805936"/>
              <a:gd name="connsiteY1679" fmla="*/ 178416 h 856262"/>
              <a:gd name="connsiteX1680" fmla="*/ 512202 w 3805936"/>
              <a:gd name="connsiteY1680" fmla="*/ 178252 h 856262"/>
              <a:gd name="connsiteX1681" fmla="*/ 529047 w 3805936"/>
              <a:gd name="connsiteY1681" fmla="*/ 180569 h 856262"/>
              <a:gd name="connsiteX1682" fmla="*/ 513015 w 3805936"/>
              <a:gd name="connsiteY1682" fmla="*/ 189597 h 856262"/>
              <a:gd name="connsiteX1683" fmla="*/ 495886 w 3805936"/>
              <a:gd name="connsiteY1683" fmla="*/ 184197 h 856262"/>
              <a:gd name="connsiteX1684" fmla="*/ 512171 w 3805936"/>
              <a:gd name="connsiteY1684" fmla="*/ 178248 h 856262"/>
              <a:gd name="connsiteX1685" fmla="*/ 512214 w 3805936"/>
              <a:gd name="connsiteY1685" fmla="*/ 178248 h 856262"/>
              <a:gd name="connsiteX1686" fmla="*/ 512202 w 3805936"/>
              <a:gd name="connsiteY1686" fmla="*/ 178252 h 856262"/>
              <a:gd name="connsiteX1687" fmla="*/ 713580 w 3805936"/>
              <a:gd name="connsiteY1687" fmla="*/ 158419 h 856262"/>
              <a:gd name="connsiteX1688" fmla="*/ 711302 w 3805936"/>
              <a:gd name="connsiteY1688" fmla="*/ 158925 h 856262"/>
              <a:gd name="connsiteX1689" fmla="*/ 709108 w 3805936"/>
              <a:gd name="connsiteY1689" fmla="*/ 161710 h 856262"/>
              <a:gd name="connsiteX1690" fmla="*/ 704889 w 3805936"/>
              <a:gd name="connsiteY1690" fmla="*/ 166182 h 856262"/>
              <a:gd name="connsiteX1691" fmla="*/ 700417 w 3805936"/>
              <a:gd name="connsiteY1691" fmla="*/ 169810 h 856262"/>
              <a:gd name="connsiteX1692" fmla="*/ 698646 w 3805936"/>
              <a:gd name="connsiteY1692" fmla="*/ 172088 h 856262"/>
              <a:gd name="connsiteX1693" fmla="*/ 697760 w 3805936"/>
              <a:gd name="connsiteY1693" fmla="*/ 173902 h 856262"/>
              <a:gd name="connsiteX1694" fmla="*/ 696409 w 3805936"/>
              <a:gd name="connsiteY1694" fmla="*/ 173902 h 856262"/>
              <a:gd name="connsiteX1695" fmla="*/ 693709 w 3805936"/>
              <a:gd name="connsiteY1695" fmla="*/ 172636 h 856262"/>
              <a:gd name="connsiteX1696" fmla="*/ 693397 w 3805936"/>
              <a:gd name="connsiteY1696" fmla="*/ 172324 h 856262"/>
              <a:gd name="connsiteX1697" fmla="*/ 693709 w 3805936"/>
              <a:gd name="connsiteY1697" fmla="*/ 170865 h 856262"/>
              <a:gd name="connsiteX1698" fmla="*/ 696283 w 3805936"/>
              <a:gd name="connsiteY1698" fmla="*/ 167532 h 856262"/>
              <a:gd name="connsiteX1699" fmla="*/ 695608 w 3805936"/>
              <a:gd name="connsiteY1699" fmla="*/ 166899 h 856262"/>
              <a:gd name="connsiteX1700" fmla="*/ 689448 w 3805936"/>
              <a:gd name="connsiteY1700" fmla="*/ 168207 h 856262"/>
              <a:gd name="connsiteX1701" fmla="*/ 687929 w 3805936"/>
              <a:gd name="connsiteY1701" fmla="*/ 167827 h 856262"/>
              <a:gd name="connsiteX1702" fmla="*/ 686031 w 3805936"/>
              <a:gd name="connsiteY1702" fmla="*/ 168586 h 856262"/>
              <a:gd name="connsiteX1703" fmla="*/ 682571 w 3805936"/>
              <a:gd name="connsiteY1703" fmla="*/ 171708 h 856262"/>
              <a:gd name="connsiteX1704" fmla="*/ 680209 w 3805936"/>
              <a:gd name="connsiteY1704" fmla="*/ 175927 h 856262"/>
              <a:gd name="connsiteX1705" fmla="*/ 680968 w 3805936"/>
              <a:gd name="connsiteY1705" fmla="*/ 177910 h 856262"/>
              <a:gd name="connsiteX1706" fmla="*/ 687212 w 3805936"/>
              <a:gd name="connsiteY1706" fmla="*/ 178965 h 856262"/>
              <a:gd name="connsiteX1707" fmla="*/ 689026 w 3805936"/>
              <a:gd name="connsiteY1707" fmla="*/ 178965 h 856262"/>
              <a:gd name="connsiteX1708" fmla="*/ 693245 w 3805936"/>
              <a:gd name="connsiteY1708" fmla="*/ 178585 h 856262"/>
              <a:gd name="connsiteX1709" fmla="*/ 696916 w 3805936"/>
              <a:gd name="connsiteY1709" fmla="*/ 180568 h 856262"/>
              <a:gd name="connsiteX1710" fmla="*/ 699658 w 3805936"/>
              <a:gd name="connsiteY1710" fmla="*/ 182551 h 856262"/>
              <a:gd name="connsiteX1711" fmla="*/ 703033 w 3805936"/>
              <a:gd name="connsiteY1711" fmla="*/ 185335 h 856262"/>
              <a:gd name="connsiteX1712" fmla="*/ 705311 w 3805936"/>
              <a:gd name="connsiteY1712" fmla="*/ 186938 h 856262"/>
              <a:gd name="connsiteX1713" fmla="*/ 707590 w 3805936"/>
              <a:gd name="connsiteY1713" fmla="*/ 188457 h 856262"/>
              <a:gd name="connsiteX1714" fmla="*/ 711808 w 3805936"/>
              <a:gd name="connsiteY1714" fmla="*/ 192001 h 856262"/>
              <a:gd name="connsiteX1715" fmla="*/ 714466 w 3805936"/>
              <a:gd name="connsiteY1715" fmla="*/ 194153 h 856262"/>
              <a:gd name="connsiteX1716" fmla="*/ 716955 w 3805936"/>
              <a:gd name="connsiteY1716" fmla="*/ 196262 h 856262"/>
              <a:gd name="connsiteX1717" fmla="*/ 714129 w 3805936"/>
              <a:gd name="connsiteY1717" fmla="*/ 197022 h 856262"/>
              <a:gd name="connsiteX1718" fmla="*/ 711555 w 3805936"/>
              <a:gd name="connsiteY1718" fmla="*/ 196051 h 856262"/>
              <a:gd name="connsiteX1719" fmla="*/ 710458 w 3805936"/>
              <a:gd name="connsiteY1719" fmla="*/ 194026 h 856262"/>
              <a:gd name="connsiteX1720" fmla="*/ 708897 w 3805936"/>
              <a:gd name="connsiteY1720" fmla="*/ 192550 h 856262"/>
              <a:gd name="connsiteX1721" fmla="*/ 707125 w 3805936"/>
              <a:gd name="connsiteY1721" fmla="*/ 190609 h 856262"/>
              <a:gd name="connsiteX1722" fmla="*/ 705775 w 3805936"/>
              <a:gd name="connsiteY1722" fmla="*/ 190314 h 856262"/>
              <a:gd name="connsiteX1723" fmla="*/ 704003 w 3805936"/>
              <a:gd name="connsiteY1723" fmla="*/ 189385 h 856262"/>
              <a:gd name="connsiteX1724" fmla="*/ 702147 w 3805936"/>
              <a:gd name="connsiteY1724" fmla="*/ 188035 h 856262"/>
              <a:gd name="connsiteX1725" fmla="*/ 699574 w 3805936"/>
              <a:gd name="connsiteY1725" fmla="*/ 186306 h 856262"/>
              <a:gd name="connsiteX1726" fmla="*/ 697591 w 3805936"/>
              <a:gd name="connsiteY1726" fmla="*/ 184576 h 856262"/>
              <a:gd name="connsiteX1727" fmla="*/ 696367 w 3805936"/>
              <a:gd name="connsiteY1727" fmla="*/ 184281 h 856262"/>
              <a:gd name="connsiteX1728" fmla="*/ 694258 w 3805936"/>
              <a:gd name="connsiteY1728" fmla="*/ 182298 h 856262"/>
              <a:gd name="connsiteX1729" fmla="*/ 689364 w 3805936"/>
              <a:gd name="connsiteY1729" fmla="*/ 184112 h 856262"/>
              <a:gd name="connsiteX1730" fmla="*/ 687086 w 3805936"/>
              <a:gd name="connsiteY1730" fmla="*/ 185504 h 856262"/>
              <a:gd name="connsiteX1731" fmla="*/ 686284 w 3805936"/>
              <a:gd name="connsiteY1731" fmla="*/ 187234 h 856262"/>
              <a:gd name="connsiteX1732" fmla="*/ 687592 w 3805936"/>
              <a:gd name="connsiteY1732" fmla="*/ 188668 h 856262"/>
              <a:gd name="connsiteX1733" fmla="*/ 690039 w 3805936"/>
              <a:gd name="connsiteY1733" fmla="*/ 189554 h 856262"/>
              <a:gd name="connsiteX1734" fmla="*/ 692401 w 3805936"/>
              <a:gd name="connsiteY1734" fmla="*/ 190103 h 856262"/>
              <a:gd name="connsiteX1735" fmla="*/ 693498 w 3805936"/>
              <a:gd name="connsiteY1735" fmla="*/ 191579 h 856262"/>
              <a:gd name="connsiteX1736" fmla="*/ 691220 w 3805936"/>
              <a:gd name="connsiteY1736" fmla="*/ 192507 h 856262"/>
              <a:gd name="connsiteX1737" fmla="*/ 689280 w 3805936"/>
              <a:gd name="connsiteY1737" fmla="*/ 193857 h 856262"/>
              <a:gd name="connsiteX1738" fmla="*/ 688014 w 3805936"/>
              <a:gd name="connsiteY1738" fmla="*/ 194110 h 856262"/>
              <a:gd name="connsiteX1739" fmla="*/ 685989 w 3805936"/>
              <a:gd name="connsiteY1739" fmla="*/ 193393 h 856262"/>
              <a:gd name="connsiteX1740" fmla="*/ 683204 w 3805936"/>
              <a:gd name="connsiteY1740" fmla="*/ 191664 h 856262"/>
              <a:gd name="connsiteX1741" fmla="*/ 680251 w 3805936"/>
              <a:gd name="connsiteY1741" fmla="*/ 190862 h 856262"/>
              <a:gd name="connsiteX1742" fmla="*/ 678943 w 3805936"/>
              <a:gd name="connsiteY1742" fmla="*/ 188457 h 856262"/>
              <a:gd name="connsiteX1743" fmla="*/ 674724 w 3805936"/>
              <a:gd name="connsiteY1743" fmla="*/ 187360 h 856262"/>
              <a:gd name="connsiteX1744" fmla="*/ 672151 w 3805936"/>
              <a:gd name="connsiteY1744" fmla="*/ 188964 h 856262"/>
              <a:gd name="connsiteX1745" fmla="*/ 670759 w 3805936"/>
              <a:gd name="connsiteY1745" fmla="*/ 190651 h 856262"/>
              <a:gd name="connsiteX1746" fmla="*/ 671265 w 3805936"/>
              <a:gd name="connsiteY1746" fmla="*/ 192085 h 856262"/>
              <a:gd name="connsiteX1747" fmla="*/ 672742 w 3805936"/>
              <a:gd name="connsiteY1747" fmla="*/ 194743 h 856262"/>
              <a:gd name="connsiteX1748" fmla="*/ 675906 w 3805936"/>
              <a:gd name="connsiteY1748" fmla="*/ 196347 h 856262"/>
              <a:gd name="connsiteX1749" fmla="*/ 679154 w 3805936"/>
              <a:gd name="connsiteY1749" fmla="*/ 198836 h 856262"/>
              <a:gd name="connsiteX1750" fmla="*/ 682361 w 3805936"/>
              <a:gd name="connsiteY1750" fmla="*/ 201240 h 856262"/>
              <a:gd name="connsiteX1751" fmla="*/ 681939 w 3805936"/>
              <a:gd name="connsiteY1751" fmla="*/ 203223 h 856262"/>
              <a:gd name="connsiteX1752" fmla="*/ 673796 w 3805936"/>
              <a:gd name="connsiteY1752" fmla="*/ 205037 h 856262"/>
              <a:gd name="connsiteX1753" fmla="*/ 669577 w 3805936"/>
              <a:gd name="connsiteY1753" fmla="*/ 201831 h 856262"/>
              <a:gd name="connsiteX1754" fmla="*/ 667299 w 3805936"/>
              <a:gd name="connsiteY1754" fmla="*/ 200945 h 856262"/>
              <a:gd name="connsiteX1755" fmla="*/ 667299 w 3805936"/>
              <a:gd name="connsiteY1755" fmla="*/ 206641 h 856262"/>
              <a:gd name="connsiteX1756" fmla="*/ 665021 w 3805936"/>
              <a:gd name="connsiteY1756" fmla="*/ 208666 h 856262"/>
              <a:gd name="connsiteX1757" fmla="*/ 667932 w 3805936"/>
              <a:gd name="connsiteY1757" fmla="*/ 211830 h 856262"/>
              <a:gd name="connsiteX1758" fmla="*/ 670421 w 3805936"/>
              <a:gd name="connsiteY1758" fmla="*/ 213349 h 856262"/>
              <a:gd name="connsiteX1759" fmla="*/ 673796 w 3805936"/>
              <a:gd name="connsiteY1759" fmla="*/ 215078 h 856262"/>
              <a:gd name="connsiteX1760" fmla="*/ 678859 w 3805936"/>
              <a:gd name="connsiteY1760" fmla="*/ 213644 h 856262"/>
              <a:gd name="connsiteX1761" fmla="*/ 681306 w 3805936"/>
              <a:gd name="connsiteY1761" fmla="*/ 213095 h 856262"/>
              <a:gd name="connsiteX1762" fmla="*/ 684175 w 3805936"/>
              <a:gd name="connsiteY1762" fmla="*/ 211366 h 856262"/>
              <a:gd name="connsiteX1763" fmla="*/ 686495 w 3805936"/>
              <a:gd name="connsiteY1763" fmla="*/ 209678 h 856262"/>
              <a:gd name="connsiteX1764" fmla="*/ 688773 w 3805936"/>
              <a:gd name="connsiteY1764" fmla="*/ 207231 h 856262"/>
              <a:gd name="connsiteX1765" fmla="*/ 693667 w 3805936"/>
              <a:gd name="connsiteY1765" fmla="*/ 209256 h 856262"/>
              <a:gd name="connsiteX1766" fmla="*/ 695608 w 3805936"/>
              <a:gd name="connsiteY1766" fmla="*/ 210311 h 856262"/>
              <a:gd name="connsiteX1767" fmla="*/ 698139 w 3805936"/>
              <a:gd name="connsiteY1767" fmla="*/ 212167 h 856262"/>
              <a:gd name="connsiteX1768" fmla="*/ 700417 w 3805936"/>
              <a:gd name="connsiteY1768" fmla="*/ 212420 h 856262"/>
              <a:gd name="connsiteX1769" fmla="*/ 703160 w 3805936"/>
              <a:gd name="connsiteY1769" fmla="*/ 210902 h 856262"/>
              <a:gd name="connsiteX1770" fmla="*/ 703160 w 3805936"/>
              <a:gd name="connsiteY1770" fmla="*/ 209256 h 856262"/>
              <a:gd name="connsiteX1771" fmla="*/ 702021 w 3805936"/>
              <a:gd name="connsiteY1771" fmla="*/ 206261 h 856262"/>
              <a:gd name="connsiteX1772" fmla="*/ 701092 w 3805936"/>
              <a:gd name="connsiteY1772" fmla="*/ 203055 h 856262"/>
              <a:gd name="connsiteX1773" fmla="*/ 699278 w 3805936"/>
              <a:gd name="connsiteY1773" fmla="*/ 202422 h 856262"/>
              <a:gd name="connsiteX1774" fmla="*/ 696705 w 3805936"/>
              <a:gd name="connsiteY1774" fmla="*/ 201198 h 856262"/>
              <a:gd name="connsiteX1775" fmla="*/ 695903 w 3805936"/>
              <a:gd name="connsiteY1775" fmla="*/ 199933 h 856262"/>
              <a:gd name="connsiteX1776" fmla="*/ 698350 w 3805936"/>
              <a:gd name="connsiteY1776" fmla="*/ 198329 h 856262"/>
              <a:gd name="connsiteX1777" fmla="*/ 702063 w 3805936"/>
              <a:gd name="connsiteY1777" fmla="*/ 198329 h 856262"/>
              <a:gd name="connsiteX1778" fmla="*/ 704805 w 3805936"/>
              <a:gd name="connsiteY1778" fmla="*/ 198329 h 856262"/>
              <a:gd name="connsiteX1779" fmla="*/ 711091 w 3805936"/>
              <a:gd name="connsiteY1779" fmla="*/ 199637 h 856262"/>
              <a:gd name="connsiteX1780" fmla="*/ 713200 w 3805936"/>
              <a:gd name="connsiteY1780" fmla="*/ 201831 h 856262"/>
              <a:gd name="connsiteX1781" fmla="*/ 714635 w 3805936"/>
              <a:gd name="connsiteY1781" fmla="*/ 203687 h 856262"/>
              <a:gd name="connsiteX1782" fmla="*/ 716534 w 3805936"/>
              <a:gd name="connsiteY1782" fmla="*/ 204531 h 856262"/>
              <a:gd name="connsiteX1783" fmla="*/ 721891 w 3805936"/>
              <a:gd name="connsiteY1783" fmla="*/ 207906 h 856262"/>
              <a:gd name="connsiteX1784" fmla="*/ 725604 w 3805936"/>
              <a:gd name="connsiteY1784" fmla="*/ 205966 h 856262"/>
              <a:gd name="connsiteX1785" fmla="*/ 728178 w 3805936"/>
              <a:gd name="connsiteY1785" fmla="*/ 202126 h 856262"/>
              <a:gd name="connsiteX1786" fmla="*/ 727334 w 3805936"/>
              <a:gd name="connsiteY1786" fmla="*/ 200228 h 856262"/>
              <a:gd name="connsiteX1787" fmla="*/ 726532 w 3805936"/>
              <a:gd name="connsiteY1787" fmla="*/ 198625 h 856262"/>
              <a:gd name="connsiteX1788" fmla="*/ 726532 w 3805936"/>
              <a:gd name="connsiteY1788" fmla="*/ 196726 h 856262"/>
              <a:gd name="connsiteX1789" fmla="*/ 725182 w 3805936"/>
              <a:gd name="connsiteY1789" fmla="*/ 195418 h 856262"/>
              <a:gd name="connsiteX1790" fmla="*/ 722187 w 3805936"/>
              <a:gd name="connsiteY1790" fmla="*/ 194448 h 856262"/>
              <a:gd name="connsiteX1791" fmla="*/ 721554 w 3805936"/>
              <a:gd name="connsiteY1791" fmla="*/ 193098 h 856262"/>
              <a:gd name="connsiteX1792" fmla="*/ 724127 w 3805936"/>
              <a:gd name="connsiteY1792" fmla="*/ 191410 h 856262"/>
              <a:gd name="connsiteX1793" fmla="*/ 726279 w 3805936"/>
              <a:gd name="connsiteY1793" fmla="*/ 190229 h 856262"/>
              <a:gd name="connsiteX1794" fmla="*/ 728262 w 3805936"/>
              <a:gd name="connsiteY1794" fmla="*/ 189343 h 856262"/>
              <a:gd name="connsiteX1795" fmla="*/ 734211 w 3805936"/>
              <a:gd name="connsiteY1795" fmla="*/ 187149 h 856262"/>
              <a:gd name="connsiteX1796" fmla="*/ 738176 w 3805936"/>
              <a:gd name="connsiteY1796" fmla="*/ 187656 h 856262"/>
              <a:gd name="connsiteX1797" fmla="*/ 740497 w 3805936"/>
              <a:gd name="connsiteY1797" fmla="*/ 185842 h 856262"/>
              <a:gd name="connsiteX1798" fmla="*/ 741341 w 3805936"/>
              <a:gd name="connsiteY1798" fmla="*/ 184281 h 856262"/>
              <a:gd name="connsiteX1799" fmla="*/ 740792 w 3805936"/>
              <a:gd name="connsiteY1799" fmla="*/ 181665 h 856262"/>
              <a:gd name="connsiteX1800" fmla="*/ 739189 w 3805936"/>
              <a:gd name="connsiteY1800" fmla="*/ 180273 h 856262"/>
              <a:gd name="connsiteX1801" fmla="*/ 738092 w 3805936"/>
              <a:gd name="connsiteY1801" fmla="*/ 180273 h 856262"/>
              <a:gd name="connsiteX1802" fmla="*/ 730582 w 3805936"/>
              <a:gd name="connsiteY1802" fmla="*/ 177657 h 856262"/>
              <a:gd name="connsiteX1803" fmla="*/ 729063 w 3805936"/>
              <a:gd name="connsiteY1803" fmla="*/ 180990 h 856262"/>
              <a:gd name="connsiteX1804" fmla="*/ 727376 w 3805936"/>
              <a:gd name="connsiteY1804" fmla="*/ 181876 h 856262"/>
              <a:gd name="connsiteX1805" fmla="*/ 725393 w 3805936"/>
              <a:gd name="connsiteY1805" fmla="*/ 182213 h 856262"/>
              <a:gd name="connsiteX1806" fmla="*/ 723326 w 3805936"/>
              <a:gd name="connsiteY1806" fmla="*/ 181412 h 856262"/>
              <a:gd name="connsiteX1807" fmla="*/ 721765 w 3805936"/>
              <a:gd name="connsiteY1807" fmla="*/ 183141 h 856262"/>
              <a:gd name="connsiteX1808" fmla="*/ 720035 w 3805936"/>
              <a:gd name="connsiteY1808" fmla="*/ 183141 h 856262"/>
              <a:gd name="connsiteX1809" fmla="*/ 718305 w 3805936"/>
              <a:gd name="connsiteY1809" fmla="*/ 182888 h 856262"/>
              <a:gd name="connsiteX1810" fmla="*/ 716913 w 3805936"/>
              <a:gd name="connsiteY1810" fmla="*/ 184829 h 856262"/>
              <a:gd name="connsiteX1811" fmla="*/ 717841 w 3805936"/>
              <a:gd name="connsiteY1811" fmla="*/ 186854 h 856262"/>
              <a:gd name="connsiteX1812" fmla="*/ 714466 w 3805936"/>
              <a:gd name="connsiteY1812" fmla="*/ 186854 h 856262"/>
              <a:gd name="connsiteX1813" fmla="*/ 715141 w 3805936"/>
              <a:gd name="connsiteY1813" fmla="*/ 184491 h 856262"/>
              <a:gd name="connsiteX1814" fmla="*/ 714340 w 3805936"/>
              <a:gd name="connsiteY1814" fmla="*/ 181665 h 856262"/>
              <a:gd name="connsiteX1815" fmla="*/ 718095 w 3805936"/>
              <a:gd name="connsiteY1815" fmla="*/ 181116 h 856262"/>
              <a:gd name="connsiteX1816" fmla="*/ 724296 w 3805936"/>
              <a:gd name="connsiteY1816" fmla="*/ 179260 h 856262"/>
              <a:gd name="connsiteX1817" fmla="*/ 724802 w 3805936"/>
              <a:gd name="connsiteY1817" fmla="*/ 176940 h 856262"/>
              <a:gd name="connsiteX1818" fmla="*/ 726616 w 3805936"/>
              <a:gd name="connsiteY1818" fmla="*/ 175252 h 856262"/>
              <a:gd name="connsiteX1819" fmla="*/ 730076 w 3805936"/>
              <a:gd name="connsiteY1819" fmla="*/ 174915 h 856262"/>
              <a:gd name="connsiteX1820" fmla="*/ 733114 w 3805936"/>
              <a:gd name="connsiteY1820" fmla="*/ 173565 h 856262"/>
              <a:gd name="connsiteX1821" fmla="*/ 732818 w 3805936"/>
              <a:gd name="connsiteY1821" fmla="*/ 170316 h 856262"/>
              <a:gd name="connsiteX1822" fmla="*/ 731721 w 3805936"/>
              <a:gd name="connsiteY1822" fmla="*/ 169515 h 856262"/>
              <a:gd name="connsiteX1823" fmla="*/ 730709 w 3805936"/>
              <a:gd name="connsiteY1823" fmla="*/ 168629 h 856262"/>
              <a:gd name="connsiteX1824" fmla="*/ 727292 w 3805936"/>
              <a:gd name="connsiteY1824" fmla="*/ 169515 h 856262"/>
              <a:gd name="connsiteX1825" fmla="*/ 723579 w 3805936"/>
              <a:gd name="connsiteY1825" fmla="*/ 169894 h 856262"/>
              <a:gd name="connsiteX1826" fmla="*/ 723579 w 3805936"/>
              <a:gd name="connsiteY1826" fmla="*/ 167489 h 856262"/>
              <a:gd name="connsiteX1827" fmla="*/ 721174 w 3805936"/>
              <a:gd name="connsiteY1827" fmla="*/ 167489 h 856262"/>
              <a:gd name="connsiteX1828" fmla="*/ 719909 w 3805936"/>
              <a:gd name="connsiteY1828" fmla="*/ 170063 h 856262"/>
              <a:gd name="connsiteX1829" fmla="*/ 717419 w 3805936"/>
              <a:gd name="connsiteY1829" fmla="*/ 171118 h 856262"/>
              <a:gd name="connsiteX1830" fmla="*/ 715183 w 3805936"/>
              <a:gd name="connsiteY1830" fmla="*/ 173185 h 856262"/>
              <a:gd name="connsiteX1831" fmla="*/ 716744 w 3805936"/>
              <a:gd name="connsiteY1831" fmla="*/ 173818 h 856262"/>
              <a:gd name="connsiteX1832" fmla="*/ 718812 w 3805936"/>
              <a:gd name="connsiteY1832" fmla="*/ 174830 h 856262"/>
              <a:gd name="connsiteX1833" fmla="*/ 717462 w 3805936"/>
              <a:gd name="connsiteY1833" fmla="*/ 177868 h 856262"/>
              <a:gd name="connsiteX1834" fmla="*/ 714213 w 3805936"/>
              <a:gd name="connsiteY1834" fmla="*/ 177657 h 856262"/>
              <a:gd name="connsiteX1835" fmla="*/ 714424 w 3805936"/>
              <a:gd name="connsiteY1835" fmla="*/ 176096 h 856262"/>
              <a:gd name="connsiteX1836" fmla="*/ 712736 w 3805936"/>
              <a:gd name="connsiteY1836" fmla="*/ 174071 h 856262"/>
              <a:gd name="connsiteX1837" fmla="*/ 713116 w 3805936"/>
              <a:gd name="connsiteY1837" fmla="*/ 172805 h 856262"/>
              <a:gd name="connsiteX1838" fmla="*/ 716365 w 3805936"/>
              <a:gd name="connsiteY1838" fmla="*/ 168586 h 856262"/>
              <a:gd name="connsiteX1839" fmla="*/ 717124 w 3805936"/>
              <a:gd name="connsiteY1839" fmla="*/ 167194 h 856262"/>
              <a:gd name="connsiteX1840" fmla="*/ 718432 w 3805936"/>
              <a:gd name="connsiteY1840" fmla="*/ 164958 h 856262"/>
              <a:gd name="connsiteX1841" fmla="*/ 716744 w 3805936"/>
              <a:gd name="connsiteY1841" fmla="*/ 164410 h 856262"/>
              <a:gd name="connsiteX1842" fmla="*/ 714508 w 3805936"/>
              <a:gd name="connsiteY1842" fmla="*/ 165211 h 856262"/>
              <a:gd name="connsiteX1843" fmla="*/ 713623 w 3805936"/>
              <a:gd name="connsiteY1843" fmla="*/ 166519 h 856262"/>
              <a:gd name="connsiteX1844" fmla="*/ 710332 w 3805936"/>
              <a:gd name="connsiteY1844" fmla="*/ 169641 h 856262"/>
              <a:gd name="connsiteX1845" fmla="*/ 708349 w 3805936"/>
              <a:gd name="connsiteY1845" fmla="*/ 172215 h 856262"/>
              <a:gd name="connsiteX1846" fmla="*/ 704805 w 3805936"/>
              <a:gd name="connsiteY1846" fmla="*/ 175294 h 856262"/>
              <a:gd name="connsiteX1847" fmla="*/ 703961 w 3805936"/>
              <a:gd name="connsiteY1847" fmla="*/ 177741 h 856262"/>
              <a:gd name="connsiteX1848" fmla="*/ 705227 w 3805936"/>
              <a:gd name="connsiteY1848" fmla="*/ 178163 h 856262"/>
              <a:gd name="connsiteX1849" fmla="*/ 706661 w 3805936"/>
              <a:gd name="connsiteY1849" fmla="*/ 177952 h 856262"/>
              <a:gd name="connsiteX1850" fmla="*/ 708602 w 3805936"/>
              <a:gd name="connsiteY1850" fmla="*/ 177108 h 856262"/>
              <a:gd name="connsiteX1851" fmla="*/ 708349 w 3805936"/>
              <a:gd name="connsiteY1851" fmla="*/ 178796 h 856262"/>
              <a:gd name="connsiteX1852" fmla="*/ 707547 w 3805936"/>
              <a:gd name="connsiteY1852" fmla="*/ 180273 h 856262"/>
              <a:gd name="connsiteX1853" fmla="*/ 709235 w 3805936"/>
              <a:gd name="connsiteY1853" fmla="*/ 181074 h 856262"/>
              <a:gd name="connsiteX1854" fmla="*/ 710458 w 3805936"/>
              <a:gd name="connsiteY1854" fmla="*/ 182635 h 856262"/>
              <a:gd name="connsiteX1855" fmla="*/ 709530 w 3805936"/>
              <a:gd name="connsiteY1855" fmla="*/ 183226 h 856262"/>
              <a:gd name="connsiteX1856" fmla="*/ 707927 w 3805936"/>
              <a:gd name="connsiteY1856" fmla="*/ 182804 h 856262"/>
              <a:gd name="connsiteX1857" fmla="*/ 706282 w 3805936"/>
              <a:gd name="connsiteY1857" fmla="*/ 181918 h 856262"/>
              <a:gd name="connsiteX1858" fmla="*/ 703666 w 3805936"/>
              <a:gd name="connsiteY1858" fmla="*/ 179977 h 856262"/>
              <a:gd name="connsiteX1859" fmla="*/ 702189 w 3805936"/>
              <a:gd name="connsiteY1859" fmla="*/ 178627 h 856262"/>
              <a:gd name="connsiteX1860" fmla="*/ 700164 w 3805936"/>
              <a:gd name="connsiteY1860" fmla="*/ 177319 h 856262"/>
              <a:gd name="connsiteX1861" fmla="*/ 700164 w 3805936"/>
              <a:gd name="connsiteY1861" fmla="*/ 175674 h 856262"/>
              <a:gd name="connsiteX1862" fmla="*/ 702485 w 3805936"/>
              <a:gd name="connsiteY1862" fmla="*/ 174619 h 856262"/>
              <a:gd name="connsiteX1863" fmla="*/ 704003 w 3805936"/>
              <a:gd name="connsiteY1863" fmla="*/ 173269 h 856262"/>
              <a:gd name="connsiteX1864" fmla="*/ 705649 w 3805936"/>
              <a:gd name="connsiteY1864" fmla="*/ 170991 h 856262"/>
              <a:gd name="connsiteX1865" fmla="*/ 708518 w 3805936"/>
              <a:gd name="connsiteY1865" fmla="*/ 167996 h 856262"/>
              <a:gd name="connsiteX1866" fmla="*/ 710121 w 3805936"/>
              <a:gd name="connsiteY1866" fmla="*/ 166646 h 856262"/>
              <a:gd name="connsiteX1867" fmla="*/ 711429 w 3805936"/>
              <a:gd name="connsiteY1867" fmla="*/ 165591 h 856262"/>
              <a:gd name="connsiteX1868" fmla="*/ 712483 w 3805936"/>
              <a:gd name="connsiteY1868" fmla="*/ 164536 h 856262"/>
              <a:gd name="connsiteX1869" fmla="*/ 714171 w 3805936"/>
              <a:gd name="connsiteY1869" fmla="*/ 162722 h 856262"/>
              <a:gd name="connsiteX1870" fmla="*/ 715394 w 3805936"/>
              <a:gd name="connsiteY1870" fmla="*/ 161119 h 856262"/>
              <a:gd name="connsiteX1871" fmla="*/ 715690 w 3805936"/>
              <a:gd name="connsiteY1871" fmla="*/ 159853 h 856262"/>
              <a:gd name="connsiteX1872" fmla="*/ 714719 w 3805936"/>
              <a:gd name="connsiteY1872" fmla="*/ 159600 h 856262"/>
              <a:gd name="connsiteX1873" fmla="*/ 713580 w 3805936"/>
              <a:gd name="connsiteY1873" fmla="*/ 158419 h 856262"/>
              <a:gd name="connsiteX1874" fmla="*/ 154200 w 3805936"/>
              <a:gd name="connsiteY1874" fmla="*/ 155803 h 856262"/>
              <a:gd name="connsiteX1875" fmla="*/ 152934 w 3805936"/>
              <a:gd name="connsiteY1875" fmla="*/ 156689 h 856262"/>
              <a:gd name="connsiteX1876" fmla="*/ 150951 w 3805936"/>
              <a:gd name="connsiteY1876" fmla="*/ 157238 h 856262"/>
              <a:gd name="connsiteX1877" fmla="*/ 149601 w 3805936"/>
              <a:gd name="connsiteY1877" fmla="*/ 159389 h 856262"/>
              <a:gd name="connsiteX1878" fmla="*/ 147998 w 3805936"/>
              <a:gd name="connsiteY1878" fmla="*/ 160528 h 856262"/>
              <a:gd name="connsiteX1879" fmla="*/ 146901 w 3805936"/>
              <a:gd name="connsiteY1879" fmla="*/ 162427 h 856262"/>
              <a:gd name="connsiteX1880" fmla="*/ 144792 w 3805936"/>
              <a:gd name="connsiteY1880" fmla="*/ 163946 h 856262"/>
              <a:gd name="connsiteX1881" fmla="*/ 144286 w 3805936"/>
              <a:gd name="connsiteY1881" fmla="*/ 166139 h 856262"/>
              <a:gd name="connsiteX1882" fmla="*/ 146648 w 3805936"/>
              <a:gd name="connsiteY1882" fmla="*/ 168502 h 856262"/>
              <a:gd name="connsiteX1883" fmla="*/ 149517 w 3805936"/>
              <a:gd name="connsiteY1883" fmla="*/ 172721 h 856262"/>
              <a:gd name="connsiteX1884" fmla="*/ 151289 w 3805936"/>
              <a:gd name="connsiteY1884" fmla="*/ 175337 h 856262"/>
              <a:gd name="connsiteX1885" fmla="*/ 154748 w 3805936"/>
              <a:gd name="connsiteY1885" fmla="*/ 178965 h 856262"/>
              <a:gd name="connsiteX1886" fmla="*/ 156647 w 3805936"/>
              <a:gd name="connsiteY1886" fmla="*/ 181623 h 856262"/>
              <a:gd name="connsiteX1887" fmla="*/ 158461 w 3805936"/>
              <a:gd name="connsiteY1887" fmla="*/ 184323 h 856262"/>
              <a:gd name="connsiteX1888" fmla="*/ 159263 w 3805936"/>
              <a:gd name="connsiteY1888" fmla="*/ 186263 h 856262"/>
              <a:gd name="connsiteX1889" fmla="*/ 163060 w 3805936"/>
              <a:gd name="connsiteY1889" fmla="*/ 191157 h 856262"/>
              <a:gd name="connsiteX1890" fmla="*/ 166097 w 3805936"/>
              <a:gd name="connsiteY1890" fmla="*/ 193478 h 856262"/>
              <a:gd name="connsiteX1891" fmla="*/ 168122 w 3805936"/>
              <a:gd name="connsiteY1891" fmla="*/ 194912 h 856262"/>
              <a:gd name="connsiteX1892" fmla="*/ 170105 w 3805936"/>
              <a:gd name="connsiteY1892" fmla="*/ 196557 h 856262"/>
              <a:gd name="connsiteX1893" fmla="*/ 173691 w 3805936"/>
              <a:gd name="connsiteY1893" fmla="*/ 198709 h 856262"/>
              <a:gd name="connsiteX1894" fmla="*/ 176349 w 3805936"/>
              <a:gd name="connsiteY1894" fmla="*/ 200903 h 856262"/>
              <a:gd name="connsiteX1895" fmla="*/ 179766 w 3805936"/>
              <a:gd name="connsiteY1895" fmla="*/ 201536 h 856262"/>
              <a:gd name="connsiteX1896" fmla="*/ 181918 w 3805936"/>
              <a:gd name="connsiteY1896" fmla="*/ 200861 h 856262"/>
              <a:gd name="connsiteX1897" fmla="*/ 184787 w 3805936"/>
              <a:gd name="connsiteY1897" fmla="*/ 198118 h 856262"/>
              <a:gd name="connsiteX1898" fmla="*/ 187149 w 3805936"/>
              <a:gd name="connsiteY1898" fmla="*/ 196684 h 856262"/>
              <a:gd name="connsiteX1899" fmla="*/ 189385 w 3805936"/>
              <a:gd name="connsiteY1899" fmla="*/ 194406 h 856262"/>
              <a:gd name="connsiteX1900" fmla="*/ 191790 w 3805936"/>
              <a:gd name="connsiteY1900" fmla="*/ 192254 h 856262"/>
              <a:gd name="connsiteX1901" fmla="*/ 193857 w 3805936"/>
              <a:gd name="connsiteY1901" fmla="*/ 191368 h 856262"/>
              <a:gd name="connsiteX1902" fmla="*/ 195376 w 3805936"/>
              <a:gd name="connsiteY1902" fmla="*/ 188710 h 856262"/>
              <a:gd name="connsiteX1903" fmla="*/ 197106 w 3805936"/>
              <a:gd name="connsiteY1903" fmla="*/ 186179 h 856262"/>
              <a:gd name="connsiteX1904" fmla="*/ 195967 w 3805936"/>
              <a:gd name="connsiteY1904" fmla="*/ 183521 h 856262"/>
              <a:gd name="connsiteX1905" fmla="*/ 193984 w 3805936"/>
              <a:gd name="connsiteY1905" fmla="*/ 179766 h 856262"/>
              <a:gd name="connsiteX1906" fmla="*/ 190271 w 3805936"/>
              <a:gd name="connsiteY1906" fmla="*/ 178459 h 856262"/>
              <a:gd name="connsiteX1907" fmla="*/ 188162 w 3805936"/>
              <a:gd name="connsiteY1907" fmla="*/ 180273 h 856262"/>
              <a:gd name="connsiteX1908" fmla="*/ 186432 w 3805936"/>
              <a:gd name="connsiteY1908" fmla="*/ 181116 h 856262"/>
              <a:gd name="connsiteX1909" fmla="*/ 184871 w 3805936"/>
              <a:gd name="connsiteY1909" fmla="*/ 182171 h 856262"/>
              <a:gd name="connsiteX1910" fmla="*/ 182888 w 3805936"/>
              <a:gd name="connsiteY1910" fmla="*/ 183816 h 856262"/>
              <a:gd name="connsiteX1911" fmla="*/ 179260 w 3805936"/>
              <a:gd name="connsiteY1911" fmla="*/ 185377 h 856262"/>
              <a:gd name="connsiteX1912" fmla="*/ 175252 w 3805936"/>
              <a:gd name="connsiteY1912" fmla="*/ 183395 h 856262"/>
              <a:gd name="connsiteX1913" fmla="*/ 173312 w 3805936"/>
              <a:gd name="connsiteY1913" fmla="*/ 181791 h 856262"/>
              <a:gd name="connsiteX1914" fmla="*/ 170611 w 3805936"/>
              <a:gd name="connsiteY1914" fmla="*/ 177066 h 856262"/>
              <a:gd name="connsiteX1915" fmla="*/ 172172 w 3805936"/>
              <a:gd name="connsiteY1915" fmla="*/ 172088 h 856262"/>
              <a:gd name="connsiteX1916" fmla="*/ 172974 w 3805936"/>
              <a:gd name="connsiteY1916" fmla="*/ 168840 h 856262"/>
              <a:gd name="connsiteX1917" fmla="*/ 173312 w 3805936"/>
              <a:gd name="connsiteY1917" fmla="*/ 166266 h 856262"/>
              <a:gd name="connsiteX1918" fmla="*/ 174535 w 3805936"/>
              <a:gd name="connsiteY1918" fmla="*/ 164030 h 856262"/>
              <a:gd name="connsiteX1919" fmla="*/ 174535 w 3805936"/>
              <a:gd name="connsiteY1919" fmla="*/ 162216 h 856262"/>
              <a:gd name="connsiteX1920" fmla="*/ 172341 w 3805936"/>
              <a:gd name="connsiteY1920" fmla="*/ 160739 h 856262"/>
              <a:gd name="connsiteX1921" fmla="*/ 168333 w 3805936"/>
              <a:gd name="connsiteY1921" fmla="*/ 159685 h 856262"/>
              <a:gd name="connsiteX1922" fmla="*/ 165000 w 3805936"/>
              <a:gd name="connsiteY1922" fmla="*/ 161414 h 856262"/>
              <a:gd name="connsiteX1923" fmla="*/ 164452 w 3805936"/>
              <a:gd name="connsiteY1923" fmla="*/ 163861 h 856262"/>
              <a:gd name="connsiteX1924" fmla="*/ 162385 w 3805936"/>
              <a:gd name="connsiteY1924" fmla="*/ 164916 h 856262"/>
              <a:gd name="connsiteX1925" fmla="*/ 160908 w 3805936"/>
              <a:gd name="connsiteY1925" fmla="*/ 162849 h 856262"/>
              <a:gd name="connsiteX1926" fmla="*/ 159136 w 3805936"/>
              <a:gd name="connsiteY1926" fmla="*/ 157575 h 856262"/>
              <a:gd name="connsiteX1927" fmla="*/ 155930 w 3805936"/>
              <a:gd name="connsiteY1927" fmla="*/ 155803 h 856262"/>
              <a:gd name="connsiteX1928" fmla="*/ 154200 w 3805936"/>
              <a:gd name="connsiteY1928" fmla="*/ 155803 h 856262"/>
              <a:gd name="connsiteX1929" fmla="*/ 523225 w 3805936"/>
              <a:gd name="connsiteY1929" fmla="*/ 138337 h 856262"/>
              <a:gd name="connsiteX1930" fmla="*/ 519976 w 3805936"/>
              <a:gd name="connsiteY1930" fmla="*/ 157238 h 856262"/>
              <a:gd name="connsiteX1931" fmla="*/ 510062 w 3805936"/>
              <a:gd name="connsiteY1931" fmla="*/ 167574 h 856262"/>
              <a:gd name="connsiteX1932" fmla="*/ 506223 w 3805936"/>
              <a:gd name="connsiteY1932" fmla="*/ 173902 h 856262"/>
              <a:gd name="connsiteX1933" fmla="*/ 456355 w 3805936"/>
              <a:gd name="connsiteY1933" fmla="*/ 208370 h 856262"/>
              <a:gd name="connsiteX1934" fmla="*/ 471121 w 3805936"/>
              <a:gd name="connsiteY1934" fmla="*/ 209341 h 856262"/>
              <a:gd name="connsiteX1935" fmla="*/ 471290 w 3805936"/>
              <a:gd name="connsiteY1935" fmla="*/ 209214 h 856262"/>
              <a:gd name="connsiteX1936" fmla="*/ 487448 w 3805936"/>
              <a:gd name="connsiteY1936" fmla="*/ 220858 h 856262"/>
              <a:gd name="connsiteX1937" fmla="*/ 468379 w 3805936"/>
              <a:gd name="connsiteY1937" fmla="*/ 221196 h 856262"/>
              <a:gd name="connsiteX1938" fmla="*/ 454879 w 3805936"/>
              <a:gd name="connsiteY1938" fmla="*/ 208919 h 856262"/>
              <a:gd name="connsiteX1939" fmla="*/ 444293 w 3805936"/>
              <a:gd name="connsiteY1939" fmla="*/ 212807 h 856262"/>
              <a:gd name="connsiteX1940" fmla="*/ 444668 w 3805936"/>
              <a:gd name="connsiteY1940" fmla="*/ 214730 h 856262"/>
              <a:gd name="connsiteX1941" fmla="*/ 450281 w 3805936"/>
              <a:gd name="connsiteY1941" fmla="*/ 243640 h 856262"/>
              <a:gd name="connsiteX1942" fmla="*/ 580644 w 3805936"/>
              <a:gd name="connsiteY1942" fmla="*/ 223980 h 856262"/>
              <a:gd name="connsiteX1943" fmla="*/ 585158 w 3805936"/>
              <a:gd name="connsiteY1943" fmla="*/ 222462 h 856262"/>
              <a:gd name="connsiteX1944" fmla="*/ 585158 w 3805936"/>
              <a:gd name="connsiteY1944" fmla="*/ 227187 h 856262"/>
              <a:gd name="connsiteX1945" fmla="*/ 572248 w 3805936"/>
              <a:gd name="connsiteY1945" fmla="*/ 263764 h 856262"/>
              <a:gd name="connsiteX1946" fmla="*/ 540185 w 3805936"/>
              <a:gd name="connsiteY1946" fmla="*/ 284648 h 856262"/>
              <a:gd name="connsiteX1947" fmla="*/ 526811 w 3805936"/>
              <a:gd name="connsiteY1947" fmla="*/ 309455 h 856262"/>
              <a:gd name="connsiteX1948" fmla="*/ 520652 w 3805936"/>
              <a:gd name="connsiteY1948" fmla="*/ 313673 h 856262"/>
              <a:gd name="connsiteX1949" fmla="*/ 582247 w 3805936"/>
              <a:gd name="connsiteY1949" fmla="*/ 304265 h 856262"/>
              <a:gd name="connsiteX1950" fmla="*/ 587099 w 3805936"/>
              <a:gd name="connsiteY1950" fmla="*/ 303337 h 856262"/>
              <a:gd name="connsiteX1951" fmla="*/ 586846 w 3805936"/>
              <a:gd name="connsiteY1951" fmla="*/ 303337 h 856262"/>
              <a:gd name="connsiteX1952" fmla="*/ 600051 w 3805936"/>
              <a:gd name="connsiteY1952" fmla="*/ 300595 h 856262"/>
              <a:gd name="connsiteX1953" fmla="*/ 579589 w 3805936"/>
              <a:gd name="connsiteY1953" fmla="*/ 330718 h 856262"/>
              <a:gd name="connsiteX1954" fmla="*/ 531410 w 3805936"/>
              <a:gd name="connsiteY1954" fmla="*/ 369067 h 856262"/>
              <a:gd name="connsiteX1955" fmla="*/ 479728 w 3805936"/>
              <a:gd name="connsiteY1955" fmla="*/ 385563 h 856262"/>
              <a:gd name="connsiteX1956" fmla="*/ 471291 w 3805936"/>
              <a:gd name="connsiteY1956" fmla="*/ 386111 h 856262"/>
              <a:gd name="connsiteX1957" fmla="*/ 455554 w 3805936"/>
              <a:gd name="connsiteY1957" fmla="*/ 384972 h 856262"/>
              <a:gd name="connsiteX1958" fmla="*/ 450576 w 3805936"/>
              <a:gd name="connsiteY1958" fmla="*/ 384255 h 856262"/>
              <a:gd name="connsiteX1959" fmla="*/ 460237 w 3805936"/>
              <a:gd name="connsiteY1959" fmla="*/ 424630 h 856262"/>
              <a:gd name="connsiteX1960" fmla="*/ 428047 w 3805936"/>
              <a:gd name="connsiteY1960" fmla="*/ 426697 h 856262"/>
              <a:gd name="connsiteX1961" fmla="*/ 395815 w 3805936"/>
              <a:gd name="connsiteY1961" fmla="*/ 424630 h 856262"/>
              <a:gd name="connsiteX1962" fmla="*/ 405476 w 3805936"/>
              <a:gd name="connsiteY1962" fmla="*/ 384255 h 856262"/>
              <a:gd name="connsiteX1963" fmla="*/ 400498 w 3805936"/>
              <a:gd name="connsiteY1963" fmla="*/ 384972 h 856262"/>
              <a:gd name="connsiteX1964" fmla="*/ 384762 w 3805936"/>
              <a:gd name="connsiteY1964" fmla="*/ 386111 h 856262"/>
              <a:gd name="connsiteX1965" fmla="*/ 376324 w 3805936"/>
              <a:gd name="connsiteY1965" fmla="*/ 385563 h 856262"/>
              <a:gd name="connsiteX1966" fmla="*/ 324600 w 3805936"/>
              <a:gd name="connsiteY1966" fmla="*/ 369067 h 856262"/>
              <a:gd name="connsiteX1967" fmla="*/ 276421 w 3805936"/>
              <a:gd name="connsiteY1967" fmla="*/ 330718 h 856262"/>
              <a:gd name="connsiteX1968" fmla="*/ 255959 w 3805936"/>
              <a:gd name="connsiteY1968" fmla="*/ 300595 h 856262"/>
              <a:gd name="connsiteX1969" fmla="*/ 269164 w 3805936"/>
              <a:gd name="connsiteY1969" fmla="*/ 303337 h 856262"/>
              <a:gd name="connsiteX1970" fmla="*/ 274058 w 3805936"/>
              <a:gd name="connsiteY1970" fmla="*/ 304265 h 856262"/>
              <a:gd name="connsiteX1971" fmla="*/ 335612 w 3805936"/>
              <a:gd name="connsiteY1971" fmla="*/ 313631 h 856262"/>
              <a:gd name="connsiteX1972" fmla="*/ 329452 w 3805936"/>
              <a:gd name="connsiteY1972" fmla="*/ 309623 h 856262"/>
              <a:gd name="connsiteX1973" fmla="*/ 316078 w 3805936"/>
              <a:gd name="connsiteY1973" fmla="*/ 284816 h 856262"/>
              <a:gd name="connsiteX1974" fmla="*/ 284015 w 3805936"/>
              <a:gd name="connsiteY1974" fmla="*/ 263933 h 856262"/>
              <a:gd name="connsiteX1975" fmla="*/ 271105 w 3805936"/>
              <a:gd name="connsiteY1975" fmla="*/ 227355 h 856262"/>
              <a:gd name="connsiteX1976" fmla="*/ 271105 w 3805936"/>
              <a:gd name="connsiteY1976" fmla="*/ 222630 h 856262"/>
              <a:gd name="connsiteX1977" fmla="*/ 275577 w 3805936"/>
              <a:gd name="connsiteY1977" fmla="*/ 224149 h 856262"/>
              <a:gd name="connsiteX1978" fmla="*/ 406151 w 3805936"/>
              <a:gd name="connsiteY1978" fmla="*/ 243640 h 856262"/>
              <a:gd name="connsiteX1979" fmla="*/ 412775 w 3805936"/>
              <a:gd name="connsiteY1979" fmla="*/ 209552 h 856262"/>
              <a:gd name="connsiteX1980" fmla="*/ 412775 w 3805936"/>
              <a:gd name="connsiteY1980" fmla="*/ 209003 h 856262"/>
              <a:gd name="connsiteX1981" fmla="*/ 427921 w 3805936"/>
              <a:gd name="connsiteY1981" fmla="*/ 191537 h 856262"/>
              <a:gd name="connsiteX1982" fmla="*/ 428469 w 3805936"/>
              <a:gd name="connsiteY1982" fmla="*/ 191537 h 856262"/>
              <a:gd name="connsiteX1983" fmla="*/ 440161 w 3805936"/>
              <a:gd name="connsiteY1983" fmla="*/ 198688 h 856262"/>
              <a:gd name="connsiteX1984" fmla="*/ 443187 w 3805936"/>
              <a:gd name="connsiteY1984" fmla="*/ 207616 h 856262"/>
              <a:gd name="connsiteX1985" fmla="*/ 453360 w 3805936"/>
              <a:gd name="connsiteY1985" fmla="*/ 203898 h 856262"/>
              <a:gd name="connsiteX1986" fmla="*/ 449141 w 3805936"/>
              <a:gd name="connsiteY1986" fmla="*/ 185842 h 856262"/>
              <a:gd name="connsiteX1987" fmla="*/ 459140 w 3805936"/>
              <a:gd name="connsiteY1987" fmla="*/ 168502 h 856262"/>
              <a:gd name="connsiteX1988" fmla="*/ 462389 w 3805936"/>
              <a:gd name="connsiteY1988" fmla="*/ 187951 h 856262"/>
              <a:gd name="connsiteX1989" fmla="*/ 453613 w 3805936"/>
              <a:gd name="connsiteY1989" fmla="*/ 203730 h 856262"/>
              <a:gd name="connsiteX1990" fmla="*/ 474065 w 3805936"/>
              <a:gd name="connsiteY1990" fmla="*/ 191678 h 856262"/>
              <a:gd name="connsiteX1991" fmla="*/ 470193 w 3805936"/>
              <a:gd name="connsiteY1991" fmla="*/ 174915 h 856262"/>
              <a:gd name="connsiteX1992" fmla="*/ 479348 w 3805936"/>
              <a:gd name="connsiteY1992" fmla="*/ 157153 h 856262"/>
              <a:gd name="connsiteX1993" fmla="*/ 482723 w 3805936"/>
              <a:gd name="connsiteY1993" fmla="*/ 176813 h 856262"/>
              <a:gd name="connsiteX1994" fmla="*/ 482849 w 3805936"/>
              <a:gd name="connsiteY1994" fmla="*/ 176813 h 856262"/>
              <a:gd name="connsiteX1995" fmla="*/ 478710 w 3805936"/>
              <a:gd name="connsiteY1995" fmla="*/ 188098 h 856262"/>
              <a:gd name="connsiteX1996" fmla="*/ 477291 w 3805936"/>
              <a:gd name="connsiteY1996" fmla="*/ 189777 h 856262"/>
              <a:gd name="connsiteX1997" fmla="*/ 493060 w 3805936"/>
              <a:gd name="connsiteY1997" fmla="*/ 180484 h 856262"/>
              <a:gd name="connsiteX1998" fmla="*/ 489094 w 3805936"/>
              <a:gd name="connsiteY1998" fmla="*/ 162933 h 856262"/>
              <a:gd name="connsiteX1999" fmla="*/ 497532 w 3805936"/>
              <a:gd name="connsiteY1999" fmla="*/ 146058 h 856262"/>
              <a:gd name="connsiteX2000" fmla="*/ 500612 w 3805936"/>
              <a:gd name="connsiteY2000" fmla="*/ 164916 h 856262"/>
              <a:gd name="connsiteX2001" fmla="*/ 493186 w 3805936"/>
              <a:gd name="connsiteY2001" fmla="*/ 180442 h 856262"/>
              <a:gd name="connsiteX2002" fmla="*/ 505421 w 3805936"/>
              <a:gd name="connsiteY2002" fmla="*/ 169219 h 856262"/>
              <a:gd name="connsiteX2003" fmla="*/ 508163 w 3805936"/>
              <a:gd name="connsiteY2003" fmla="*/ 165929 h 856262"/>
              <a:gd name="connsiteX2004" fmla="*/ 510568 w 3805936"/>
              <a:gd name="connsiteY2004" fmla="*/ 150783 h 856262"/>
              <a:gd name="connsiteX2005" fmla="*/ 523225 w 3805936"/>
              <a:gd name="connsiteY2005" fmla="*/ 138337 h 856262"/>
              <a:gd name="connsiteX2006" fmla="*/ 251740 w 3805936"/>
              <a:gd name="connsiteY2006" fmla="*/ 136143 h 856262"/>
              <a:gd name="connsiteX2007" fmla="*/ 249209 w 3805936"/>
              <a:gd name="connsiteY2007" fmla="*/ 137704 h 856262"/>
              <a:gd name="connsiteX2008" fmla="*/ 247310 w 3805936"/>
              <a:gd name="connsiteY2008" fmla="*/ 139603 h 856262"/>
              <a:gd name="connsiteX2009" fmla="*/ 243682 w 3805936"/>
              <a:gd name="connsiteY2009" fmla="*/ 138253 h 856262"/>
              <a:gd name="connsiteX2010" fmla="*/ 242543 w 3805936"/>
              <a:gd name="connsiteY2010" fmla="*/ 140151 h 856262"/>
              <a:gd name="connsiteX2011" fmla="*/ 242543 w 3805936"/>
              <a:gd name="connsiteY2011" fmla="*/ 145383 h 856262"/>
              <a:gd name="connsiteX2012" fmla="*/ 242543 w 3805936"/>
              <a:gd name="connsiteY2012" fmla="*/ 147619 h 856262"/>
              <a:gd name="connsiteX2013" fmla="*/ 243851 w 3805936"/>
              <a:gd name="connsiteY2013" fmla="*/ 148842 h 856262"/>
              <a:gd name="connsiteX2014" fmla="*/ 244653 w 3805936"/>
              <a:gd name="connsiteY2014" fmla="*/ 150825 h 856262"/>
              <a:gd name="connsiteX2015" fmla="*/ 248871 w 3805936"/>
              <a:gd name="connsiteY2015" fmla="*/ 151500 h 856262"/>
              <a:gd name="connsiteX2016" fmla="*/ 250728 w 3805936"/>
              <a:gd name="connsiteY2016" fmla="*/ 148969 h 856262"/>
              <a:gd name="connsiteX2017" fmla="*/ 252500 w 3805936"/>
              <a:gd name="connsiteY2017" fmla="*/ 147703 h 856262"/>
              <a:gd name="connsiteX2018" fmla="*/ 253470 w 3805936"/>
              <a:gd name="connsiteY2018" fmla="*/ 145593 h 856262"/>
              <a:gd name="connsiteX2019" fmla="*/ 253470 w 3805936"/>
              <a:gd name="connsiteY2019" fmla="*/ 145425 h 856262"/>
              <a:gd name="connsiteX2020" fmla="*/ 253259 w 3805936"/>
              <a:gd name="connsiteY2020" fmla="*/ 142936 h 856262"/>
              <a:gd name="connsiteX2021" fmla="*/ 253892 w 3805936"/>
              <a:gd name="connsiteY2021" fmla="*/ 141417 h 856262"/>
              <a:gd name="connsiteX2022" fmla="*/ 254272 w 3805936"/>
              <a:gd name="connsiteY2022" fmla="*/ 139518 h 856262"/>
              <a:gd name="connsiteX2023" fmla="*/ 253555 w 3805936"/>
              <a:gd name="connsiteY2023" fmla="*/ 137746 h 856262"/>
              <a:gd name="connsiteX2024" fmla="*/ 252879 w 3805936"/>
              <a:gd name="connsiteY2024" fmla="*/ 136143 h 856262"/>
              <a:gd name="connsiteX2025" fmla="*/ 251740 w 3805936"/>
              <a:gd name="connsiteY2025" fmla="*/ 136143 h 856262"/>
              <a:gd name="connsiteX2026" fmla="*/ 1734999 w 3805936"/>
              <a:gd name="connsiteY2026" fmla="*/ 132278 h 856262"/>
              <a:gd name="connsiteX2027" fmla="*/ 1746178 w 3805936"/>
              <a:gd name="connsiteY2027" fmla="*/ 133455 h 856262"/>
              <a:gd name="connsiteX2028" fmla="*/ 1760003 w 3805936"/>
              <a:gd name="connsiteY2028" fmla="*/ 133455 h 856262"/>
              <a:gd name="connsiteX2029" fmla="*/ 1767210 w 3805936"/>
              <a:gd name="connsiteY2029" fmla="*/ 139191 h 856262"/>
              <a:gd name="connsiteX2030" fmla="*/ 1780155 w 3805936"/>
              <a:gd name="connsiteY2030" fmla="*/ 143161 h 856262"/>
              <a:gd name="connsiteX2031" fmla="*/ 1784420 w 3805936"/>
              <a:gd name="connsiteY2031" fmla="*/ 157870 h 856262"/>
              <a:gd name="connsiteX2032" fmla="*/ 1794422 w 3805936"/>
              <a:gd name="connsiteY2032" fmla="*/ 179933 h 856262"/>
              <a:gd name="connsiteX2033" fmla="*/ 1782067 w 3805936"/>
              <a:gd name="connsiteY2033" fmla="*/ 202584 h 856262"/>
              <a:gd name="connsiteX2034" fmla="*/ 1784420 w 3805936"/>
              <a:gd name="connsiteY2034" fmla="*/ 210084 h 856262"/>
              <a:gd name="connsiteX2035" fmla="*/ 1828545 w 3805936"/>
              <a:gd name="connsiteY2035" fmla="*/ 199789 h 856262"/>
              <a:gd name="connsiteX2036" fmla="*/ 1853697 w 3805936"/>
              <a:gd name="connsiteY2036" fmla="*/ 194053 h 856262"/>
              <a:gd name="connsiteX2037" fmla="*/ 1864433 w 3805936"/>
              <a:gd name="connsiteY2037" fmla="*/ 198613 h 856262"/>
              <a:gd name="connsiteX2038" fmla="*/ 1875612 w 3805936"/>
              <a:gd name="connsiteY2038" fmla="*/ 202289 h 856262"/>
              <a:gd name="connsiteX2039" fmla="*/ 1888995 w 3805936"/>
              <a:gd name="connsiteY2039" fmla="*/ 214056 h 856262"/>
              <a:gd name="connsiteX2040" fmla="*/ 1888702 w 3805936"/>
              <a:gd name="connsiteY2040" fmla="*/ 214056 h 856262"/>
              <a:gd name="connsiteX2041" fmla="*/ 1894732 w 3805936"/>
              <a:gd name="connsiteY2041" fmla="*/ 220674 h 856262"/>
              <a:gd name="connsiteX2042" fmla="*/ 1893997 w 3805936"/>
              <a:gd name="connsiteY2042" fmla="*/ 234206 h 856262"/>
              <a:gd name="connsiteX2043" fmla="*/ 1869875 w 3805936"/>
              <a:gd name="connsiteY2043" fmla="*/ 254651 h 856262"/>
              <a:gd name="connsiteX2044" fmla="*/ 1856932 w 3805936"/>
              <a:gd name="connsiteY2044" fmla="*/ 250827 h 856262"/>
              <a:gd name="connsiteX2045" fmla="*/ 1835017 w 3805936"/>
              <a:gd name="connsiteY2045" fmla="*/ 252297 h 856262"/>
              <a:gd name="connsiteX2046" fmla="*/ 1817513 w 3805936"/>
              <a:gd name="connsiteY2046" fmla="*/ 254357 h 856262"/>
              <a:gd name="connsiteX2047" fmla="*/ 1801482 w 3805936"/>
              <a:gd name="connsiteY2047" fmla="*/ 259211 h 856262"/>
              <a:gd name="connsiteX2048" fmla="*/ 1785448 w 3805936"/>
              <a:gd name="connsiteY2048" fmla="*/ 264947 h 856262"/>
              <a:gd name="connsiteX2049" fmla="*/ 1770740 w 3805936"/>
              <a:gd name="connsiteY2049" fmla="*/ 264947 h 856262"/>
              <a:gd name="connsiteX2050" fmla="*/ 1748384 w 3805936"/>
              <a:gd name="connsiteY2050" fmla="*/ 274359 h 856262"/>
              <a:gd name="connsiteX2051" fmla="*/ 1696170 w 3805936"/>
              <a:gd name="connsiteY2051" fmla="*/ 287302 h 856262"/>
              <a:gd name="connsiteX2052" fmla="*/ 1681462 w 3805936"/>
              <a:gd name="connsiteY2052" fmla="*/ 291127 h 856262"/>
              <a:gd name="connsiteX2053" fmla="*/ 1666754 w 3805936"/>
              <a:gd name="connsiteY2053" fmla="*/ 294804 h 856262"/>
              <a:gd name="connsiteX2054" fmla="*/ 1653515 w 3805936"/>
              <a:gd name="connsiteY2054" fmla="*/ 298187 h 856262"/>
              <a:gd name="connsiteX2055" fmla="*/ 1642337 w 3805936"/>
              <a:gd name="connsiteY2055" fmla="*/ 299657 h 856262"/>
              <a:gd name="connsiteX2056" fmla="*/ 1630277 w 3805936"/>
              <a:gd name="connsiteY2056" fmla="*/ 302894 h 856262"/>
              <a:gd name="connsiteX2057" fmla="*/ 1619687 w 3805936"/>
              <a:gd name="connsiteY2057" fmla="*/ 302894 h 856262"/>
              <a:gd name="connsiteX2058" fmla="*/ 1611302 w 3805936"/>
              <a:gd name="connsiteY2058" fmla="*/ 302894 h 856262"/>
              <a:gd name="connsiteX2059" fmla="*/ 1597770 w 3805936"/>
              <a:gd name="connsiteY2059" fmla="*/ 306570 h 856262"/>
              <a:gd name="connsiteX2060" fmla="*/ 1586299 w 3805936"/>
              <a:gd name="connsiteY2060" fmla="*/ 310542 h 856262"/>
              <a:gd name="connsiteX2061" fmla="*/ 1576297 w 3805936"/>
              <a:gd name="connsiteY2061" fmla="*/ 316279 h 856262"/>
              <a:gd name="connsiteX2062" fmla="*/ 1568207 w 3805936"/>
              <a:gd name="connsiteY2062" fmla="*/ 310542 h 856262"/>
              <a:gd name="connsiteX2063" fmla="*/ 1553499 w 3805936"/>
              <a:gd name="connsiteY2063" fmla="*/ 309660 h 856262"/>
              <a:gd name="connsiteX2064" fmla="*/ 1549675 w 3805936"/>
              <a:gd name="connsiteY2064" fmla="*/ 293922 h 856262"/>
              <a:gd name="connsiteX2065" fmla="*/ 1548940 w 3805936"/>
              <a:gd name="connsiteY2065" fmla="*/ 280979 h 856262"/>
              <a:gd name="connsiteX2066" fmla="*/ 1551734 w 3805936"/>
              <a:gd name="connsiteY2066" fmla="*/ 270682 h 856262"/>
              <a:gd name="connsiteX2067" fmla="*/ 1581150 w 3805936"/>
              <a:gd name="connsiteY2067" fmla="*/ 255974 h 856262"/>
              <a:gd name="connsiteX2068" fmla="*/ 1588947 w 3805936"/>
              <a:gd name="connsiteY2068" fmla="*/ 260387 h 856262"/>
              <a:gd name="connsiteX2069" fmla="*/ 1605860 w 3805936"/>
              <a:gd name="connsiteY2069" fmla="*/ 254651 h 856262"/>
              <a:gd name="connsiteX2070" fmla="*/ 1646309 w 3805936"/>
              <a:gd name="connsiteY2070" fmla="*/ 246561 h 856262"/>
              <a:gd name="connsiteX2071" fmla="*/ 1663517 w 3805936"/>
              <a:gd name="connsiteY2071" fmla="*/ 244207 h 856262"/>
              <a:gd name="connsiteX2072" fmla="*/ 1695140 w 3805936"/>
              <a:gd name="connsiteY2072" fmla="*/ 234501 h 856262"/>
              <a:gd name="connsiteX2073" fmla="*/ 1708084 w 3805936"/>
              <a:gd name="connsiteY2073" fmla="*/ 226999 h 856262"/>
              <a:gd name="connsiteX2074" fmla="*/ 1706613 w 3805936"/>
              <a:gd name="connsiteY2074" fmla="*/ 218174 h 856262"/>
              <a:gd name="connsiteX2075" fmla="*/ 1697494 w 3805936"/>
              <a:gd name="connsiteY2075" fmla="*/ 215233 h 856262"/>
              <a:gd name="connsiteX2076" fmla="*/ 1688815 w 3805936"/>
              <a:gd name="connsiteY2076" fmla="*/ 208614 h 856262"/>
              <a:gd name="connsiteX2077" fmla="*/ 1690875 w 3805936"/>
              <a:gd name="connsiteY2077" fmla="*/ 199494 h 856262"/>
              <a:gd name="connsiteX2078" fmla="*/ 1694258 w 3805936"/>
              <a:gd name="connsiteY2078" fmla="*/ 190816 h 856262"/>
              <a:gd name="connsiteX2079" fmla="*/ 1697787 w 3805936"/>
              <a:gd name="connsiteY2079" fmla="*/ 179933 h 856262"/>
              <a:gd name="connsiteX2080" fmla="*/ 1686757 w 3805936"/>
              <a:gd name="connsiteY2080" fmla="*/ 152723 h 856262"/>
              <a:gd name="connsiteX2081" fmla="*/ 1689992 w 3805936"/>
              <a:gd name="connsiteY2081" fmla="*/ 143456 h 856262"/>
              <a:gd name="connsiteX2082" fmla="*/ 1706613 w 3805936"/>
              <a:gd name="connsiteY2082" fmla="*/ 140661 h 856262"/>
              <a:gd name="connsiteX2083" fmla="*/ 1716320 w 3805936"/>
              <a:gd name="connsiteY2083" fmla="*/ 136838 h 856262"/>
              <a:gd name="connsiteX2084" fmla="*/ 1725587 w 3805936"/>
              <a:gd name="connsiteY2084" fmla="*/ 135808 h 856262"/>
              <a:gd name="connsiteX2085" fmla="*/ 1734999 w 3805936"/>
              <a:gd name="connsiteY2085" fmla="*/ 132278 h 856262"/>
              <a:gd name="connsiteX2086" fmla="*/ 3676201 w 3805936"/>
              <a:gd name="connsiteY2086" fmla="*/ 129630 h 856262"/>
              <a:gd name="connsiteX2087" fmla="*/ 3691793 w 3805936"/>
              <a:gd name="connsiteY2087" fmla="*/ 141692 h 856262"/>
              <a:gd name="connsiteX2088" fmla="*/ 3685173 w 3805936"/>
              <a:gd name="connsiteY2088" fmla="*/ 160812 h 856262"/>
              <a:gd name="connsiteX2089" fmla="*/ 3672378 w 3805936"/>
              <a:gd name="connsiteY2089" fmla="*/ 177580 h 856262"/>
              <a:gd name="connsiteX2090" fmla="*/ 3672378 w 3805936"/>
              <a:gd name="connsiteY2090" fmla="*/ 192288 h 856262"/>
              <a:gd name="connsiteX2091" fmla="*/ 3680320 w 3805936"/>
              <a:gd name="connsiteY2091" fmla="*/ 204202 h 856262"/>
              <a:gd name="connsiteX2092" fmla="*/ 3662963 w 3805936"/>
              <a:gd name="connsiteY2092" fmla="*/ 239355 h 856262"/>
              <a:gd name="connsiteX2093" fmla="*/ 3649873 w 3805936"/>
              <a:gd name="connsiteY2093" fmla="*/ 258328 h 856262"/>
              <a:gd name="connsiteX2094" fmla="*/ 3665758 w 3805936"/>
              <a:gd name="connsiteY2094" fmla="*/ 266711 h 856262"/>
              <a:gd name="connsiteX2095" fmla="*/ 3673554 w 3805936"/>
              <a:gd name="connsiteY2095" fmla="*/ 279213 h 856262"/>
              <a:gd name="connsiteX2096" fmla="*/ 3688263 w 3805936"/>
              <a:gd name="connsiteY2096" fmla="*/ 264505 h 856262"/>
              <a:gd name="connsiteX2097" fmla="*/ 3675466 w 3805936"/>
              <a:gd name="connsiteY2097" fmla="*/ 260240 h 856262"/>
              <a:gd name="connsiteX2098" fmla="*/ 3672524 w 3805936"/>
              <a:gd name="connsiteY2098" fmla="*/ 245531 h 856262"/>
              <a:gd name="connsiteX2099" fmla="*/ 3680908 w 3805936"/>
              <a:gd name="connsiteY2099" fmla="*/ 238913 h 856262"/>
              <a:gd name="connsiteX2100" fmla="*/ 3687673 w 3805936"/>
              <a:gd name="connsiteY2100" fmla="*/ 230970 h 856262"/>
              <a:gd name="connsiteX2101" fmla="*/ 3686498 w 3805936"/>
              <a:gd name="connsiteY2101" fmla="*/ 216998 h 856262"/>
              <a:gd name="connsiteX2102" fmla="*/ 3698411 w 3805936"/>
              <a:gd name="connsiteY2102" fmla="*/ 210967 h 856262"/>
              <a:gd name="connsiteX2103" fmla="*/ 3705176 w 3805936"/>
              <a:gd name="connsiteY2103" fmla="*/ 200818 h 856262"/>
              <a:gd name="connsiteX2104" fmla="*/ 3708266 w 3805936"/>
              <a:gd name="connsiteY2104" fmla="*/ 189640 h 856262"/>
              <a:gd name="connsiteX2105" fmla="*/ 3699735 w 3805936"/>
              <a:gd name="connsiteY2105" fmla="*/ 169048 h 856262"/>
              <a:gd name="connsiteX2106" fmla="*/ 3742536 w 3805936"/>
              <a:gd name="connsiteY2106" fmla="*/ 146398 h 856262"/>
              <a:gd name="connsiteX2107" fmla="*/ 3746361 w 3805936"/>
              <a:gd name="connsiteY2107" fmla="*/ 140957 h 856262"/>
              <a:gd name="connsiteX2108" fmla="*/ 3759156 w 3805936"/>
              <a:gd name="connsiteY2108" fmla="*/ 139485 h 856262"/>
              <a:gd name="connsiteX2109" fmla="*/ 3772983 w 3805936"/>
              <a:gd name="connsiteY2109" fmla="*/ 148163 h 856262"/>
              <a:gd name="connsiteX2110" fmla="*/ 3776513 w 3805936"/>
              <a:gd name="connsiteY2110" fmla="*/ 158312 h 856262"/>
              <a:gd name="connsiteX2111" fmla="*/ 3774894 w 3805936"/>
              <a:gd name="connsiteY2111" fmla="*/ 176108 h 856262"/>
              <a:gd name="connsiteX2112" fmla="*/ 3756068 w 3805936"/>
              <a:gd name="connsiteY2112" fmla="*/ 190817 h 856262"/>
              <a:gd name="connsiteX2113" fmla="*/ 3741359 w 3805936"/>
              <a:gd name="connsiteY2113" fmla="*/ 226412 h 856262"/>
              <a:gd name="connsiteX2114" fmla="*/ 3736946 w 3805936"/>
              <a:gd name="connsiteY2114" fmla="*/ 238766 h 856262"/>
              <a:gd name="connsiteX2115" fmla="*/ 3733270 w 3805936"/>
              <a:gd name="connsiteY2115" fmla="*/ 253475 h 856262"/>
              <a:gd name="connsiteX2116" fmla="*/ 3730328 w 3805936"/>
              <a:gd name="connsiteY2116" fmla="*/ 272006 h 856262"/>
              <a:gd name="connsiteX2117" fmla="*/ 3738858 w 3805936"/>
              <a:gd name="connsiteY2117" fmla="*/ 274655 h 856262"/>
              <a:gd name="connsiteX2118" fmla="*/ 3755479 w 3805936"/>
              <a:gd name="connsiteY2118" fmla="*/ 265535 h 856262"/>
              <a:gd name="connsiteX2119" fmla="*/ 3766951 w 3805936"/>
              <a:gd name="connsiteY2119" fmla="*/ 265535 h 856262"/>
              <a:gd name="connsiteX2120" fmla="*/ 3776218 w 3805936"/>
              <a:gd name="connsiteY2120" fmla="*/ 272301 h 856262"/>
              <a:gd name="connsiteX2121" fmla="*/ 3786661 w 3805936"/>
              <a:gd name="connsiteY2121" fmla="*/ 275390 h 856262"/>
              <a:gd name="connsiteX2122" fmla="*/ 3798574 w 3805936"/>
              <a:gd name="connsiteY2122" fmla="*/ 279655 h 856262"/>
              <a:gd name="connsiteX2123" fmla="*/ 3799458 w 3805936"/>
              <a:gd name="connsiteY2123" fmla="*/ 279508 h 856262"/>
              <a:gd name="connsiteX2124" fmla="*/ 3805783 w 3805936"/>
              <a:gd name="connsiteY2124" fmla="*/ 306718 h 856262"/>
              <a:gd name="connsiteX2125" fmla="*/ 3799016 w 3805936"/>
              <a:gd name="connsiteY2125" fmla="*/ 331281 h 856262"/>
              <a:gd name="connsiteX2126" fmla="*/ 3761951 w 3805936"/>
              <a:gd name="connsiteY2126" fmla="*/ 341136 h 856262"/>
              <a:gd name="connsiteX2127" fmla="*/ 3750478 w 3805936"/>
              <a:gd name="connsiteY2127" fmla="*/ 345989 h 856262"/>
              <a:gd name="connsiteX2128" fmla="*/ 3735770 w 3805936"/>
              <a:gd name="connsiteY2128" fmla="*/ 344666 h 856262"/>
              <a:gd name="connsiteX2129" fmla="*/ 3717385 w 3805936"/>
              <a:gd name="connsiteY2129" fmla="*/ 344666 h 856262"/>
              <a:gd name="connsiteX2130" fmla="*/ 3685761 w 3805936"/>
              <a:gd name="connsiteY2130" fmla="*/ 367169 h 856262"/>
              <a:gd name="connsiteX2131" fmla="*/ 3674143 w 3805936"/>
              <a:gd name="connsiteY2131" fmla="*/ 379524 h 856262"/>
              <a:gd name="connsiteX2132" fmla="*/ 3655610 w 3805936"/>
              <a:gd name="connsiteY2132" fmla="*/ 396586 h 856262"/>
              <a:gd name="connsiteX2133" fmla="*/ 3652668 w 3805936"/>
              <a:gd name="connsiteY2133" fmla="*/ 414089 h 856262"/>
              <a:gd name="connsiteX2134" fmla="*/ 3661493 w 3805936"/>
              <a:gd name="connsiteY2134" fmla="*/ 415854 h 856262"/>
              <a:gd name="connsiteX2135" fmla="*/ 3677378 w 3805936"/>
              <a:gd name="connsiteY2135" fmla="*/ 409529 h 856262"/>
              <a:gd name="connsiteX2136" fmla="*/ 3687821 w 3805936"/>
              <a:gd name="connsiteY2136" fmla="*/ 403939 h 856262"/>
              <a:gd name="connsiteX2137" fmla="*/ 3706059 w 3805936"/>
              <a:gd name="connsiteY2137" fmla="*/ 413206 h 856262"/>
              <a:gd name="connsiteX2138" fmla="*/ 3723856 w 3805936"/>
              <a:gd name="connsiteY2138" fmla="*/ 420561 h 856262"/>
              <a:gd name="connsiteX2139" fmla="*/ 3730769 w 3805936"/>
              <a:gd name="connsiteY2139" fmla="*/ 427621 h 856262"/>
              <a:gd name="connsiteX2140" fmla="*/ 3726210 w 3805936"/>
              <a:gd name="connsiteY2140" fmla="*/ 446152 h 856262"/>
              <a:gd name="connsiteX2141" fmla="*/ 3715620 w 3805936"/>
              <a:gd name="connsiteY2141" fmla="*/ 455272 h 856262"/>
              <a:gd name="connsiteX2142" fmla="*/ 3696940 w 3805936"/>
              <a:gd name="connsiteY2142" fmla="*/ 458802 h 856262"/>
              <a:gd name="connsiteX2143" fmla="*/ 3684291 w 3805936"/>
              <a:gd name="connsiteY2143" fmla="*/ 463067 h 856262"/>
              <a:gd name="connsiteX2144" fmla="*/ 3654874 w 3805936"/>
              <a:gd name="connsiteY2144" fmla="*/ 476304 h 856262"/>
              <a:gd name="connsiteX2145" fmla="*/ 3656198 w 3805936"/>
              <a:gd name="connsiteY2145" fmla="*/ 496602 h 856262"/>
              <a:gd name="connsiteX2146" fmla="*/ 3653991 w 3805936"/>
              <a:gd name="connsiteY2146" fmla="*/ 513957 h 856262"/>
              <a:gd name="connsiteX2147" fmla="*/ 3649873 w 3805936"/>
              <a:gd name="connsiteY2147" fmla="*/ 533814 h 856262"/>
              <a:gd name="connsiteX2148" fmla="*/ 3642225 w 3805936"/>
              <a:gd name="connsiteY2148" fmla="*/ 547052 h 856262"/>
              <a:gd name="connsiteX2149" fmla="*/ 3627516 w 3805936"/>
              <a:gd name="connsiteY2149" fmla="*/ 575585 h 856262"/>
              <a:gd name="connsiteX2150" fmla="*/ 3606043 w 3805936"/>
              <a:gd name="connsiteY2150" fmla="*/ 583234 h 856262"/>
              <a:gd name="connsiteX2151" fmla="*/ 3588834 w 3805936"/>
              <a:gd name="connsiteY2151" fmla="*/ 587940 h 856262"/>
              <a:gd name="connsiteX2152" fmla="*/ 3562948 w 3805936"/>
              <a:gd name="connsiteY2152" fmla="*/ 587940 h 856262"/>
              <a:gd name="connsiteX2153" fmla="*/ 3561329 w 3805936"/>
              <a:gd name="connsiteY2153" fmla="*/ 572350 h 856262"/>
              <a:gd name="connsiteX2154" fmla="*/ 3536325 w 3805936"/>
              <a:gd name="connsiteY2154" fmla="*/ 548669 h 856262"/>
              <a:gd name="connsiteX2155" fmla="*/ 3549710 w 3805936"/>
              <a:gd name="connsiteY2155" fmla="*/ 542050 h 856262"/>
              <a:gd name="connsiteX2156" fmla="*/ 3582068 w 3805936"/>
              <a:gd name="connsiteY2156" fmla="*/ 536167 h 856262"/>
              <a:gd name="connsiteX2157" fmla="*/ 3607513 w 3805936"/>
              <a:gd name="connsiteY2157" fmla="*/ 492042 h 856262"/>
              <a:gd name="connsiteX2158" fmla="*/ 3600453 w 3805936"/>
              <a:gd name="connsiteY2158" fmla="*/ 482041 h 856262"/>
              <a:gd name="connsiteX2159" fmla="*/ 3576626 w 3805936"/>
              <a:gd name="connsiteY2159" fmla="*/ 486307 h 856262"/>
              <a:gd name="connsiteX2160" fmla="*/ 3552063 w 3805936"/>
              <a:gd name="connsiteY2160" fmla="*/ 490572 h 856262"/>
              <a:gd name="connsiteX2161" fmla="*/ 3531913 w 3805936"/>
              <a:gd name="connsiteY2161" fmla="*/ 497779 h 856262"/>
              <a:gd name="connsiteX2162" fmla="*/ 3513821 w 3805936"/>
              <a:gd name="connsiteY2162" fmla="*/ 493367 h 856262"/>
              <a:gd name="connsiteX2163" fmla="*/ 3505585 w 3805936"/>
              <a:gd name="connsiteY2163" fmla="*/ 489689 h 856262"/>
              <a:gd name="connsiteX2164" fmla="*/ 3503673 w 3805936"/>
              <a:gd name="connsiteY2164" fmla="*/ 476452 h 856262"/>
              <a:gd name="connsiteX2165" fmla="*/ 3507350 w 3805936"/>
              <a:gd name="connsiteY2165" fmla="*/ 458214 h 856262"/>
              <a:gd name="connsiteX2166" fmla="*/ 3529411 w 3805936"/>
              <a:gd name="connsiteY2166" fmla="*/ 444534 h 856262"/>
              <a:gd name="connsiteX2167" fmla="*/ 3545444 w 3805936"/>
              <a:gd name="connsiteY2167" fmla="*/ 448652 h 856262"/>
              <a:gd name="connsiteX2168" fmla="*/ 3561035 w 3805936"/>
              <a:gd name="connsiteY2168" fmla="*/ 438946 h 856262"/>
              <a:gd name="connsiteX2169" fmla="*/ 3580303 w 3805936"/>
              <a:gd name="connsiteY2169" fmla="*/ 433797 h 856262"/>
              <a:gd name="connsiteX2170" fmla="*/ 3591923 w 3805936"/>
              <a:gd name="connsiteY2170" fmla="*/ 427914 h 856262"/>
              <a:gd name="connsiteX2171" fmla="*/ 3596041 w 3805936"/>
              <a:gd name="connsiteY2171" fmla="*/ 421149 h 856262"/>
              <a:gd name="connsiteX2172" fmla="*/ 3598100 w 3805936"/>
              <a:gd name="connsiteY2172" fmla="*/ 406441 h 856262"/>
              <a:gd name="connsiteX2173" fmla="*/ 3603543 w 3805936"/>
              <a:gd name="connsiteY2173" fmla="*/ 391733 h 856262"/>
              <a:gd name="connsiteX2174" fmla="*/ 3592364 w 3805936"/>
              <a:gd name="connsiteY2174" fmla="*/ 390703 h 856262"/>
              <a:gd name="connsiteX2175" fmla="*/ 3580008 w 3805936"/>
              <a:gd name="connsiteY2175" fmla="*/ 398793 h 856262"/>
              <a:gd name="connsiteX2176" fmla="*/ 3566035 w 3805936"/>
              <a:gd name="connsiteY2176" fmla="*/ 405999 h 856262"/>
              <a:gd name="connsiteX2177" fmla="*/ 3554269 w 3805936"/>
              <a:gd name="connsiteY2177" fmla="*/ 405999 h 856262"/>
              <a:gd name="connsiteX2178" fmla="*/ 3549858 w 3805936"/>
              <a:gd name="connsiteY2178" fmla="*/ 395263 h 856262"/>
              <a:gd name="connsiteX2179" fmla="*/ 3553093 w 3805936"/>
              <a:gd name="connsiteY2179" fmla="*/ 379229 h 856262"/>
              <a:gd name="connsiteX2180" fmla="*/ 3565448 w 3805936"/>
              <a:gd name="connsiteY2180" fmla="*/ 349813 h 856262"/>
              <a:gd name="connsiteX2181" fmla="*/ 3582803 w 3805936"/>
              <a:gd name="connsiteY2181" fmla="*/ 348636 h 856262"/>
              <a:gd name="connsiteX2182" fmla="*/ 3589275 w 3805936"/>
              <a:gd name="connsiteY2182" fmla="*/ 344371 h 856262"/>
              <a:gd name="connsiteX2183" fmla="*/ 3605308 w 3805936"/>
              <a:gd name="connsiteY2183" fmla="*/ 342901 h 856262"/>
              <a:gd name="connsiteX2184" fmla="*/ 3623546 w 3805936"/>
              <a:gd name="connsiteY2184" fmla="*/ 338341 h 856262"/>
              <a:gd name="connsiteX2185" fmla="*/ 3637224 w 3805936"/>
              <a:gd name="connsiteY2185" fmla="*/ 335988 h 856262"/>
              <a:gd name="connsiteX2186" fmla="*/ 3648696 w 3805936"/>
              <a:gd name="connsiteY2186" fmla="*/ 331869 h 856262"/>
              <a:gd name="connsiteX2187" fmla="*/ 3655463 w 3805936"/>
              <a:gd name="connsiteY2187" fmla="*/ 327016 h 856262"/>
              <a:gd name="connsiteX2188" fmla="*/ 3671495 w 3805936"/>
              <a:gd name="connsiteY2188" fmla="*/ 327016 h 856262"/>
              <a:gd name="connsiteX2189" fmla="*/ 3684586 w 3805936"/>
              <a:gd name="connsiteY2189" fmla="*/ 327016 h 856262"/>
              <a:gd name="connsiteX2190" fmla="*/ 3698116 w 3805936"/>
              <a:gd name="connsiteY2190" fmla="*/ 330251 h 856262"/>
              <a:gd name="connsiteX2191" fmla="*/ 3712825 w 3805936"/>
              <a:gd name="connsiteY2191" fmla="*/ 323044 h 856262"/>
              <a:gd name="connsiteX2192" fmla="*/ 3721061 w 3805936"/>
              <a:gd name="connsiteY2192" fmla="*/ 307306 h 856262"/>
              <a:gd name="connsiteX2193" fmla="*/ 3701500 w 3805936"/>
              <a:gd name="connsiteY2193" fmla="*/ 309513 h 856262"/>
              <a:gd name="connsiteX2194" fmla="*/ 3680908 w 3805936"/>
              <a:gd name="connsiteY2194" fmla="*/ 312455 h 856262"/>
              <a:gd name="connsiteX2195" fmla="*/ 3648550 w 3805936"/>
              <a:gd name="connsiteY2195" fmla="*/ 315838 h 856262"/>
              <a:gd name="connsiteX2196" fmla="*/ 3632223 w 3805936"/>
              <a:gd name="connsiteY2196" fmla="*/ 319661 h 856262"/>
              <a:gd name="connsiteX2197" fmla="*/ 3615896 w 3805936"/>
              <a:gd name="connsiteY2197" fmla="*/ 323044 h 856262"/>
              <a:gd name="connsiteX2198" fmla="*/ 3589421 w 3805936"/>
              <a:gd name="connsiteY2198" fmla="*/ 326428 h 856262"/>
              <a:gd name="connsiteX2199" fmla="*/ 3569125 w 3805936"/>
              <a:gd name="connsiteY2199" fmla="*/ 330546 h 856262"/>
              <a:gd name="connsiteX2200" fmla="*/ 3545150 w 3805936"/>
              <a:gd name="connsiteY2200" fmla="*/ 340253 h 856262"/>
              <a:gd name="connsiteX2201" fmla="*/ 3530441 w 3805936"/>
              <a:gd name="connsiteY2201" fmla="*/ 359814 h 856262"/>
              <a:gd name="connsiteX2202" fmla="*/ 3523381 w 3805936"/>
              <a:gd name="connsiteY2202" fmla="*/ 368199 h 856262"/>
              <a:gd name="connsiteX2203" fmla="*/ 3492788 w 3805936"/>
              <a:gd name="connsiteY2203" fmla="*/ 391586 h 856262"/>
              <a:gd name="connsiteX2204" fmla="*/ 3480875 w 3805936"/>
              <a:gd name="connsiteY2204" fmla="*/ 386731 h 856262"/>
              <a:gd name="connsiteX2205" fmla="*/ 3471903 w 3805936"/>
              <a:gd name="connsiteY2205" fmla="*/ 358638 h 856262"/>
              <a:gd name="connsiteX2206" fmla="*/ 3471903 w 3805936"/>
              <a:gd name="connsiteY2206" fmla="*/ 330398 h 856262"/>
              <a:gd name="connsiteX2207" fmla="*/ 3476315 w 3805936"/>
              <a:gd name="connsiteY2207" fmla="*/ 318926 h 856262"/>
              <a:gd name="connsiteX2208" fmla="*/ 3484405 w 3805936"/>
              <a:gd name="connsiteY2208" fmla="*/ 313631 h 856262"/>
              <a:gd name="connsiteX2209" fmla="*/ 3504114 w 3805936"/>
              <a:gd name="connsiteY2209" fmla="*/ 280978 h 856262"/>
              <a:gd name="connsiteX2210" fmla="*/ 3509703 w 3805936"/>
              <a:gd name="connsiteY2210" fmla="*/ 280978 h 856262"/>
              <a:gd name="connsiteX2211" fmla="*/ 3513674 w 3805936"/>
              <a:gd name="connsiteY2211" fmla="*/ 306276 h 856262"/>
              <a:gd name="connsiteX2212" fmla="*/ 3514054 w 3805936"/>
              <a:gd name="connsiteY2212" fmla="*/ 308887 h 856262"/>
              <a:gd name="connsiteX2213" fmla="*/ 3522351 w 3805936"/>
              <a:gd name="connsiteY2213" fmla="*/ 312748 h 856262"/>
              <a:gd name="connsiteX2214" fmla="*/ 3539266 w 3805936"/>
              <a:gd name="connsiteY2214" fmla="*/ 306130 h 856262"/>
              <a:gd name="connsiteX2215" fmla="*/ 3545003 w 3805936"/>
              <a:gd name="connsiteY2215" fmla="*/ 300395 h 856262"/>
              <a:gd name="connsiteX2216" fmla="*/ 3540590 w 3805936"/>
              <a:gd name="connsiteY2216" fmla="*/ 288628 h 856262"/>
              <a:gd name="connsiteX2217" fmla="*/ 3537648 w 3805936"/>
              <a:gd name="connsiteY2217" fmla="*/ 271565 h 856262"/>
              <a:gd name="connsiteX2218" fmla="*/ 3540296 w 3805936"/>
              <a:gd name="connsiteY2218" fmla="*/ 236560 h 856262"/>
              <a:gd name="connsiteX2219" fmla="*/ 3537796 w 3805936"/>
              <a:gd name="connsiteY2219" fmla="*/ 199495 h 856262"/>
              <a:gd name="connsiteX2220" fmla="*/ 3534413 w 3805936"/>
              <a:gd name="connsiteY2220" fmla="*/ 178315 h 856262"/>
              <a:gd name="connsiteX2221" fmla="*/ 3541473 w 3805936"/>
              <a:gd name="connsiteY2221" fmla="*/ 166107 h 856262"/>
              <a:gd name="connsiteX2222" fmla="*/ 3551621 w 3805936"/>
              <a:gd name="connsiteY2222" fmla="*/ 166107 h 856262"/>
              <a:gd name="connsiteX2223" fmla="*/ 3556770 w 3805936"/>
              <a:gd name="connsiteY2223" fmla="*/ 162724 h 856262"/>
              <a:gd name="connsiteX2224" fmla="*/ 3561183 w 3805936"/>
              <a:gd name="connsiteY2224" fmla="*/ 169343 h 856262"/>
              <a:gd name="connsiteX2225" fmla="*/ 3562948 w 3805936"/>
              <a:gd name="connsiteY2225" fmla="*/ 181403 h 856262"/>
              <a:gd name="connsiteX2226" fmla="*/ 3564271 w 3805936"/>
              <a:gd name="connsiteY2226" fmla="*/ 196112 h 856262"/>
              <a:gd name="connsiteX2227" fmla="*/ 3564271 w 3805936"/>
              <a:gd name="connsiteY2227" fmla="*/ 205378 h 856262"/>
              <a:gd name="connsiteX2228" fmla="*/ 3564271 w 3805936"/>
              <a:gd name="connsiteY2228" fmla="*/ 215527 h 856262"/>
              <a:gd name="connsiteX2229" fmla="*/ 3564271 w 3805936"/>
              <a:gd name="connsiteY2229" fmla="*/ 228323 h 856262"/>
              <a:gd name="connsiteX2230" fmla="*/ 3565741 w 3805936"/>
              <a:gd name="connsiteY2230" fmla="*/ 253326 h 856262"/>
              <a:gd name="connsiteX2231" fmla="*/ 3568978 w 3805936"/>
              <a:gd name="connsiteY2231" fmla="*/ 270095 h 856262"/>
              <a:gd name="connsiteX2232" fmla="*/ 3568978 w 3805936"/>
              <a:gd name="connsiteY2232" fmla="*/ 282450 h 856262"/>
              <a:gd name="connsiteX2233" fmla="*/ 3563976 w 3805936"/>
              <a:gd name="connsiteY2233" fmla="*/ 297158 h 856262"/>
              <a:gd name="connsiteX2234" fmla="*/ 3571036 w 3805936"/>
              <a:gd name="connsiteY2234" fmla="*/ 304365 h 856262"/>
              <a:gd name="connsiteX2235" fmla="*/ 3585008 w 3805936"/>
              <a:gd name="connsiteY2235" fmla="*/ 300541 h 856262"/>
              <a:gd name="connsiteX2236" fmla="*/ 3597070 w 3805936"/>
              <a:gd name="connsiteY2236" fmla="*/ 299805 h 856262"/>
              <a:gd name="connsiteX2237" fmla="*/ 3616780 w 3805936"/>
              <a:gd name="connsiteY2237" fmla="*/ 296275 h 856262"/>
              <a:gd name="connsiteX2238" fmla="*/ 3627516 w 3805936"/>
              <a:gd name="connsiteY2238" fmla="*/ 292598 h 856262"/>
              <a:gd name="connsiteX2239" fmla="*/ 3635900 w 3805936"/>
              <a:gd name="connsiteY2239" fmla="*/ 287010 h 856262"/>
              <a:gd name="connsiteX2240" fmla="*/ 3637076 w 3805936"/>
              <a:gd name="connsiteY2240" fmla="*/ 280685 h 856262"/>
              <a:gd name="connsiteX2241" fmla="*/ 3625310 w 3805936"/>
              <a:gd name="connsiteY2241" fmla="*/ 279508 h 856262"/>
              <a:gd name="connsiteX2242" fmla="*/ 3614573 w 3805936"/>
              <a:gd name="connsiteY2242" fmla="*/ 283920 h 856262"/>
              <a:gd name="connsiteX2243" fmla="*/ 3611485 w 3805936"/>
              <a:gd name="connsiteY2243" fmla="*/ 274066 h 856262"/>
              <a:gd name="connsiteX2244" fmla="*/ 3605013 w 3805936"/>
              <a:gd name="connsiteY2244" fmla="*/ 265976 h 856262"/>
              <a:gd name="connsiteX2245" fmla="*/ 3600748 w 3805936"/>
              <a:gd name="connsiteY2245" fmla="*/ 278038 h 856262"/>
              <a:gd name="connsiteX2246" fmla="*/ 3595600 w 3805936"/>
              <a:gd name="connsiteY2246" fmla="*/ 285245 h 856262"/>
              <a:gd name="connsiteX2247" fmla="*/ 3588393 w 3805936"/>
              <a:gd name="connsiteY2247" fmla="*/ 289068 h 856262"/>
              <a:gd name="connsiteX2248" fmla="*/ 3581038 w 3805936"/>
              <a:gd name="connsiteY2248" fmla="*/ 275243 h 856262"/>
              <a:gd name="connsiteX2249" fmla="*/ 3582068 w 3805936"/>
              <a:gd name="connsiteY2249" fmla="*/ 246708 h 856262"/>
              <a:gd name="connsiteX2250" fmla="*/ 3578833 w 3805936"/>
              <a:gd name="connsiteY2250" fmla="*/ 227293 h 856262"/>
              <a:gd name="connsiteX2251" fmla="*/ 3578833 w 3805936"/>
              <a:gd name="connsiteY2251" fmla="*/ 199790 h 856262"/>
              <a:gd name="connsiteX2252" fmla="*/ 3576773 w 3805936"/>
              <a:gd name="connsiteY2252" fmla="*/ 190523 h 856262"/>
              <a:gd name="connsiteX2253" fmla="*/ 3582363 w 3805936"/>
              <a:gd name="connsiteY2253" fmla="*/ 177138 h 856262"/>
              <a:gd name="connsiteX2254" fmla="*/ 3591776 w 3805936"/>
              <a:gd name="connsiteY2254" fmla="*/ 171843 h 856262"/>
              <a:gd name="connsiteX2255" fmla="*/ 3596335 w 3805936"/>
              <a:gd name="connsiteY2255" fmla="*/ 186552 h 856262"/>
              <a:gd name="connsiteX2256" fmla="*/ 3599423 w 3805936"/>
              <a:gd name="connsiteY2256" fmla="*/ 195818 h 856262"/>
              <a:gd name="connsiteX2257" fmla="*/ 3603836 w 3805936"/>
              <a:gd name="connsiteY2257" fmla="*/ 226852 h 856262"/>
              <a:gd name="connsiteX2258" fmla="*/ 3607955 w 3805936"/>
              <a:gd name="connsiteY2258" fmla="*/ 234060 h 856262"/>
              <a:gd name="connsiteX2259" fmla="*/ 3623988 w 3805936"/>
              <a:gd name="connsiteY2259" fmla="*/ 234060 h 856262"/>
              <a:gd name="connsiteX2260" fmla="*/ 3630018 w 3805936"/>
              <a:gd name="connsiteY2260" fmla="*/ 241708 h 856262"/>
              <a:gd name="connsiteX2261" fmla="*/ 3644726 w 3805936"/>
              <a:gd name="connsiteY2261" fmla="*/ 228028 h 856262"/>
              <a:gd name="connsiteX2262" fmla="*/ 3636930 w 3805936"/>
              <a:gd name="connsiteY2262" fmla="*/ 209497 h 856262"/>
              <a:gd name="connsiteX2263" fmla="*/ 3623988 w 3805936"/>
              <a:gd name="connsiteY2263" fmla="*/ 214497 h 856262"/>
              <a:gd name="connsiteX2264" fmla="*/ 3614868 w 3805936"/>
              <a:gd name="connsiteY2264" fmla="*/ 218763 h 856262"/>
              <a:gd name="connsiteX2265" fmla="*/ 3614868 w 3805936"/>
              <a:gd name="connsiteY2265" fmla="*/ 200378 h 856262"/>
              <a:gd name="connsiteX2266" fmla="*/ 3620456 w 3805936"/>
              <a:gd name="connsiteY2266" fmla="*/ 185670 h 856262"/>
              <a:gd name="connsiteX2267" fmla="*/ 3614279 w 3805936"/>
              <a:gd name="connsiteY2267" fmla="*/ 169343 h 856262"/>
              <a:gd name="connsiteX2268" fmla="*/ 3624575 w 3805936"/>
              <a:gd name="connsiteY2268" fmla="*/ 159047 h 856262"/>
              <a:gd name="connsiteX2269" fmla="*/ 3635901 w 3805936"/>
              <a:gd name="connsiteY2269" fmla="*/ 168313 h 856262"/>
              <a:gd name="connsiteX2270" fmla="*/ 3649579 w 3805936"/>
              <a:gd name="connsiteY2270" fmla="*/ 150222 h 856262"/>
              <a:gd name="connsiteX2271" fmla="*/ 3659728 w 3805936"/>
              <a:gd name="connsiteY2271" fmla="*/ 131395 h 856262"/>
              <a:gd name="connsiteX2272" fmla="*/ 3667965 w 3805936"/>
              <a:gd name="connsiteY2272" fmla="*/ 131395 h 856262"/>
              <a:gd name="connsiteX2273" fmla="*/ 3676201 w 3805936"/>
              <a:gd name="connsiteY2273" fmla="*/ 129630 h 856262"/>
              <a:gd name="connsiteX2274" fmla="*/ 412522 w 3805936"/>
              <a:gd name="connsiteY2274" fmla="*/ 115391 h 856262"/>
              <a:gd name="connsiteX2275" fmla="*/ 240307 w 3805936"/>
              <a:gd name="connsiteY2275" fmla="*/ 177530 h 856262"/>
              <a:gd name="connsiteX2276" fmla="*/ 240265 w 3805936"/>
              <a:gd name="connsiteY2276" fmla="*/ 177530 h 856262"/>
              <a:gd name="connsiteX2277" fmla="*/ 114964 w 3805936"/>
              <a:gd name="connsiteY2277" fmla="*/ 428215 h 856262"/>
              <a:gd name="connsiteX2278" fmla="*/ 118551 w 3805936"/>
              <a:gd name="connsiteY2278" fmla="*/ 475889 h 856262"/>
              <a:gd name="connsiteX2279" fmla="*/ 119268 w 3805936"/>
              <a:gd name="connsiteY2279" fmla="*/ 479770 h 856262"/>
              <a:gd name="connsiteX2280" fmla="*/ 122643 w 3805936"/>
              <a:gd name="connsiteY2280" fmla="*/ 497152 h 856262"/>
              <a:gd name="connsiteX2281" fmla="*/ 128971 w 3805936"/>
              <a:gd name="connsiteY2281" fmla="*/ 521157 h 856262"/>
              <a:gd name="connsiteX2282" fmla="*/ 138168 w 3805936"/>
              <a:gd name="connsiteY2282" fmla="*/ 546470 h 856262"/>
              <a:gd name="connsiteX2283" fmla="*/ 139518 w 3805936"/>
              <a:gd name="connsiteY2283" fmla="*/ 549845 h 856262"/>
              <a:gd name="connsiteX2284" fmla="*/ 176813 w 3805936"/>
              <a:gd name="connsiteY2284" fmla="*/ 615238 h 856262"/>
              <a:gd name="connsiteX2285" fmla="*/ 177024 w 3805936"/>
              <a:gd name="connsiteY2285" fmla="*/ 615491 h 856262"/>
              <a:gd name="connsiteX2286" fmla="*/ 177340 w 3805936"/>
              <a:gd name="connsiteY2286" fmla="*/ 615917 h 856262"/>
              <a:gd name="connsiteX2287" fmla="*/ 325104 w 3805936"/>
              <a:gd name="connsiteY2287" fmla="*/ 724013 h 856262"/>
              <a:gd name="connsiteX2288" fmla="*/ 338256 w 3805936"/>
              <a:gd name="connsiteY2288" fmla="*/ 727206 h 856262"/>
              <a:gd name="connsiteX2289" fmla="*/ 337647 w 3805936"/>
              <a:gd name="connsiteY2289" fmla="*/ 723932 h 856262"/>
              <a:gd name="connsiteX2290" fmla="*/ 331308 w 3805936"/>
              <a:gd name="connsiteY2290" fmla="*/ 713791 h 856262"/>
              <a:gd name="connsiteX2291" fmla="*/ 319537 w 3805936"/>
              <a:gd name="connsiteY2291" fmla="*/ 709572 h 856262"/>
              <a:gd name="connsiteX2292" fmla="*/ 317724 w 3805936"/>
              <a:gd name="connsiteY2292" fmla="*/ 707907 h 856262"/>
              <a:gd name="connsiteX2293" fmla="*/ 335780 w 3805936"/>
              <a:gd name="connsiteY2293" fmla="*/ 710964 h 856262"/>
              <a:gd name="connsiteX2294" fmla="*/ 347593 w 3805936"/>
              <a:gd name="connsiteY2294" fmla="*/ 729274 h 856262"/>
              <a:gd name="connsiteX2295" fmla="*/ 352951 w 3805936"/>
              <a:gd name="connsiteY2295" fmla="*/ 729274 h 856262"/>
              <a:gd name="connsiteX2296" fmla="*/ 354404 w 3805936"/>
              <a:gd name="connsiteY2296" fmla="*/ 731127 h 856262"/>
              <a:gd name="connsiteX2297" fmla="*/ 355636 w 3805936"/>
              <a:gd name="connsiteY2297" fmla="*/ 731426 h 856262"/>
              <a:gd name="connsiteX2298" fmla="*/ 368856 w 3805936"/>
              <a:gd name="connsiteY2298" fmla="*/ 731426 h 856262"/>
              <a:gd name="connsiteX2299" fmla="*/ 368683 w 3805936"/>
              <a:gd name="connsiteY2299" fmla="*/ 734594 h 856262"/>
              <a:gd name="connsiteX2300" fmla="*/ 383495 w 3805936"/>
              <a:gd name="connsiteY2300" fmla="*/ 738190 h 856262"/>
              <a:gd name="connsiteX2301" fmla="*/ 443515 w 3805936"/>
              <a:gd name="connsiteY2301" fmla="*/ 741019 h 856262"/>
              <a:gd name="connsiteX2302" fmla="*/ 495452 w 3805936"/>
              <a:gd name="connsiteY2302" fmla="*/ 733411 h 856262"/>
              <a:gd name="connsiteX2303" fmla="*/ 495422 w 3805936"/>
              <a:gd name="connsiteY2303" fmla="*/ 733409 h 856262"/>
              <a:gd name="connsiteX2304" fmla="*/ 497827 w 3805936"/>
              <a:gd name="connsiteY2304" fmla="*/ 732649 h 856262"/>
              <a:gd name="connsiteX2305" fmla="*/ 482723 w 3805936"/>
              <a:gd name="connsiteY2305" fmla="*/ 732649 h 856262"/>
              <a:gd name="connsiteX2306" fmla="*/ 474286 w 3805936"/>
              <a:gd name="connsiteY2306" fmla="*/ 713496 h 856262"/>
              <a:gd name="connsiteX2307" fmla="*/ 452770 w 3805936"/>
              <a:gd name="connsiteY2307" fmla="*/ 712610 h 856262"/>
              <a:gd name="connsiteX2308" fmla="*/ 442011 w 3805936"/>
              <a:gd name="connsiteY2308" fmla="*/ 729063 h 856262"/>
              <a:gd name="connsiteX2309" fmla="*/ 441039 w 3805936"/>
              <a:gd name="connsiteY2309" fmla="*/ 731309 h 856262"/>
              <a:gd name="connsiteX2310" fmla="*/ 441041 w 3805936"/>
              <a:gd name="connsiteY2310" fmla="*/ 731257 h 856262"/>
              <a:gd name="connsiteX2311" fmla="*/ 440915 w 3805936"/>
              <a:gd name="connsiteY2311" fmla="*/ 731594 h 856262"/>
              <a:gd name="connsiteX2312" fmla="*/ 441039 w 3805936"/>
              <a:gd name="connsiteY2312" fmla="*/ 731309 h 856262"/>
              <a:gd name="connsiteX2313" fmla="*/ 440704 w 3805936"/>
              <a:gd name="connsiteY2313" fmla="*/ 737796 h 856262"/>
              <a:gd name="connsiteX2314" fmla="*/ 433025 w 3805936"/>
              <a:gd name="connsiteY2314" fmla="*/ 737796 h 856262"/>
              <a:gd name="connsiteX2315" fmla="*/ 436274 w 3805936"/>
              <a:gd name="connsiteY2315" fmla="*/ 736615 h 856262"/>
              <a:gd name="connsiteX2316" fmla="*/ 433574 w 3805936"/>
              <a:gd name="connsiteY2316" fmla="*/ 736151 h 856262"/>
              <a:gd name="connsiteX2317" fmla="*/ 434755 w 3805936"/>
              <a:gd name="connsiteY2317" fmla="*/ 734885 h 856262"/>
              <a:gd name="connsiteX2318" fmla="*/ 430536 w 3805936"/>
              <a:gd name="connsiteY2318" fmla="*/ 734885 h 856262"/>
              <a:gd name="connsiteX2319" fmla="*/ 432181 w 3805936"/>
              <a:gd name="connsiteY2319" fmla="*/ 733788 h 856262"/>
              <a:gd name="connsiteX2320" fmla="*/ 424925 w 3805936"/>
              <a:gd name="connsiteY2320" fmla="*/ 733788 h 856262"/>
              <a:gd name="connsiteX2321" fmla="*/ 426402 w 3805936"/>
              <a:gd name="connsiteY2321" fmla="*/ 732649 h 856262"/>
              <a:gd name="connsiteX2322" fmla="*/ 411509 w 3805936"/>
              <a:gd name="connsiteY2322" fmla="*/ 732649 h 856262"/>
              <a:gd name="connsiteX2323" fmla="*/ 403071 w 3805936"/>
              <a:gd name="connsiteY2323" fmla="*/ 713496 h 856262"/>
              <a:gd name="connsiteX2324" fmla="*/ 381555 w 3805936"/>
              <a:gd name="connsiteY2324" fmla="*/ 712610 h 856262"/>
              <a:gd name="connsiteX2325" fmla="*/ 370797 w 3805936"/>
              <a:gd name="connsiteY2325" fmla="*/ 729063 h 856262"/>
              <a:gd name="connsiteX2326" fmla="*/ 368898 w 3805936"/>
              <a:gd name="connsiteY2326" fmla="*/ 728473 h 856262"/>
              <a:gd name="connsiteX2327" fmla="*/ 373623 w 3805936"/>
              <a:gd name="connsiteY2327" fmla="*/ 714888 h 856262"/>
              <a:gd name="connsiteX2328" fmla="*/ 391680 w 3805936"/>
              <a:gd name="connsiteY2328" fmla="*/ 707631 h 856262"/>
              <a:gd name="connsiteX2329" fmla="*/ 416994 w 3805936"/>
              <a:gd name="connsiteY2329" fmla="*/ 714255 h 856262"/>
              <a:gd name="connsiteX2330" fmla="*/ 421845 w 3805936"/>
              <a:gd name="connsiteY2330" fmla="*/ 730624 h 856262"/>
              <a:gd name="connsiteX2331" fmla="*/ 438721 w 3805936"/>
              <a:gd name="connsiteY2331" fmla="*/ 730202 h 856262"/>
              <a:gd name="connsiteX2332" fmla="*/ 445049 w 3805936"/>
              <a:gd name="connsiteY2332" fmla="*/ 714888 h 856262"/>
              <a:gd name="connsiteX2333" fmla="*/ 463106 w 3805936"/>
              <a:gd name="connsiteY2333" fmla="*/ 707631 h 856262"/>
              <a:gd name="connsiteX2334" fmla="*/ 488419 w 3805936"/>
              <a:gd name="connsiteY2334" fmla="*/ 714255 h 856262"/>
              <a:gd name="connsiteX2335" fmla="*/ 493271 w 3805936"/>
              <a:gd name="connsiteY2335" fmla="*/ 730624 h 856262"/>
              <a:gd name="connsiteX2336" fmla="*/ 509073 w 3805936"/>
              <a:gd name="connsiteY2336" fmla="*/ 730229 h 856262"/>
              <a:gd name="connsiteX2337" fmla="*/ 510277 w 3805936"/>
              <a:gd name="connsiteY2337" fmla="*/ 729801 h 856262"/>
              <a:gd name="connsiteX2338" fmla="*/ 512709 w 3805936"/>
              <a:gd name="connsiteY2338" fmla="*/ 722350 h 856262"/>
              <a:gd name="connsiteX2339" fmla="*/ 519892 w 3805936"/>
              <a:gd name="connsiteY2339" fmla="*/ 710796 h 856262"/>
              <a:gd name="connsiteX2340" fmla="*/ 537569 w 3805936"/>
              <a:gd name="connsiteY2340" fmla="*/ 706788 h 856262"/>
              <a:gd name="connsiteX2341" fmla="*/ 537569 w 3805936"/>
              <a:gd name="connsiteY2341" fmla="*/ 713031 h 856262"/>
              <a:gd name="connsiteX2342" fmla="*/ 520018 w 3805936"/>
              <a:gd name="connsiteY2342" fmla="*/ 715563 h 856262"/>
              <a:gd name="connsiteX2343" fmla="*/ 514645 w 3805936"/>
              <a:gd name="connsiteY2343" fmla="*/ 723800 h 856262"/>
              <a:gd name="connsiteX2344" fmla="*/ 513369 w 3805936"/>
              <a:gd name="connsiteY2344" fmla="*/ 728701 h 856262"/>
              <a:gd name="connsiteX2345" fmla="*/ 561395 w 3805936"/>
              <a:gd name="connsiteY2345" fmla="*/ 711617 h 856262"/>
              <a:gd name="connsiteX2346" fmla="*/ 615728 w 3805936"/>
              <a:gd name="connsiteY2346" fmla="*/ 678879 h 856262"/>
              <a:gd name="connsiteX2347" fmla="*/ 678695 w 3805936"/>
              <a:gd name="connsiteY2347" fmla="*/ 240497 h 856262"/>
              <a:gd name="connsiteX2348" fmla="*/ 412522 w 3805936"/>
              <a:gd name="connsiteY2348" fmla="*/ 115391 h 856262"/>
              <a:gd name="connsiteX2349" fmla="*/ 277180 w 3805936"/>
              <a:gd name="connsiteY2349" fmla="*/ 113446 h 856262"/>
              <a:gd name="connsiteX2350" fmla="*/ 275872 w 3805936"/>
              <a:gd name="connsiteY2350" fmla="*/ 114543 h 856262"/>
              <a:gd name="connsiteX2351" fmla="*/ 273932 w 3805936"/>
              <a:gd name="connsiteY2351" fmla="*/ 115007 h 856262"/>
              <a:gd name="connsiteX2352" fmla="*/ 272117 w 3805936"/>
              <a:gd name="connsiteY2352" fmla="*/ 115851 h 856262"/>
              <a:gd name="connsiteX2353" fmla="*/ 269924 w 3805936"/>
              <a:gd name="connsiteY2353" fmla="*/ 115851 h 856262"/>
              <a:gd name="connsiteX2354" fmla="*/ 268067 w 3805936"/>
              <a:gd name="connsiteY2354" fmla="*/ 116441 h 856262"/>
              <a:gd name="connsiteX2355" fmla="*/ 267941 w 3805936"/>
              <a:gd name="connsiteY2355" fmla="*/ 116272 h 856262"/>
              <a:gd name="connsiteX2356" fmla="*/ 268827 w 3805936"/>
              <a:gd name="connsiteY2356" fmla="*/ 119141 h 856262"/>
              <a:gd name="connsiteX2357" fmla="*/ 269586 w 3805936"/>
              <a:gd name="connsiteY2357" fmla="*/ 120744 h 856262"/>
              <a:gd name="connsiteX2358" fmla="*/ 271696 w 3805936"/>
              <a:gd name="connsiteY2358" fmla="*/ 122769 h 856262"/>
              <a:gd name="connsiteX2359" fmla="*/ 274100 w 3805936"/>
              <a:gd name="connsiteY2359" fmla="*/ 124288 h 856262"/>
              <a:gd name="connsiteX2360" fmla="*/ 276969 w 3805936"/>
              <a:gd name="connsiteY2360" fmla="*/ 125976 h 856262"/>
              <a:gd name="connsiteX2361" fmla="*/ 278193 w 3805936"/>
              <a:gd name="connsiteY2361" fmla="*/ 127790 h 856262"/>
              <a:gd name="connsiteX2362" fmla="*/ 280344 w 3805936"/>
              <a:gd name="connsiteY2362" fmla="*/ 128423 h 856262"/>
              <a:gd name="connsiteX2363" fmla="*/ 281568 w 3805936"/>
              <a:gd name="connsiteY2363" fmla="*/ 126566 h 856262"/>
              <a:gd name="connsiteX2364" fmla="*/ 283171 w 3805936"/>
              <a:gd name="connsiteY2364" fmla="*/ 125554 h 856262"/>
              <a:gd name="connsiteX2365" fmla="*/ 284605 w 3805936"/>
              <a:gd name="connsiteY2365" fmla="*/ 123655 h 856262"/>
              <a:gd name="connsiteX2366" fmla="*/ 284943 w 3805936"/>
              <a:gd name="connsiteY2366" fmla="*/ 121715 h 856262"/>
              <a:gd name="connsiteX2367" fmla="*/ 284732 w 3805936"/>
              <a:gd name="connsiteY2367" fmla="*/ 119226 h 856262"/>
              <a:gd name="connsiteX2368" fmla="*/ 284985 w 3805936"/>
              <a:gd name="connsiteY2368" fmla="*/ 116947 h 856262"/>
              <a:gd name="connsiteX2369" fmla="*/ 284099 w 3805936"/>
              <a:gd name="connsiteY2369" fmla="*/ 115176 h 856262"/>
              <a:gd name="connsiteX2370" fmla="*/ 282369 w 3805936"/>
              <a:gd name="connsiteY2370" fmla="*/ 114374 h 856262"/>
              <a:gd name="connsiteX2371" fmla="*/ 277180 w 3805936"/>
              <a:gd name="connsiteY2371" fmla="*/ 113446 h 856262"/>
              <a:gd name="connsiteX2372" fmla="*/ 254820 w 3805936"/>
              <a:gd name="connsiteY2372" fmla="*/ 107750 h 856262"/>
              <a:gd name="connsiteX2373" fmla="*/ 255200 w 3805936"/>
              <a:gd name="connsiteY2373" fmla="*/ 109776 h 856262"/>
              <a:gd name="connsiteX2374" fmla="*/ 254356 w 3805936"/>
              <a:gd name="connsiteY2374" fmla="*/ 112518 h 856262"/>
              <a:gd name="connsiteX2375" fmla="*/ 253175 w 3805936"/>
              <a:gd name="connsiteY2375" fmla="*/ 115555 h 856262"/>
              <a:gd name="connsiteX2376" fmla="*/ 251234 w 3805936"/>
              <a:gd name="connsiteY2376" fmla="*/ 117665 h 856262"/>
              <a:gd name="connsiteX2377" fmla="*/ 249125 w 3805936"/>
              <a:gd name="connsiteY2377" fmla="*/ 117159 h 856262"/>
              <a:gd name="connsiteX2378" fmla="*/ 249125 w 3805936"/>
              <a:gd name="connsiteY2378" fmla="*/ 115007 h 856262"/>
              <a:gd name="connsiteX2379" fmla="*/ 251403 w 3805936"/>
              <a:gd name="connsiteY2379" fmla="*/ 111843 h 856262"/>
              <a:gd name="connsiteX2380" fmla="*/ 252120 w 3805936"/>
              <a:gd name="connsiteY2380" fmla="*/ 110366 h 856262"/>
              <a:gd name="connsiteX2381" fmla="*/ 253386 w 3805936"/>
              <a:gd name="connsiteY2381" fmla="*/ 108890 h 856262"/>
              <a:gd name="connsiteX2382" fmla="*/ 254820 w 3805936"/>
              <a:gd name="connsiteY2382" fmla="*/ 107750 h 856262"/>
              <a:gd name="connsiteX2383" fmla="*/ 258448 w 3805936"/>
              <a:gd name="connsiteY2383" fmla="*/ 96064 h 856262"/>
              <a:gd name="connsiteX2384" fmla="*/ 256381 w 3805936"/>
              <a:gd name="connsiteY2384" fmla="*/ 97203 h 856262"/>
              <a:gd name="connsiteX2385" fmla="*/ 254187 w 3805936"/>
              <a:gd name="connsiteY2385" fmla="*/ 97583 h 856262"/>
              <a:gd name="connsiteX2386" fmla="*/ 253217 w 3805936"/>
              <a:gd name="connsiteY2386" fmla="*/ 98680 h 856262"/>
              <a:gd name="connsiteX2387" fmla="*/ 252542 w 3805936"/>
              <a:gd name="connsiteY2387" fmla="*/ 99861 h 856262"/>
              <a:gd name="connsiteX2388" fmla="*/ 251825 w 3805936"/>
              <a:gd name="connsiteY2388" fmla="*/ 101338 h 856262"/>
              <a:gd name="connsiteX2389" fmla="*/ 250306 w 3805936"/>
              <a:gd name="connsiteY2389" fmla="*/ 103363 h 856262"/>
              <a:gd name="connsiteX2390" fmla="*/ 249040 w 3805936"/>
              <a:gd name="connsiteY2390" fmla="*/ 104671 h 856262"/>
              <a:gd name="connsiteX2391" fmla="*/ 247564 w 3805936"/>
              <a:gd name="connsiteY2391" fmla="*/ 106527 h 856262"/>
              <a:gd name="connsiteX2392" fmla="*/ 245370 w 3805936"/>
              <a:gd name="connsiteY2392" fmla="*/ 108805 h 856262"/>
              <a:gd name="connsiteX2393" fmla="*/ 242459 w 3805936"/>
              <a:gd name="connsiteY2393" fmla="*/ 111927 h 856262"/>
              <a:gd name="connsiteX2394" fmla="*/ 241024 w 3805936"/>
              <a:gd name="connsiteY2394" fmla="*/ 111379 h 856262"/>
              <a:gd name="connsiteX2395" fmla="*/ 238788 w 3805936"/>
              <a:gd name="connsiteY2395" fmla="*/ 111379 h 856262"/>
              <a:gd name="connsiteX2396" fmla="*/ 237354 w 3805936"/>
              <a:gd name="connsiteY2396" fmla="*/ 113361 h 856262"/>
              <a:gd name="connsiteX2397" fmla="*/ 237607 w 3805936"/>
              <a:gd name="connsiteY2397" fmla="*/ 118297 h 856262"/>
              <a:gd name="connsiteX2398" fmla="*/ 239801 w 3805936"/>
              <a:gd name="connsiteY2398" fmla="*/ 121546 h 856262"/>
              <a:gd name="connsiteX2399" fmla="*/ 242332 w 3805936"/>
              <a:gd name="connsiteY2399" fmla="*/ 124499 h 856262"/>
              <a:gd name="connsiteX2400" fmla="*/ 244399 w 3805936"/>
              <a:gd name="connsiteY2400" fmla="*/ 126693 h 856262"/>
              <a:gd name="connsiteX2401" fmla="*/ 245665 w 3805936"/>
              <a:gd name="connsiteY2401" fmla="*/ 128338 h 856262"/>
              <a:gd name="connsiteX2402" fmla="*/ 246593 w 3805936"/>
              <a:gd name="connsiteY2402" fmla="*/ 128971 h 856262"/>
              <a:gd name="connsiteX2403" fmla="*/ 248070 w 3805936"/>
              <a:gd name="connsiteY2403" fmla="*/ 130363 h 856262"/>
              <a:gd name="connsiteX2404" fmla="*/ 249293 w 3805936"/>
              <a:gd name="connsiteY2404" fmla="*/ 130617 h 856262"/>
              <a:gd name="connsiteX2405" fmla="*/ 251698 w 3805936"/>
              <a:gd name="connsiteY2405" fmla="*/ 129477 h 856262"/>
              <a:gd name="connsiteX2406" fmla="*/ 252922 w 3805936"/>
              <a:gd name="connsiteY2406" fmla="*/ 128381 h 856262"/>
              <a:gd name="connsiteX2407" fmla="*/ 255031 w 3805936"/>
              <a:gd name="connsiteY2407" fmla="*/ 127790 h 856262"/>
              <a:gd name="connsiteX2408" fmla="*/ 256297 w 3805936"/>
              <a:gd name="connsiteY2408" fmla="*/ 128549 h 856262"/>
              <a:gd name="connsiteX2409" fmla="*/ 257900 w 3805936"/>
              <a:gd name="connsiteY2409" fmla="*/ 132093 h 856262"/>
              <a:gd name="connsiteX2410" fmla="*/ 259376 w 3805936"/>
              <a:gd name="connsiteY2410" fmla="*/ 134582 h 856262"/>
              <a:gd name="connsiteX2411" fmla="*/ 260431 w 3805936"/>
              <a:gd name="connsiteY2411" fmla="*/ 136396 h 856262"/>
              <a:gd name="connsiteX2412" fmla="*/ 259714 w 3805936"/>
              <a:gd name="connsiteY2412" fmla="*/ 140236 h 856262"/>
              <a:gd name="connsiteX2413" fmla="*/ 256381 w 3805936"/>
              <a:gd name="connsiteY2413" fmla="*/ 140953 h 856262"/>
              <a:gd name="connsiteX2414" fmla="*/ 254989 w 3805936"/>
              <a:gd name="connsiteY2414" fmla="*/ 142851 h 856262"/>
              <a:gd name="connsiteX2415" fmla="*/ 259714 w 3805936"/>
              <a:gd name="connsiteY2415" fmla="*/ 144075 h 856262"/>
              <a:gd name="connsiteX2416" fmla="*/ 261908 w 3805936"/>
              <a:gd name="connsiteY2416" fmla="*/ 145425 h 856262"/>
              <a:gd name="connsiteX2417" fmla="*/ 264397 w 3805936"/>
              <a:gd name="connsiteY2417" fmla="*/ 145172 h 856262"/>
              <a:gd name="connsiteX2418" fmla="*/ 266084 w 3805936"/>
              <a:gd name="connsiteY2418" fmla="*/ 145383 h 856262"/>
              <a:gd name="connsiteX2419" fmla="*/ 267899 w 3805936"/>
              <a:gd name="connsiteY2419" fmla="*/ 145172 h 856262"/>
              <a:gd name="connsiteX2420" fmla="*/ 269206 w 3805936"/>
              <a:gd name="connsiteY2420" fmla="*/ 145172 h 856262"/>
              <a:gd name="connsiteX2421" fmla="*/ 270641 w 3805936"/>
              <a:gd name="connsiteY2421" fmla="*/ 142851 h 856262"/>
              <a:gd name="connsiteX2422" fmla="*/ 271527 w 3805936"/>
              <a:gd name="connsiteY2422" fmla="*/ 139307 h 856262"/>
              <a:gd name="connsiteX2423" fmla="*/ 271738 w 3805936"/>
              <a:gd name="connsiteY2423" fmla="*/ 135089 h 856262"/>
              <a:gd name="connsiteX2424" fmla="*/ 265114 w 3805936"/>
              <a:gd name="connsiteY2424" fmla="*/ 124077 h 856262"/>
              <a:gd name="connsiteX2425" fmla="*/ 263258 w 3805936"/>
              <a:gd name="connsiteY2425" fmla="*/ 121841 h 856262"/>
              <a:gd name="connsiteX2426" fmla="*/ 263637 w 3805936"/>
              <a:gd name="connsiteY2426" fmla="*/ 119774 h 856262"/>
              <a:gd name="connsiteX2427" fmla="*/ 264819 w 3805936"/>
              <a:gd name="connsiteY2427" fmla="*/ 118846 h 856262"/>
              <a:gd name="connsiteX2428" fmla="*/ 265198 w 3805936"/>
              <a:gd name="connsiteY2428" fmla="*/ 115640 h 856262"/>
              <a:gd name="connsiteX2429" fmla="*/ 265198 w 3805936"/>
              <a:gd name="connsiteY2429" fmla="*/ 106527 h 856262"/>
              <a:gd name="connsiteX2430" fmla="*/ 265198 w 3805936"/>
              <a:gd name="connsiteY2430" fmla="*/ 103827 h 856262"/>
              <a:gd name="connsiteX2431" fmla="*/ 266127 w 3805936"/>
              <a:gd name="connsiteY2431" fmla="*/ 99819 h 856262"/>
              <a:gd name="connsiteX2432" fmla="*/ 264945 w 3805936"/>
              <a:gd name="connsiteY2432" fmla="*/ 98005 h 856262"/>
              <a:gd name="connsiteX2433" fmla="*/ 262667 w 3805936"/>
              <a:gd name="connsiteY2433" fmla="*/ 96064 h 856262"/>
              <a:gd name="connsiteX2434" fmla="*/ 258448 w 3805936"/>
              <a:gd name="connsiteY2434" fmla="*/ 96064 h 856262"/>
              <a:gd name="connsiteX2435" fmla="*/ 619584 w 3805936"/>
              <a:gd name="connsiteY2435" fmla="*/ 90453 h 856262"/>
              <a:gd name="connsiteX2436" fmla="*/ 618192 w 3805936"/>
              <a:gd name="connsiteY2436" fmla="*/ 90917 h 856262"/>
              <a:gd name="connsiteX2437" fmla="*/ 616757 w 3805936"/>
              <a:gd name="connsiteY2437" fmla="*/ 93744 h 856262"/>
              <a:gd name="connsiteX2438" fmla="*/ 614605 w 3805936"/>
              <a:gd name="connsiteY2438" fmla="*/ 96697 h 856262"/>
              <a:gd name="connsiteX2439" fmla="*/ 610682 w 3805936"/>
              <a:gd name="connsiteY2439" fmla="*/ 100916 h 856262"/>
              <a:gd name="connsiteX2440" fmla="*/ 604227 w 3805936"/>
              <a:gd name="connsiteY2440" fmla="*/ 99692 h 856262"/>
              <a:gd name="connsiteX2441" fmla="*/ 600979 w 3805936"/>
              <a:gd name="connsiteY2441" fmla="*/ 97709 h 856262"/>
              <a:gd name="connsiteX2442" fmla="*/ 599122 w 3805936"/>
              <a:gd name="connsiteY2442" fmla="*/ 97709 h 856262"/>
              <a:gd name="connsiteX2443" fmla="*/ 597181 w 3805936"/>
              <a:gd name="connsiteY2443" fmla="*/ 97372 h 856262"/>
              <a:gd name="connsiteX2444" fmla="*/ 595199 w 3805936"/>
              <a:gd name="connsiteY2444" fmla="*/ 97963 h 856262"/>
              <a:gd name="connsiteX2445" fmla="*/ 593300 w 3805936"/>
              <a:gd name="connsiteY2445" fmla="*/ 99608 h 856262"/>
              <a:gd name="connsiteX2446" fmla="*/ 594017 w 3805936"/>
              <a:gd name="connsiteY2446" fmla="*/ 104460 h 856262"/>
              <a:gd name="connsiteX2447" fmla="*/ 595705 w 3805936"/>
              <a:gd name="connsiteY2447" fmla="*/ 106864 h 856262"/>
              <a:gd name="connsiteX2448" fmla="*/ 597181 w 3805936"/>
              <a:gd name="connsiteY2448" fmla="*/ 107708 h 856262"/>
              <a:gd name="connsiteX2449" fmla="*/ 598954 w 3805936"/>
              <a:gd name="connsiteY2449" fmla="*/ 108172 h 856262"/>
              <a:gd name="connsiteX2450" fmla="*/ 600135 w 3805936"/>
              <a:gd name="connsiteY2450" fmla="*/ 108847 h 856262"/>
              <a:gd name="connsiteX2451" fmla="*/ 601696 w 3805936"/>
              <a:gd name="connsiteY2451" fmla="*/ 109649 h 856262"/>
              <a:gd name="connsiteX2452" fmla="*/ 599839 w 3805936"/>
              <a:gd name="connsiteY2452" fmla="*/ 111421 h 856262"/>
              <a:gd name="connsiteX2453" fmla="*/ 593975 w 3805936"/>
              <a:gd name="connsiteY2453" fmla="*/ 114880 h 856262"/>
              <a:gd name="connsiteX2454" fmla="*/ 582247 w 3805936"/>
              <a:gd name="connsiteY2454" fmla="*/ 117749 h 856262"/>
              <a:gd name="connsiteX2455" fmla="*/ 580812 w 3805936"/>
              <a:gd name="connsiteY2455" fmla="*/ 117749 h 856262"/>
              <a:gd name="connsiteX2456" fmla="*/ 578492 w 3805936"/>
              <a:gd name="connsiteY2456" fmla="*/ 118044 h 856262"/>
              <a:gd name="connsiteX2457" fmla="*/ 575370 w 3805936"/>
              <a:gd name="connsiteY2457" fmla="*/ 118044 h 856262"/>
              <a:gd name="connsiteX2458" fmla="*/ 575370 w 3805936"/>
              <a:gd name="connsiteY2458" fmla="*/ 117876 h 856262"/>
              <a:gd name="connsiteX2459" fmla="*/ 573303 w 3805936"/>
              <a:gd name="connsiteY2459" fmla="*/ 118382 h 856262"/>
              <a:gd name="connsiteX2460" fmla="*/ 574568 w 3805936"/>
              <a:gd name="connsiteY2460" fmla="*/ 119858 h 856262"/>
              <a:gd name="connsiteX2461" fmla="*/ 574568 w 3805936"/>
              <a:gd name="connsiteY2461" fmla="*/ 122305 h 856262"/>
              <a:gd name="connsiteX2462" fmla="*/ 575159 w 3805936"/>
              <a:gd name="connsiteY2462" fmla="*/ 124077 h 856262"/>
              <a:gd name="connsiteX2463" fmla="*/ 577226 w 3805936"/>
              <a:gd name="connsiteY2463" fmla="*/ 124795 h 856262"/>
              <a:gd name="connsiteX2464" fmla="*/ 581023 w 3805936"/>
              <a:gd name="connsiteY2464" fmla="*/ 125891 h 856262"/>
              <a:gd name="connsiteX2465" fmla="*/ 585791 w 3805936"/>
              <a:gd name="connsiteY2465" fmla="*/ 125891 h 856262"/>
              <a:gd name="connsiteX2466" fmla="*/ 592414 w 3805936"/>
              <a:gd name="connsiteY2466" fmla="*/ 125891 h 856262"/>
              <a:gd name="connsiteX2467" fmla="*/ 599882 w 3805936"/>
              <a:gd name="connsiteY2467" fmla="*/ 124035 h 856262"/>
              <a:gd name="connsiteX2468" fmla="*/ 606041 w 3805936"/>
              <a:gd name="connsiteY2468" fmla="*/ 120913 h 856262"/>
              <a:gd name="connsiteX2469" fmla="*/ 608404 w 3805936"/>
              <a:gd name="connsiteY2469" fmla="*/ 127832 h 856262"/>
              <a:gd name="connsiteX2470" fmla="*/ 609248 w 3805936"/>
              <a:gd name="connsiteY2470" fmla="*/ 131460 h 856262"/>
              <a:gd name="connsiteX2471" fmla="*/ 610133 w 3805936"/>
              <a:gd name="connsiteY2471" fmla="*/ 137831 h 856262"/>
              <a:gd name="connsiteX2472" fmla="*/ 610133 w 3805936"/>
              <a:gd name="connsiteY2472" fmla="*/ 144919 h 856262"/>
              <a:gd name="connsiteX2473" fmla="*/ 611315 w 3805936"/>
              <a:gd name="connsiteY2473" fmla="*/ 147450 h 856262"/>
              <a:gd name="connsiteX2474" fmla="*/ 614521 w 3805936"/>
              <a:gd name="connsiteY2474" fmla="*/ 149939 h 856262"/>
              <a:gd name="connsiteX2475" fmla="*/ 616504 w 3805936"/>
              <a:gd name="connsiteY2475" fmla="*/ 151627 h 856262"/>
              <a:gd name="connsiteX2476" fmla="*/ 619077 w 3805936"/>
              <a:gd name="connsiteY2476" fmla="*/ 153061 h 856262"/>
              <a:gd name="connsiteX2477" fmla="*/ 621440 w 3805936"/>
              <a:gd name="connsiteY2477" fmla="*/ 154622 h 856262"/>
              <a:gd name="connsiteX2478" fmla="*/ 622664 w 3805936"/>
              <a:gd name="connsiteY2478" fmla="*/ 155044 h 856262"/>
              <a:gd name="connsiteX2479" fmla="*/ 624267 w 3805936"/>
              <a:gd name="connsiteY2479" fmla="*/ 154749 h 856262"/>
              <a:gd name="connsiteX2480" fmla="*/ 627726 w 3805936"/>
              <a:gd name="connsiteY2480" fmla="*/ 154749 h 856262"/>
              <a:gd name="connsiteX2481" fmla="*/ 628950 w 3805936"/>
              <a:gd name="connsiteY2481" fmla="*/ 153145 h 856262"/>
              <a:gd name="connsiteX2482" fmla="*/ 630173 w 3805936"/>
              <a:gd name="connsiteY2482" fmla="*/ 152217 h 856262"/>
              <a:gd name="connsiteX2483" fmla="*/ 628992 w 3805936"/>
              <a:gd name="connsiteY2483" fmla="*/ 150572 h 856262"/>
              <a:gd name="connsiteX2484" fmla="*/ 625364 w 3805936"/>
              <a:gd name="connsiteY2484" fmla="*/ 146353 h 856262"/>
              <a:gd name="connsiteX2485" fmla="*/ 624098 w 3805936"/>
              <a:gd name="connsiteY2485" fmla="*/ 143864 h 856262"/>
              <a:gd name="connsiteX2486" fmla="*/ 622031 w 3805936"/>
              <a:gd name="connsiteY2486" fmla="*/ 141248 h 856262"/>
              <a:gd name="connsiteX2487" fmla="*/ 619204 w 3805936"/>
              <a:gd name="connsiteY2487" fmla="*/ 135342 h 856262"/>
              <a:gd name="connsiteX2488" fmla="*/ 617601 w 3805936"/>
              <a:gd name="connsiteY2488" fmla="*/ 127579 h 856262"/>
              <a:gd name="connsiteX2489" fmla="*/ 615069 w 3805936"/>
              <a:gd name="connsiteY2489" fmla="*/ 117707 h 856262"/>
              <a:gd name="connsiteX2490" fmla="*/ 616335 w 3805936"/>
              <a:gd name="connsiteY2490" fmla="*/ 114585 h 856262"/>
              <a:gd name="connsiteX2491" fmla="*/ 618571 w 3805936"/>
              <a:gd name="connsiteY2491" fmla="*/ 113488 h 856262"/>
              <a:gd name="connsiteX2492" fmla="*/ 623128 w 3805936"/>
              <a:gd name="connsiteY2492" fmla="*/ 114205 h 856262"/>
              <a:gd name="connsiteX2493" fmla="*/ 625743 w 3805936"/>
              <a:gd name="connsiteY2493" fmla="*/ 115302 h 856262"/>
              <a:gd name="connsiteX2494" fmla="*/ 628739 w 3805936"/>
              <a:gd name="connsiteY2494" fmla="*/ 115935 h 856262"/>
              <a:gd name="connsiteX2495" fmla="*/ 633295 w 3805936"/>
              <a:gd name="connsiteY2495" fmla="*/ 116483 h 856262"/>
              <a:gd name="connsiteX2496" fmla="*/ 635531 w 3805936"/>
              <a:gd name="connsiteY2496" fmla="*/ 116230 h 856262"/>
              <a:gd name="connsiteX2497" fmla="*/ 636839 w 3805936"/>
              <a:gd name="connsiteY2497" fmla="*/ 115682 h 856262"/>
              <a:gd name="connsiteX2498" fmla="*/ 636839 w 3805936"/>
              <a:gd name="connsiteY2498" fmla="*/ 110788 h 856262"/>
              <a:gd name="connsiteX2499" fmla="*/ 634519 w 3805936"/>
              <a:gd name="connsiteY2499" fmla="*/ 108257 h 856262"/>
              <a:gd name="connsiteX2500" fmla="*/ 631228 w 3805936"/>
              <a:gd name="connsiteY2500" fmla="*/ 106358 h 856262"/>
              <a:gd name="connsiteX2501" fmla="*/ 628190 w 3805936"/>
              <a:gd name="connsiteY2501" fmla="*/ 106611 h 856262"/>
              <a:gd name="connsiteX2502" fmla="*/ 625996 w 3805936"/>
              <a:gd name="connsiteY2502" fmla="*/ 106189 h 856262"/>
              <a:gd name="connsiteX2503" fmla="*/ 624056 w 3805936"/>
              <a:gd name="connsiteY2503" fmla="*/ 105978 h 856262"/>
              <a:gd name="connsiteX2504" fmla="*/ 622621 w 3805936"/>
              <a:gd name="connsiteY2504" fmla="*/ 105599 h 856262"/>
              <a:gd name="connsiteX2505" fmla="*/ 623718 w 3805936"/>
              <a:gd name="connsiteY2505" fmla="*/ 103827 h 856262"/>
              <a:gd name="connsiteX2506" fmla="*/ 626756 w 3805936"/>
              <a:gd name="connsiteY2506" fmla="*/ 101464 h 856262"/>
              <a:gd name="connsiteX2507" fmla="*/ 627389 w 3805936"/>
              <a:gd name="connsiteY2507" fmla="*/ 99608 h 856262"/>
              <a:gd name="connsiteX2508" fmla="*/ 627811 w 3805936"/>
              <a:gd name="connsiteY2508" fmla="*/ 97583 h 856262"/>
              <a:gd name="connsiteX2509" fmla="*/ 626545 w 3805936"/>
              <a:gd name="connsiteY2509" fmla="*/ 94166 h 856262"/>
              <a:gd name="connsiteX2510" fmla="*/ 623549 w 3805936"/>
              <a:gd name="connsiteY2510" fmla="*/ 92267 h 856262"/>
              <a:gd name="connsiteX2511" fmla="*/ 621609 w 3805936"/>
              <a:gd name="connsiteY2511" fmla="*/ 91845 h 856262"/>
              <a:gd name="connsiteX2512" fmla="*/ 619584 w 3805936"/>
              <a:gd name="connsiteY2512" fmla="*/ 90453 h 856262"/>
              <a:gd name="connsiteX2513" fmla="*/ 343501 w 3805936"/>
              <a:gd name="connsiteY2513" fmla="*/ 83914 h 856262"/>
              <a:gd name="connsiteX2514" fmla="*/ 343627 w 3805936"/>
              <a:gd name="connsiteY2514" fmla="*/ 84082 h 856262"/>
              <a:gd name="connsiteX2515" fmla="*/ 343532 w 3805936"/>
              <a:gd name="connsiteY2515" fmla="*/ 83972 h 856262"/>
              <a:gd name="connsiteX2516" fmla="*/ 242838 w 3805936"/>
              <a:gd name="connsiteY2516" fmla="*/ 75898 h 856262"/>
              <a:gd name="connsiteX2517" fmla="*/ 240687 w 3805936"/>
              <a:gd name="connsiteY2517" fmla="*/ 76446 h 856262"/>
              <a:gd name="connsiteX2518" fmla="*/ 239168 w 3805936"/>
              <a:gd name="connsiteY2518" fmla="*/ 76446 h 856262"/>
              <a:gd name="connsiteX2519" fmla="*/ 237185 w 3805936"/>
              <a:gd name="connsiteY2519" fmla="*/ 77628 h 856262"/>
              <a:gd name="connsiteX2520" fmla="*/ 235540 w 3805936"/>
              <a:gd name="connsiteY2520" fmla="*/ 78429 h 856262"/>
              <a:gd name="connsiteX2521" fmla="*/ 234527 w 3805936"/>
              <a:gd name="connsiteY2521" fmla="*/ 79695 h 856262"/>
              <a:gd name="connsiteX2522" fmla="*/ 233262 w 3805936"/>
              <a:gd name="connsiteY2522" fmla="*/ 80623 h 856262"/>
              <a:gd name="connsiteX2523" fmla="*/ 232249 w 3805936"/>
              <a:gd name="connsiteY2523" fmla="*/ 82015 h 856262"/>
              <a:gd name="connsiteX2524" fmla="*/ 230140 w 3805936"/>
              <a:gd name="connsiteY2524" fmla="*/ 83787 h 856262"/>
              <a:gd name="connsiteX2525" fmla="*/ 230435 w 3805936"/>
              <a:gd name="connsiteY2525" fmla="*/ 85390 h 856262"/>
              <a:gd name="connsiteX2526" fmla="*/ 234316 w 3805936"/>
              <a:gd name="connsiteY2526" fmla="*/ 88301 h 856262"/>
              <a:gd name="connsiteX2527" fmla="*/ 234738 w 3805936"/>
              <a:gd name="connsiteY2527" fmla="*/ 90115 h 856262"/>
              <a:gd name="connsiteX2528" fmla="*/ 235034 w 3805936"/>
              <a:gd name="connsiteY2528" fmla="*/ 91634 h 856262"/>
              <a:gd name="connsiteX2529" fmla="*/ 235498 w 3805936"/>
              <a:gd name="connsiteY2529" fmla="*/ 93111 h 856262"/>
              <a:gd name="connsiteX2530" fmla="*/ 237270 w 3805936"/>
              <a:gd name="connsiteY2530" fmla="*/ 93111 h 856262"/>
              <a:gd name="connsiteX2531" fmla="*/ 238831 w 3805936"/>
              <a:gd name="connsiteY2531" fmla="*/ 92773 h 856262"/>
              <a:gd name="connsiteX2532" fmla="*/ 239759 w 3805936"/>
              <a:gd name="connsiteY2532" fmla="*/ 93870 h 856262"/>
              <a:gd name="connsiteX2533" fmla="*/ 238577 w 3805936"/>
              <a:gd name="connsiteY2533" fmla="*/ 96064 h 856262"/>
              <a:gd name="connsiteX2534" fmla="*/ 234907 w 3805936"/>
              <a:gd name="connsiteY2534" fmla="*/ 100283 h 856262"/>
              <a:gd name="connsiteX2535" fmla="*/ 232713 w 3805936"/>
              <a:gd name="connsiteY2535" fmla="*/ 102055 h 856262"/>
              <a:gd name="connsiteX2536" fmla="*/ 227693 w 3805936"/>
              <a:gd name="connsiteY2536" fmla="*/ 106653 h 856262"/>
              <a:gd name="connsiteX2537" fmla="*/ 225794 w 3805936"/>
              <a:gd name="connsiteY2537" fmla="*/ 108889 h 856262"/>
              <a:gd name="connsiteX2538" fmla="*/ 224318 w 3805936"/>
              <a:gd name="connsiteY2538" fmla="*/ 108889 h 856262"/>
              <a:gd name="connsiteX2539" fmla="*/ 224318 w 3805936"/>
              <a:gd name="connsiteY2539" fmla="*/ 108721 h 856262"/>
              <a:gd name="connsiteX2540" fmla="*/ 221238 w 3805936"/>
              <a:gd name="connsiteY2540" fmla="*/ 113446 h 856262"/>
              <a:gd name="connsiteX2541" fmla="*/ 221702 w 3805936"/>
              <a:gd name="connsiteY2541" fmla="*/ 115091 h 856262"/>
              <a:gd name="connsiteX2542" fmla="*/ 222925 w 3805936"/>
              <a:gd name="connsiteY2542" fmla="*/ 116905 h 856262"/>
              <a:gd name="connsiteX2543" fmla="*/ 224782 w 3805936"/>
              <a:gd name="connsiteY2543" fmla="*/ 118762 h 856262"/>
              <a:gd name="connsiteX2544" fmla="*/ 226976 w 3805936"/>
              <a:gd name="connsiteY2544" fmla="*/ 117665 h 856262"/>
              <a:gd name="connsiteX2545" fmla="*/ 228579 w 3805936"/>
              <a:gd name="connsiteY2545" fmla="*/ 117665 h 856262"/>
              <a:gd name="connsiteX2546" fmla="*/ 229507 w 3805936"/>
              <a:gd name="connsiteY2546" fmla="*/ 116019 h 856262"/>
              <a:gd name="connsiteX2547" fmla="*/ 230815 w 3805936"/>
              <a:gd name="connsiteY2547" fmla="*/ 114500 h 856262"/>
              <a:gd name="connsiteX2548" fmla="*/ 232418 w 3805936"/>
              <a:gd name="connsiteY2548" fmla="*/ 112855 h 856262"/>
              <a:gd name="connsiteX2549" fmla="*/ 233557 w 3805936"/>
              <a:gd name="connsiteY2549" fmla="*/ 112096 h 856262"/>
              <a:gd name="connsiteX2550" fmla="*/ 235034 w 3805936"/>
              <a:gd name="connsiteY2550" fmla="*/ 111125 h 856262"/>
              <a:gd name="connsiteX2551" fmla="*/ 236468 w 3805936"/>
              <a:gd name="connsiteY2551" fmla="*/ 109649 h 856262"/>
              <a:gd name="connsiteX2552" fmla="*/ 237902 w 3805936"/>
              <a:gd name="connsiteY2552" fmla="*/ 108468 h 856262"/>
              <a:gd name="connsiteX2553" fmla="*/ 239506 w 3805936"/>
              <a:gd name="connsiteY2553" fmla="*/ 106906 h 856262"/>
              <a:gd name="connsiteX2554" fmla="*/ 241193 w 3805936"/>
              <a:gd name="connsiteY2554" fmla="*/ 105177 h 856262"/>
              <a:gd name="connsiteX2555" fmla="*/ 242923 w 3805936"/>
              <a:gd name="connsiteY2555" fmla="*/ 103405 h 856262"/>
              <a:gd name="connsiteX2556" fmla="*/ 249167 w 3805936"/>
              <a:gd name="connsiteY2556" fmla="*/ 97119 h 856262"/>
              <a:gd name="connsiteX2557" fmla="*/ 251529 w 3805936"/>
              <a:gd name="connsiteY2557" fmla="*/ 93912 h 856262"/>
              <a:gd name="connsiteX2558" fmla="*/ 253765 w 3805936"/>
              <a:gd name="connsiteY2558" fmla="*/ 92689 h 856262"/>
              <a:gd name="connsiteX2559" fmla="*/ 255537 w 3805936"/>
              <a:gd name="connsiteY2559" fmla="*/ 90537 h 856262"/>
              <a:gd name="connsiteX2560" fmla="*/ 257394 w 3805936"/>
              <a:gd name="connsiteY2560" fmla="*/ 88512 h 856262"/>
              <a:gd name="connsiteX2561" fmla="*/ 259672 w 3805936"/>
              <a:gd name="connsiteY2561" fmla="*/ 86740 h 856262"/>
              <a:gd name="connsiteX2562" fmla="*/ 262625 w 3805936"/>
              <a:gd name="connsiteY2562" fmla="*/ 84631 h 856262"/>
              <a:gd name="connsiteX2563" fmla="*/ 264819 w 3805936"/>
              <a:gd name="connsiteY2563" fmla="*/ 84082 h 856262"/>
              <a:gd name="connsiteX2564" fmla="*/ 266464 w 3805936"/>
              <a:gd name="connsiteY2564" fmla="*/ 79146 h 856262"/>
              <a:gd name="connsiteX2565" fmla="*/ 265410 w 3805936"/>
              <a:gd name="connsiteY2565" fmla="*/ 77164 h 856262"/>
              <a:gd name="connsiteX2566" fmla="*/ 264017 w 3805936"/>
              <a:gd name="connsiteY2566" fmla="*/ 76742 h 856262"/>
              <a:gd name="connsiteX2567" fmla="*/ 261106 w 3805936"/>
              <a:gd name="connsiteY2567" fmla="*/ 76235 h 856262"/>
              <a:gd name="connsiteX2568" fmla="*/ 259250 w 3805936"/>
              <a:gd name="connsiteY2568" fmla="*/ 76657 h 856262"/>
              <a:gd name="connsiteX2569" fmla="*/ 257309 w 3805936"/>
              <a:gd name="connsiteY2569" fmla="*/ 76953 h 856262"/>
              <a:gd name="connsiteX2570" fmla="*/ 254272 w 3805936"/>
              <a:gd name="connsiteY2570" fmla="*/ 79864 h 856262"/>
              <a:gd name="connsiteX2571" fmla="*/ 248956 w 3805936"/>
              <a:gd name="connsiteY2571" fmla="*/ 85011 h 856262"/>
              <a:gd name="connsiteX2572" fmla="*/ 247986 w 3805936"/>
              <a:gd name="connsiteY2572" fmla="*/ 84167 h 856262"/>
              <a:gd name="connsiteX2573" fmla="*/ 247986 w 3805936"/>
              <a:gd name="connsiteY2573" fmla="*/ 79948 h 856262"/>
              <a:gd name="connsiteX2574" fmla="*/ 244695 w 3805936"/>
              <a:gd name="connsiteY2574" fmla="*/ 77670 h 856262"/>
              <a:gd name="connsiteX2575" fmla="*/ 242838 w 3805936"/>
              <a:gd name="connsiteY2575" fmla="*/ 75898 h 856262"/>
              <a:gd name="connsiteX2576" fmla="*/ 376344 w 3805936"/>
              <a:gd name="connsiteY2576" fmla="*/ 63980 h 856262"/>
              <a:gd name="connsiteX2577" fmla="*/ 377040 w 3805936"/>
              <a:gd name="connsiteY2577" fmla="*/ 64719 h 856262"/>
              <a:gd name="connsiteX2578" fmla="*/ 375859 w 3805936"/>
              <a:gd name="connsiteY2578" fmla="*/ 67714 h 856262"/>
              <a:gd name="connsiteX2579" fmla="*/ 373370 w 3805936"/>
              <a:gd name="connsiteY2579" fmla="*/ 67714 h 856262"/>
              <a:gd name="connsiteX2580" fmla="*/ 372990 w 3805936"/>
              <a:gd name="connsiteY2580" fmla="*/ 66364 h 856262"/>
              <a:gd name="connsiteX2581" fmla="*/ 373454 w 3805936"/>
              <a:gd name="connsiteY2581" fmla="*/ 64845 h 856262"/>
              <a:gd name="connsiteX2582" fmla="*/ 376155 w 3805936"/>
              <a:gd name="connsiteY2582" fmla="*/ 64001 h 856262"/>
              <a:gd name="connsiteX2583" fmla="*/ 376344 w 3805936"/>
              <a:gd name="connsiteY2583" fmla="*/ 63980 h 856262"/>
              <a:gd name="connsiteX2584" fmla="*/ 384044 w 3805936"/>
              <a:gd name="connsiteY2584" fmla="*/ 60458 h 856262"/>
              <a:gd name="connsiteX2585" fmla="*/ 385478 w 3805936"/>
              <a:gd name="connsiteY2585" fmla="*/ 60753 h 856262"/>
              <a:gd name="connsiteX2586" fmla="*/ 385689 w 3805936"/>
              <a:gd name="connsiteY2586" fmla="*/ 62567 h 856262"/>
              <a:gd name="connsiteX2587" fmla="*/ 383495 w 3805936"/>
              <a:gd name="connsiteY2587" fmla="*/ 64719 h 856262"/>
              <a:gd name="connsiteX2588" fmla="*/ 381976 w 3805936"/>
              <a:gd name="connsiteY2588" fmla="*/ 63664 h 856262"/>
              <a:gd name="connsiteX2589" fmla="*/ 381976 w 3805936"/>
              <a:gd name="connsiteY2589" fmla="*/ 61470 h 856262"/>
              <a:gd name="connsiteX2590" fmla="*/ 384044 w 3805936"/>
              <a:gd name="connsiteY2590" fmla="*/ 60458 h 856262"/>
              <a:gd name="connsiteX2591" fmla="*/ 374045 w 3805936"/>
              <a:gd name="connsiteY2591" fmla="*/ 54888 h 856262"/>
              <a:gd name="connsiteX2592" fmla="*/ 376112 w 3805936"/>
              <a:gd name="connsiteY2592" fmla="*/ 56660 h 856262"/>
              <a:gd name="connsiteX2593" fmla="*/ 373707 w 3805936"/>
              <a:gd name="connsiteY2593" fmla="*/ 59656 h 856262"/>
              <a:gd name="connsiteX2594" fmla="*/ 372610 w 3805936"/>
              <a:gd name="connsiteY2594" fmla="*/ 59192 h 856262"/>
              <a:gd name="connsiteX2595" fmla="*/ 372020 w 3805936"/>
              <a:gd name="connsiteY2595" fmla="*/ 56871 h 856262"/>
              <a:gd name="connsiteX2596" fmla="*/ 374045 w 3805936"/>
              <a:gd name="connsiteY2596" fmla="*/ 54888 h 856262"/>
              <a:gd name="connsiteX2597" fmla="*/ 492596 w 3805936"/>
              <a:gd name="connsiteY2597" fmla="*/ 53158 h 856262"/>
              <a:gd name="connsiteX2598" fmla="*/ 489811 w 3805936"/>
              <a:gd name="connsiteY2598" fmla="*/ 54550 h 856262"/>
              <a:gd name="connsiteX2599" fmla="*/ 489389 w 3805936"/>
              <a:gd name="connsiteY2599" fmla="*/ 57208 h 856262"/>
              <a:gd name="connsiteX2600" fmla="*/ 489389 w 3805936"/>
              <a:gd name="connsiteY2600" fmla="*/ 60035 h 856262"/>
              <a:gd name="connsiteX2601" fmla="*/ 490402 w 3805936"/>
              <a:gd name="connsiteY2601" fmla="*/ 63832 h 856262"/>
              <a:gd name="connsiteX2602" fmla="*/ 490613 w 3805936"/>
              <a:gd name="connsiteY2602" fmla="*/ 66869 h 856262"/>
              <a:gd name="connsiteX2603" fmla="*/ 493735 w 3805936"/>
              <a:gd name="connsiteY2603" fmla="*/ 67418 h 856262"/>
              <a:gd name="connsiteX2604" fmla="*/ 496224 w 3805936"/>
              <a:gd name="connsiteY2604" fmla="*/ 67418 h 856262"/>
              <a:gd name="connsiteX2605" fmla="*/ 496224 w 3805936"/>
              <a:gd name="connsiteY2605" fmla="*/ 69738 h 856262"/>
              <a:gd name="connsiteX2606" fmla="*/ 495043 w 3805936"/>
              <a:gd name="connsiteY2606" fmla="*/ 72396 h 856262"/>
              <a:gd name="connsiteX2607" fmla="*/ 488166 w 3805936"/>
              <a:gd name="connsiteY2607" fmla="*/ 79484 h 856262"/>
              <a:gd name="connsiteX2608" fmla="*/ 481331 w 3805936"/>
              <a:gd name="connsiteY2608" fmla="*/ 80496 h 856262"/>
              <a:gd name="connsiteX2609" fmla="*/ 478969 w 3805936"/>
              <a:gd name="connsiteY2609" fmla="*/ 80496 h 856262"/>
              <a:gd name="connsiteX2610" fmla="*/ 472767 w 3805936"/>
              <a:gd name="connsiteY2610" fmla="*/ 81214 h 856262"/>
              <a:gd name="connsiteX2611" fmla="*/ 470109 w 3805936"/>
              <a:gd name="connsiteY2611" fmla="*/ 80285 h 856262"/>
              <a:gd name="connsiteX2612" fmla="*/ 464878 w 3805936"/>
              <a:gd name="connsiteY2612" fmla="*/ 81678 h 856262"/>
              <a:gd name="connsiteX2613" fmla="*/ 464414 w 3805936"/>
              <a:gd name="connsiteY2613" fmla="*/ 84631 h 856262"/>
              <a:gd name="connsiteX2614" fmla="*/ 464414 w 3805936"/>
              <a:gd name="connsiteY2614" fmla="*/ 84462 h 856262"/>
              <a:gd name="connsiteX2615" fmla="*/ 463570 w 3805936"/>
              <a:gd name="connsiteY2615" fmla="*/ 87078 h 856262"/>
              <a:gd name="connsiteX2616" fmla="*/ 466818 w 3805936"/>
              <a:gd name="connsiteY2616" fmla="*/ 92140 h 856262"/>
              <a:gd name="connsiteX2617" fmla="*/ 478927 w 3805936"/>
              <a:gd name="connsiteY2617" fmla="*/ 90706 h 856262"/>
              <a:gd name="connsiteX2618" fmla="*/ 488461 w 3805936"/>
              <a:gd name="connsiteY2618" fmla="*/ 91086 h 856262"/>
              <a:gd name="connsiteX2619" fmla="*/ 493566 w 3805936"/>
              <a:gd name="connsiteY2619" fmla="*/ 92478 h 856262"/>
              <a:gd name="connsiteX2620" fmla="*/ 498207 w 3805936"/>
              <a:gd name="connsiteY2620" fmla="*/ 92942 h 856262"/>
              <a:gd name="connsiteX2621" fmla="*/ 502974 w 3805936"/>
              <a:gd name="connsiteY2621" fmla="*/ 93744 h 856262"/>
              <a:gd name="connsiteX2622" fmla="*/ 507573 w 3805936"/>
              <a:gd name="connsiteY2622" fmla="*/ 94883 h 856262"/>
              <a:gd name="connsiteX2623" fmla="*/ 512509 w 3805936"/>
              <a:gd name="connsiteY2623" fmla="*/ 96570 h 856262"/>
              <a:gd name="connsiteX2624" fmla="*/ 515631 w 3805936"/>
              <a:gd name="connsiteY2624" fmla="*/ 97077 h 856262"/>
              <a:gd name="connsiteX2625" fmla="*/ 518500 w 3805936"/>
              <a:gd name="connsiteY2625" fmla="*/ 98342 h 856262"/>
              <a:gd name="connsiteX2626" fmla="*/ 521284 w 3805936"/>
              <a:gd name="connsiteY2626" fmla="*/ 98849 h 856262"/>
              <a:gd name="connsiteX2627" fmla="*/ 523056 w 3805936"/>
              <a:gd name="connsiteY2627" fmla="*/ 97752 h 856262"/>
              <a:gd name="connsiteX2628" fmla="*/ 524195 w 3805936"/>
              <a:gd name="connsiteY2628" fmla="*/ 96275 h 856262"/>
              <a:gd name="connsiteX2629" fmla="*/ 524195 w 3805936"/>
              <a:gd name="connsiteY2629" fmla="*/ 95178 h 856262"/>
              <a:gd name="connsiteX2630" fmla="*/ 524195 w 3805936"/>
              <a:gd name="connsiteY2630" fmla="*/ 94419 h 856262"/>
              <a:gd name="connsiteX2631" fmla="*/ 524195 w 3805936"/>
              <a:gd name="connsiteY2631" fmla="*/ 92436 h 856262"/>
              <a:gd name="connsiteX2632" fmla="*/ 521917 w 3805936"/>
              <a:gd name="connsiteY2632" fmla="*/ 89440 h 856262"/>
              <a:gd name="connsiteX2633" fmla="*/ 520061 w 3805936"/>
              <a:gd name="connsiteY2633" fmla="*/ 87711 h 856262"/>
              <a:gd name="connsiteX2634" fmla="*/ 517993 w 3805936"/>
              <a:gd name="connsiteY2634" fmla="*/ 86572 h 856262"/>
              <a:gd name="connsiteX2635" fmla="*/ 515926 w 3805936"/>
              <a:gd name="connsiteY2635" fmla="*/ 86276 h 856262"/>
              <a:gd name="connsiteX2636" fmla="*/ 513606 w 3805936"/>
              <a:gd name="connsiteY2636" fmla="*/ 86572 h 856262"/>
              <a:gd name="connsiteX2637" fmla="*/ 505421 w 3805936"/>
              <a:gd name="connsiteY2637" fmla="*/ 84757 h 856262"/>
              <a:gd name="connsiteX2638" fmla="*/ 506307 w 3805936"/>
              <a:gd name="connsiteY2638" fmla="*/ 80159 h 856262"/>
              <a:gd name="connsiteX2639" fmla="*/ 507066 w 3805936"/>
              <a:gd name="connsiteY2639" fmla="*/ 78514 h 856262"/>
              <a:gd name="connsiteX2640" fmla="*/ 507910 w 3805936"/>
              <a:gd name="connsiteY2640" fmla="*/ 76995 h 856262"/>
              <a:gd name="connsiteX2641" fmla="*/ 508923 w 3805936"/>
              <a:gd name="connsiteY2641" fmla="*/ 75560 h 856262"/>
              <a:gd name="connsiteX2642" fmla="*/ 510020 w 3805936"/>
              <a:gd name="connsiteY2642" fmla="*/ 74084 h 856262"/>
              <a:gd name="connsiteX2643" fmla="*/ 510020 w 3805936"/>
              <a:gd name="connsiteY2643" fmla="*/ 70118 h 856262"/>
              <a:gd name="connsiteX2644" fmla="*/ 515209 w 3805936"/>
              <a:gd name="connsiteY2644" fmla="*/ 68135 h 856262"/>
              <a:gd name="connsiteX2645" fmla="*/ 517782 w 3805936"/>
              <a:gd name="connsiteY2645" fmla="*/ 67207 h 856262"/>
              <a:gd name="connsiteX2646" fmla="*/ 521242 w 3805936"/>
              <a:gd name="connsiteY2646" fmla="*/ 65477 h 856262"/>
              <a:gd name="connsiteX2647" fmla="*/ 525714 w 3805936"/>
              <a:gd name="connsiteY2647" fmla="*/ 63030 h 856262"/>
              <a:gd name="connsiteX2648" fmla="*/ 525208 w 3805936"/>
              <a:gd name="connsiteY2648" fmla="*/ 61343 h 856262"/>
              <a:gd name="connsiteX2649" fmla="*/ 525208 w 3805936"/>
              <a:gd name="connsiteY2649" fmla="*/ 59022 h 856262"/>
              <a:gd name="connsiteX2650" fmla="*/ 523520 w 3805936"/>
              <a:gd name="connsiteY2650" fmla="*/ 56238 h 856262"/>
              <a:gd name="connsiteX2651" fmla="*/ 522170 w 3805936"/>
              <a:gd name="connsiteY2651" fmla="*/ 54972 h 856262"/>
              <a:gd name="connsiteX2652" fmla="*/ 520272 w 3805936"/>
              <a:gd name="connsiteY2652" fmla="*/ 54972 h 856262"/>
              <a:gd name="connsiteX2653" fmla="*/ 518120 w 3805936"/>
              <a:gd name="connsiteY2653" fmla="*/ 54719 h 856262"/>
              <a:gd name="connsiteX2654" fmla="*/ 509935 w 3805936"/>
              <a:gd name="connsiteY2654" fmla="*/ 55985 h 856262"/>
              <a:gd name="connsiteX2655" fmla="*/ 508627 w 3805936"/>
              <a:gd name="connsiteY2655" fmla="*/ 55985 h 856262"/>
              <a:gd name="connsiteX2656" fmla="*/ 506771 w 3805936"/>
              <a:gd name="connsiteY2656" fmla="*/ 55985 h 856262"/>
              <a:gd name="connsiteX2657" fmla="*/ 496477 w 3805936"/>
              <a:gd name="connsiteY2657" fmla="*/ 55183 h 856262"/>
              <a:gd name="connsiteX2658" fmla="*/ 492596 w 3805936"/>
              <a:gd name="connsiteY2658" fmla="*/ 53158 h 856262"/>
              <a:gd name="connsiteX2659" fmla="*/ 358942 w 3805936"/>
              <a:gd name="connsiteY2659" fmla="*/ 50247 h 856262"/>
              <a:gd name="connsiteX2660" fmla="*/ 355609 w 3805936"/>
              <a:gd name="connsiteY2660" fmla="*/ 50964 h 856262"/>
              <a:gd name="connsiteX2661" fmla="*/ 344555 w 3805936"/>
              <a:gd name="connsiteY2661" fmla="*/ 58305 h 856262"/>
              <a:gd name="connsiteX2662" fmla="*/ 341856 w 3805936"/>
              <a:gd name="connsiteY2662" fmla="*/ 58980 h 856262"/>
              <a:gd name="connsiteX2663" fmla="*/ 339957 w 3805936"/>
              <a:gd name="connsiteY2663" fmla="*/ 60541 h 856262"/>
              <a:gd name="connsiteX2664" fmla="*/ 339198 w 3805936"/>
              <a:gd name="connsiteY2664" fmla="*/ 62187 h 856262"/>
              <a:gd name="connsiteX2665" fmla="*/ 338016 w 3805936"/>
              <a:gd name="connsiteY2665" fmla="*/ 63157 h 856262"/>
              <a:gd name="connsiteX2666" fmla="*/ 339071 w 3805936"/>
              <a:gd name="connsiteY2666" fmla="*/ 65899 h 856262"/>
              <a:gd name="connsiteX2667" fmla="*/ 340421 w 3805936"/>
              <a:gd name="connsiteY2667" fmla="*/ 66532 h 856262"/>
              <a:gd name="connsiteX2668" fmla="*/ 342151 w 3805936"/>
              <a:gd name="connsiteY2668" fmla="*/ 67966 h 856262"/>
              <a:gd name="connsiteX2669" fmla="*/ 344640 w 3805936"/>
              <a:gd name="connsiteY2669" fmla="*/ 68515 h 856262"/>
              <a:gd name="connsiteX2670" fmla="*/ 346918 w 3805936"/>
              <a:gd name="connsiteY2670" fmla="*/ 70118 h 856262"/>
              <a:gd name="connsiteX2671" fmla="*/ 346918 w 3805936"/>
              <a:gd name="connsiteY2671" fmla="*/ 74337 h 856262"/>
              <a:gd name="connsiteX2672" fmla="*/ 344640 w 3805936"/>
              <a:gd name="connsiteY2672" fmla="*/ 76826 h 856262"/>
              <a:gd name="connsiteX2673" fmla="*/ 342741 w 3805936"/>
              <a:gd name="connsiteY2673" fmla="*/ 76826 h 856262"/>
              <a:gd name="connsiteX2674" fmla="*/ 340421 w 3805936"/>
              <a:gd name="connsiteY2674" fmla="*/ 80032 h 856262"/>
              <a:gd name="connsiteX2675" fmla="*/ 342530 w 3805936"/>
              <a:gd name="connsiteY2675" fmla="*/ 82817 h 856262"/>
              <a:gd name="connsiteX2676" fmla="*/ 343532 w 3805936"/>
              <a:gd name="connsiteY2676" fmla="*/ 83972 h 856262"/>
              <a:gd name="connsiteX2677" fmla="*/ 344260 w 3805936"/>
              <a:gd name="connsiteY2677" fmla="*/ 85348 h 856262"/>
              <a:gd name="connsiteX2678" fmla="*/ 344260 w 3805936"/>
              <a:gd name="connsiteY2678" fmla="*/ 87415 h 856262"/>
              <a:gd name="connsiteX2679" fmla="*/ 344260 w 3805936"/>
              <a:gd name="connsiteY2679" fmla="*/ 89019 h 856262"/>
              <a:gd name="connsiteX2680" fmla="*/ 342952 w 3805936"/>
              <a:gd name="connsiteY2680" fmla="*/ 90875 h 856262"/>
              <a:gd name="connsiteX2681" fmla="*/ 341012 w 3805936"/>
              <a:gd name="connsiteY2681" fmla="*/ 92773 h 856262"/>
              <a:gd name="connsiteX2682" fmla="*/ 337679 w 3805936"/>
              <a:gd name="connsiteY2682" fmla="*/ 96992 h 856262"/>
              <a:gd name="connsiteX2683" fmla="*/ 338902 w 3805936"/>
              <a:gd name="connsiteY2683" fmla="*/ 100789 h 856262"/>
              <a:gd name="connsiteX2684" fmla="*/ 340716 w 3805936"/>
              <a:gd name="connsiteY2684" fmla="*/ 102688 h 856262"/>
              <a:gd name="connsiteX2685" fmla="*/ 342024 w 3805936"/>
              <a:gd name="connsiteY2685" fmla="*/ 104671 h 856262"/>
              <a:gd name="connsiteX2686" fmla="*/ 344555 w 3805936"/>
              <a:gd name="connsiteY2686" fmla="*/ 105008 h 856262"/>
              <a:gd name="connsiteX2687" fmla="*/ 346285 w 3805936"/>
              <a:gd name="connsiteY2687" fmla="*/ 104713 h 856262"/>
              <a:gd name="connsiteX2688" fmla="*/ 350040 w 3805936"/>
              <a:gd name="connsiteY2688" fmla="*/ 100494 h 856262"/>
              <a:gd name="connsiteX2689" fmla="*/ 358225 w 3805936"/>
              <a:gd name="connsiteY2689" fmla="*/ 94841 h 856262"/>
              <a:gd name="connsiteX2690" fmla="*/ 362697 w 3805936"/>
              <a:gd name="connsiteY2690" fmla="*/ 87626 h 856262"/>
              <a:gd name="connsiteX2691" fmla="*/ 361811 w 3805936"/>
              <a:gd name="connsiteY2691" fmla="*/ 85601 h 856262"/>
              <a:gd name="connsiteX2692" fmla="*/ 359743 w 3805936"/>
              <a:gd name="connsiteY2692" fmla="*/ 84631 h 856262"/>
              <a:gd name="connsiteX2693" fmla="*/ 357634 w 3805936"/>
              <a:gd name="connsiteY2693" fmla="*/ 84926 h 856262"/>
              <a:gd name="connsiteX2694" fmla="*/ 357043 w 3805936"/>
              <a:gd name="connsiteY2694" fmla="*/ 82817 h 856262"/>
              <a:gd name="connsiteX2695" fmla="*/ 361937 w 3805936"/>
              <a:gd name="connsiteY2695" fmla="*/ 76657 h 856262"/>
              <a:gd name="connsiteX2696" fmla="*/ 362191 w 3805936"/>
              <a:gd name="connsiteY2696" fmla="*/ 75476 h 856262"/>
              <a:gd name="connsiteX2697" fmla="*/ 360629 w 3805936"/>
              <a:gd name="connsiteY2697" fmla="*/ 72860 h 856262"/>
              <a:gd name="connsiteX2698" fmla="*/ 359743 w 3805936"/>
              <a:gd name="connsiteY2698" fmla="*/ 71173 h 856262"/>
              <a:gd name="connsiteX2699" fmla="*/ 357845 w 3805936"/>
              <a:gd name="connsiteY2699" fmla="*/ 71510 h 856262"/>
              <a:gd name="connsiteX2700" fmla="*/ 357296 w 3805936"/>
              <a:gd name="connsiteY2700" fmla="*/ 69021 h 856262"/>
              <a:gd name="connsiteX2701" fmla="*/ 357086 w 3805936"/>
              <a:gd name="connsiteY2701" fmla="*/ 65351 h 856262"/>
              <a:gd name="connsiteX2702" fmla="*/ 359575 w 3805936"/>
              <a:gd name="connsiteY2702" fmla="*/ 61680 h 856262"/>
              <a:gd name="connsiteX2703" fmla="*/ 361009 w 3805936"/>
              <a:gd name="connsiteY2703" fmla="*/ 59107 h 856262"/>
              <a:gd name="connsiteX2704" fmla="*/ 361515 w 3805936"/>
              <a:gd name="connsiteY2704" fmla="*/ 55732 h 856262"/>
              <a:gd name="connsiteX2705" fmla="*/ 361515 w 3805936"/>
              <a:gd name="connsiteY2705" fmla="*/ 52778 h 856262"/>
              <a:gd name="connsiteX2706" fmla="*/ 358942 w 3805936"/>
              <a:gd name="connsiteY2706" fmla="*/ 50247 h 856262"/>
              <a:gd name="connsiteX2707" fmla="*/ 386997 w 3805936"/>
              <a:gd name="connsiteY2707" fmla="*/ 49572 h 856262"/>
              <a:gd name="connsiteX2708" fmla="*/ 387504 w 3805936"/>
              <a:gd name="connsiteY2708" fmla="*/ 51640 h 856262"/>
              <a:gd name="connsiteX2709" fmla="*/ 385900 w 3805936"/>
              <a:gd name="connsiteY2709" fmla="*/ 54719 h 856262"/>
              <a:gd name="connsiteX2710" fmla="*/ 382947 w 3805936"/>
              <a:gd name="connsiteY2710" fmla="*/ 54972 h 856262"/>
              <a:gd name="connsiteX2711" fmla="*/ 381808 w 3805936"/>
              <a:gd name="connsiteY2711" fmla="*/ 52483 h 856262"/>
              <a:gd name="connsiteX2712" fmla="*/ 386997 w 3805936"/>
              <a:gd name="connsiteY2712" fmla="*/ 49572 h 856262"/>
              <a:gd name="connsiteX2713" fmla="*/ 389149 w 3805936"/>
              <a:gd name="connsiteY2713" fmla="*/ 41177 h 856262"/>
              <a:gd name="connsiteX2714" fmla="*/ 378897 w 3805936"/>
              <a:gd name="connsiteY2714" fmla="*/ 46155 h 856262"/>
              <a:gd name="connsiteX2715" fmla="*/ 375395 w 3805936"/>
              <a:gd name="connsiteY2715" fmla="*/ 46999 h 856262"/>
              <a:gd name="connsiteX2716" fmla="*/ 371176 w 3805936"/>
              <a:gd name="connsiteY2716" fmla="*/ 49488 h 856262"/>
              <a:gd name="connsiteX2717" fmla="*/ 368645 w 3805936"/>
              <a:gd name="connsiteY2717" fmla="*/ 50711 h 856262"/>
              <a:gd name="connsiteX2718" fmla="*/ 366663 w 3805936"/>
              <a:gd name="connsiteY2718" fmla="*/ 51217 h 856262"/>
              <a:gd name="connsiteX2719" fmla="*/ 364342 w 3805936"/>
              <a:gd name="connsiteY2719" fmla="*/ 50205 h 856262"/>
              <a:gd name="connsiteX2720" fmla="*/ 363161 w 3805936"/>
              <a:gd name="connsiteY2720" fmla="*/ 53833 h 856262"/>
              <a:gd name="connsiteX2721" fmla="*/ 363161 w 3805936"/>
              <a:gd name="connsiteY2721" fmla="*/ 57335 h 856262"/>
              <a:gd name="connsiteX2722" fmla="*/ 363034 w 3805936"/>
              <a:gd name="connsiteY2722" fmla="*/ 57166 h 856262"/>
              <a:gd name="connsiteX2723" fmla="*/ 363161 w 3805936"/>
              <a:gd name="connsiteY2723" fmla="*/ 59486 h 856262"/>
              <a:gd name="connsiteX2724" fmla="*/ 364300 w 3805936"/>
              <a:gd name="connsiteY2724" fmla="*/ 61976 h 856262"/>
              <a:gd name="connsiteX2725" fmla="*/ 365776 w 3805936"/>
              <a:gd name="connsiteY2725" fmla="*/ 67966 h 856262"/>
              <a:gd name="connsiteX2726" fmla="*/ 365017 w 3805936"/>
              <a:gd name="connsiteY2726" fmla="*/ 71890 h 856262"/>
              <a:gd name="connsiteX2727" fmla="*/ 366030 w 3805936"/>
              <a:gd name="connsiteY2727" fmla="*/ 74295 h 856262"/>
              <a:gd name="connsiteX2728" fmla="*/ 367548 w 3805936"/>
              <a:gd name="connsiteY2728" fmla="*/ 76362 h 856262"/>
              <a:gd name="connsiteX2729" fmla="*/ 368265 w 3805936"/>
              <a:gd name="connsiteY2729" fmla="*/ 77839 h 856262"/>
              <a:gd name="connsiteX2730" fmla="*/ 369067 w 3805936"/>
              <a:gd name="connsiteY2730" fmla="*/ 78767 h 856262"/>
              <a:gd name="connsiteX2731" fmla="*/ 370459 w 3805936"/>
              <a:gd name="connsiteY2731" fmla="*/ 78767 h 856262"/>
              <a:gd name="connsiteX2732" fmla="*/ 372063 w 3805936"/>
              <a:gd name="connsiteY2732" fmla="*/ 78176 h 856262"/>
              <a:gd name="connsiteX2733" fmla="*/ 373792 w 3805936"/>
              <a:gd name="connsiteY2733" fmla="*/ 77374 h 856262"/>
              <a:gd name="connsiteX2734" fmla="*/ 375227 w 3805936"/>
              <a:gd name="connsiteY2734" fmla="*/ 77374 h 856262"/>
              <a:gd name="connsiteX2735" fmla="*/ 375227 w 3805936"/>
              <a:gd name="connsiteY2735" fmla="*/ 79737 h 856262"/>
              <a:gd name="connsiteX2736" fmla="*/ 374299 w 3805936"/>
              <a:gd name="connsiteY2736" fmla="*/ 80792 h 856262"/>
              <a:gd name="connsiteX2737" fmla="*/ 373202 w 3805936"/>
              <a:gd name="connsiteY2737" fmla="*/ 81003 h 856262"/>
              <a:gd name="connsiteX2738" fmla="*/ 372020 w 3805936"/>
              <a:gd name="connsiteY2738" fmla="*/ 81382 h 856262"/>
              <a:gd name="connsiteX2739" fmla="*/ 370881 w 3805936"/>
              <a:gd name="connsiteY2739" fmla="*/ 81171 h 856262"/>
              <a:gd name="connsiteX2740" fmla="*/ 369995 w 3805936"/>
              <a:gd name="connsiteY2740" fmla="*/ 82775 h 856262"/>
              <a:gd name="connsiteX2741" fmla="*/ 369995 w 3805936"/>
              <a:gd name="connsiteY2741" fmla="*/ 84757 h 856262"/>
              <a:gd name="connsiteX2742" fmla="*/ 369995 w 3805936"/>
              <a:gd name="connsiteY2742" fmla="*/ 86403 h 856262"/>
              <a:gd name="connsiteX2743" fmla="*/ 371767 w 3805936"/>
              <a:gd name="connsiteY2743" fmla="*/ 86993 h 856262"/>
              <a:gd name="connsiteX2744" fmla="*/ 373750 w 3805936"/>
              <a:gd name="connsiteY2744" fmla="*/ 86993 h 856262"/>
              <a:gd name="connsiteX2745" fmla="*/ 374720 w 3805936"/>
              <a:gd name="connsiteY2745" fmla="*/ 88259 h 856262"/>
              <a:gd name="connsiteX2746" fmla="*/ 370206 w 3805936"/>
              <a:gd name="connsiteY2746" fmla="*/ 91044 h 856262"/>
              <a:gd name="connsiteX2747" fmla="*/ 366620 w 3805936"/>
              <a:gd name="connsiteY2747" fmla="*/ 92858 h 856262"/>
              <a:gd name="connsiteX2748" fmla="*/ 365228 w 3805936"/>
              <a:gd name="connsiteY2748" fmla="*/ 92436 h 856262"/>
              <a:gd name="connsiteX2749" fmla="*/ 364300 w 3805936"/>
              <a:gd name="connsiteY2749" fmla="*/ 93406 h 856262"/>
              <a:gd name="connsiteX2750" fmla="*/ 363667 w 3805936"/>
              <a:gd name="connsiteY2750" fmla="*/ 95516 h 856262"/>
              <a:gd name="connsiteX2751" fmla="*/ 363667 w 3805936"/>
              <a:gd name="connsiteY2751" fmla="*/ 97245 h 856262"/>
              <a:gd name="connsiteX2752" fmla="*/ 364806 w 3805936"/>
              <a:gd name="connsiteY2752" fmla="*/ 100874 h 856262"/>
              <a:gd name="connsiteX2753" fmla="*/ 367801 w 3805936"/>
              <a:gd name="connsiteY2753" fmla="*/ 101928 h 856262"/>
              <a:gd name="connsiteX2754" fmla="*/ 372020 w 3805936"/>
              <a:gd name="connsiteY2754" fmla="*/ 99988 h 856262"/>
              <a:gd name="connsiteX2755" fmla="*/ 376239 w 3805936"/>
              <a:gd name="connsiteY2755" fmla="*/ 98933 h 856262"/>
              <a:gd name="connsiteX2756" fmla="*/ 380458 w 3805936"/>
              <a:gd name="connsiteY2756" fmla="*/ 97541 h 856262"/>
              <a:gd name="connsiteX2757" fmla="*/ 383791 w 3805936"/>
              <a:gd name="connsiteY2757" fmla="*/ 96486 h 856262"/>
              <a:gd name="connsiteX2758" fmla="*/ 386786 w 3805936"/>
              <a:gd name="connsiteY2758" fmla="*/ 95769 h 856262"/>
              <a:gd name="connsiteX2759" fmla="*/ 390288 w 3805936"/>
              <a:gd name="connsiteY2759" fmla="*/ 95473 h 856262"/>
              <a:gd name="connsiteX2760" fmla="*/ 396616 w 3805936"/>
              <a:gd name="connsiteY2760" fmla="*/ 94334 h 856262"/>
              <a:gd name="connsiteX2761" fmla="*/ 400624 w 3805936"/>
              <a:gd name="connsiteY2761" fmla="*/ 94334 h 856262"/>
              <a:gd name="connsiteX2762" fmla="*/ 403999 w 3805936"/>
              <a:gd name="connsiteY2762" fmla="*/ 87626 h 856262"/>
              <a:gd name="connsiteX2763" fmla="*/ 401131 w 3805936"/>
              <a:gd name="connsiteY2763" fmla="*/ 84167 h 856262"/>
              <a:gd name="connsiteX2764" fmla="*/ 398262 w 3805936"/>
              <a:gd name="connsiteY2764" fmla="*/ 84631 h 856262"/>
              <a:gd name="connsiteX2765" fmla="*/ 395013 w 3805936"/>
              <a:gd name="connsiteY2765" fmla="*/ 85770 h 856262"/>
              <a:gd name="connsiteX2766" fmla="*/ 392313 w 3805936"/>
              <a:gd name="connsiteY2766" fmla="*/ 86023 h 856262"/>
              <a:gd name="connsiteX2767" fmla="*/ 388854 w 3805936"/>
              <a:gd name="connsiteY2767" fmla="*/ 87204 h 856262"/>
              <a:gd name="connsiteX2768" fmla="*/ 387419 w 3805936"/>
              <a:gd name="connsiteY2768" fmla="*/ 86361 h 856262"/>
              <a:gd name="connsiteX2769" fmla="*/ 388010 w 3805936"/>
              <a:gd name="connsiteY2769" fmla="*/ 84673 h 856262"/>
              <a:gd name="connsiteX2770" fmla="*/ 390583 w 3805936"/>
              <a:gd name="connsiteY2770" fmla="*/ 83323 h 856262"/>
              <a:gd name="connsiteX2771" fmla="*/ 392651 w 3805936"/>
              <a:gd name="connsiteY2771" fmla="*/ 81340 h 856262"/>
              <a:gd name="connsiteX2772" fmla="*/ 392904 w 3805936"/>
              <a:gd name="connsiteY2772" fmla="*/ 79948 h 856262"/>
              <a:gd name="connsiteX2773" fmla="*/ 391765 w 3805936"/>
              <a:gd name="connsiteY2773" fmla="*/ 76742 h 856262"/>
              <a:gd name="connsiteX2774" fmla="*/ 390541 w 3805936"/>
              <a:gd name="connsiteY2774" fmla="*/ 75729 h 856262"/>
              <a:gd name="connsiteX2775" fmla="*/ 387841 w 3805936"/>
              <a:gd name="connsiteY2775" fmla="*/ 75265 h 856262"/>
              <a:gd name="connsiteX2776" fmla="*/ 386111 w 3805936"/>
              <a:gd name="connsiteY2776" fmla="*/ 76404 h 856262"/>
              <a:gd name="connsiteX2777" fmla="*/ 383833 w 3805936"/>
              <a:gd name="connsiteY2777" fmla="*/ 77121 h 856262"/>
              <a:gd name="connsiteX2778" fmla="*/ 383496 w 3805936"/>
              <a:gd name="connsiteY2778" fmla="*/ 74759 h 856262"/>
              <a:gd name="connsiteX2779" fmla="*/ 386407 w 3805936"/>
              <a:gd name="connsiteY2779" fmla="*/ 73409 h 856262"/>
              <a:gd name="connsiteX2780" fmla="*/ 388390 w 3805936"/>
              <a:gd name="connsiteY2780" fmla="*/ 72438 h 856262"/>
              <a:gd name="connsiteX2781" fmla="*/ 390373 w 3805936"/>
              <a:gd name="connsiteY2781" fmla="*/ 72101 h 856262"/>
              <a:gd name="connsiteX2782" fmla="*/ 391723 w 3805936"/>
              <a:gd name="connsiteY2782" fmla="*/ 70287 h 856262"/>
              <a:gd name="connsiteX2783" fmla="*/ 395140 w 3805936"/>
              <a:gd name="connsiteY2783" fmla="*/ 59529 h 856262"/>
              <a:gd name="connsiteX2784" fmla="*/ 396954 w 3805936"/>
              <a:gd name="connsiteY2784" fmla="*/ 56744 h 856262"/>
              <a:gd name="connsiteX2785" fmla="*/ 398641 w 3805936"/>
              <a:gd name="connsiteY2785" fmla="*/ 52188 h 856262"/>
              <a:gd name="connsiteX2786" fmla="*/ 398894 w 3805936"/>
              <a:gd name="connsiteY2786" fmla="*/ 49446 h 856262"/>
              <a:gd name="connsiteX2787" fmla="*/ 399865 w 3805936"/>
              <a:gd name="connsiteY2787" fmla="*/ 46408 h 856262"/>
              <a:gd name="connsiteX2788" fmla="*/ 397713 w 3805936"/>
              <a:gd name="connsiteY2788" fmla="*/ 43286 h 856262"/>
              <a:gd name="connsiteX2789" fmla="*/ 396616 w 3805936"/>
              <a:gd name="connsiteY2789" fmla="*/ 41430 h 856262"/>
              <a:gd name="connsiteX2790" fmla="*/ 391765 w 3805936"/>
              <a:gd name="connsiteY2790" fmla="*/ 41767 h 856262"/>
              <a:gd name="connsiteX2791" fmla="*/ 389149 w 3805936"/>
              <a:gd name="connsiteY2791" fmla="*/ 41177 h 856262"/>
              <a:gd name="connsiteX2792" fmla="*/ 428131 w 3805936"/>
              <a:gd name="connsiteY2792" fmla="*/ 15188 h 856262"/>
              <a:gd name="connsiteX2793" fmla="*/ 840906 w 3805936"/>
              <a:gd name="connsiteY2793" fmla="*/ 428131 h 856262"/>
              <a:gd name="connsiteX2794" fmla="*/ 840906 w 3805936"/>
              <a:gd name="connsiteY2794" fmla="*/ 428300 h 856262"/>
              <a:gd name="connsiteX2795" fmla="*/ 427794 w 3805936"/>
              <a:gd name="connsiteY2795" fmla="*/ 841074 h 856262"/>
              <a:gd name="connsiteX2796" fmla="*/ 15019 w 3805936"/>
              <a:gd name="connsiteY2796" fmla="*/ 427962 h 856262"/>
              <a:gd name="connsiteX2797" fmla="*/ 428131 w 3805936"/>
              <a:gd name="connsiteY2797" fmla="*/ 15188 h 856262"/>
              <a:gd name="connsiteX2798" fmla="*/ 428131 w 3805936"/>
              <a:gd name="connsiteY2798" fmla="*/ 9577 h 856262"/>
              <a:gd name="connsiteX2799" fmla="*/ 9577 w 3805936"/>
              <a:gd name="connsiteY2799" fmla="*/ 428131 h 856262"/>
              <a:gd name="connsiteX2800" fmla="*/ 428131 w 3805936"/>
              <a:gd name="connsiteY2800" fmla="*/ 846685 h 856262"/>
              <a:gd name="connsiteX2801" fmla="*/ 846686 w 3805936"/>
              <a:gd name="connsiteY2801" fmla="*/ 428131 h 856262"/>
              <a:gd name="connsiteX2802" fmla="*/ 428131 w 3805936"/>
              <a:gd name="connsiteY2802" fmla="*/ 9577 h 856262"/>
              <a:gd name="connsiteX2803" fmla="*/ 428131 w 3805936"/>
              <a:gd name="connsiteY2803" fmla="*/ 0 h 856262"/>
              <a:gd name="connsiteX2804" fmla="*/ 856263 w 3805936"/>
              <a:gd name="connsiteY2804" fmla="*/ 428131 h 856262"/>
              <a:gd name="connsiteX2805" fmla="*/ 428131 w 3805936"/>
              <a:gd name="connsiteY2805" fmla="*/ 856262 h 856262"/>
              <a:gd name="connsiteX2806" fmla="*/ 0 w 3805936"/>
              <a:gd name="connsiteY2806" fmla="*/ 428131 h 856262"/>
              <a:gd name="connsiteX2807" fmla="*/ 428131 w 3805936"/>
              <a:gd name="connsiteY2807" fmla="*/ 0 h 856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</a:cxnLst>
            <a:rect l="l" t="t" r="r" b="b"/>
            <a:pathLst>
              <a:path w="3805936" h="856262">
                <a:moveTo>
                  <a:pt x="500865" y="773446"/>
                </a:moveTo>
                <a:cubicBezTo>
                  <a:pt x="503455" y="776252"/>
                  <a:pt x="505117" y="779787"/>
                  <a:pt x="505632" y="783571"/>
                </a:cubicBezTo>
                <a:cubicBezTo>
                  <a:pt x="506547" y="787183"/>
                  <a:pt x="506311" y="790988"/>
                  <a:pt x="504957" y="794456"/>
                </a:cubicBezTo>
                <a:cubicBezTo>
                  <a:pt x="504569" y="795253"/>
                  <a:pt x="504071" y="795996"/>
                  <a:pt x="503480" y="796658"/>
                </a:cubicBezTo>
                <a:cubicBezTo>
                  <a:pt x="499936" y="800616"/>
                  <a:pt x="493853" y="800953"/>
                  <a:pt x="489895" y="797409"/>
                </a:cubicBezTo>
                <a:cubicBezTo>
                  <a:pt x="487339" y="794684"/>
                  <a:pt x="485689" y="791237"/>
                  <a:pt x="485170" y="787537"/>
                </a:cubicBezTo>
                <a:cubicBezTo>
                  <a:pt x="484238" y="783829"/>
                  <a:pt x="484474" y="779926"/>
                  <a:pt x="485846" y="776357"/>
                </a:cubicBezTo>
                <a:cubicBezTo>
                  <a:pt x="486267" y="775454"/>
                  <a:pt x="486828" y="774623"/>
                  <a:pt x="487508" y="773897"/>
                </a:cubicBezTo>
                <a:cubicBezTo>
                  <a:pt x="491073" y="770084"/>
                  <a:pt x="497051" y="769881"/>
                  <a:pt x="500865" y="773446"/>
                </a:cubicBezTo>
                <a:close/>
                <a:moveTo>
                  <a:pt x="443488" y="770703"/>
                </a:moveTo>
                <a:lnTo>
                  <a:pt x="415264" y="771209"/>
                </a:lnTo>
                <a:lnTo>
                  <a:pt x="416023" y="812892"/>
                </a:lnTo>
                <a:lnTo>
                  <a:pt x="444374" y="812343"/>
                </a:lnTo>
                <a:lnTo>
                  <a:pt x="444374" y="808631"/>
                </a:lnTo>
                <a:lnTo>
                  <a:pt x="444374" y="804960"/>
                </a:lnTo>
                <a:lnTo>
                  <a:pt x="423280" y="805340"/>
                </a:lnTo>
                <a:lnTo>
                  <a:pt x="423280" y="794497"/>
                </a:lnTo>
                <a:lnTo>
                  <a:pt x="442012" y="794160"/>
                </a:lnTo>
                <a:lnTo>
                  <a:pt x="442012" y="790574"/>
                </a:lnTo>
                <a:lnTo>
                  <a:pt x="442012" y="786988"/>
                </a:lnTo>
                <a:lnTo>
                  <a:pt x="423280" y="787325"/>
                </a:lnTo>
                <a:lnTo>
                  <a:pt x="423280" y="778466"/>
                </a:lnTo>
                <a:lnTo>
                  <a:pt x="443488" y="778128"/>
                </a:lnTo>
                <a:lnTo>
                  <a:pt x="443488" y="774416"/>
                </a:lnTo>
                <a:close/>
                <a:moveTo>
                  <a:pt x="374299" y="767497"/>
                </a:moveTo>
                <a:lnTo>
                  <a:pt x="373834" y="771167"/>
                </a:lnTo>
                <a:lnTo>
                  <a:pt x="373413" y="774838"/>
                </a:lnTo>
                <a:lnTo>
                  <a:pt x="384888" y="776230"/>
                </a:lnTo>
                <a:lnTo>
                  <a:pt x="380669" y="810234"/>
                </a:lnTo>
                <a:lnTo>
                  <a:pt x="384888" y="810740"/>
                </a:lnTo>
                <a:lnTo>
                  <a:pt x="388812" y="811204"/>
                </a:lnTo>
                <a:lnTo>
                  <a:pt x="393030" y="777200"/>
                </a:lnTo>
                <a:lnTo>
                  <a:pt x="404548" y="778635"/>
                </a:lnTo>
                <a:lnTo>
                  <a:pt x="404970" y="774922"/>
                </a:lnTo>
                <a:lnTo>
                  <a:pt x="405223" y="771294"/>
                </a:lnTo>
                <a:close/>
                <a:moveTo>
                  <a:pt x="490436" y="764143"/>
                </a:moveTo>
                <a:cubicBezTo>
                  <a:pt x="485943" y="765266"/>
                  <a:pt x="481878" y="768105"/>
                  <a:pt x="479306" y="772391"/>
                </a:cubicBezTo>
                <a:cubicBezTo>
                  <a:pt x="476733" y="777626"/>
                  <a:pt x="476092" y="783604"/>
                  <a:pt x="477492" y="789266"/>
                </a:cubicBezTo>
                <a:cubicBezTo>
                  <a:pt x="478290" y="794940"/>
                  <a:pt x="481108" y="800138"/>
                  <a:pt x="485424" y="803906"/>
                </a:cubicBezTo>
                <a:cubicBezTo>
                  <a:pt x="485816" y="804192"/>
                  <a:pt x="486221" y="804467"/>
                  <a:pt x="486634" y="804724"/>
                </a:cubicBezTo>
                <a:cubicBezTo>
                  <a:pt x="495241" y="810036"/>
                  <a:pt x="506522" y="807365"/>
                  <a:pt x="511834" y="798759"/>
                </a:cubicBezTo>
                <a:cubicBezTo>
                  <a:pt x="514428" y="793650"/>
                  <a:pt x="515074" y="787773"/>
                  <a:pt x="513648" y="782221"/>
                </a:cubicBezTo>
                <a:cubicBezTo>
                  <a:pt x="512876" y="776441"/>
                  <a:pt x="510062" y="771129"/>
                  <a:pt x="505716" y="767244"/>
                </a:cubicBezTo>
                <a:cubicBezTo>
                  <a:pt x="505210" y="766860"/>
                  <a:pt x="504683" y="766505"/>
                  <a:pt x="504139" y="766181"/>
                </a:cubicBezTo>
                <a:cubicBezTo>
                  <a:pt x="499853" y="763610"/>
                  <a:pt x="494930" y="763019"/>
                  <a:pt x="490436" y="764143"/>
                </a:cubicBezTo>
                <a:close/>
                <a:moveTo>
                  <a:pt x="335316" y="758553"/>
                </a:moveTo>
                <a:lnTo>
                  <a:pt x="329030" y="783866"/>
                </a:lnTo>
                <a:cubicBezTo>
                  <a:pt x="327600" y="788207"/>
                  <a:pt x="327823" y="792928"/>
                  <a:pt x="329663" y="797113"/>
                </a:cubicBezTo>
                <a:cubicBezTo>
                  <a:pt x="331975" y="800763"/>
                  <a:pt x="335738" y="803247"/>
                  <a:pt x="339999" y="803948"/>
                </a:cubicBezTo>
                <a:cubicBezTo>
                  <a:pt x="344100" y="805391"/>
                  <a:pt x="348618" y="805036"/>
                  <a:pt x="352445" y="802977"/>
                </a:cubicBezTo>
                <a:cubicBezTo>
                  <a:pt x="356010" y="800041"/>
                  <a:pt x="358368" y="795898"/>
                  <a:pt x="359068" y="791333"/>
                </a:cubicBezTo>
                <a:lnTo>
                  <a:pt x="365186" y="766020"/>
                </a:lnTo>
                <a:lnTo>
                  <a:pt x="361304" y="765050"/>
                </a:lnTo>
                <a:lnTo>
                  <a:pt x="357423" y="764122"/>
                </a:lnTo>
                <a:lnTo>
                  <a:pt x="351053" y="789435"/>
                </a:lnTo>
                <a:cubicBezTo>
                  <a:pt x="350681" y="791848"/>
                  <a:pt x="349508" y="794063"/>
                  <a:pt x="347720" y="795721"/>
                </a:cubicBezTo>
                <a:cubicBezTo>
                  <a:pt x="345893" y="796835"/>
                  <a:pt x="343653" y="797054"/>
                  <a:pt x="341644" y="796312"/>
                </a:cubicBezTo>
                <a:cubicBezTo>
                  <a:pt x="339560" y="795957"/>
                  <a:pt x="337759" y="794666"/>
                  <a:pt x="336751" y="792810"/>
                </a:cubicBezTo>
                <a:cubicBezTo>
                  <a:pt x="335945" y="790544"/>
                  <a:pt x="335945" y="788072"/>
                  <a:pt x="336751" y="785807"/>
                </a:cubicBezTo>
                <a:lnTo>
                  <a:pt x="343079" y="760493"/>
                </a:lnTo>
                <a:lnTo>
                  <a:pt x="339198" y="759523"/>
                </a:lnTo>
                <a:close/>
                <a:moveTo>
                  <a:pt x="547019" y="750284"/>
                </a:moveTo>
                <a:lnTo>
                  <a:pt x="521073" y="758722"/>
                </a:lnTo>
                <a:lnTo>
                  <a:pt x="533730" y="798337"/>
                </a:lnTo>
                <a:lnTo>
                  <a:pt x="537569" y="797071"/>
                </a:lnTo>
                <a:lnTo>
                  <a:pt x="541366" y="795848"/>
                </a:lnTo>
                <a:lnTo>
                  <a:pt x="536092" y="779099"/>
                </a:lnTo>
                <a:lnTo>
                  <a:pt x="552082" y="773909"/>
                </a:lnTo>
                <a:lnTo>
                  <a:pt x="550985" y="770492"/>
                </a:lnTo>
                <a:lnTo>
                  <a:pt x="549846" y="767075"/>
                </a:lnTo>
                <a:lnTo>
                  <a:pt x="533898" y="772264"/>
                </a:lnTo>
                <a:lnTo>
                  <a:pt x="530987" y="763278"/>
                </a:lnTo>
                <a:lnTo>
                  <a:pt x="549297" y="757329"/>
                </a:lnTo>
                <a:lnTo>
                  <a:pt x="548158" y="753785"/>
                </a:lnTo>
                <a:close/>
                <a:moveTo>
                  <a:pt x="297051" y="745516"/>
                </a:moveTo>
                <a:lnTo>
                  <a:pt x="295827" y="749018"/>
                </a:lnTo>
                <a:lnTo>
                  <a:pt x="294646" y="752520"/>
                </a:lnTo>
                <a:lnTo>
                  <a:pt x="305573" y="756275"/>
                </a:lnTo>
                <a:lnTo>
                  <a:pt x="294435" y="788675"/>
                </a:lnTo>
                <a:lnTo>
                  <a:pt x="298232" y="789983"/>
                </a:lnTo>
                <a:lnTo>
                  <a:pt x="301987" y="791291"/>
                </a:lnTo>
                <a:lnTo>
                  <a:pt x="313125" y="758890"/>
                </a:lnTo>
                <a:lnTo>
                  <a:pt x="324094" y="762645"/>
                </a:lnTo>
                <a:lnTo>
                  <a:pt x="325317" y="759143"/>
                </a:lnTo>
                <a:lnTo>
                  <a:pt x="326583" y="755684"/>
                </a:lnTo>
                <a:close/>
                <a:moveTo>
                  <a:pt x="281905" y="738091"/>
                </a:moveTo>
                <a:lnTo>
                  <a:pt x="264313" y="775850"/>
                </a:lnTo>
                <a:lnTo>
                  <a:pt x="267941" y="777538"/>
                </a:lnTo>
                <a:lnTo>
                  <a:pt x="271527" y="779225"/>
                </a:lnTo>
                <a:lnTo>
                  <a:pt x="289162" y="741466"/>
                </a:lnTo>
                <a:lnTo>
                  <a:pt x="285491" y="739779"/>
                </a:lnTo>
                <a:close/>
                <a:moveTo>
                  <a:pt x="597941" y="725603"/>
                </a:moveTo>
                <a:lnTo>
                  <a:pt x="570434" y="740201"/>
                </a:lnTo>
                <a:lnTo>
                  <a:pt x="572164" y="743491"/>
                </a:lnTo>
                <a:lnTo>
                  <a:pt x="573893" y="746740"/>
                </a:lnTo>
                <a:lnTo>
                  <a:pt x="584103" y="741298"/>
                </a:lnTo>
                <a:lnTo>
                  <a:pt x="600219" y="771547"/>
                </a:lnTo>
                <a:lnTo>
                  <a:pt x="603763" y="769690"/>
                </a:lnTo>
                <a:lnTo>
                  <a:pt x="607265" y="767792"/>
                </a:lnTo>
                <a:lnTo>
                  <a:pt x="591191" y="737543"/>
                </a:lnTo>
                <a:lnTo>
                  <a:pt x="601400" y="732100"/>
                </a:lnTo>
                <a:lnTo>
                  <a:pt x="599671" y="728852"/>
                </a:lnTo>
                <a:close/>
                <a:moveTo>
                  <a:pt x="246045" y="718600"/>
                </a:moveTo>
                <a:lnTo>
                  <a:pt x="244399" y="722060"/>
                </a:lnTo>
                <a:lnTo>
                  <a:pt x="242628" y="725308"/>
                </a:lnTo>
                <a:lnTo>
                  <a:pt x="252753" y="730919"/>
                </a:lnTo>
                <a:lnTo>
                  <a:pt x="236130" y="760873"/>
                </a:lnTo>
                <a:lnTo>
                  <a:pt x="239632" y="762814"/>
                </a:lnTo>
                <a:lnTo>
                  <a:pt x="243134" y="764754"/>
                </a:lnTo>
                <a:lnTo>
                  <a:pt x="259588" y="734547"/>
                </a:lnTo>
                <a:lnTo>
                  <a:pt x="269713" y="740158"/>
                </a:lnTo>
                <a:lnTo>
                  <a:pt x="271485" y="736952"/>
                </a:lnTo>
                <a:lnTo>
                  <a:pt x="273299" y="733704"/>
                </a:lnTo>
                <a:close/>
                <a:moveTo>
                  <a:pt x="507994" y="712525"/>
                </a:moveTo>
                <a:lnTo>
                  <a:pt x="507994" y="712652"/>
                </a:lnTo>
                <a:cubicBezTo>
                  <a:pt x="509639" y="712652"/>
                  <a:pt x="509892" y="714255"/>
                  <a:pt x="509639" y="716238"/>
                </a:cubicBezTo>
                <a:cubicBezTo>
                  <a:pt x="509386" y="718221"/>
                  <a:pt x="509471" y="726869"/>
                  <a:pt x="507952" y="726869"/>
                </a:cubicBezTo>
                <a:cubicBezTo>
                  <a:pt x="506433" y="726869"/>
                  <a:pt x="506939" y="719993"/>
                  <a:pt x="506939" y="716744"/>
                </a:cubicBezTo>
                <a:cubicBezTo>
                  <a:pt x="506939" y="713496"/>
                  <a:pt x="506939" y="712525"/>
                  <a:pt x="507994" y="712525"/>
                </a:cubicBezTo>
                <a:close/>
                <a:moveTo>
                  <a:pt x="436738" y="712525"/>
                </a:moveTo>
                <a:lnTo>
                  <a:pt x="436738" y="712652"/>
                </a:lnTo>
                <a:cubicBezTo>
                  <a:pt x="438383" y="712652"/>
                  <a:pt x="438637" y="714255"/>
                  <a:pt x="438383" y="716238"/>
                </a:cubicBezTo>
                <a:cubicBezTo>
                  <a:pt x="438130" y="718221"/>
                  <a:pt x="438215" y="726869"/>
                  <a:pt x="436696" y="726869"/>
                </a:cubicBezTo>
                <a:cubicBezTo>
                  <a:pt x="435177" y="726869"/>
                  <a:pt x="435683" y="719993"/>
                  <a:pt x="435683" y="716744"/>
                </a:cubicBezTo>
                <a:cubicBezTo>
                  <a:pt x="435683" y="713496"/>
                  <a:pt x="435683" y="712525"/>
                  <a:pt x="436738" y="712525"/>
                </a:cubicBezTo>
                <a:close/>
                <a:moveTo>
                  <a:pt x="352191" y="712103"/>
                </a:moveTo>
                <a:cubicBezTo>
                  <a:pt x="352191" y="712103"/>
                  <a:pt x="353963" y="711302"/>
                  <a:pt x="354470" y="712441"/>
                </a:cubicBezTo>
                <a:cubicBezTo>
                  <a:pt x="354841" y="716989"/>
                  <a:pt x="354938" y="721554"/>
                  <a:pt x="354765" y="726110"/>
                </a:cubicBezTo>
                <a:cubicBezTo>
                  <a:pt x="354765" y="727165"/>
                  <a:pt x="352698" y="727587"/>
                  <a:pt x="352191" y="726110"/>
                </a:cubicBezTo>
                <a:cubicBezTo>
                  <a:pt x="351938" y="721473"/>
                  <a:pt x="351938" y="716824"/>
                  <a:pt x="352191" y="712188"/>
                </a:cubicBezTo>
                <a:close/>
                <a:moveTo>
                  <a:pt x="496181" y="711892"/>
                </a:moveTo>
                <a:cubicBezTo>
                  <a:pt x="497236" y="711892"/>
                  <a:pt x="497742" y="714128"/>
                  <a:pt x="497742" y="716111"/>
                </a:cubicBezTo>
                <a:cubicBezTo>
                  <a:pt x="497742" y="718094"/>
                  <a:pt x="497658" y="726532"/>
                  <a:pt x="496392" y="726532"/>
                </a:cubicBezTo>
                <a:cubicBezTo>
                  <a:pt x="495126" y="726532"/>
                  <a:pt x="494409" y="719571"/>
                  <a:pt x="494409" y="716449"/>
                </a:cubicBezTo>
                <a:cubicBezTo>
                  <a:pt x="494409" y="713327"/>
                  <a:pt x="494409" y="712019"/>
                  <a:pt x="496181" y="712019"/>
                </a:cubicBezTo>
                <a:close/>
                <a:moveTo>
                  <a:pt x="424924" y="711892"/>
                </a:moveTo>
                <a:cubicBezTo>
                  <a:pt x="425979" y="711892"/>
                  <a:pt x="426485" y="714297"/>
                  <a:pt x="426485" y="716111"/>
                </a:cubicBezTo>
                <a:cubicBezTo>
                  <a:pt x="426485" y="717925"/>
                  <a:pt x="426443" y="726743"/>
                  <a:pt x="425178" y="726743"/>
                </a:cubicBezTo>
                <a:cubicBezTo>
                  <a:pt x="423912" y="726743"/>
                  <a:pt x="423152" y="719571"/>
                  <a:pt x="423152" y="716449"/>
                </a:cubicBezTo>
                <a:cubicBezTo>
                  <a:pt x="423152" y="713327"/>
                  <a:pt x="423152" y="712019"/>
                  <a:pt x="424924" y="712019"/>
                </a:cubicBezTo>
                <a:close/>
                <a:moveTo>
                  <a:pt x="364595" y="711134"/>
                </a:moveTo>
                <a:cubicBezTo>
                  <a:pt x="366156" y="710965"/>
                  <a:pt x="365776" y="714973"/>
                  <a:pt x="365776" y="716112"/>
                </a:cubicBezTo>
                <a:cubicBezTo>
                  <a:pt x="365776" y="717251"/>
                  <a:pt x="365861" y="726026"/>
                  <a:pt x="364595" y="726026"/>
                </a:cubicBezTo>
                <a:cubicBezTo>
                  <a:pt x="363329" y="726026"/>
                  <a:pt x="363329" y="718559"/>
                  <a:pt x="363329" y="716112"/>
                </a:cubicBezTo>
                <a:cubicBezTo>
                  <a:pt x="363329" y="713665"/>
                  <a:pt x="363076" y="711134"/>
                  <a:pt x="364595" y="711134"/>
                </a:cubicBezTo>
                <a:close/>
                <a:moveTo>
                  <a:pt x="1056064" y="711050"/>
                </a:moveTo>
                <a:lnTo>
                  <a:pt x="1056212" y="740318"/>
                </a:lnTo>
                <a:lnTo>
                  <a:pt x="1081950" y="740318"/>
                </a:lnTo>
                <a:cubicBezTo>
                  <a:pt x="1086456" y="740708"/>
                  <a:pt x="1090936" y="739336"/>
                  <a:pt x="1094453" y="736495"/>
                </a:cubicBezTo>
                <a:cubicBezTo>
                  <a:pt x="1097372" y="733297"/>
                  <a:pt x="1098859" y="729047"/>
                  <a:pt x="1098572" y="724728"/>
                </a:cubicBezTo>
                <a:cubicBezTo>
                  <a:pt x="1098842" y="720817"/>
                  <a:pt x="1097264" y="717006"/>
                  <a:pt x="1094305" y="714432"/>
                </a:cubicBezTo>
                <a:cubicBezTo>
                  <a:pt x="1090564" y="711853"/>
                  <a:pt x="1086039" y="710656"/>
                  <a:pt x="1081510" y="711050"/>
                </a:cubicBezTo>
                <a:close/>
                <a:moveTo>
                  <a:pt x="357676" y="710162"/>
                </a:moveTo>
                <a:lnTo>
                  <a:pt x="357686" y="710447"/>
                </a:lnTo>
                <a:lnTo>
                  <a:pt x="357676" y="710458"/>
                </a:lnTo>
                <a:close/>
                <a:moveTo>
                  <a:pt x="358368" y="709610"/>
                </a:moveTo>
                <a:cubicBezTo>
                  <a:pt x="359144" y="709137"/>
                  <a:pt x="360157" y="709386"/>
                  <a:pt x="360629" y="710162"/>
                </a:cubicBezTo>
                <a:cubicBezTo>
                  <a:pt x="361136" y="710837"/>
                  <a:pt x="361136" y="726068"/>
                  <a:pt x="361136" y="727038"/>
                </a:cubicBezTo>
                <a:cubicBezTo>
                  <a:pt x="361136" y="728008"/>
                  <a:pt x="358731" y="727840"/>
                  <a:pt x="358225" y="727038"/>
                </a:cubicBezTo>
                <a:lnTo>
                  <a:pt x="357686" y="710447"/>
                </a:lnTo>
                <a:close/>
                <a:moveTo>
                  <a:pt x="502594" y="708981"/>
                </a:moveTo>
                <a:cubicBezTo>
                  <a:pt x="504746" y="708981"/>
                  <a:pt x="504113" y="712061"/>
                  <a:pt x="504113" y="715310"/>
                </a:cubicBezTo>
                <a:cubicBezTo>
                  <a:pt x="504113" y="718558"/>
                  <a:pt x="504661" y="727587"/>
                  <a:pt x="502341" y="727587"/>
                </a:cubicBezTo>
                <a:cubicBezTo>
                  <a:pt x="500021" y="727587"/>
                  <a:pt x="500527" y="718094"/>
                  <a:pt x="500527" y="715141"/>
                </a:cubicBezTo>
                <a:cubicBezTo>
                  <a:pt x="500527" y="712188"/>
                  <a:pt x="500021" y="708981"/>
                  <a:pt x="502594" y="708981"/>
                </a:cubicBezTo>
                <a:close/>
                <a:moveTo>
                  <a:pt x="431337" y="708981"/>
                </a:moveTo>
                <a:cubicBezTo>
                  <a:pt x="433531" y="708981"/>
                  <a:pt x="432856" y="712061"/>
                  <a:pt x="432856" y="715310"/>
                </a:cubicBezTo>
                <a:cubicBezTo>
                  <a:pt x="432856" y="718558"/>
                  <a:pt x="433404" y="727587"/>
                  <a:pt x="431084" y="727587"/>
                </a:cubicBezTo>
                <a:cubicBezTo>
                  <a:pt x="428764" y="727587"/>
                  <a:pt x="429270" y="718094"/>
                  <a:pt x="429270" y="715141"/>
                </a:cubicBezTo>
                <a:cubicBezTo>
                  <a:pt x="429270" y="712188"/>
                  <a:pt x="428764" y="708981"/>
                  <a:pt x="431337" y="708981"/>
                </a:cubicBezTo>
                <a:close/>
                <a:moveTo>
                  <a:pt x="317470" y="707673"/>
                </a:moveTo>
                <a:lnTo>
                  <a:pt x="317724" y="707907"/>
                </a:lnTo>
                <a:lnTo>
                  <a:pt x="317343" y="707842"/>
                </a:lnTo>
                <a:close/>
                <a:moveTo>
                  <a:pt x="630047" y="705395"/>
                </a:moveTo>
                <a:lnTo>
                  <a:pt x="606379" y="720752"/>
                </a:lnTo>
                <a:lnTo>
                  <a:pt x="629076" y="755684"/>
                </a:lnTo>
                <a:lnTo>
                  <a:pt x="653377" y="739737"/>
                </a:lnTo>
                <a:lnTo>
                  <a:pt x="651352" y="736615"/>
                </a:lnTo>
                <a:lnTo>
                  <a:pt x="649369" y="733535"/>
                </a:lnTo>
                <a:lnTo>
                  <a:pt x="631692" y="745010"/>
                </a:lnTo>
                <a:lnTo>
                  <a:pt x="625743" y="735940"/>
                </a:lnTo>
                <a:lnTo>
                  <a:pt x="641606" y="725814"/>
                </a:lnTo>
                <a:lnTo>
                  <a:pt x="639666" y="722777"/>
                </a:lnTo>
                <a:lnTo>
                  <a:pt x="637725" y="719781"/>
                </a:lnTo>
                <a:lnTo>
                  <a:pt x="621988" y="729991"/>
                </a:lnTo>
                <a:lnTo>
                  <a:pt x="617179" y="722566"/>
                </a:lnTo>
                <a:lnTo>
                  <a:pt x="634054" y="711597"/>
                </a:lnTo>
                <a:lnTo>
                  <a:pt x="632072" y="708475"/>
                </a:lnTo>
                <a:close/>
                <a:moveTo>
                  <a:pt x="216724" y="701176"/>
                </a:moveTo>
                <a:cubicBezTo>
                  <a:pt x="213095" y="701547"/>
                  <a:pt x="209830" y="703530"/>
                  <a:pt x="207822" y="706576"/>
                </a:cubicBezTo>
                <a:cubicBezTo>
                  <a:pt x="205852" y="708829"/>
                  <a:pt x="205029" y="711863"/>
                  <a:pt x="205586" y="714803"/>
                </a:cubicBezTo>
                <a:cubicBezTo>
                  <a:pt x="207168" y="718925"/>
                  <a:pt x="209564" y="722684"/>
                  <a:pt x="212631" y="725857"/>
                </a:cubicBezTo>
                <a:cubicBezTo>
                  <a:pt x="214239" y="727502"/>
                  <a:pt x="215555" y="729417"/>
                  <a:pt x="216513" y="731510"/>
                </a:cubicBezTo>
                <a:cubicBezTo>
                  <a:pt x="216922" y="732797"/>
                  <a:pt x="216635" y="734201"/>
                  <a:pt x="215753" y="735222"/>
                </a:cubicBezTo>
                <a:cubicBezTo>
                  <a:pt x="214867" y="736488"/>
                  <a:pt x="213361" y="737167"/>
                  <a:pt x="211830" y="736994"/>
                </a:cubicBezTo>
                <a:cubicBezTo>
                  <a:pt x="209754" y="736716"/>
                  <a:pt x="207797" y="735872"/>
                  <a:pt x="206176" y="734547"/>
                </a:cubicBezTo>
                <a:cubicBezTo>
                  <a:pt x="204409" y="733434"/>
                  <a:pt x="203114" y="731708"/>
                  <a:pt x="202548" y="729696"/>
                </a:cubicBezTo>
                <a:cubicBezTo>
                  <a:pt x="202122" y="727797"/>
                  <a:pt x="202557" y="725806"/>
                  <a:pt x="203730" y="724253"/>
                </a:cubicBezTo>
                <a:lnTo>
                  <a:pt x="197486" y="719739"/>
                </a:lnTo>
                <a:cubicBezTo>
                  <a:pt x="195140" y="722878"/>
                  <a:pt x="194208" y="726852"/>
                  <a:pt x="194912" y="730708"/>
                </a:cubicBezTo>
                <a:cubicBezTo>
                  <a:pt x="195979" y="734691"/>
                  <a:pt x="198494" y="738133"/>
                  <a:pt x="201958" y="740369"/>
                </a:cubicBezTo>
                <a:cubicBezTo>
                  <a:pt x="205172" y="742956"/>
                  <a:pt x="209180" y="744356"/>
                  <a:pt x="213306" y="744335"/>
                </a:cubicBezTo>
                <a:cubicBezTo>
                  <a:pt x="216905" y="744137"/>
                  <a:pt x="220200" y="742264"/>
                  <a:pt x="222208" y="739272"/>
                </a:cubicBezTo>
                <a:cubicBezTo>
                  <a:pt x="224229" y="736948"/>
                  <a:pt x="225204" y="733898"/>
                  <a:pt x="224908" y="730835"/>
                </a:cubicBezTo>
                <a:cubicBezTo>
                  <a:pt x="223668" y="726924"/>
                  <a:pt x="221516" y="723363"/>
                  <a:pt x="218622" y="720456"/>
                </a:cubicBezTo>
                <a:cubicBezTo>
                  <a:pt x="216812" y="718511"/>
                  <a:pt x="215243" y="716360"/>
                  <a:pt x="213939" y="714044"/>
                </a:cubicBezTo>
                <a:cubicBezTo>
                  <a:pt x="213332" y="712972"/>
                  <a:pt x="213433" y="711639"/>
                  <a:pt x="214192" y="710669"/>
                </a:cubicBezTo>
                <a:cubicBezTo>
                  <a:pt x="215036" y="709382"/>
                  <a:pt x="216416" y="708547"/>
                  <a:pt x="217947" y="708390"/>
                </a:cubicBezTo>
                <a:cubicBezTo>
                  <a:pt x="219664" y="708340"/>
                  <a:pt x="221343" y="708909"/>
                  <a:pt x="222672" y="709994"/>
                </a:cubicBezTo>
                <a:cubicBezTo>
                  <a:pt x="224381" y="711120"/>
                  <a:pt x="225651" y="712803"/>
                  <a:pt x="226258" y="714761"/>
                </a:cubicBezTo>
                <a:cubicBezTo>
                  <a:pt x="226773" y="716537"/>
                  <a:pt x="226482" y="718452"/>
                  <a:pt x="225457" y="719992"/>
                </a:cubicBezTo>
                <a:lnTo>
                  <a:pt x="231743" y="724591"/>
                </a:lnTo>
                <a:lnTo>
                  <a:pt x="231743" y="724506"/>
                </a:lnTo>
                <a:cubicBezTo>
                  <a:pt x="233865" y="721397"/>
                  <a:pt x="234671" y="717575"/>
                  <a:pt x="233979" y="713875"/>
                </a:cubicBezTo>
                <a:cubicBezTo>
                  <a:pt x="233106" y="710129"/>
                  <a:pt x="230844" y="706859"/>
                  <a:pt x="227651" y="704720"/>
                </a:cubicBezTo>
                <a:cubicBezTo>
                  <a:pt x="224575" y="702218"/>
                  <a:pt x="220681" y="700957"/>
                  <a:pt x="216724" y="701176"/>
                </a:cubicBezTo>
                <a:close/>
                <a:moveTo>
                  <a:pt x="662152" y="682444"/>
                </a:moveTo>
                <a:cubicBezTo>
                  <a:pt x="658009" y="682364"/>
                  <a:pt x="653993" y="683875"/>
                  <a:pt x="650930" y="686663"/>
                </a:cubicBezTo>
                <a:cubicBezTo>
                  <a:pt x="647036" y="689692"/>
                  <a:pt x="644813" y="694388"/>
                  <a:pt x="644939" y="699320"/>
                </a:cubicBezTo>
                <a:cubicBezTo>
                  <a:pt x="645348" y="705100"/>
                  <a:pt x="647732" y="710567"/>
                  <a:pt x="651690" y="714803"/>
                </a:cubicBezTo>
                <a:cubicBezTo>
                  <a:pt x="655115" y="719351"/>
                  <a:pt x="660026" y="722562"/>
                  <a:pt x="665569" y="723874"/>
                </a:cubicBezTo>
                <a:cubicBezTo>
                  <a:pt x="674919" y="725312"/>
                  <a:pt x="683673" y="718917"/>
                  <a:pt x="685145" y="709572"/>
                </a:cubicBezTo>
                <a:lnTo>
                  <a:pt x="685061" y="709487"/>
                </a:lnTo>
                <a:cubicBezTo>
                  <a:pt x="685356" y="705230"/>
                  <a:pt x="684116" y="701007"/>
                  <a:pt x="681559" y="697590"/>
                </a:cubicBezTo>
                <a:lnTo>
                  <a:pt x="675400" y="702737"/>
                </a:lnTo>
                <a:cubicBezTo>
                  <a:pt x="676745" y="704560"/>
                  <a:pt x="677391" y="706804"/>
                  <a:pt x="677214" y="709065"/>
                </a:cubicBezTo>
                <a:cubicBezTo>
                  <a:pt x="677154" y="709542"/>
                  <a:pt x="677053" y="710015"/>
                  <a:pt x="676910" y="710475"/>
                </a:cubicBezTo>
                <a:cubicBezTo>
                  <a:pt x="675547" y="714930"/>
                  <a:pt x="670826" y="717436"/>
                  <a:pt x="666371" y="716069"/>
                </a:cubicBezTo>
                <a:cubicBezTo>
                  <a:pt x="662996" y="714790"/>
                  <a:pt x="660068" y="712563"/>
                  <a:pt x="657933" y="709656"/>
                </a:cubicBezTo>
                <a:cubicBezTo>
                  <a:pt x="655360" y="706931"/>
                  <a:pt x="653630" y="703513"/>
                  <a:pt x="652955" y="699826"/>
                </a:cubicBezTo>
                <a:cubicBezTo>
                  <a:pt x="652520" y="697004"/>
                  <a:pt x="653613" y="694164"/>
                  <a:pt x="655824" y="692359"/>
                </a:cubicBezTo>
                <a:cubicBezTo>
                  <a:pt x="657393" y="690933"/>
                  <a:pt x="659439" y="690148"/>
                  <a:pt x="661562" y="690165"/>
                </a:cubicBezTo>
                <a:cubicBezTo>
                  <a:pt x="663625" y="690211"/>
                  <a:pt x="665595" y="691059"/>
                  <a:pt x="667046" y="692528"/>
                </a:cubicBezTo>
                <a:lnTo>
                  <a:pt x="673206" y="687380"/>
                </a:lnTo>
                <a:cubicBezTo>
                  <a:pt x="670282" y="684393"/>
                  <a:pt x="666329" y="682630"/>
                  <a:pt x="662152" y="682444"/>
                </a:cubicBezTo>
                <a:close/>
                <a:moveTo>
                  <a:pt x="442043" y="681127"/>
                </a:moveTo>
                <a:lnTo>
                  <a:pt x="442128" y="681127"/>
                </a:lnTo>
                <a:lnTo>
                  <a:pt x="442128" y="692391"/>
                </a:lnTo>
                <a:lnTo>
                  <a:pt x="432551" y="692391"/>
                </a:lnTo>
                <a:close/>
                <a:moveTo>
                  <a:pt x="465173" y="678858"/>
                </a:moveTo>
                <a:cubicBezTo>
                  <a:pt x="469645" y="678858"/>
                  <a:pt x="471417" y="682571"/>
                  <a:pt x="471417" y="688815"/>
                </a:cubicBezTo>
                <a:cubicBezTo>
                  <a:pt x="471417" y="695059"/>
                  <a:pt x="469477" y="698771"/>
                  <a:pt x="465173" y="698771"/>
                </a:cubicBezTo>
                <a:cubicBezTo>
                  <a:pt x="460870" y="698771"/>
                  <a:pt x="458929" y="695017"/>
                  <a:pt x="458929" y="688815"/>
                </a:cubicBezTo>
                <a:cubicBezTo>
                  <a:pt x="458929" y="682613"/>
                  <a:pt x="460954" y="678858"/>
                  <a:pt x="465173" y="678858"/>
                </a:cubicBezTo>
                <a:close/>
                <a:moveTo>
                  <a:pt x="413238" y="678858"/>
                </a:moveTo>
                <a:cubicBezTo>
                  <a:pt x="417542" y="678858"/>
                  <a:pt x="419271" y="681347"/>
                  <a:pt x="419271" y="684174"/>
                </a:cubicBezTo>
                <a:cubicBezTo>
                  <a:pt x="419301" y="684499"/>
                  <a:pt x="419297" y="684824"/>
                  <a:pt x="419263" y="685149"/>
                </a:cubicBezTo>
                <a:cubicBezTo>
                  <a:pt x="418976" y="688022"/>
                  <a:pt x="416407" y="690118"/>
                  <a:pt x="413534" y="689827"/>
                </a:cubicBezTo>
                <a:cubicBezTo>
                  <a:pt x="411045" y="689827"/>
                  <a:pt x="407501" y="689237"/>
                  <a:pt x="407501" y="684427"/>
                </a:cubicBezTo>
                <a:cubicBezTo>
                  <a:pt x="407492" y="684225"/>
                  <a:pt x="407496" y="684022"/>
                  <a:pt x="407509" y="683820"/>
                </a:cubicBezTo>
                <a:cubicBezTo>
                  <a:pt x="407724" y="680866"/>
                  <a:pt x="410285" y="678647"/>
                  <a:pt x="413238" y="678858"/>
                </a:cubicBezTo>
                <a:close/>
                <a:moveTo>
                  <a:pt x="412066" y="676294"/>
                </a:moveTo>
                <a:cubicBezTo>
                  <a:pt x="407404" y="676336"/>
                  <a:pt x="403662" y="680146"/>
                  <a:pt x="403704" y="684808"/>
                </a:cubicBezTo>
                <a:cubicBezTo>
                  <a:pt x="403713" y="684998"/>
                  <a:pt x="403725" y="685187"/>
                  <a:pt x="403746" y="685373"/>
                </a:cubicBezTo>
                <a:cubicBezTo>
                  <a:pt x="404265" y="690005"/>
                  <a:pt x="408438" y="693342"/>
                  <a:pt x="413070" y="692824"/>
                </a:cubicBezTo>
                <a:cubicBezTo>
                  <a:pt x="415694" y="693013"/>
                  <a:pt x="418247" y="691912"/>
                  <a:pt x="419905" y="689870"/>
                </a:cubicBezTo>
                <a:cubicBezTo>
                  <a:pt x="418976" y="696325"/>
                  <a:pt x="416952" y="699152"/>
                  <a:pt x="412733" y="699152"/>
                </a:cubicBezTo>
                <a:cubicBezTo>
                  <a:pt x="412441" y="699207"/>
                  <a:pt x="412146" y="699232"/>
                  <a:pt x="411855" y="699228"/>
                </a:cubicBezTo>
                <a:cubicBezTo>
                  <a:pt x="409522" y="699186"/>
                  <a:pt x="407670" y="697262"/>
                  <a:pt x="407712" y="694933"/>
                </a:cubicBezTo>
                <a:lnTo>
                  <a:pt x="403957" y="694933"/>
                </a:lnTo>
                <a:cubicBezTo>
                  <a:pt x="403957" y="697380"/>
                  <a:pt x="405856" y="701599"/>
                  <a:pt x="412817" y="701599"/>
                </a:cubicBezTo>
                <a:lnTo>
                  <a:pt x="412817" y="701725"/>
                </a:lnTo>
                <a:cubicBezTo>
                  <a:pt x="423238" y="701725"/>
                  <a:pt x="423659" y="690250"/>
                  <a:pt x="423744" y="687887"/>
                </a:cubicBezTo>
                <a:cubicBezTo>
                  <a:pt x="423744" y="683879"/>
                  <a:pt x="422774" y="676370"/>
                  <a:pt x="413281" y="676370"/>
                </a:cubicBezTo>
                <a:cubicBezTo>
                  <a:pt x="412876" y="676315"/>
                  <a:pt x="412471" y="676290"/>
                  <a:pt x="412066" y="676294"/>
                </a:cubicBezTo>
                <a:close/>
                <a:moveTo>
                  <a:pt x="465173" y="676243"/>
                </a:moveTo>
                <a:cubicBezTo>
                  <a:pt x="456609" y="676243"/>
                  <a:pt x="454964" y="683837"/>
                  <a:pt x="454964" y="688900"/>
                </a:cubicBezTo>
                <a:cubicBezTo>
                  <a:pt x="454964" y="693963"/>
                  <a:pt x="456735" y="701557"/>
                  <a:pt x="465173" y="701557"/>
                </a:cubicBezTo>
                <a:lnTo>
                  <a:pt x="465173" y="701725"/>
                </a:lnTo>
                <a:cubicBezTo>
                  <a:pt x="473864" y="701725"/>
                  <a:pt x="475383" y="693963"/>
                  <a:pt x="475383" y="688900"/>
                </a:cubicBezTo>
                <a:cubicBezTo>
                  <a:pt x="475383" y="683837"/>
                  <a:pt x="473737" y="676243"/>
                  <a:pt x="465173" y="676243"/>
                </a:cubicBezTo>
                <a:close/>
                <a:moveTo>
                  <a:pt x="442433" y="676075"/>
                </a:moveTo>
                <a:lnTo>
                  <a:pt x="428807" y="691811"/>
                </a:lnTo>
                <a:lnTo>
                  <a:pt x="428807" y="694849"/>
                </a:lnTo>
                <a:lnTo>
                  <a:pt x="441801" y="694849"/>
                </a:lnTo>
                <a:lnTo>
                  <a:pt x="441801" y="700924"/>
                </a:lnTo>
                <a:lnTo>
                  <a:pt x="445555" y="700924"/>
                </a:lnTo>
                <a:lnTo>
                  <a:pt x="445555" y="694849"/>
                </a:lnTo>
                <a:lnTo>
                  <a:pt x="449774" y="694849"/>
                </a:lnTo>
                <a:lnTo>
                  <a:pt x="449774" y="692191"/>
                </a:lnTo>
                <a:lnTo>
                  <a:pt x="445555" y="692191"/>
                </a:lnTo>
                <a:lnTo>
                  <a:pt x="445555" y="676075"/>
                </a:lnTo>
                <a:close/>
                <a:moveTo>
                  <a:pt x="388390" y="675906"/>
                </a:moveTo>
                <a:cubicBezTo>
                  <a:pt x="387209" y="679956"/>
                  <a:pt x="385183" y="680378"/>
                  <a:pt x="380374" y="680631"/>
                </a:cubicBezTo>
                <a:lnTo>
                  <a:pt x="380374" y="683289"/>
                </a:lnTo>
                <a:lnTo>
                  <a:pt x="387335" y="683289"/>
                </a:lnTo>
                <a:lnTo>
                  <a:pt x="387335" y="700924"/>
                </a:lnTo>
                <a:lnTo>
                  <a:pt x="391301" y="700924"/>
                </a:lnTo>
                <a:lnTo>
                  <a:pt x="391301" y="675906"/>
                </a:lnTo>
                <a:close/>
                <a:moveTo>
                  <a:pt x="183141" y="668691"/>
                </a:moveTo>
                <a:lnTo>
                  <a:pt x="154706" y="699151"/>
                </a:lnTo>
                <a:lnTo>
                  <a:pt x="157449" y="701725"/>
                </a:lnTo>
                <a:lnTo>
                  <a:pt x="160191" y="704425"/>
                </a:lnTo>
                <a:lnTo>
                  <a:pt x="180652" y="682444"/>
                </a:lnTo>
                <a:lnTo>
                  <a:pt x="171751" y="715225"/>
                </a:lnTo>
                <a:lnTo>
                  <a:pt x="174661" y="717925"/>
                </a:lnTo>
                <a:lnTo>
                  <a:pt x="177573" y="720499"/>
                </a:lnTo>
                <a:lnTo>
                  <a:pt x="205966" y="689996"/>
                </a:lnTo>
                <a:lnTo>
                  <a:pt x="203223" y="687465"/>
                </a:lnTo>
                <a:lnTo>
                  <a:pt x="200523" y="684933"/>
                </a:lnTo>
                <a:lnTo>
                  <a:pt x="180568" y="706323"/>
                </a:lnTo>
                <a:lnTo>
                  <a:pt x="189259" y="674429"/>
                </a:lnTo>
                <a:lnTo>
                  <a:pt x="186179" y="671560"/>
                </a:lnTo>
                <a:close/>
                <a:moveTo>
                  <a:pt x="1056064" y="668248"/>
                </a:moveTo>
                <a:lnTo>
                  <a:pt x="1056212" y="692517"/>
                </a:lnTo>
                <a:lnTo>
                  <a:pt x="1080480" y="692517"/>
                </a:lnTo>
                <a:cubicBezTo>
                  <a:pt x="1084699" y="692785"/>
                  <a:pt x="1088890" y="691647"/>
                  <a:pt x="1092394" y="689282"/>
                </a:cubicBezTo>
                <a:cubicBezTo>
                  <a:pt x="1095080" y="686735"/>
                  <a:pt x="1096484" y="683119"/>
                  <a:pt x="1096218" y="679427"/>
                </a:cubicBezTo>
                <a:cubicBezTo>
                  <a:pt x="1096425" y="676100"/>
                  <a:pt x="1094860" y="672912"/>
                  <a:pt x="1092100" y="671043"/>
                </a:cubicBezTo>
                <a:cubicBezTo>
                  <a:pt x="1088297" y="668903"/>
                  <a:pt x="1083948" y="667932"/>
                  <a:pt x="1079597" y="668248"/>
                </a:cubicBezTo>
                <a:close/>
                <a:moveTo>
                  <a:pt x="3533537" y="665167"/>
                </a:moveTo>
                <a:cubicBezTo>
                  <a:pt x="3527217" y="664168"/>
                  <a:pt x="3520515" y="665581"/>
                  <a:pt x="3514930" y="669641"/>
                </a:cubicBezTo>
                <a:cubicBezTo>
                  <a:pt x="3512812" y="671181"/>
                  <a:pt x="3510950" y="673043"/>
                  <a:pt x="3509410" y="675160"/>
                </a:cubicBezTo>
                <a:cubicBezTo>
                  <a:pt x="3503928" y="683949"/>
                  <a:pt x="3501354" y="694243"/>
                  <a:pt x="3502055" y="704576"/>
                </a:cubicBezTo>
                <a:cubicBezTo>
                  <a:pt x="3501541" y="714411"/>
                  <a:pt x="3504056" y="724164"/>
                  <a:pt x="3509263" y="732523"/>
                </a:cubicBezTo>
                <a:cubicBezTo>
                  <a:pt x="3517602" y="743732"/>
                  <a:pt x="3533450" y="746059"/>
                  <a:pt x="3544661" y="737721"/>
                </a:cubicBezTo>
                <a:cubicBezTo>
                  <a:pt x="3546636" y="736249"/>
                  <a:pt x="3548387" y="734500"/>
                  <a:pt x="3549857" y="732523"/>
                </a:cubicBezTo>
                <a:lnTo>
                  <a:pt x="3549858" y="732523"/>
                </a:lnTo>
                <a:cubicBezTo>
                  <a:pt x="3555178" y="724209"/>
                  <a:pt x="3557752" y="714433"/>
                  <a:pt x="3557212" y="704576"/>
                </a:cubicBezTo>
                <a:cubicBezTo>
                  <a:pt x="3557914" y="694243"/>
                  <a:pt x="3555340" y="683949"/>
                  <a:pt x="3549858" y="675160"/>
                </a:cubicBezTo>
                <a:cubicBezTo>
                  <a:pt x="3545798" y="669575"/>
                  <a:pt x="3539858" y="666166"/>
                  <a:pt x="3533537" y="665167"/>
                </a:cubicBezTo>
                <a:close/>
                <a:moveTo>
                  <a:pt x="3326023" y="665160"/>
                </a:moveTo>
                <a:cubicBezTo>
                  <a:pt x="3319663" y="664175"/>
                  <a:pt x="3312926" y="665616"/>
                  <a:pt x="3307320" y="669718"/>
                </a:cubicBezTo>
                <a:cubicBezTo>
                  <a:pt x="3305237" y="671242"/>
                  <a:pt x="3303400" y="673079"/>
                  <a:pt x="3301876" y="675162"/>
                </a:cubicBezTo>
                <a:cubicBezTo>
                  <a:pt x="3296445" y="683969"/>
                  <a:pt x="3293923" y="694261"/>
                  <a:pt x="3294669" y="704579"/>
                </a:cubicBezTo>
                <a:cubicBezTo>
                  <a:pt x="3294085" y="714420"/>
                  <a:pt x="3296605" y="724195"/>
                  <a:pt x="3301876" y="732526"/>
                </a:cubicBezTo>
                <a:cubicBezTo>
                  <a:pt x="3310216" y="743735"/>
                  <a:pt x="3326064" y="746062"/>
                  <a:pt x="3337273" y="737722"/>
                </a:cubicBezTo>
                <a:cubicBezTo>
                  <a:pt x="3339249" y="736252"/>
                  <a:pt x="3341001" y="734501"/>
                  <a:pt x="3342471" y="732526"/>
                </a:cubicBezTo>
                <a:cubicBezTo>
                  <a:pt x="3347741" y="724195"/>
                  <a:pt x="3350261" y="714419"/>
                  <a:pt x="3349677" y="704579"/>
                </a:cubicBezTo>
                <a:cubicBezTo>
                  <a:pt x="3350423" y="694261"/>
                  <a:pt x="3347902" y="683969"/>
                  <a:pt x="3342471" y="675162"/>
                </a:cubicBezTo>
                <a:cubicBezTo>
                  <a:pt x="3338369" y="669558"/>
                  <a:pt x="3332384" y="666146"/>
                  <a:pt x="3326023" y="665160"/>
                </a:cubicBezTo>
                <a:close/>
                <a:moveTo>
                  <a:pt x="2558985" y="665160"/>
                </a:moveTo>
                <a:cubicBezTo>
                  <a:pt x="2552624" y="664175"/>
                  <a:pt x="2545887" y="665616"/>
                  <a:pt x="2540281" y="669718"/>
                </a:cubicBezTo>
                <a:cubicBezTo>
                  <a:pt x="2538198" y="671242"/>
                  <a:pt x="2536361" y="673079"/>
                  <a:pt x="2534837" y="675162"/>
                </a:cubicBezTo>
                <a:cubicBezTo>
                  <a:pt x="2529406" y="683969"/>
                  <a:pt x="2526884" y="694261"/>
                  <a:pt x="2527630" y="704579"/>
                </a:cubicBezTo>
                <a:cubicBezTo>
                  <a:pt x="2527046" y="714420"/>
                  <a:pt x="2529566" y="724195"/>
                  <a:pt x="2534837" y="732526"/>
                </a:cubicBezTo>
                <a:cubicBezTo>
                  <a:pt x="2543177" y="743735"/>
                  <a:pt x="2559025" y="746062"/>
                  <a:pt x="2570234" y="737722"/>
                </a:cubicBezTo>
                <a:cubicBezTo>
                  <a:pt x="2572210" y="736252"/>
                  <a:pt x="2573962" y="734501"/>
                  <a:pt x="2575432" y="732526"/>
                </a:cubicBezTo>
                <a:cubicBezTo>
                  <a:pt x="2580702" y="724195"/>
                  <a:pt x="2583222" y="714419"/>
                  <a:pt x="2582638" y="704579"/>
                </a:cubicBezTo>
                <a:cubicBezTo>
                  <a:pt x="2583384" y="694261"/>
                  <a:pt x="2580863" y="683969"/>
                  <a:pt x="2575432" y="675162"/>
                </a:cubicBezTo>
                <a:cubicBezTo>
                  <a:pt x="2571330" y="669558"/>
                  <a:pt x="2565345" y="666146"/>
                  <a:pt x="2558985" y="665160"/>
                </a:cubicBezTo>
                <a:close/>
                <a:moveTo>
                  <a:pt x="169683" y="654009"/>
                </a:moveTo>
                <a:lnTo>
                  <a:pt x="138717" y="681896"/>
                </a:lnTo>
                <a:lnTo>
                  <a:pt x="141417" y="684849"/>
                </a:lnTo>
                <a:lnTo>
                  <a:pt x="144075" y="687844"/>
                </a:lnTo>
                <a:lnTo>
                  <a:pt x="175041" y="659958"/>
                </a:lnTo>
                <a:lnTo>
                  <a:pt x="172383" y="656962"/>
                </a:lnTo>
                <a:close/>
                <a:moveTo>
                  <a:pt x="3708388" y="649485"/>
                </a:moveTo>
                <a:lnTo>
                  <a:pt x="3720890" y="649485"/>
                </a:lnTo>
                <a:lnTo>
                  <a:pt x="3733540" y="649485"/>
                </a:lnTo>
                <a:lnTo>
                  <a:pt x="3754644" y="697116"/>
                </a:lnTo>
                <a:lnTo>
                  <a:pt x="3754573" y="697286"/>
                </a:lnTo>
                <a:lnTo>
                  <a:pt x="3754720" y="697286"/>
                </a:lnTo>
                <a:lnTo>
                  <a:pt x="3754644" y="697116"/>
                </a:lnTo>
                <a:lnTo>
                  <a:pt x="3774428" y="649485"/>
                </a:lnTo>
                <a:lnTo>
                  <a:pt x="3786490" y="649485"/>
                </a:lnTo>
                <a:lnTo>
                  <a:pt x="3798403" y="649485"/>
                </a:lnTo>
                <a:lnTo>
                  <a:pt x="3764868" y="717878"/>
                </a:lnTo>
                <a:lnTo>
                  <a:pt x="3764868" y="759798"/>
                </a:lnTo>
                <a:lnTo>
                  <a:pt x="3754425" y="759798"/>
                </a:lnTo>
                <a:lnTo>
                  <a:pt x="3743688" y="759798"/>
                </a:lnTo>
                <a:lnTo>
                  <a:pt x="3743688" y="718320"/>
                </a:lnTo>
                <a:close/>
                <a:moveTo>
                  <a:pt x="3394072" y="649485"/>
                </a:moveTo>
                <a:lnTo>
                  <a:pt x="3404662" y="649485"/>
                </a:lnTo>
                <a:lnTo>
                  <a:pt x="3415252" y="649485"/>
                </a:lnTo>
                <a:lnTo>
                  <a:pt x="3415252" y="740088"/>
                </a:lnTo>
                <a:lnTo>
                  <a:pt x="3465555" y="740088"/>
                </a:lnTo>
                <a:lnTo>
                  <a:pt x="3465555" y="749943"/>
                </a:lnTo>
                <a:lnTo>
                  <a:pt x="3465555" y="759650"/>
                </a:lnTo>
                <a:lnTo>
                  <a:pt x="3394072" y="759650"/>
                </a:lnTo>
                <a:close/>
                <a:moveTo>
                  <a:pt x="3169917" y="649485"/>
                </a:moveTo>
                <a:lnTo>
                  <a:pt x="3180949" y="649485"/>
                </a:lnTo>
                <a:lnTo>
                  <a:pt x="3191981" y="649485"/>
                </a:lnTo>
                <a:lnTo>
                  <a:pt x="3232722" y="726852"/>
                </a:lnTo>
                <a:lnTo>
                  <a:pt x="3232722" y="649485"/>
                </a:lnTo>
                <a:lnTo>
                  <a:pt x="3242577" y="649485"/>
                </a:lnTo>
                <a:lnTo>
                  <a:pt x="3252577" y="649485"/>
                </a:lnTo>
                <a:lnTo>
                  <a:pt x="3252577" y="759650"/>
                </a:lnTo>
                <a:lnTo>
                  <a:pt x="3241987" y="759650"/>
                </a:lnTo>
                <a:lnTo>
                  <a:pt x="3231397" y="759650"/>
                </a:lnTo>
                <a:lnTo>
                  <a:pt x="3189626" y="680225"/>
                </a:lnTo>
                <a:lnTo>
                  <a:pt x="3189626" y="759650"/>
                </a:lnTo>
                <a:lnTo>
                  <a:pt x="3179772" y="759650"/>
                </a:lnTo>
                <a:lnTo>
                  <a:pt x="3169917" y="759650"/>
                </a:lnTo>
                <a:close/>
                <a:moveTo>
                  <a:pt x="3062546" y="649485"/>
                </a:moveTo>
                <a:lnTo>
                  <a:pt x="3072990" y="649485"/>
                </a:lnTo>
                <a:lnTo>
                  <a:pt x="3083580" y="649485"/>
                </a:lnTo>
                <a:lnTo>
                  <a:pt x="3083580" y="690815"/>
                </a:lnTo>
                <a:lnTo>
                  <a:pt x="3123291" y="690815"/>
                </a:lnTo>
                <a:lnTo>
                  <a:pt x="3123291" y="649485"/>
                </a:lnTo>
                <a:lnTo>
                  <a:pt x="3133881" y="649485"/>
                </a:lnTo>
                <a:lnTo>
                  <a:pt x="3144471" y="649485"/>
                </a:lnTo>
                <a:lnTo>
                  <a:pt x="3144471" y="759650"/>
                </a:lnTo>
                <a:lnTo>
                  <a:pt x="3133881" y="759650"/>
                </a:lnTo>
                <a:lnTo>
                  <a:pt x="3123291" y="759650"/>
                </a:lnTo>
                <a:lnTo>
                  <a:pt x="3123291" y="709790"/>
                </a:lnTo>
                <a:lnTo>
                  <a:pt x="3083580" y="709790"/>
                </a:lnTo>
                <a:lnTo>
                  <a:pt x="3083580" y="759650"/>
                </a:lnTo>
                <a:lnTo>
                  <a:pt x="3073136" y="759650"/>
                </a:lnTo>
                <a:lnTo>
                  <a:pt x="3062546" y="759650"/>
                </a:lnTo>
                <a:close/>
                <a:moveTo>
                  <a:pt x="2855748" y="649485"/>
                </a:moveTo>
                <a:lnTo>
                  <a:pt x="2930319" y="649485"/>
                </a:lnTo>
                <a:lnTo>
                  <a:pt x="2930319" y="659192"/>
                </a:lnTo>
                <a:lnTo>
                  <a:pt x="2930319" y="669047"/>
                </a:lnTo>
                <a:lnTo>
                  <a:pt x="2876928" y="669047"/>
                </a:lnTo>
                <a:lnTo>
                  <a:pt x="2876928" y="692433"/>
                </a:lnTo>
                <a:lnTo>
                  <a:pt x="2926495" y="692433"/>
                </a:lnTo>
                <a:lnTo>
                  <a:pt x="2926495" y="701847"/>
                </a:lnTo>
                <a:lnTo>
                  <a:pt x="2926495" y="711407"/>
                </a:lnTo>
                <a:lnTo>
                  <a:pt x="2876928" y="711407"/>
                </a:lnTo>
                <a:lnTo>
                  <a:pt x="2876928" y="740088"/>
                </a:lnTo>
                <a:lnTo>
                  <a:pt x="2932673" y="740088"/>
                </a:lnTo>
                <a:lnTo>
                  <a:pt x="2932673" y="749943"/>
                </a:lnTo>
                <a:lnTo>
                  <a:pt x="2932673" y="759650"/>
                </a:lnTo>
                <a:lnTo>
                  <a:pt x="2855748" y="759650"/>
                </a:lnTo>
                <a:close/>
                <a:moveTo>
                  <a:pt x="2754995" y="649485"/>
                </a:moveTo>
                <a:lnTo>
                  <a:pt x="2837508" y="649485"/>
                </a:lnTo>
                <a:lnTo>
                  <a:pt x="2837508" y="659192"/>
                </a:lnTo>
                <a:lnTo>
                  <a:pt x="2837508" y="669047"/>
                </a:lnTo>
                <a:lnTo>
                  <a:pt x="2806768" y="669047"/>
                </a:lnTo>
                <a:lnTo>
                  <a:pt x="2806768" y="759650"/>
                </a:lnTo>
                <a:lnTo>
                  <a:pt x="2796325" y="759650"/>
                </a:lnTo>
                <a:lnTo>
                  <a:pt x="2785735" y="759650"/>
                </a:lnTo>
                <a:lnTo>
                  <a:pt x="2785735" y="669047"/>
                </a:lnTo>
                <a:lnTo>
                  <a:pt x="2754995" y="669047"/>
                </a:lnTo>
                <a:lnTo>
                  <a:pt x="2754995" y="659340"/>
                </a:lnTo>
                <a:close/>
                <a:moveTo>
                  <a:pt x="2627033" y="649485"/>
                </a:moveTo>
                <a:lnTo>
                  <a:pt x="2699103" y="649485"/>
                </a:lnTo>
                <a:lnTo>
                  <a:pt x="2699103" y="659192"/>
                </a:lnTo>
                <a:lnTo>
                  <a:pt x="2699103" y="669047"/>
                </a:lnTo>
                <a:lnTo>
                  <a:pt x="2648213" y="669047"/>
                </a:lnTo>
                <a:lnTo>
                  <a:pt x="2648213" y="694052"/>
                </a:lnTo>
                <a:lnTo>
                  <a:pt x="2692633" y="694052"/>
                </a:lnTo>
                <a:lnTo>
                  <a:pt x="2692633" y="703612"/>
                </a:lnTo>
                <a:lnTo>
                  <a:pt x="2692633" y="713025"/>
                </a:lnTo>
                <a:lnTo>
                  <a:pt x="2648213" y="713025"/>
                </a:lnTo>
                <a:lnTo>
                  <a:pt x="2648213" y="759650"/>
                </a:lnTo>
                <a:lnTo>
                  <a:pt x="2637623" y="759650"/>
                </a:lnTo>
                <a:lnTo>
                  <a:pt x="2627033" y="759650"/>
                </a:lnTo>
                <a:close/>
                <a:moveTo>
                  <a:pt x="2366697" y="649485"/>
                </a:moveTo>
                <a:lnTo>
                  <a:pt x="2441416" y="649485"/>
                </a:lnTo>
                <a:lnTo>
                  <a:pt x="2441416" y="659192"/>
                </a:lnTo>
                <a:lnTo>
                  <a:pt x="2441416" y="669047"/>
                </a:lnTo>
                <a:lnTo>
                  <a:pt x="2387877" y="669047"/>
                </a:lnTo>
                <a:lnTo>
                  <a:pt x="2387877" y="692433"/>
                </a:lnTo>
                <a:lnTo>
                  <a:pt x="2437444" y="692433"/>
                </a:lnTo>
                <a:lnTo>
                  <a:pt x="2437444" y="701847"/>
                </a:lnTo>
                <a:lnTo>
                  <a:pt x="2437444" y="711407"/>
                </a:lnTo>
                <a:lnTo>
                  <a:pt x="2387877" y="711407"/>
                </a:lnTo>
                <a:lnTo>
                  <a:pt x="2387877" y="740088"/>
                </a:lnTo>
                <a:lnTo>
                  <a:pt x="2443769" y="740088"/>
                </a:lnTo>
                <a:lnTo>
                  <a:pt x="2443769" y="749943"/>
                </a:lnTo>
                <a:lnTo>
                  <a:pt x="2443769" y="759650"/>
                </a:lnTo>
                <a:lnTo>
                  <a:pt x="2366697" y="759650"/>
                </a:lnTo>
                <a:close/>
                <a:moveTo>
                  <a:pt x="2266092" y="649485"/>
                </a:moveTo>
                <a:lnTo>
                  <a:pt x="2348459" y="649485"/>
                </a:lnTo>
                <a:lnTo>
                  <a:pt x="2348459" y="659192"/>
                </a:lnTo>
                <a:lnTo>
                  <a:pt x="2348459" y="669047"/>
                </a:lnTo>
                <a:lnTo>
                  <a:pt x="2317866" y="669047"/>
                </a:lnTo>
                <a:lnTo>
                  <a:pt x="2317866" y="759650"/>
                </a:lnTo>
                <a:lnTo>
                  <a:pt x="2307276" y="759650"/>
                </a:lnTo>
                <a:lnTo>
                  <a:pt x="2296686" y="759650"/>
                </a:lnTo>
                <a:lnTo>
                  <a:pt x="2296686" y="669047"/>
                </a:lnTo>
                <a:lnTo>
                  <a:pt x="2266092" y="669047"/>
                </a:lnTo>
                <a:lnTo>
                  <a:pt x="2266092" y="659340"/>
                </a:lnTo>
                <a:close/>
                <a:moveTo>
                  <a:pt x="2066499" y="649485"/>
                </a:moveTo>
                <a:lnTo>
                  <a:pt x="2148866" y="649485"/>
                </a:lnTo>
                <a:lnTo>
                  <a:pt x="2148866" y="659192"/>
                </a:lnTo>
                <a:lnTo>
                  <a:pt x="2148866" y="669047"/>
                </a:lnTo>
                <a:lnTo>
                  <a:pt x="2118273" y="669047"/>
                </a:lnTo>
                <a:lnTo>
                  <a:pt x="2118273" y="759650"/>
                </a:lnTo>
                <a:lnTo>
                  <a:pt x="2107683" y="759650"/>
                </a:lnTo>
                <a:lnTo>
                  <a:pt x="2097093" y="759650"/>
                </a:lnTo>
                <a:lnTo>
                  <a:pt x="2097093" y="669047"/>
                </a:lnTo>
                <a:lnTo>
                  <a:pt x="2066499" y="669047"/>
                </a:lnTo>
                <a:lnTo>
                  <a:pt x="2066499" y="659340"/>
                </a:lnTo>
                <a:close/>
                <a:moveTo>
                  <a:pt x="2028553" y="649485"/>
                </a:moveTo>
                <a:lnTo>
                  <a:pt x="2039143" y="649485"/>
                </a:lnTo>
                <a:lnTo>
                  <a:pt x="2049733" y="649485"/>
                </a:lnTo>
                <a:lnTo>
                  <a:pt x="2049733" y="759650"/>
                </a:lnTo>
                <a:lnTo>
                  <a:pt x="2039290" y="759650"/>
                </a:lnTo>
                <a:lnTo>
                  <a:pt x="2028553" y="759650"/>
                </a:lnTo>
                <a:close/>
                <a:moveTo>
                  <a:pt x="1929713" y="649485"/>
                </a:moveTo>
                <a:lnTo>
                  <a:pt x="2012080" y="649485"/>
                </a:lnTo>
                <a:lnTo>
                  <a:pt x="2012080" y="659192"/>
                </a:lnTo>
                <a:lnTo>
                  <a:pt x="2012080" y="669047"/>
                </a:lnTo>
                <a:lnTo>
                  <a:pt x="1981487" y="669047"/>
                </a:lnTo>
                <a:lnTo>
                  <a:pt x="1981487" y="759650"/>
                </a:lnTo>
                <a:lnTo>
                  <a:pt x="1970897" y="759650"/>
                </a:lnTo>
                <a:lnTo>
                  <a:pt x="1960307" y="759650"/>
                </a:lnTo>
                <a:lnTo>
                  <a:pt x="1960307" y="669047"/>
                </a:lnTo>
                <a:lnTo>
                  <a:pt x="1929713" y="669047"/>
                </a:lnTo>
                <a:lnTo>
                  <a:pt x="1929713" y="659340"/>
                </a:lnTo>
                <a:close/>
                <a:moveTo>
                  <a:pt x="1729826" y="649485"/>
                </a:moveTo>
                <a:lnTo>
                  <a:pt x="1741005" y="649485"/>
                </a:lnTo>
                <a:lnTo>
                  <a:pt x="1752036" y="649485"/>
                </a:lnTo>
                <a:lnTo>
                  <a:pt x="1792778" y="726852"/>
                </a:lnTo>
                <a:lnTo>
                  <a:pt x="1792778" y="649485"/>
                </a:lnTo>
                <a:lnTo>
                  <a:pt x="1802633" y="649485"/>
                </a:lnTo>
                <a:lnTo>
                  <a:pt x="1812635" y="649485"/>
                </a:lnTo>
                <a:lnTo>
                  <a:pt x="1812635" y="759650"/>
                </a:lnTo>
                <a:lnTo>
                  <a:pt x="1802045" y="759650"/>
                </a:lnTo>
                <a:lnTo>
                  <a:pt x="1791455" y="759650"/>
                </a:lnTo>
                <a:lnTo>
                  <a:pt x="1749683" y="680225"/>
                </a:lnTo>
                <a:lnTo>
                  <a:pt x="1749683" y="759650"/>
                </a:lnTo>
                <a:lnTo>
                  <a:pt x="1739828" y="759650"/>
                </a:lnTo>
                <a:lnTo>
                  <a:pt x="1729826" y="759650"/>
                </a:lnTo>
                <a:close/>
                <a:moveTo>
                  <a:pt x="1684378" y="649485"/>
                </a:moveTo>
                <a:lnTo>
                  <a:pt x="1694821" y="649485"/>
                </a:lnTo>
                <a:lnTo>
                  <a:pt x="1705558" y="649485"/>
                </a:lnTo>
                <a:lnTo>
                  <a:pt x="1705558" y="759650"/>
                </a:lnTo>
                <a:lnTo>
                  <a:pt x="1694968" y="759650"/>
                </a:lnTo>
                <a:lnTo>
                  <a:pt x="1684378" y="759650"/>
                </a:lnTo>
                <a:close/>
                <a:moveTo>
                  <a:pt x="1416980" y="649485"/>
                </a:moveTo>
                <a:lnTo>
                  <a:pt x="1428012" y="649485"/>
                </a:lnTo>
                <a:lnTo>
                  <a:pt x="1439190" y="649485"/>
                </a:lnTo>
                <a:lnTo>
                  <a:pt x="1479785" y="726852"/>
                </a:lnTo>
                <a:lnTo>
                  <a:pt x="1479785" y="649485"/>
                </a:lnTo>
                <a:lnTo>
                  <a:pt x="1489639" y="649485"/>
                </a:lnTo>
                <a:lnTo>
                  <a:pt x="1499640" y="649485"/>
                </a:lnTo>
                <a:lnTo>
                  <a:pt x="1499640" y="759650"/>
                </a:lnTo>
                <a:lnTo>
                  <a:pt x="1489052" y="759650"/>
                </a:lnTo>
                <a:lnTo>
                  <a:pt x="1478462" y="759650"/>
                </a:lnTo>
                <a:lnTo>
                  <a:pt x="1436689" y="680225"/>
                </a:lnTo>
                <a:lnTo>
                  <a:pt x="1436689" y="759650"/>
                </a:lnTo>
                <a:lnTo>
                  <a:pt x="1426835" y="759650"/>
                </a:lnTo>
                <a:lnTo>
                  <a:pt x="1416980" y="759650"/>
                </a:lnTo>
                <a:close/>
                <a:moveTo>
                  <a:pt x="1371385" y="649485"/>
                </a:moveTo>
                <a:lnTo>
                  <a:pt x="1381975" y="649485"/>
                </a:lnTo>
                <a:lnTo>
                  <a:pt x="1392565" y="649485"/>
                </a:lnTo>
                <a:lnTo>
                  <a:pt x="1392565" y="759650"/>
                </a:lnTo>
                <a:lnTo>
                  <a:pt x="1381975" y="759650"/>
                </a:lnTo>
                <a:lnTo>
                  <a:pt x="1371385" y="759650"/>
                </a:lnTo>
                <a:close/>
                <a:moveTo>
                  <a:pt x="1242246" y="649485"/>
                </a:moveTo>
                <a:lnTo>
                  <a:pt x="1252836" y="649485"/>
                </a:lnTo>
                <a:lnTo>
                  <a:pt x="1263426" y="649485"/>
                </a:lnTo>
                <a:lnTo>
                  <a:pt x="1263426" y="759650"/>
                </a:lnTo>
                <a:lnTo>
                  <a:pt x="1252983" y="759650"/>
                </a:lnTo>
                <a:lnTo>
                  <a:pt x="1242246" y="759650"/>
                </a:lnTo>
                <a:close/>
                <a:moveTo>
                  <a:pt x="1144141" y="649485"/>
                </a:moveTo>
                <a:lnTo>
                  <a:pt x="1218712" y="649485"/>
                </a:lnTo>
                <a:lnTo>
                  <a:pt x="1218712" y="659192"/>
                </a:lnTo>
                <a:lnTo>
                  <a:pt x="1218712" y="669047"/>
                </a:lnTo>
                <a:lnTo>
                  <a:pt x="1165321" y="669047"/>
                </a:lnTo>
                <a:lnTo>
                  <a:pt x="1165321" y="692433"/>
                </a:lnTo>
                <a:lnTo>
                  <a:pt x="1214888" y="692433"/>
                </a:lnTo>
                <a:lnTo>
                  <a:pt x="1214888" y="701847"/>
                </a:lnTo>
                <a:lnTo>
                  <a:pt x="1214888" y="711407"/>
                </a:lnTo>
                <a:lnTo>
                  <a:pt x="1165321" y="711407"/>
                </a:lnTo>
                <a:lnTo>
                  <a:pt x="1165321" y="740088"/>
                </a:lnTo>
                <a:lnTo>
                  <a:pt x="1221066" y="740088"/>
                </a:lnTo>
                <a:lnTo>
                  <a:pt x="1221066" y="749943"/>
                </a:lnTo>
                <a:lnTo>
                  <a:pt x="1221066" y="759650"/>
                </a:lnTo>
                <a:lnTo>
                  <a:pt x="1144141" y="759650"/>
                </a:lnTo>
                <a:close/>
                <a:moveTo>
                  <a:pt x="1324932" y="649275"/>
                </a:moveTo>
                <a:lnTo>
                  <a:pt x="1345965" y="649275"/>
                </a:lnTo>
                <a:lnTo>
                  <a:pt x="1345965" y="728553"/>
                </a:lnTo>
                <a:cubicBezTo>
                  <a:pt x="1346688" y="737744"/>
                  <a:pt x="1343724" y="746847"/>
                  <a:pt x="1337728" y="753852"/>
                </a:cubicBezTo>
                <a:cubicBezTo>
                  <a:pt x="1331153" y="760019"/>
                  <a:pt x="1322305" y="763165"/>
                  <a:pt x="1313312" y="762530"/>
                </a:cubicBezTo>
                <a:cubicBezTo>
                  <a:pt x="1303911" y="763331"/>
                  <a:pt x="1294657" y="759814"/>
                  <a:pt x="1288162" y="752968"/>
                </a:cubicBezTo>
                <a:cubicBezTo>
                  <a:pt x="1282138" y="744415"/>
                  <a:pt x="1279468" y="733946"/>
                  <a:pt x="1280661" y="723552"/>
                </a:cubicBezTo>
                <a:lnTo>
                  <a:pt x="1280661" y="717817"/>
                </a:lnTo>
                <a:lnTo>
                  <a:pt x="1300810" y="717817"/>
                </a:lnTo>
                <a:lnTo>
                  <a:pt x="1300810" y="724435"/>
                </a:lnTo>
                <a:cubicBezTo>
                  <a:pt x="1300333" y="729503"/>
                  <a:pt x="1301302" y="734603"/>
                  <a:pt x="1303605" y="739143"/>
                </a:cubicBezTo>
                <a:cubicBezTo>
                  <a:pt x="1305633" y="742423"/>
                  <a:pt x="1309322" y="744296"/>
                  <a:pt x="1313165" y="743997"/>
                </a:cubicBezTo>
                <a:cubicBezTo>
                  <a:pt x="1316550" y="744329"/>
                  <a:pt x="1319887" y="743016"/>
                  <a:pt x="1322137" y="740467"/>
                </a:cubicBezTo>
                <a:cubicBezTo>
                  <a:pt x="1324246" y="737029"/>
                  <a:pt x="1325224" y="733016"/>
                  <a:pt x="1324932" y="728995"/>
                </a:cubicBezTo>
                <a:close/>
                <a:moveTo>
                  <a:pt x="1035913" y="649275"/>
                </a:moveTo>
                <a:lnTo>
                  <a:pt x="1085480" y="649275"/>
                </a:lnTo>
                <a:cubicBezTo>
                  <a:pt x="1093777" y="648784"/>
                  <a:pt x="1101960" y="651407"/>
                  <a:pt x="1108425" y="656628"/>
                </a:cubicBezTo>
                <a:cubicBezTo>
                  <a:pt x="1114157" y="661894"/>
                  <a:pt x="1117233" y="669448"/>
                  <a:pt x="1116810" y="677220"/>
                </a:cubicBezTo>
                <a:cubicBezTo>
                  <a:pt x="1117338" y="685273"/>
                  <a:pt x="1113805" y="693055"/>
                  <a:pt x="1107395" y="697958"/>
                </a:cubicBezTo>
                <a:cubicBezTo>
                  <a:pt x="1106412" y="698894"/>
                  <a:pt x="1105266" y="699641"/>
                  <a:pt x="1104013" y="700165"/>
                </a:cubicBezTo>
                <a:cubicBezTo>
                  <a:pt x="1106327" y="701091"/>
                  <a:pt x="1108504" y="702328"/>
                  <a:pt x="1110485" y="703842"/>
                </a:cubicBezTo>
                <a:cubicBezTo>
                  <a:pt x="1117034" y="708854"/>
                  <a:pt x="1120671" y="716790"/>
                  <a:pt x="1120192" y="725022"/>
                </a:cubicBezTo>
                <a:cubicBezTo>
                  <a:pt x="1120860" y="734563"/>
                  <a:pt x="1117312" y="743918"/>
                  <a:pt x="1110485" y="750615"/>
                </a:cubicBezTo>
                <a:cubicBezTo>
                  <a:pt x="1102582" y="757020"/>
                  <a:pt x="1092537" y="760177"/>
                  <a:pt x="1082392" y="759440"/>
                </a:cubicBezTo>
                <a:lnTo>
                  <a:pt x="1036355" y="759440"/>
                </a:lnTo>
                <a:close/>
                <a:moveTo>
                  <a:pt x="2165513" y="649128"/>
                </a:moveTo>
                <a:lnTo>
                  <a:pt x="2186693" y="649128"/>
                </a:lnTo>
                <a:lnTo>
                  <a:pt x="2186693" y="718551"/>
                </a:lnTo>
                <a:cubicBezTo>
                  <a:pt x="2186268" y="724882"/>
                  <a:pt x="2188033" y="731166"/>
                  <a:pt x="2191693" y="736348"/>
                </a:cubicBezTo>
                <a:cubicBezTo>
                  <a:pt x="2195431" y="740466"/>
                  <a:pt x="2200856" y="742636"/>
                  <a:pt x="2206401" y="742231"/>
                </a:cubicBezTo>
                <a:cubicBezTo>
                  <a:pt x="2211867" y="742684"/>
                  <a:pt x="2217253" y="740692"/>
                  <a:pt x="2221109" y="736790"/>
                </a:cubicBezTo>
                <a:cubicBezTo>
                  <a:pt x="2224679" y="731414"/>
                  <a:pt x="2226288" y="724973"/>
                  <a:pt x="2225669" y="718551"/>
                </a:cubicBezTo>
                <a:lnTo>
                  <a:pt x="2225669" y="649128"/>
                </a:lnTo>
                <a:lnTo>
                  <a:pt x="2247438" y="649128"/>
                </a:lnTo>
                <a:lnTo>
                  <a:pt x="2247438" y="717816"/>
                </a:lnTo>
                <a:cubicBezTo>
                  <a:pt x="2248563" y="729980"/>
                  <a:pt x="2245160" y="742131"/>
                  <a:pt x="2237876" y="751939"/>
                </a:cubicBezTo>
                <a:cubicBezTo>
                  <a:pt x="2229348" y="759637"/>
                  <a:pt x="2217990" y="763424"/>
                  <a:pt x="2206548" y="762383"/>
                </a:cubicBezTo>
                <a:cubicBezTo>
                  <a:pt x="2195178" y="763271"/>
                  <a:pt x="2183961" y="759318"/>
                  <a:pt x="2175661" y="751498"/>
                </a:cubicBezTo>
                <a:cubicBezTo>
                  <a:pt x="2168286" y="741882"/>
                  <a:pt x="2164677" y="729906"/>
                  <a:pt x="2165513" y="717816"/>
                </a:cubicBezTo>
                <a:close/>
                <a:moveTo>
                  <a:pt x="3526982" y="646699"/>
                </a:moveTo>
                <a:cubicBezTo>
                  <a:pt x="3539159" y="646020"/>
                  <a:pt x="3551595" y="649987"/>
                  <a:pt x="3561404" y="658759"/>
                </a:cubicBezTo>
                <a:cubicBezTo>
                  <a:pt x="3562723" y="659940"/>
                  <a:pt x="3563975" y="661193"/>
                  <a:pt x="3565155" y="662512"/>
                </a:cubicBezTo>
                <a:cubicBezTo>
                  <a:pt x="3574557" y="674729"/>
                  <a:pt x="3579255" y="689919"/>
                  <a:pt x="3578393" y="705313"/>
                </a:cubicBezTo>
                <a:cubicBezTo>
                  <a:pt x="3579227" y="720431"/>
                  <a:pt x="3574522" y="735335"/>
                  <a:pt x="3565155" y="747231"/>
                </a:cubicBezTo>
                <a:cubicBezTo>
                  <a:pt x="3547127" y="766849"/>
                  <a:pt x="3516607" y="768136"/>
                  <a:pt x="3496989" y="750107"/>
                </a:cubicBezTo>
                <a:cubicBezTo>
                  <a:pt x="3495991" y="749189"/>
                  <a:pt x="3495031" y="748230"/>
                  <a:pt x="3494113" y="747231"/>
                </a:cubicBezTo>
                <a:cubicBezTo>
                  <a:pt x="3484748" y="735335"/>
                  <a:pt x="3480041" y="720431"/>
                  <a:pt x="3480875" y="705313"/>
                </a:cubicBezTo>
                <a:cubicBezTo>
                  <a:pt x="3480012" y="689919"/>
                  <a:pt x="3484709" y="674729"/>
                  <a:pt x="3494113" y="662512"/>
                </a:cubicBezTo>
                <a:cubicBezTo>
                  <a:pt x="3502887" y="652703"/>
                  <a:pt x="3514805" y="647379"/>
                  <a:pt x="3526982" y="646699"/>
                </a:cubicBezTo>
                <a:close/>
                <a:moveTo>
                  <a:pt x="3319566" y="646689"/>
                </a:moveTo>
                <a:cubicBezTo>
                  <a:pt x="3331782" y="646022"/>
                  <a:pt x="3344252" y="650015"/>
                  <a:pt x="3354081" y="658826"/>
                </a:cubicBezTo>
                <a:cubicBezTo>
                  <a:pt x="3355377" y="659988"/>
                  <a:pt x="3356606" y="661218"/>
                  <a:pt x="3357767" y="662512"/>
                </a:cubicBezTo>
                <a:cubicBezTo>
                  <a:pt x="3367130" y="674745"/>
                  <a:pt x="3371778" y="689939"/>
                  <a:pt x="3370859" y="705314"/>
                </a:cubicBezTo>
                <a:cubicBezTo>
                  <a:pt x="3371736" y="720415"/>
                  <a:pt x="3367082" y="735316"/>
                  <a:pt x="3357767" y="747234"/>
                </a:cubicBezTo>
                <a:cubicBezTo>
                  <a:pt x="3339663" y="766891"/>
                  <a:pt x="3309050" y="768150"/>
                  <a:pt x="3289392" y="750044"/>
                </a:cubicBezTo>
                <a:cubicBezTo>
                  <a:pt x="3288417" y="749147"/>
                  <a:pt x="3287479" y="748208"/>
                  <a:pt x="3286580" y="747234"/>
                </a:cubicBezTo>
                <a:lnTo>
                  <a:pt x="3286579" y="747234"/>
                </a:lnTo>
                <a:cubicBezTo>
                  <a:pt x="3277326" y="735285"/>
                  <a:pt x="3272678" y="720405"/>
                  <a:pt x="3273489" y="705314"/>
                </a:cubicBezTo>
                <a:cubicBezTo>
                  <a:pt x="3272649" y="689948"/>
                  <a:pt x="3277288" y="674781"/>
                  <a:pt x="3286579" y="662512"/>
                </a:cubicBezTo>
                <a:cubicBezTo>
                  <a:pt x="3295390" y="652684"/>
                  <a:pt x="3307351" y="647356"/>
                  <a:pt x="3319566" y="646689"/>
                </a:cubicBezTo>
                <a:close/>
                <a:moveTo>
                  <a:pt x="2552527" y="646689"/>
                </a:moveTo>
                <a:cubicBezTo>
                  <a:pt x="2564743" y="646022"/>
                  <a:pt x="2577213" y="650015"/>
                  <a:pt x="2587042" y="658826"/>
                </a:cubicBezTo>
                <a:cubicBezTo>
                  <a:pt x="2588338" y="659988"/>
                  <a:pt x="2589567" y="661218"/>
                  <a:pt x="2590728" y="662512"/>
                </a:cubicBezTo>
                <a:cubicBezTo>
                  <a:pt x="2600091" y="674745"/>
                  <a:pt x="2604739" y="689939"/>
                  <a:pt x="2603820" y="705314"/>
                </a:cubicBezTo>
                <a:cubicBezTo>
                  <a:pt x="2604697" y="720415"/>
                  <a:pt x="2600043" y="735316"/>
                  <a:pt x="2590728" y="747234"/>
                </a:cubicBezTo>
                <a:cubicBezTo>
                  <a:pt x="2572624" y="766891"/>
                  <a:pt x="2542011" y="768150"/>
                  <a:pt x="2522353" y="750044"/>
                </a:cubicBezTo>
                <a:cubicBezTo>
                  <a:pt x="2521378" y="749147"/>
                  <a:pt x="2520440" y="748208"/>
                  <a:pt x="2519541" y="747234"/>
                </a:cubicBezTo>
                <a:lnTo>
                  <a:pt x="2519540" y="747234"/>
                </a:lnTo>
                <a:cubicBezTo>
                  <a:pt x="2510287" y="735285"/>
                  <a:pt x="2505639" y="720405"/>
                  <a:pt x="2506450" y="705314"/>
                </a:cubicBezTo>
                <a:cubicBezTo>
                  <a:pt x="2505610" y="689948"/>
                  <a:pt x="2510249" y="674781"/>
                  <a:pt x="2519540" y="662512"/>
                </a:cubicBezTo>
                <a:cubicBezTo>
                  <a:pt x="2528351" y="652684"/>
                  <a:pt x="2540312" y="647356"/>
                  <a:pt x="2552527" y="646689"/>
                </a:cubicBezTo>
                <a:close/>
                <a:moveTo>
                  <a:pt x="3646050" y="646626"/>
                </a:moveTo>
                <a:cubicBezTo>
                  <a:pt x="3657080" y="646126"/>
                  <a:pt x="3667911" y="649684"/>
                  <a:pt x="3676497" y="656628"/>
                </a:cubicBezTo>
                <a:cubicBezTo>
                  <a:pt x="3684540" y="663453"/>
                  <a:pt x="3689562" y="673180"/>
                  <a:pt x="3690470" y="683691"/>
                </a:cubicBezTo>
                <a:lnTo>
                  <a:pt x="3669732" y="683691"/>
                </a:lnTo>
                <a:cubicBezTo>
                  <a:pt x="3668997" y="678691"/>
                  <a:pt x="3666296" y="674191"/>
                  <a:pt x="3662230" y="671190"/>
                </a:cubicBezTo>
                <a:cubicBezTo>
                  <a:pt x="3658152" y="667647"/>
                  <a:pt x="3652923" y="665712"/>
                  <a:pt x="3647522" y="665748"/>
                </a:cubicBezTo>
                <a:cubicBezTo>
                  <a:pt x="3639043" y="665334"/>
                  <a:pt x="3630923" y="669201"/>
                  <a:pt x="3625900" y="676043"/>
                </a:cubicBezTo>
                <a:cubicBezTo>
                  <a:pt x="3615715" y="693807"/>
                  <a:pt x="3615715" y="715642"/>
                  <a:pt x="3625900" y="733405"/>
                </a:cubicBezTo>
                <a:cubicBezTo>
                  <a:pt x="3631163" y="740066"/>
                  <a:pt x="3639341" y="743744"/>
                  <a:pt x="3647817" y="743259"/>
                </a:cubicBezTo>
                <a:cubicBezTo>
                  <a:pt x="3655582" y="743540"/>
                  <a:pt x="3662896" y="739603"/>
                  <a:pt x="3666937" y="732964"/>
                </a:cubicBezTo>
                <a:cubicBezTo>
                  <a:pt x="3669644" y="728851"/>
                  <a:pt x="3671542" y="724258"/>
                  <a:pt x="3672525" y="719433"/>
                </a:cubicBezTo>
                <a:lnTo>
                  <a:pt x="3648698" y="719433"/>
                </a:lnTo>
                <a:lnTo>
                  <a:pt x="3648698" y="700459"/>
                </a:lnTo>
                <a:lnTo>
                  <a:pt x="3691205" y="700459"/>
                </a:lnTo>
                <a:lnTo>
                  <a:pt x="3691205" y="759293"/>
                </a:lnTo>
                <a:lnTo>
                  <a:pt x="3676497" y="759293"/>
                </a:lnTo>
                <a:lnTo>
                  <a:pt x="3674438" y="744584"/>
                </a:lnTo>
                <a:lnTo>
                  <a:pt x="3674143" y="747231"/>
                </a:lnTo>
                <a:cubicBezTo>
                  <a:pt x="3667792" y="757273"/>
                  <a:pt x="3656602" y="763202"/>
                  <a:pt x="3644727" y="762823"/>
                </a:cubicBezTo>
                <a:lnTo>
                  <a:pt x="3644727" y="761939"/>
                </a:lnTo>
                <a:cubicBezTo>
                  <a:pt x="3631336" y="762656"/>
                  <a:pt x="3618348" y="757244"/>
                  <a:pt x="3609427" y="747231"/>
                </a:cubicBezTo>
                <a:cubicBezTo>
                  <a:pt x="3591527" y="721828"/>
                  <a:pt x="3591527" y="687915"/>
                  <a:pt x="3609427" y="662511"/>
                </a:cubicBezTo>
                <a:cubicBezTo>
                  <a:pt x="3618558" y="651887"/>
                  <a:pt x="3632054" y="646035"/>
                  <a:pt x="3646050" y="646626"/>
                </a:cubicBezTo>
                <a:close/>
                <a:moveTo>
                  <a:pt x="2998443" y="646333"/>
                </a:moveTo>
                <a:cubicBezTo>
                  <a:pt x="3009229" y="646055"/>
                  <a:pt x="3019725" y="649836"/>
                  <a:pt x="3027859" y="656923"/>
                </a:cubicBezTo>
                <a:cubicBezTo>
                  <a:pt x="3036204" y="664286"/>
                  <a:pt x="3041457" y="674530"/>
                  <a:pt x="3042568" y="685603"/>
                </a:cubicBezTo>
                <a:lnTo>
                  <a:pt x="3021388" y="685603"/>
                </a:lnTo>
                <a:cubicBezTo>
                  <a:pt x="3021031" y="679972"/>
                  <a:pt x="3018499" y="674697"/>
                  <a:pt x="3014328" y="670895"/>
                </a:cubicBezTo>
                <a:cubicBezTo>
                  <a:pt x="3010209" y="667441"/>
                  <a:pt x="3004996" y="665565"/>
                  <a:pt x="2999619" y="665600"/>
                </a:cubicBezTo>
                <a:cubicBezTo>
                  <a:pt x="2992038" y="665441"/>
                  <a:pt x="2984958" y="669374"/>
                  <a:pt x="2981088" y="675897"/>
                </a:cubicBezTo>
                <a:cubicBezTo>
                  <a:pt x="2976216" y="684533"/>
                  <a:pt x="2973920" y="694384"/>
                  <a:pt x="2974468" y="704283"/>
                </a:cubicBezTo>
                <a:cubicBezTo>
                  <a:pt x="2973927" y="713948"/>
                  <a:pt x="2976228" y="723562"/>
                  <a:pt x="2981088" y="731935"/>
                </a:cubicBezTo>
                <a:cubicBezTo>
                  <a:pt x="2988086" y="742304"/>
                  <a:pt x="3002166" y="745034"/>
                  <a:pt x="3012533" y="738036"/>
                </a:cubicBezTo>
                <a:cubicBezTo>
                  <a:pt x="3013423" y="737435"/>
                  <a:pt x="3014268" y="736773"/>
                  <a:pt x="3015063" y="736053"/>
                </a:cubicBezTo>
                <a:cubicBezTo>
                  <a:pt x="3019220" y="731817"/>
                  <a:pt x="3021724" y="726235"/>
                  <a:pt x="3022123" y="720315"/>
                </a:cubicBezTo>
                <a:lnTo>
                  <a:pt x="3041686" y="720903"/>
                </a:lnTo>
                <a:cubicBezTo>
                  <a:pt x="3040951" y="732358"/>
                  <a:pt x="3036030" y="743142"/>
                  <a:pt x="3027859" y="751203"/>
                </a:cubicBezTo>
                <a:cubicBezTo>
                  <a:pt x="3019910" y="758675"/>
                  <a:pt x="3009351" y="762740"/>
                  <a:pt x="2998443" y="762528"/>
                </a:cubicBezTo>
                <a:cubicBezTo>
                  <a:pt x="2985276" y="763067"/>
                  <a:pt x="2972646" y="757272"/>
                  <a:pt x="2964466" y="746938"/>
                </a:cubicBezTo>
                <a:cubicBezTo>
                  <a:pt x="2955487" y="734870"/>
                  <a:pt x="2951010" y="720040"/>
                  <a:pt x="2951818" y="705018"/>
                </a:cubicBezTo>
                <a:cubicBezTo>
                  <a:pt x="2950976" y="689720"/>
                  <a:pt x="2955445" y="674601"/>
                  <a:pt x="2964466" y="662218"/>
                </a:cubicBezTo>
                <a:cubicBezTo>
                  <a:pt x="2972569" y="651753"/>
                  <a:pt x="2985219" y="645839"/>
                  <a:pt x="2998443" y="646333"/>
                </a:cubicBezTo>
                <a:close/>
                <a:moveTo>
                  <a:pt x="1874874" y="646332"/>
                </a:moveTo>
                <a:cubicBezTo>
                  <a:pt x="1885043" y="645887"/>
                  <a:pt x="1894993" y="649361"/>
                  <a:pt x="1902674" y="656040"/>
                </a:cubicBezTo>
                <a:cubicBezTo>
                  <a:pt x="1909935" y="662907"/>
                  <a:pt x="1914167" y="672378"/>
                  <a:pt x="1914441" y="682369"/>
                </a:cubicBezTo>
                <a:lnTo>
                  <a:pt x="1892966" y="682369"/>
                </a:lnTo>
                <a:cubicBezTo>
                  <a:pt x="1892802" y="677472"/>
                  <a:pt x="1890489" y="672898"/>
                  <a:pt x="1886641" y="669865"/>
                </a:cubicBezTo>
                <a:cubicBezTo>
                  <a:pt x="1882399" y="666718"/>
                  <a:pt x="1877212" y="665111"/>
                  <a:pt x="1871933" y="665307"/>
                </a:cubicBezTo>
                <a:cubicBezTo>
                  <a:pt x="1867436" y="664992"/>
                  <a:pt x="1862983" y="666354"/>
                  <a:pt x="1859431" y="669130"/>
                </a:cubicBezTo>
                <a:cubicBezTo>
                  <a:pt x="1856312" y="671797"/>
                  <a:pt x="1854624" y="675772"/>
                  <a:pt x="1854871" y="679867"/>
                </a:cubicBezTo>
                <a:cubicBezTo>
                  <a:pt x="1854863" y="683104"/>
                  <a:pt x="1856685" y="686065"/>
                  <a:pt x="1859578" y="687515"/>
                </a:cubicBezTo>
                <a:cubicBezTo>
                  <a:pt x="1865961" y="690435"/>
                  <a:pt x="1872680" y="692560"/>
                  <a:pt x="1879581" y="693840"/>
                </a:cubicBezTo>
                <a:cubicBezTo>
                  <a:pt x="1890211" y="695709"/>
                  <a:pt x="1900274" y="699986"/>
                  <a:pt x="1908998" y="706342"/>
                </a:cubicBezTo>
                <a:cubicBezTo>
                  <a:pt x="1914453" y="712446"/>
                  <a:pt x="1917118" y="720549"/>
                  <a:pt x="1916352" y="728699"/>
                </a:cubicBezTo>
                <a:cubicBezTo>
                  <a:pt x="1916871" y="738265"/>
                  <a:pt x="1912700" y="747484"/>
                  <a:pt x="1905173" y="753409"/>
                </a:cubicBezTo>
                <a:cubicBezTo>
                  <a:pt x="1896383" y="759876"/>
                  <a:pt x="1885625" y="763099"/>
                  <a:pt x="1874728" y="762529"/>
                </a:cubicBezTo>
                <a:cubicBezTo>
                  <a:pt x="1864059" y="763037"/>
                  <a:pt x="1853580" y="759578"/>
                  <a:pt x="1845311" y="752820"/>
                </a:cubicBezTo>
                <a:cubicBezTo>
                  <a:pt x="1837813" y="745646"/>
                  <a:pt x="1833608" y="735694"/>
                  <a:pt x="1833691" y="725315"/>
                </a:cubicBezTo>
                <a:lnTo>
                  <a:pt x="1854136" y="725317"/>
                </a:lnTo>
                <a:cubicBezTo>
                  <a:pt x="1854028" y="730470"/>
                  <a:pt x="1856176" y="735413"/>
                  <a:pt x="1860019" y="738849"/>
                </a:cubicBezTo>
                <a:cubicBezTo>
                  <a:pt x="1864243" y="742048"/>
                  <a:pt x="1869431" y="743708"/>
                  <a:pt x="1874728" y="743555"/>
                </a:cubicBezTo>
                <a:cubicBezTo>
                  <a:pt x="1880245" y="743849"/>
                  <a:pt x="1885739" y="742627"/>
                  <a:pt x="1890613" y="740025"/>
                </a:cubicBezTo>
                <a:cubicBezTo>
                  <a:pt x="1894160" y="738012"/>
                  <a:pt x="1896351" y="734249"/>
                  <a:pt x="1896349" y="730170"/>
                </a:cubicBezTo>
                <a:cubicBezTo>
                  <a:pt x="1896587" y="726591"/>
                  <a:pt x="1895046" y="723126"/>
                  <a:pt x="1892231" y="720904"/>
                </a:cubicBezTo>
                <a:cubicBezTo>
                  <a:pt x="1886868" y="717953"/>
                  <a:pt x="1881053" y="715914"/>
                  <a:pt x="1875021" y="714874"/>
                </a:cubicBezTo>
                <a:cubicBezTo>
                  <a:pt x="1863528" y="712919"/>
                  <a:pt x="1852563" y="708612"/>
                  <a:pt x="1842811" y="702224"/>
                </a:cubicBezTo>
                <a:cubicBezTo>
                  <a:pt x="1837081" y="696791"/>
                  <a:pt x="1834108" y="689063"/>
                  <a:pt x="1834721" y="681192"/>
                </a:cubicBezTo>
                <a:cubicBezTo>
                  <a:pt x="1834233" y="671516"/>
                  <a:pt x="1838186" y="662147"/>
                  <a:pt x="1845458" y="655745"/>
                </a:cubicBezTo>
                <a:cubicBezTo>
                  <a:pt x="1853701" y="648965"/>
                  <a:pt x="1864227" y="645597"/>
                  <a:pt x="1874874" y="646332"/>
                </a:cubicBezTo>
                <a:close/>
                <a:moveTo>
                  <a:pt x="1565835" y="645928"/>
                </a:moveTo>
                <a:cubicBezTo>
                  <a:pt x="1577800" y="644877"/>
                  <a:pt x="1590139" y="648078"/>
                  <a:pt x="1600418" y="655746"/>
                </a:cubicBezTo>
                <a:cubicBezTo>
                  <a:pt x="1608514" y="662532"/>
                  <a:pt x="1613547" y="672282"/>
                  <a:pt x="1614391" y="682810"/>
                </a:cubicBezTo>
                <a:lnTo>
                  <a:pt x="1593211" y="682810"/>
                </a:lnTo>
                <a:cubicBezTo>
                  <a:pt x="1592611" y="677799"/>
                  <a:pt x="1589945" y="673267"/>
                  <a:pt x="1585857" y="670308"/>
                </a:cubicBezTo>
                <a:cubicBezTo>
                  <a:pt x="1581780" y="666766"/>
                  <a:pt x="1576550" y="664831"/>
                  <a:pt x="1571148" y="664865"/>
                </a:cubicBezTo>
                <a:cubicBezTo>
                  <a:pt x="1562688" y="664531"/>
                  <a:pt x="1554602" y="668381"/>
                  <a:pt x="1549528" y="675161"/>
                </a:cubicBezTo>
                <a:cubicBezTo>
                  <a:pt x="1543784" y="683850"/>
                  <a:pt x="1541046" y="694184"/>
                  <a:pt x="1541732" y="704578"/>
                </a:cubicBezTo>
                <a:cubicBezTo>
                  <a:pt x="1541046" y="714654"/>
                  <a:pt x="1543680" y="724677"/>
                  <a:pt x="1549233" y="733111"/>
                </a:cubicBezTo>
                <a:cubicBezTo>
                  <a:pt x="1554511" y="739753"/>
                  <a:pt x="1562678" y="743426"/>
                  <a:pt x="1571148" y="742966"/>
                </a:cubicBezTo>
                <a:cubicBezTo>
                  <a:pt x="1578902" y="743185"/>
                  <a:pt x="1586185" y="739263"/>
                  <a:pt x="1590270" y="732671"/>
                </a:cubicBezTo>
                <a:cubicBezTo>
                  <a:pt x="1592918" y="728527"/>
                  <a:pt x="1594810" y="723945"/>
                  <a:pt x="1595858" y="719139"/>
                </a:cubicBezTo>
                <a:lnTo>
                  <a:pt x="1572032" y="719139"/>
                </a:lnTo>
                <a:lnTo>
                  <a:pt x="1572032" y="700165"/>
                </a:lnTo>
                <a:lnTo>
                  <a:pt x="1614980" y="700165"/>
                </a:lnTo>
                <a:lnTo>
                  <a:pt x="1614980" y="758998"/>
                </a:lnTo>
                <a:lnTo>
                  <a:pt x="1600271" y="758998"/>
                </a:lnTo>
                <a:lnTo>
                  <a:pt x="1598211" y="744289"/>
                </a:lnTo>
                <a:lnTo>
                  <a:pt x="1597036" y="746054"/>
                </a:lnTo>
                <a:cubicBezTo>
                  <a:pt x="1590664" y="756073"/>
                  <a:pt x="1579487" y="761996"/>
                  <a:pt x="1567620" y="761646"/>
                </a:cubicBezTo>
                <a:lnTo>
                  <a:pt x="1568648" y="761939"/>
                </a:lnTo>
                <a:cubicBezTo>
                  <a:pt x="1555163" y="762390"/>
                  <a:pt x="1542214" y="756647"/>
                  <a:pt x="1533495" y="746349"/>
                </a:cubicBezTo>
                <a:cubicBezTo>
                  <a:pt x="1515854" y="720864"/>
                  <a:pt x="1515854" y="687115"/>
                  <a:pt x="1533495" y="661630"/>
                </a:cubicBezTo>
                <a:cubicBezTo>
                  <a:pt x="1542280" y="652285"/>
                  <a:pt x="1553871" y="646980"/>
                  <a:pt x="1565835" y="645928"/>
                </a:cubicBezTo>
                <a:close/>
                <a:moveTo>
                  <a:pt x="692865" y="645867"/>
                </a:moveTo>
                <a:lnTo>
                  <a:pt x="690208" y="648862"/>
                </a:lnTo>
                <a:lnTo>
                  <a:pt x="687508" y="651815"/>
                </a:lnTo>
                <a:lnTo>
                  <a:pt x="699110" y="662278"/>
                </a:lnTo>
                <a:lnTo>
                  <a:pt x="689111" y="673416"/>
                </a:lnTo>
                <a:lnTo>
                  <a:pt x="677509" y="662953"/>
                </a:lnTo>
                <a:lnTo>
                  <a:pt x="674809" y="665949"/>
                </a:lnTo>
                <a:lnTo>
                  <a:pt x="672151" y="668902"/>
                </a:lnTo>
                <a:lnTo>
                  <a:pt x="703033" y="696873"/>
                </a:lnTo>
                <a:lnTo>
                  <a:pt x="705691" y="693878"/>
                </a:lnTo>
                <a:lnTo>
                  <a:pt x="708391" y="690924"/>
                </a:lnTo>
                <a:lnTo>
                  <a:pt x="694342" y="678268"/>
                </a:lnTo>
                <a:lnTo>
                  <a:pt x="704383" y="667130"/>
                </a:lnTo>
                <a:lnTo>
                  <a:pt x="718390" y="679786"/>
                </a:lnTo>
                <a:lnTo>
                  <a:pt x="721090" y="676791"/>
                </a:lnTo>
                <a:lnTo>
                  <a:pt x="723832" y="673753"/>
                </a:lnTo>
                <a:close/>
                <a:moveTo>
                  <a:pt x="427625" y="625026"/>
                </a:moveTo>
                <a:cubicBezTo>
                  <a:pt x="428549" y="626397"/>
                  <a:pt x="429579" y="627697"/>
                  <a:pt x="430705" y="628908"/>
                </a:cubicBezTo>
                <a:cubicBezTo>
                  <a:pt x="432013" y="630215"/>
                  <a:pt x="433953" y="631397"/>
                  <a:pt x="434080" y="632156"/>
                </a:cubicBezTo>
                <a:cubicBezTo>
                  <a:pt x="434207" y="632916"/>
                  <a:pt x="433152" y="633169"/>
                  <a:pt x="433152" y="633169"/>
                </a:cubicBezTo>
                <a:lnTo>
                  <a:pt x="433152" y="659157"/>
                </a:lnTo>
                <a:cubicBezTo>
                  <a:pt x="433152" y="659157"/>
                  <a:pt x="443024" y="658988"/>
                  <a:pt x="446231" y="661435"/>
                </a:cubicBezTo>
                <a:cubicBezTo>
                  <a:pt x="449437" y="663882"/>
                  <a:pt x="454964" y="665949"/>
                  <a:pt x="456398" y="667637"/>
                </a:cubicBezTo>
                <a:cubicBezTo>
                  <a:pt x="457832" y="669324"/>
                  <a:pt x="463823" y="669704"/>
                  <a:pt x="466270" y="670379"/>
                </a:cubicBezTo>
                <a:cubicBezTo>
                  <a:pt x="468717" y="671054"/>
                  <a:pt x="469898" y="674218"/>
                  <a:pt x="471291" y="675273"/>
                </a:cubicBezTo>
                <a:cubicBezTo>
                  <a:pt x="472683" y="676328"/>
                  <a:pt x="474834" y="675146"/>
                  <a:pt x="476902" y="675779"/>
                </a:cubicBezTo>
                <a:cubicBezTo>
                  <a:pt x="478969" y="676412"/>
                  <a:pt x="482470" y="680547"/>
                  <a:pt x="484749" y="681643"/>
                </a:cubicBezTo>
                <a:cubicBezTo>
                  <a:pt x="487027" y="682740"/>
                  <a:pt x="489812" y="682951"/>
                  <a:pt x="490824" y="685398"/>
                </a:cubicBezTo>
                <a:cubicBezTo>
                  <a:pt x="491836" y="687845"/>
                  <a:pt x="491246" y="689195"/>
                  <a:pt x="493861" y="689195"/>
                </a:cubicBezTo>
                <a:cubicBezTo>
                  <a:pt x="495988" y="689107"/>
                  <a:pt x="498047" y="689934"/>
                  <a:pt x="499515" y="691473"/>
                </a:cubicBezTo>
                <a:cubicBezTo>
                  <a:pt x="500401" y="692233"/>
                  <a:pt x="503269" y="691305"/>
                  <a:pt x="505927" y="692233"/>
                </a:cubicBezTo>
                <a:cubicBezTo>
                  <a:pt x="507277" y="692613"/>
                  <a:pt x="511665" y="694849"/>
                  <a:pt x="514365" y="695608"/>
                </a:cubicBezTo>
                <a:cubicBezTo>
                  <a:pt x="518647" y="697452"/>
                  <a:pt x="522735" y="699730"/>
                  <a:pt x="526558" y="702400"/>
                </a:cubicBezTo>
                <a:cubicBezTo>
                  <a:pt x="534561" y="702949"/>
                  <a:pt x="542488" y="704290"/>
                  <a:pt x="550226" y="706408"/>
                </a:cubicBezTo>
                <a:lnTo>
                  <a:pt x="308273" y="706661"/>
                </a:lnTo>
                <a:cubicBezTo>
                  <a:pt x="308273" y="706661"/>
                  <a:pt x="316078" y="705100"/>
                  <a:pt x="337173" y="703286"/>
                </a:cubicBezTo>
                <a:cubicBezTo>
                  <a:pt x="340890" y="700194"/>
                  <a:pt x="345197" y="697882"/>
                  <a:pt x="349829" y="696494"/>
                </a:cubicBezTo>
                <a:cubicBezTo>
                  <a:pt x="351348" y="696367"/>
                  <a:pt x="356031" y="690967"/>
                  <a:pt x="356622" y="690081"/>
                </a:cubicBezTo>
                <a:cubicBezTo>
                  <a:pt x="357212" y="689195"/>
                  <a:pt x="362275" y="689870"/>
                  <a:pt x="363414" y="686664"/>
                </a:cubicBezTo>
                <a:cubicBezTo>
                  <a:pt x="364553" y="683458"/>
                  <a:pt x="367717" y="683879"/>
                  <a:pt x="369489" y="683247"/>
                </a:cubicBezTo>
                <a:cubicBezTo>
                  <a:pt x="371261" y="682614"/>
                  <a:pt x="371514" y="678142"/>
                  <a:pt x="374763" y="676454"/>
                </a:cubicBezTo>
                <a:cubicBezTo>
                  <a:pt x="376239" y="675695"/>
                  <a:pt x="379994" y="674471"/>
                  <a:pt x="382694" y="673417"/>
                </a:cubicBezTo>
                <a:cubicBezTo>
                  <a:pt x="385394" y="672362"/>
                  <a:pt x="388263" y="668438"/>
                  <a:pt x="390246" y="668143"/>
                </a:cubicBezTo>
                <a:cubicBezTo>
                  <a:pt x="393676" y="667974"/>
                  <a:pt x="397030" y="667067"/>
                  <a:pt x="400076" y="665485"/>
                </a:cubicBezTo>
                <a:cubicBezTo>
                  <a:pt x="402945" y="663545"/>
                  <a:pt x="406278" y="661646"/>
                  <a:pt x="408767" y="660212"/>
                </a:cubicBezTo>
                <a:cubicBezTo>
                  <a:pt x="411256" y="658777"/>
                  <a:pt x="422563" y="659537"/>
                  <a:pt x="422563" y="659537"/>
                </a:cubicBezTo>
                <a:lnTo>
                  <a:pt x="422563" y="633717"/>
                </a:lnTo>
                <a:lnTo>
                  <a:pt x="421297" y="632536"/>
                </a:lnTo>
                <a:cubicBezTo>
                  <a:pt x="420748" y="632030"/>
                  <a:pt x="423069" y="630469"/>
                  <a:pt x="424630" y="628908"/>
                </a:cubicBezTo>
                <a:cubicBezTo>
                  <a:pt x="425761" y="627722"/>
                  <a:pt x="426765" y="626423"/>
                  <a:pt x="427625" y="625026"/>
                </a:cubicBezTo>
                <a:close/>
                <a:moveTo>
                  <a:pt x="718348" y="611019"/>
                </a:moveTo>
                <a:lnTo>
                  <a:pt x="716196" y="614099"/>
                </a:lnTo>
                <a:lnTo>
                  <a:pt x="714044" y="617178"/>
                </a:lnTo>
                <a:lnTo>
                  <a:pt x="738007" y="634054"/>
                </a:lnTo>
                <a:lnTo>
                  <a:pt x="705227" y="629835"/>
                </a:lnTo>
                <a:lnTo>
                  <a:pt x="702822" y="633295"/>
                </a:lnTo>
                <a:lnTo>
                  <a:pt x="700417" y="636712"/>
                </a:lnTo>
                <a:lnTo>
                  <a:pt x="734548" y="660633"/>
                </a:lnTo>
                <a:lnTo>
                  <a:pt x="736700" y="657553"/>
                </a:lnTo>
                <a:lnTo>
                  <a:pt x="738809" y="654473"/>
                </a:lnTo>
                <a:lnTo>
                  <a:pt x="714213" y="637260"/>
                </a:lnTo>
                <a:lnTo>
                  <a:pt x="747964" y="641479"/>
                </a:lnTo>
                <a:lnTo>
                  <a:pt x="750285" y="638188"/>
                </a:lnTo>
                <a:lnTo>
                  <a:pt x="752478" y="634940"/>
                </a:lnTo>
                <a:close/>
                <a:moveTo>
                  <a:pt x="129688" y="607349"/>
                </a:moveTo>
                <a:cubicBezTo>
                  <a:pt x="117956" y="606897"/>
                  <a:pt x="107181" y="613799"/>
                  <a:pt x="102688" y="624646"/>
                </a:cubicBezTo>
                <a:cubicBezTo>
                  <a:pt x="101207" y="629514"/>
                  <a:pt x="102063" y="634796"/>
                  <a:pt x="105008" y="638948"/>
                </a:cubicBezTo>
                <a:cubicBezTo>
                  <a:pt x="107341" y="642711"/>
                  <a:pt x="111467" y="644981"/>
                  <a:pt x="115893" y="644939"/>
                </a:cubicBezTo>
                <a:lnTo>
                  <a:pt x="116694" y="644939"/>
                </a:lnTo>
                <a:lnTo>
                  <a:pt x="112475" y="648525"/>
                </a:lnTo>
                <a:lnTo>
                  <a:pt x="115386" y="653039"/>
                </a:lnTo>
                <a:lnTo>
                  <a:pt x="134245" y="640804"/>
                </a:lnTo>
                <a:lnTo>
                  <a:pt x="125512" y="627304"/>
                </a:lnTo>
                <a:lnTo>
                  <a:pt x="119479" y="631227"/>
                </a:lnTo>
                <a:lnTo>
                  <a:pt x="124162" y="638948"/>
                </a:lnTo>
                <a:cubicBezTo>
                  <a:pt x="122428" y="639627"/>
                  <a:pt x="120584" y="639986"/>
                  <a:pt x="118719" y="640003"/>
                </a:cubicBezTo>
                <a:cubicBezTo>
                  <a:pt x="115804" y="640007"/>
                  <a:pt x="113091" y="638509"/>
                  <a:pt x="111547" y="636037"/>
                </a:cubicBezTo>
                <a:cubicBezTo>
                  <a:pt x="109628" y="633455"/>
                  <a:pt x="109109" y="630092"/>
                  <a:pt x="110155" y="627051"/>
                </a:cubicBezTo>
                <a:cubicBezTo>
                  <a:pt x="111686" y="623557"/>
                  <a:pt x="114327" y="620667"/>
                  <a:pt x="117665" y="618824"/>
                </a:cubicBezTo>
                <a:cubicBezTo>
                  <a:pt x="120770" y="616541"/>
                  <a:pt x="124529" y="615326"/>
                  <a:pt x="128380" y="615364"/>
                </a:cubicBezTo>
                <a:cubicBezTo>
                  <a:pt x="131599" y="615525"/>
                  <a:pt x="134519" y="617305"/>
                  <a:pt x="136143" y="620090"/>
                </a:cubicBezTo>
                <a:cubicBezTo>
                  <a:pt x="137240" y="621790"/>
                  <a:pt x="137687" y="623823"/>
                  <a:pt x="137409" y="625827"/>
                </a:cubicBezTo>
                <a:cubicBezTo>
                  <a:pt x="137295" y="627747"/>
                  <a:pt x="136413" y="629540"/>
                  <a:pt x="134962" y="630805"/>
                </a:cubicBezTo>
                <a:lnTo>
                  <a:pt x="139687" y="637513"/>
                </a:lnTo>
                <a:cubicBezTo>
                  <a:pt x="142830" y="635054"/>
                  <a:pt x="144889" y="631468"/>
                  <a:pt x="145425" y="627515"/>
                </a:cubicBezTo>
                <a:cubicBezTo>
                  <a:pt x="145838" y="623363"/>
                  <a:pt x="144746" y="619199"/>
                  <a:pt x="142345" y="615786"/>
                </a:cubicBezTo>
                <a:cubicBezTo>
                  <a:pt x="139674" y="611150"/>
                  <a:pt x="134991" y="608032"/>
                  <a:pt x="129688" y="607349"/>
                </a:cubicBezTo>
                <a:close/>
                <a:moveTo>
                  <a:pt x="745053" y="583090"/>
                </a:moveTo>
                <a:cubicBezTo>
                  <a:pt x="748854" y="582854"/>
                  <a:pt x="752634" y="583782"/>
                  <a:pt x="755895" y="585748"/>
                </a:cubicBezTo>
                <a:cubicBezTo>
                  <a:pt x="759401" y="587204"/>
                  <a:pt x="762346" y="589748"/>
                  <a:pt x="764291" y="593005"/>
                </a:cubicBezTo>
                <a:cubicBezTo>
                  <a:pt x="764645" y="593781"/>
                  <a:pt x="764898" y="594604"/>
                  <a:pt x="765038" y="595443"/>
                </a:cubicBezTo>
                <a:cubicBezTo>
                  <a:pt x="765907" y="600687"/>
                  <a:pt x="762359" y="605636"/>
                  <a:pt x="757119" y="606505"/>
                </a:cubicBezTo>
                <a:cubicBezTo>
                  <a:pt x="753385" y="606792"/>
                  <a:pt x="749651" y="605906"/>
                  <a:pt x="746445" y="603974"/>
                </a:cubicBezTo>
                <a:cubicBezTo>
                  <a:pt x="742922" y="602404"/>
                  <a:pt x="739977" y="599780"/>
                  <a:pt x="738007" y="596464"/>
                </a:cubicBezTo>
                <a:cubicBezTo>
                  <a:pt x="736573" y="593836"/>
                  <a:pt x="736573" y="590655"/>
                  <a:pt x="738007" y="588026"/>
                </a:cubicBezTo>
                <a:cubicBezTo>
                  <a:pt x="739353" y="585280"/>
                  <a:pt x="742011" y="583415"/>
                  <a:pt x="745053" y="583090"/>
                </a:cubicBezTo>
                <a:close/>
                <a:moveTo>
                  <a:pt x="743197" y="575581"/>
                </a:moveTo>
                <a:cubicBezTo>
                  <a:pt x="742577" y="575732"/>
                  <a:pt x="741965" y="575922"/>
                  <a:pt x="741366" y="576137"/>
                </a:cubicBezTo>
                <a:cubicBezTo>
                  <a:pt x="731970" y="579555"/>
                  <a:pt x="727123" y="589937"/>
                  <a:pt x="730540" y="599333"/>
                </a:cubicBezTo>
                <a:cubicBezTo>
                  <a:pt x="732983" y="604610"/>
                  <a:pt x="737210" y="608855"/>
                  <a:pt x="742479" y="611314"/>
                </a:cubicBezTo>
                <a:cubicBezTo>
                  <a:pt x="747390" y="614263"/>
                  <a:pt x="753204" y="615343"/>
                  <a:pt x="758849" y="614352"/>
                </a:cubicBezTo>
                <a:cubicBezTo>
                  <a:pt x="763874" y="613272"/>
                  <a:pt x="768113" y="609922"/>
                  <a:pt x="770324" y="605281"/>
                </a:cubicBezTo>
                <a:lnTo>
                  <a:pt x="770240" y="605197"/>
                </a:lnTo>
                <a:cubicBezTo>
                  <a:pt x="772847" y="600788"/>
                  <a:pt x="773315" y="595434"/>
                  <a:pt x="771505" y="590642"/>
                </a:cubicBezTo>
                <a:cubicBezTo>
                  <a:pt x="769172" y="585406"/>
                  <a:pt x="765021" y="581192"/>
                  <a:pt x="759819" y="578787"/>
                </a:cubicBezTo>
                <a:cubicBezTo>
                  <a:pt x="754837" y="575770"/>
                  <a:pt x="748943" y="574635"/>
                  <a:pt x="743197" y="575581"/>
                </a:cubicBezTo>
                <a:close/>
                <a:moveTo>
                  <a:pt x="112560" y="562375"/>
                </a:moveTo>
                <a:lnTo>
                  <a:pt x="74801" y="580010"/>
                </a:lnTo>
                <a:lnTo>
                  <a:pt x="76362" y="583385"/>
                </a:lnTo>
                <a:lnTo>
                  <a:pt x="77965" y="586760"/>
                </a:lnTo>
                <a:lnTo>
                  <a:pt x="105177" y="574104"/>
                </a:lnTo>
                <a:lnTo>
                  <a:pt x="84631" y="601147"/>
                </a:lnTo>
                <a:lnTo>
                  <a:pt x="86318" y="604733"/>
                </a:lnTo>
                <a:lnTo>
                  <a:pt x="88006" y="608277"/>
                </a:lnTo>
                <a:lnTo>
                  <a:pt x="125765" y="590684"/>
                </a:lnTo>
                <a:lnTo>
                  <a:pt x="124162" y="587267"/>
                </a:lnTo>
                <a:lnTo>
                  <a:pt x="122601" y="583892"/>
                </a:lnTo>
                <a:lnTo>
                  <a:pt x="96106" y="596253"/>
                </a:lnTo>
                <a:lnTo>
                  <a:pt x="116104" y="570012"/>
                </a:lnTo>
                <a:lnTo>
                  <a:pt x="114332" y="566215"/>
                </a:lnTo>
                <a:close/>
                <a:moveTo>
                  <a:pt x="786440" y="545289"/>
                </a:moveTo>
                <a:lnTo>
                  <a:pt x="779605" y="563093"/>
                </a:lnTo>
                <a:lnTo>
                  <a:pt x="747627" y="550816"/>
                </a:lnTo>
                <a:lnTo>
                  <a:pt x="746192" y="554571"/>
                </a:lnTo>
                <a:lnTo>
                  <a:pt x="744758" y="558283"/>
                </a:lnTo>
                <a:lnTo>
                  <a:pt x="783740" y="573260"/>
                </a:lnTo>
                <a:lnTo>
                  <a:pt x="793359" y="547947"/>
                </a:lnTo>
                <a:lnTo>
                  <a:pt x="789900" y="546639"/>
                </a:lnTo>
                <a:close/>
                <a:moveTo>
                  <a:pt x="105219" y="543855"/>
                </a:moveTo>
                <a:lnTo>
                  <a:pt x="66321" y="558789"/>
                </a:lnTo>
                <a:lnTo>
                  <a:pt x="67755" y="562544"/>
                </a:lnTo>
                <a:lnTo>
                  <a:pt x="69190" y="566257"/>
                </a:lnTo>
                <a:lnTo>
                  <a:pt x="108088" y="551322"/>
                </a:lnTo>
                <a:lnTo>
                  <a:pt x="106653" y="547609"/>
                </a:lnTo>
                <a:close/>
                <a:moveTo>
                  <a:pt x="69569" y="515462"/>
                </a:moveTo>
                <a:lnTo>
                  <a:pt x="67165" y="516094"/>
                </a:lnTo>
                <a:cubicBezTo>
                  <a:pt x="63266" y="516698"/>
                  <a:pt x="59723" y="518710"/>
                  <a:pt x="57208" y="521748"/>
                </a:cubicBezTo>
                <a:cubicBezTo>
                  <a:pt x="55390" y="524811"/>
                  <a:pt x="55035" y="528523"/>
                  <a:pt x="56238" y="531873"/>
                </a:cubicBezTo>
                <a:cubicBezTo>
                  <a:pt x="56879" y="535210"/>
                  <a:pt x="58883" y="538130"/>
                  <a:pt x="61765" y="539931"/>
                </a:cubicBezTo>
                <a:lnTo>
                  <a:pt x="61765" y="539847"/>
                </a:lnTo>
                <a:cubicBezTo>
                  <a:pt x="64903" y="541399"/>
                  <a:pt x="68532" y="541644"/>
                  <a:pt x="71848" y="540522"/>
                </a:cubicBezTo>
                <a:lnTo>
                  <a:pt x="100789" y="532759"/>
                </a:lnTo>
                <a:lnTo>
                  <a:pt x="99734" y="528878"/>
                </a:lnTo>
                <a:lnTo>
                  <a:pt x="98722" y="525038"/>
                </a:lnTo>
                <a:lnTo>
                  <a:pt x="69780" y="532801"/>
                </a:lnTo>
                <a:cubicBezTo>
                  <a:pt x="68312" y="533265"/>
                  <a:pt x="66734" y="533265"/>
                  <a:pt x="65266" y="532801"/>
                </a:cubicBezTo>
                <a:cubicBezTo>
                  <a:pt x="65118" y="532713"/>
                  <a:pt x="64975" y="532611"/>
                  <a:pt x="64836" y="532506"/>
                </a:cubicBezTo>
                <a:cubicBezTo>
                  <a:pt x="62764" y="530920"/>
                  <a:pt x="62372" y="527954"/>
                  <a:pt x="63958" y="525882"/>
                </a:cubicBezTo>
                <a:cubicBezTo>
                  <a:pt x="65418" y="524612"/>
                  <a:pt x="67198" y="523769"/>
                  <a:pt x="69105" y="523435"/>
                </a:cubicBezTo>
                <a:lnTo>
                  <a:pt x="71510" y="522802"/>
                </a:lnTo>
                <a:close/>
                <a:moveTo>
                  <a:pt x="1640278" y="506603"/>
                </a:moveTo>
                <a:lnTo>
                  <a:pt x="1640130" y="506898"/>
                </a:lnTo>
                <a:lnTo>
                  <a:pt x="1640155" y="506738"/>
                </a:lnTo>
                <a:close/>
                <a:moveTo>
                  <a:pt x="773235" y="502046"/>
                </a:moveTo>
                <a:cubicBezTo>
                  <a:pt x="776876" y="500916"/>
                  <a:pt x="780774" y="500916"/>
                  <a:pt x="784415" y="502046"/>
                </a:cubicBezTo>
                <a:cubicBezTo>
                  <a:pt x="788098" y="502747"/>
                  <a:pt x="791460" y="504594"/>
                  <a:pt x="794034" y="507320"/>
                </a:cubicBezTo>
                <a:cubicBezTo>
                  <a:pt x="794565" y="507986"/>
                  <a:pt x="795008" y="508725"/>
                  <a:pt x="795350" y="509509"/>
                </a:cubicBezTo>
                <a:cubicBezTo>
                  <a:pt x="797468" y="514403"/>
                  <a:pt x="795219" y="520095"/>
                  <a:pt x="790321" y="522213"/>
                </a:cubicBezTo>
                <a:cubicBezTo>
                  <a:pt x="786752" y="523347"/>
                  <a:pt x="782921" y="523347"/>
                  <a:pt x="779352" y="522213"/>
                </a:cubicBezTo>
                <a:cubicBezTo>
                  <a:pt x="775606" y="521500"/>
                  <a:pt x="772172" y="519643"/>
                  <a:pt x="769522" y="516897"/>
                </a:cubicBezTo>
                <a:cubicBezTo>
                  <a:pt x="768877" y="516129"/>
                  <a:pt x="768358" y="515268"/>
                  <a:pt x="767986" y="514336"/>
                </a:cubicBezTo>
                <a:cubicBezTo>
                  <a:pt x="766042" y="509493"/>
                  <a:pt x="768391" y="503991"/>
                  <a:pt x="773235" y="502046"/>
                </a:cubicBezTo>
                <a:close/>
                <a:moveTo>
                  <a:pt x="786271" y="494283"/>
                </a:moveTo>
                <a:cubicBezTo>
                  <a:pt x="780715" y="492574"/>
                  <a:pt x="774733" y="492903"/>
                  <a:pt x="769396" y="495211"/>
                </a:cubicBezTo>
                <a:cubicBezTo>
                  <a:pt x="768826" y="495515"/>
                  <a:pt x="768270" y="495848"/>
                  <a:pt x="767734" y="496211"/>
                </a:cubicBezTo>
                <a:cubicBezTo>
                  <a:pt x="759473" y="501797"/>
                  <a:pt x="757309" y="513023"/>
                  <a:pt x="762899" y="521284"/>
                </a:cubicBezTo>
                <a:cubicBezTo>
                  <a:pt x="766561" y="525815"/>
                  <a:pt x="771699" y="528920"/>
                  <a:pt x="777412" y="530059"/>
                </a:cubicBezTo>
                <a:cubicBezTo>
                  <a:pt x="782896" y="531730"/>
                  <a:pt x="788794" y="531371"/>
                  <a:pt x="794034" y="529046"/>
                </a:cubicBezTo>
                <a:cubicBezTo>
                  <a:pt x="798612" y="526734"/>
                  <a:pt x="801885" y="522465"/>
                  <a:pt x="802936" y="517445"/>
                </a:cubicBezTo>
                <a:cubicBezTo>
                  <a:pt x="804408" y="512504"/>
                  <a:pt x="803506" y="507155"/>
                  <a:pt x="800489" y="502974"/>
                </a:cubicBezTo>
                <a:cubicBezTo>
                  <a:pt x="796958" y="498451"/>
                  <a:pt x="791908" y="495359"/>
                  <a:pt x="786271" y="494283"/>
                </a:cubicBezTo>
                <a:close/>
                <a:moveTo>
                  <a:pt x="90833" y="491541"/>
                </a:moveTo>
                <a:lnTo>
                  <a:pt x="49952" y="499514"/>
                </a:lnTo>
                <a:lnTo>
                  <a:pt x="50711" y="503438"/>
                </a:lnTo>
                <a:lnTo>
                  <a:pt x="51470" y="507361"/>
                </a:lnTo>
                <a:lnTo>
                  <a:pt x="92351" y="499430"/>
                </a:lnTo>
                <a:lnTo>
                  <a:pt x="91592" y="495464"/>
                </a:lnTo>
                <a:close/>
                <a:moveTo>
                  <a:pt x="179597" y="491119"/>
                </a:moveTo>
                <a:cubicBezTo>
                  <a:pt x="195237" y="494946"/>
                  <a:pt x="211171" y="497473"/>
                  <a:pt x="227228" y="498671"/>
                </a:cubicBezTo>
                <a:cubicBezTo>
                  <a:pt x="258026" y="499895"/>
                  <a:pt x="301649" y="497279"/>
                  <a:pt x="341560" y="497743"/>
                </a:cubicBezTo>
                <a:cubicBezTo>
                  <a:pt x="347930" y="498924"/>
                  <a:pt x="353668" y="499895"/>
                  <a:pt x="358140" y="500443"/>
                </a:cubicBezTo>
                <a:cubicBezTo>
                  <a:pt x="368856" y="501920"/>
                  <a:pt x="386702" y="503818"/>
                  <a:pt x="394549" y="504662"/>
                </a:cubicBezTo>
                <a:lnTo>
                  <a:pt x="383369" y="549846"/>
                </a:lnTo>
                <a:lnTo>
                  <a:pt x="428131" y="557440"/>
                </a:lnTo>
                <a:lnTo>
                  <a:pt x="472851" y="549846"/>
                </a:lnTo>
                <a:lnTo>
                  <a:pt x="461671" y="504704"/>
                </a:lnTo>
                <a:cubicBezTo>
                  <a:pt x="469518" y="503776"/>
                  <a:pt x="487364" y="501878"/>
                  <a:pt x="498080" y="500485"/>
                </a:cubicBezTo>
                <a:cubicBezTo>
                  <a:pt x="502552" y="499937"/>
                  <a:pt x="508290" y="498966"/>
                  <a:pt x="514702" y="497785"/>
                </a:cubicBezTo>
                <a:cubicBezTo>
                  <a:pt x="554613" y="497321"/>
                  <a:pt x="598194" y="499937"/>
                  <a:pt x="629034" y="498713"/>
                </a:cubicBezTo>
                <a:lnTo>
                  <a:pt x="629203" y="498671"/>
                </a:lnTo>
                <a:cubicBezTo>
                  <a:pt x="645247" y="497469"/>
                  <a:pt x="661165" y="494946"/>
                  <a:pt x="676791" y="491119"/>
                </a:cubicBezTo>
                <a:cubicBezTo>
                  <a:pt x="676791" y="491119"/>
                  <a:pt x="662827" y="513564"/>
                  <a:pt x="646837" y="524533"/>
                </a:cubicBezTo>
                <a:cubicBezTo>
                  <a:pt x="585233" y="542341"/>
                  <a:pt x="522001" y="553930"/>
                  <a:pt x="458085" y="559128"/>
                </a:cubicBezTo>
                <a:lnTo>
                  <a:pt x="470193" y="607560"/>
                </a:lnTo>
                <a:lnTo>
                  <a:pt x="428005" y="616673"/>
                </a:lnTo>
                <a:lnTo>
                  <a:pt x="385816" y="607560"/>
                </a:lnTo>
                <a:lnTo>
                  <a:pt x="397924" y="559128"/>
                </a:lnTo>
                <a:cubicBezTo>
                  <a:pt x="334135" y="553905"/>
                  <a:pt x="271033" y="542315"/>
                  <a:pt x="209551" y="524533"/>
                </a:cubicBezTo>
                <a:cubicBezTo>
                  <a:pt x="193562" y="513564"/>
                  <a:pt x="179597" y="491119"/>
                  <a:pt x="179597" y="491119"/>
                </a:cubicBezTo>
                <a:close/>
                <a:moveTo>
                  <a:pt x="1588652" y="467627"/>
                </a:moveTo>
                <a:cubicBezTo>
                  <a:pt x="1599095" y="467627"/>
                  <a:pt x="1599684" y="486012"/>
                  <a:pt x="1603360" y="486012"/>
                </a:cubicBezTo>
                <a:cubicBezTo>
                  <a:pt x="1608728" y="485578"/>
                  <a:pt x="1613992" y="484287"/>
                  <a:pt x="1618950" y="482188"/>
                </a:cubicBezTo>
                <a:cubicBezTo>
                  <a:pt x="1624976" y="481832"/>
                  <a:pt x="1631016" y="481832"/>
                  <a:pt x="1637042" y="482188"/>
                </a:cubicBezTo>
                <a:cubicBezTo>
                  <a:pt x="1639984" y="482188"/>
                  <a:pt x="1643367" y="482777"/>
                  <a:pt x="1643367" y="485130"/>
                </a:cubicBezTo>
                <a:cubicBezTo>
                  <a:pt x="1643960" y="488631"/>
                  <a:pt x="1643446" y="492230"/>
                  <a:pt x="1641895" y="495425"/>
                </a:cubicBezTo>
                <a:lnTo>
                  <a:pt x="1640155" y="506738"/>
                </a:lnTo>
                <a:lnTo>
                  <a:pt x="1632335" y="515282"/>
                </a:lnTo>
                <a:cubicBezTo>
                  <a:pt x="1631159" y="517193"/>
                  <a:pt x="1625422" y="518517"/>
                  <a:pt x="1624245" y="521311"/>
                </a:cubicBezTo>
                <a:cubicBezTo>
                  <a:pt x="1621599" y="527930"/>
                  <a:pt x="1621599" y="533961"/>
                  <a:pt x="1618510" y="537638"/>
                </a:cubicBezTo>
                <a:cubicBezTo>
                  <a:pt x="1615420" y="541315"/>
                  <a:pt x="1611890" y="542345"/>
                  <a:pt x="1607037" y="545433"/>
                </a:cubicBezTo>
                <a:cubicBezTo>
                  <a:pt x="1602184" y="548523"/>
                  <a:pt x="1597035" y="545728"/>
                  <a:pt x="1593800" y="546610"/>
                </a:cubicBezTo>
                <a:cubicBezTo>
                  <a:pt x="1588329" y="549849"/>
                  <a:pt x="1582440" y="552325"/>
                  <a:pt x="1576297" y="553964"/>
                </a:cubicBezTo>
                <a:cubicBezTo>
                  <a:pt x="1565560" y="553964"/>
                  <a:pt x="1555410" y="549110"/>
                  <a:pt x="1555410" y="536756"/>
                </a:cubicBezTo>
                <a:cubicBezTo>
                  <a:pt x="1555410" y="533815"/>
                  <a:pt x="1557617" y="526753"/>
                  <a:pt x="1557617" y="523811"/>
                </a:cubicBezTo>
                <a:cubicBezTo>
                  <a:pt x="1557617" y="520870"/>
                  <a:pt x="1554529" y="516458"/>
                  <a:pt x="1554529" y="513517"/>
                </a:cubicBezTo>
                <a:cubicBezTo>
                  <a:pt x="1554529" y="510575"/>
                  <a:pt x="1559970" y="504985"/>
                  <a:pt x="1560854" y="501455"/>
                </a:cubicBezTo>
                <a:cubicBezTo>
                  <a:pt x="1562588" y="490612"/>
                  <a:pt x="1568304" y="480805"/>
                  <a:pt x="1576885" y="473952"/>
                </a:cubicBezTo>
                <a:cubicBezTo>
                  <a:pt x="1580857" y="471892"/>
                  <a:pt x="1585710" y="467627"/>
                  <a:pt x="1588652" y="467627"/>
                </a:cubicBezTo>
                <a:close/>
                <a:moveTo>
                  <a:pt x="85981" y="452094"/>
                </a:moveTo>
                <a:lnTo>
                  <a:pt x="44636" y="457199"/>
                </a:lnTo>
                <a:lnTo>
                  <a:pt x="48180" y="486225"/>
                </a:lnTo>
                <a:lnTo>
                  <a:pt x="51850" y="485803"/>
                </a:lnTo>
                <a:lnTo>
                  <a:pt x="55521" y="485339"/>
                </a:lnTo>
                <a:lnTo>
                  <a:pt x="52947" y="464245"/>
                </a:lnTo>
                <a:lnTo>
                  <a:pt x="63705" y="462895"/>
                </a:lnTo>
                <a:lnTo>
                  <a:pt x="65983" y="481500"/>
                </a:lnTo>
                <a:lnTo>
                  <a:pt x="69569" y="481078"/>
                </a:lnTo>
                <a:lnTo>
                  <a:pt x="73113" y="480656"/>
                </a:lnTo>
                <a:lnTo>
                  <a:pt x="70835" y="462051"/>
                </a:lnTo>
                <a:lnTo>
                  <a:pt x="79610" y="460954"/>
                </a:lnTo>
                <a:lnTo>
                  <a:pt x="82057" y="480993"/>
                </a:lnTo>
                <a:lnTo>
                  <a:pt x="85770" y="480572"/>
                </a:lnTo>
                <a:lnTo>
                  <a:pt x="89398" y="480108"/>
                </a:lnTo>
                <a:close/>
                <a:moveTo>
                  <a:pt x="783234" y="445049"/>
                </a:moveTo>
                <a:cubicBezTo>
                  <a:pt x="779260" y="444990"/>
                  <a:pt x="775421" y="446508"/>
                  <a:pt x="772560" y="449268"/>
                </a:cubicBezTo>
                <a:cubicBezTo>
                  <a:pt x="766189" y="456503"/>
                  <a:pt x="766189" y="467345"/>
                  <a:pt x="772560" y="474581"/>
                </a:cubicBezTo>
                <a:cubicBezTo>
                  <a:pt x="781530" y="482124"/>
                  <a:pt x="794237" y="483318"/>
                  <a:pt x="804455" y="477576"/>
                </a:cubicBezTo>
                <a:cubicBezTo>
                  <a:pt x="808631" y="474678"/>
                  <a:pt x="811222" y="469999"/>
                  <a:pt x="811458" y="464920"/>
                </a:cubicBezTo>
                <a:cubicBezTo>
                  <a:pt x="811939" y="460515"/>
                  <a:pt x="810083" y="456178"/>
                  <a:pt x="806564" y="453486"/>
                </a:cubicBezTo>
                <a:lnTo>
                  <a:pt x="805931" y="453149"/>
                </a:lnTo>
                <a:lnTo>
                  <a:pt x="811374" y="452811"/>
                </a:lnTo>
                <a:lnTo>
                  <a:pt x="811754" y="447538"/>
                </a:lnTo>
                <a:lnTo>
                  <a:pt x="789351" y="445597"/>
                </a:lnTo>
                <a:lnTo>
                  <a:pt x="787959" y="461587"/>
                </a:lnTo>
                <a:lnTo>
                  <a:pt x="795131" y="462220"/>
                </a:lnTo>
                <a:lnTo>
                  <a:pt x="795891" y="453191"/>
                </a:lnTo>
                <a:cubicBezTo>
                  <a:pt x="797679" y="453723"/>
                  <a:pt x="799350" y="454583"/>
                  <a:pt x="800827" y="455722"/>
                </a:cubicBezTo>
                <a:cubicBezTo>
                  <a:pt x="803130" y="457515"/>
                  <a:pt x="804341" y="460372"/>
                  <a:pt x="804033" y="463274"/>
                </a:cubicBezTo>
                <a:cubicBezTo>
                  <a:pt x="803987" y="466443"/>
                  <a:pt x="802417" y="469396"/>
                  <a:pt x="799814" y="471206"/>
                </a:cubicBezTo>
                <a:cubicBezTo>
                  <a:pt x="796443" y="472999"/>
                  <a:pt x="792579" y="473653"/>
                  <a:pt x="788803" y="473062"/>
                </a:cubicBezTo>
                <a:cubicBezTo>
                  <a:pt x="784947" y="472948"/>
                  <a:pt x="781230" y="471585"/>
                  <a:pt x="778213" y="469181"/>
                </a:cubicBezTo>
                <a:cubicBezTo>
                  <a:pt x="775817" y="467071"/>
                  <a:pt x="774615" y="463911"/>
                  <a:pt x="775007" y="460743"/>
                </a:cubicBezTo>
                <a:cubicBezTo>
                  <a:pt x="775176" y="458709"/>
                  <a:pt x="776074" y="456807"/>
                  <a:pt x="777538" y="455385"/>
                </a:cubicBezTo>
                <a:cubicBezTo>
                  <a:pt x="778829" y="453959"/>
                  <a:pt x="780639" y="453111"/>
                  <a:pt x="782559" y="453022"/>
                </a:cubicBezTo>
                <a:close/>
                <a:moveTo>
                  <a:pt x="206978" y="432097"/>
                </a:moveTo>
                <a:cubicBezTo>
                  <a:pt x="215695" y="433722"/>
                  <a:pt x="224525" y="434679"/>
                  <a:pt x="233389" y="434966"/>
                </a:cubicBezTo>
                <a:cubicBezTo>
                  <a:pt x="239675" y="435219"/>
                  <a:pt x="247437" y="434966"/>
                  <a:pt x="256297" y="434966"/>
                </a:cubicBezTo>
                <a:cubicBezTo>
                  <a:pt x="264186" y="434713"/>
                  <a:pt x="273130" y="434713"/>
                  <a:pt x="282538" y="434713"/>
                </a:cubicBezTo>
                <a:cubicBezTo>
                  <a:pt x="293465" y="434713"/>
                  <a:pt x="307261" y="434840"/>
                  <a:pt x="322153" y="435726"/>
                </a:cubicBezTo>
                <a:cubicBezTo>
                  <a:pt x="336211" y="439923"/>
                  <a:pt x="350509" y="443248"/>
                  <a:pt x="364975" y="445682"/>
                </a:cubicBezTo>
                <a:cubicBezTo>
                  <a:pt x="374995" y="447104"/>
                  <a:pt x="385103" y="447796"/>
                  <a:pt x="395224" y="447749"/>
                </a:cubicBezTo>
                <a:lnTo>
                  <a:pt x="385015" y="491161"/>
                </a:lnTo>
                <a:lnTo>
                  <a:pt x="427204" y="496140"/>
                </a:lnTo>
                <a:lnTo>
                  <a:pt x="427668" y="496140"/>
                </a:lnTo>
                <a:lnTo>
                  <a:pt x="428216" y="496140"/>
                </a:lnTo>
                <a:lnTo>
                  <a:pt x="470700" y="491077"/>
                </a:lnTo>
                <a:lnTo>
                  <a:pt x="460490" y="447665"/>
                </a:lnTo>
                <a:cubicBezTo>
                  <a:pt x="470611" y="447711"/>
                  <a:pt x="480720" y="447020"/>
                  <a:pt x="490740" y="445598"/>
                </a:cubicBezTo>
                <a:cubicBezTo>
                  <a:pt x="505261" y="443214"/>
                  <a:pt x="519618" y="439928"/>
                  <a:pt x="533730" y="435768"/>
                </a:cubicBezTo>
                <a:cubicBezTo>
                  <a:pt x="548623" y="434755"/>
                  <a:pt x="562418" y="434755"/>
                  <a:pt x="573345" y="434755"/>
                </a:cubicBezTo>
                <a:cubicBezTo>
                  <a:pt x="582711" y="434755"/>
                  <a:pt x="591697" y="435008"/>
                  <a:pt x="599587" y="435008"/>
                </a:cubicBezTo>
                <a:cubicBezTo>
                  <a:pt x="608488" y="435008"/>
                  <a:pt x="616251" y="435008"/>
                  <a:pt x="622495" y="435008"/>
                </a:cubicBezTo>
                <a:lnTo>
                  <a:pt x="622495" y="434966"/>
                </a:lnTo>
                <a:cubicBezTo>
                  <a:pt x="631359" y="434679"/>
                  <a:pt x="640189" y="433722"/>
                  <a:pt x="648905" y="432097"/>
                </a:cubicBezTo>
                <a:cubicBezTo>
                  <a:pt x="641750" y="441615"/>
                  <a:pt x="633219" y="450019"/>
                  <a:pt x="623592" y="457031"/>
                </a:cubicBezTo>
                <a:cubicBezTo>
                  <a:pt x="611834" y="463730"/>
                  <a:pt x="599511" y="469375"/>
                  <a:pt x="586761" y="473906"/>
                </a:cubicBezTo>
                <a:cubicBezTo>
                  <a:pt x="557246" y="482433"/>
                  <a:pt x="527216" y="489069"/>
                  <a:pt x="496857" y="493777"/>
                </a:cubicBezTo>
                <a:cubicBezTo>
                  <a:pt x="483019" y="495549"/>
                  <a:pt x="456989" y="498291"/>
                  <a:pt x="456736" y="498291"/>
                </a:cubicBezTo>
                <a:lnTo>
                  <a:pt x="452854" y="498671"/>
                </a:lnTo>
                <a:lnTo>
                  <a:pt x="464119" y="544361"/>
                </a:lnTo>
                <a:lnTo>
                  <a:pt x="427794" y="550521"/>
                </a:lnTo>
                <a:lnTo>
                  <a:pt x="391428" y="544361"/>
                </a:lnTo>
                <a:lnTo>
                  <a:pt x="402734" y="498671"/>
                </a:lnTo>
                <a:lnTo>
                  <a:pt x="398811" y="498291"/>
                </a:lnTo>
                <a:cubicBezTo>
                  <a:pt x="398557" y="498249"/>
                  <a:pt x="372527" y="495549"/>
                  <a:pt x="358689" y="493777"/>
                </a:cubicBezTo>
                <a:cubicBezTo>
                  <a:pt x="328444" y="489048"/>
                  <a:pt x="298528" y="482412"/>
                  <a:pt x="269122" y="473906"/>
                </a:cubicBezTo>
                <a:cubicBezTo>
                  <a:pt x="256373" y="469375"/>
                  <a:pt x="244050" y="463730"/>
                  <a:pt x="232292" y="457031"/>
                </a:cubicBezTo>
                <a:cubicBezTo>
                  <a:pt x="222664" y="450019"/>
                  <a:pt x="214134" y="441615"/>
                  <a:pt x="206978" y="432097"/>
                </a:cubicBezTo>
                <a:close/>
                <a:moveTo>
                  <a:pt x="1784860" y="431444"/>
                </a:moveTo>
                <a:cubicBezTo>
                  <a:pt x="1788685" y="430855"/>
                  <a:pt x="1790597" y="435122"/>
                  <a:pt x="1796628" y="434092"/>
                </a:cubicBezTo>
                <a:cubicBezTo>
                  <a:pt x="1798540" y="433945"/>
                  <a:pt x="1805747" y="440268"/>
                  <a:pt x="1808542" y="440268"/>
                </a:cubicBezTo>
                <a:cubicBezTo>
                  <a:pt x="1812408" y="441380"/>
                  <a:pt x="1816454" y="441731"/>
                  <a:pt x="1820455" y="441298"/>
                </a:cubicBezTo>
                <a:cubicBezTo>
                  <a:pt x="1823985" y="440857"/>
                  <a:pt x="1829427" y="444975"/>
                  <a:pt x="1832222" y="444975"/>
                </a:cubicBezTo>
                <a:cubicBezTo>
                  <a:pt x="1835644" y="444723"/>
                  <a:pt x="1839040" y="444183"/>
                  <a:pt x="1842370" y="443358"/>
                </a:cubicBezTo>
                <a:cubicBezTo>
                  <a:pt x="1848400" y="442180"/>
                  <a:pt x="1861934" y="458507"/>
                  <a:pt x="1866492" y="464685"/>
                </a:cubicBezTo>
                <a:lnTo>
                  <a:pt x="1865169" y="464978"/>
                </a:lnTo>
                <a:cubicBezTo>
                  <a:pt x="1867605" y="467830"/>
                  <a:pt x="1869726" y="470937"/>
                  <a:pt x="1871494" y="474245"/>
                </a:cubicBezTo>
                <a:cubicBezTo>
                  <a:pt x="1872352" y="478220"/>
                  <a:pt x="1872352" y="482332"/>
                  <a:pt x="1871494" y="486305"/>
                </a:cubicBezTo>
                <a:cubicBezTo>
                  <a:pt x="1869434" y="492778"/>
                  <a:pt x="1865610" y="494543"/>
                  <a:pt x="1862962" y="497485"/>
                </a:cubicBezTo>
                <a:cubicBezTo>
                  <a:pt x="1860315" y="500426"/>
                  <a:pt x="1859285" y="507486"/>
                  <a:pt x="1856344" y="511016"/>
                </a:cubicBezTo>
                <a:cubicBezTo>
                  <a:pt x="1854077" y="514324"/>
                  <a:pt x="1851464" y="517381"/>
                  <a:pt x="1848549" y="520135"/>
                </a:cubicBezTo>
                <a:cubicBezTo>
                  <a:pt x="1844492" y="522919"/>
                  <a:pt x="1839872" y="524778"/>
                  <a:pt x="1835017" y="525576"/>
                </a:cubicBezTo>
                <a:cubicBezTo>
                  <a:pt x="1831780" y="525576"/>
                  <a:pt x="1826780" y="524695"/>
                  <a:pt x="1823544" y="525576"/>
                </a:cubicBezTo>
                <a:cubicBezTo>
                  <a:pt x="1817955" y="527048"/>
                  <a:pt x="1815455" y="531313"/>
                  <a:pt x="1811483" y="531313"/>
                </a:cubicBezTo>
                <a:cubicBezTo>
                  <a:pt x="1807512" y="531313"/>
                  <a:pt x="1803540" y="527636"/>
                  <a:pt x="1802070" y="521311"/>
                </a:cubicBezTo>
                <a:cubicBezTo>
                  <a:pt x="1802070" y="518076"/>
                  <a:pt x="1803687" y="512045"/>
                  <a:pt x="1802070" y="508075"/>
                </a:cubicBezTo>
                <a:cubicBezTo>
                  <a:pt x="1798503" y="502329"/>
                  <a:pt x="1795262" y="496387"/>
                  <a:pt x="1792362" y="490277"/>
                </a:cubicBezTo>
                <a:cubicBezTo>
                  <a:pt x="1792068" y="483070"/>
                  <a:pt x="1784567" y="479540"/>
                  <a:pt x="1784567" y="474833"/>
                </a:cubicBezTo>
                <a:cubicBezTo>
                  <a:pt x="1784588" y="468796"/>
                  <a:pt x="1783016" y="462860"/>
                  <a:pt x="1780007" y="457625"/>
                </a:cubicBezTo>
                <a:cubicBezTo>
                  <a:pt x="1778971" y="454107"/>
                  <a:pt x="1779286" y="450332"/>
                  <a:pt x="1780890" y="447035"/>
                </a:cubicBezTo>
                <a:cubicBezTo>
                  <a:pt x="1783243" y="443798"/>
                  <a:pt x="1780007" y="435122"/>
                  <a:pt x="1784860" y="431444"/>
                </a:cubicBezTo>
                <a:close/>
                <a:moveTo>
                  <a:pt x="68936" y="416656"/>
                </a:moveTo>
                <a:lnTo>
                  <a:pt x="78091" y="416656"/>
                </a:lnTo>
                <a:lnTo>
                  <a:pt x="78091" y="425516"/>
                </a:lnTo>
                <a:cubicBezTo>
                  <a:pt x="78176" y="427153"/>
                  <a:pt x="77779" y="428781"/>
                  <a:pt x="76952" y="430199"/>
                </a:cubicBezTo>
                <a:cubicBezTo>
                  <a:pt x="76231" y="431241"/>
                  <a:pt x="75011" y="431823"/>
                  <a:pt x="73746" y="431718"/>
                </a:cubicBezTo>
                <a:cubicBezTo>
                  <a:pt x="72375" y="431832"/>
                  <a:pt x="71025" y="431321"/>
                  <a:pt x="70075" y="430326"/>
                </a:cubicBezTo>
                <a:cubicBezTo>
                  <a:pt x="69181" y="429001"/>
                  <a:pt x="68780" y="427402"/>
                  <a:pt x="68936" y="425811"/>
                </a:cubicBezTo>
                <a:close/>
                <a:moveTo>
                  <a:pt x="50838" y="416107"/>
                </a:moveTo>
                <a:lnTo>
                  <a:pt x="61933" y="416318"/>
                </a:lnTo>
                <a:lnTo>
                  <a:pt x="61933" y="425853"/>
                </a:lnTo>
                <a:cubicBezTo>
                  <a:pt x="62018" y="427562"/>
                  <a:pt x="61541" y="429249"/>
                  <a:pt x="60583" y="430662"/>
                </a:cubicBezTo>
                <a:cubicBezTo>
                  <a:pt x="59587" y="431759"/>
                  <a:pt x="58132" y="432325"/>
                  <a:pt x="56660" y="432181"/>
                </a:cubicBezTo>
                <a:cubicBezTo>
                  <a:pt x="55018" y="432274"/>
                  <a:pt x="53411" y="431675"/>
                  <a:pt x="52230" y="430536"/>
                </a:cubicBezTo>
                <a:cubicBezTo>
                  <a:pt x="51167" y="429203"/>
                  <a:pt x="50669" y="427507"/>
                  <a:pt x="50838" y="425811"/>
                </a:cubicBezTo>
                <a:close/>
                <a:moveTo>
                  <a:pt x="43876" y="408302"/>
                </a:moveTo>
                <a:lnTo>
                  <a:pt x="43876" y="412141"/>
                </a:lnTo>
                <a:lnTo>
                  <a:pt x="43834" y="425684"/>
                </a:lnTo>
                <a:cubicBezTo>
                  <a:pt x="43480" y="429523"/>
                  <a:pt x="44598" y="433350"/>
                  <a:pt x="46956" y="436400"/>
                </a:cubicBezTo>
                <a:cubicBezTo>
                  <a:pt x="49488" y="438990"/>
                  <a:pt x="53002" y="440370"/>
                  <a:pt x="56618" y="440197"/>
                </a:cubicBezTo>
                <a:cubicBezTo>
                  <a:pt x="59723" y="440421"/>
                  <a:pt x="62743" y="439096"/>
                  <a:pt x="64676" y="436653"/>
                </a:cubicBezTo>
                <a:cubicBezTo>
                  <a:pt x="65245" y="435932"/>
                  <a:pt x="65713" y="435139"/>
                  <a:pt x="66068" y="434291"/>
                </a:cubicBezTo>
                <a:cubicBezTo>
                  <a:pt x="67709" y="437413"/>
                  <a:pt x="70983" y="439324"/>
                  <a:pt x="74505" y="439227"/>
                </a:cubicBezTo>
                <a:cubicBezTo>
                  <a:pt x="77421" y="439433"/>
                  <a:pt x="80281" y="438337"/>
                  <a:pt x="82310" y="436231"/>
                </a:cubicBezTo>
                <a:cubicBezTo>
                  <a:pt x="84323" y="433810"/>
                  <a:pt x="85361" y="430726"/>
                  <a:pt x="85221" y="427583"/>
                </a:cubicBezTo>
                <a:lnTo>
                  <a:pt x="85517" y="412859"/>
                </a:lnTo>
                <a:lnTo>
                  <a:pt x="85517" y="409062"/>
                </a:lnTo>
                <a:close/>
                <a:moveTo>
                  <a:pt x="770746" y="400877"/>
                </a:moveTo>
                <a:lnTo>
                  <a:pt x="770746" y="405434"/>
                </a:lnTo>
                <a:lnTo>
                  <a:pt x="770746" y="409948"/>
                </a:lnTo>
                <a:lnTo>
                  <a:pt x="789014" y="416782"/>
                </a:lnTo>
                <a:lnTo>
                  <a:pt x="771252" y="425220"/>
                </a:lnTo>
                <a:lnTo>
                  <a:pt x="771252" y="429987"/>
                </a:lnTo>
                <a:lnTo>
                  <a:pt x="771252" y="434755"/>
                </a:lnTo>
                <a:lnTo>
                  <a:pt x="796565" y="420453"/>
                </a:lnTo>
                <a:lnTo>
                  <a:pt x="812218" y="419904"/>
                </a:lnTo>
                <a:lnTo>
                  <a:pt x="812218" y="415896"/>
                </a:lnTo>
                <a:lnTo>
                  <a:pt x="812218" y="411931"/>
                </a:lnTo>
                <a:lnTo>
                  <a:pt x="796397" y="412479"/>
                </a:lnTo>
                <a:close/>
                <a:moveTo>
                  <a:pt x="623465" y="366325"/>
                </a:moveTo>
                <a:cubicBezTo>
                  <a:pt x="616541" y="376624"/>
                  <a:pt x="608142" y="385850"/>
                  <a:pt x="598531" y="393706"/>
                </a:cubicBezTo>
                <a:cubicBezTo>
                  <a:pt x="587377" y="403211"/>
                  <a:pt x="575019" y="411210"/>
                  <a:pt x="561785" y="417500"/>
                </a:cubicBezTo>
                <a:cubicBezTo>
                  <a:pt x="538691" y="427790"/>
                  <a:pt x="514331" y="434954"/>
                  <a:pt x="489347" y="438805"/>
                </a:cubicBezTo>
                <a:cubicBezTo>
                  <a:pt x="478990" y="440219"/>
                  <a:pt x="468539" y="440881"/>
                  <a:pt x="458085" y="440788"/>
                </a:cubicBezTo>
                <a:lnTo>
                  <a:pt x="451630" y="440788"/>
                </a:lnTo>
                <a:lnTo>
                  <a:pt x="462093" y="485213"/>
                </a:lnTo>
                <a:lnTo>
                  <a:pt x="428342" y="489432"/>
                </a:lnTo>
                <a:lnTo>
                  <a:pt x="427920" y="489432"/>
                </a:lnTo>
                <a:lnTo>
                  <a:pt x="427456" y="489432"/>
                </a:lnTo>
                <a:lnTo>
                  <a:pt x="393705" y="485213"/>
                </a:lnTo>
                <a:lnTo>
                  <a:pt x="404210" y="440873"/>
                </a:lnTo>
                <a:lnTo>
                  <a:pt x="397755" y="440873"/>
                </a:lnTo>
                <a:cubicBezTo>
                  <a:pt x="387301" y="440970"/>
                  <a:pt x="376851" y="440307"/>
                  <a:pt x="366493" y="438890"/>
                </a:cubicBezTo>
                <a:cubicBezTo>
                  <a:pt x="341505" y="435051"/>
                  <a:pt x="317145" y="427883"/>
                  <a:pt x="294055" y="417585"/>
                </a:cubicBezTo>
                <a:cubicBezTo>
                  <a:pt x="280783" y="411294"/>
                  <a:pt x="268400" y="403278"/>
                  <a:pt x="257225" y="393748"/>
                </a:cubicBezTo>
                <a:cubicBezTo>
                  <a:pt x="247631" y="385918"/>
                  <a:pt x="239256" y="376704"/>
                  <a:pt x="232375" y="366410"/>
                </a:cubicBezTo>
                <a:cubicBezTo>
                  <a:pt x="241572" y="367802"/>
                  <a:pt x="255115" y="369363"/>
                  <a:pt x="258448" y="369363"/>
                </a:cubicBezTo>
                <a:lnTo>
                  <a:pt x="268573" y="369827"/>
                </a:lnTo>
                <a:cubicBezTo>
                  <a:pt x="280850" y="370375"/>
                  <a:pt x="296798" y="371135"/>
                  <a:pt x="316162" y="372316"/>
                </a:cubicBezTo>
                <a:cubicBezTo>
                  <a:pt x="317892" y="373286"/>
                  <a:pt x="319664" y="374215"/>
                  <a:pt x="321478" y="375143"/>
                </a:cubicBezTo>
                <a:cubicBezTo>
                  <a:pt x="338366" y="383694"/>
                  <a:pt x="356511" y="389491"/>
                  <a:pt x="375226" y="392314"/>
                </a:cubicBezTo>
                <a:cubicBezTo>
                  <a:pt x="378412" y="392761"/>
                  <a:pt x="381626" y="392972"/>
                  <a:pt x="384845" y="392946"/>
                </a:cubicBezTo>
                <a:cubicBezTo>
                  <a:pt x="389275" y="392946"/>
                  <a:pt x="393536" y="392609"/>
                  <a:pt x="396658" y="392314"/>
                </a:cubicBezTo>
                <a:lnTo>
                  <a:pt x="387377" y="430916"/>
                </a:lnTo>
                <a:lnTo>
                  <a:pt x="428131" y="433490"/>
                </a:lnTo>
                <a:lnTo>
                  <a:pt x="468843" y="430916"/>
                </a:lnTo>
                <a:lnTo>
                  <a:pt x="459604" y="392314"/>
                </a:lnTo>
                <a:cubicBezTo>
                  <a:pt x="462683" y="392609"/>
                  <a:pt x="467155" y="392946"/>
                  <a:pt x="471374" y="392946"/>
                </a:cubicBezTo>
                <a:cubicBezTo>
                  <a:pt x="474593" y="392976"/>
                  <a:pt x="477808" y="392765"/>
                  <a:pt x="480993" y="392314"/>
                </a:cubicBezTo>
                <a:cubicBezTo>
                  <a:pt x="499721" y="389483"/>
                  <a:pt x="517879" y="383686"/>
                  <a:pt x="534784" y="375143"/>
                </a:cubicBezTo>
                <a:lnTo>
                  <a:pt x="540100" y="372316"/>
                </a:lnTo>
                <a:cubicBezTo>
                  <a:pt x="559464" y="371135"/>
                  <a:pt x="575370" y="370375"/>
                  <a:pt x="587689" y="369827"/>
                </a:cubicBezTo>
                <a:lnTo>
                  <a:pt x="597772" y="369363"/>
                </a:lnTo>
                <a:lnTo>
                  <a:pt x="597350" y="369279"/>
                </a:lnTo>
                <a:cubicBezTo>
                  <a:pt x="600725" y="369110"/>
                  <a:pt x="614225" y="367717"/>
                  <a:pt x="623465" y="366325"/>
                </a:cubicBezTo>
                <a:close/>
                <a:moveTo>
                  <a:pt x="1742648" y="346138"/>
                </a:moveTo>
                <a:cubicBezTo>
                  <a:pt x="1738958" y="345874"/>
                  <a:pt x="1735252" y="346374"/>
                  <a:pt x="1731763" y="347608"/>
                </a:cubicBezTo>
                <a:cubicBezTo>
                  <a:pt x="1727498" y="350256"/>
                  <a:pt x="1723380" y="348784"/>
                  <a:pt x="1720587" y="351284"/>
                </a:cubicBezTo>
                <a:cubicBezTo>
                  <a:pt x="1718032" y="353406"/>
                  <a:pt x="1715214" y="355187"/>
                  <a:pt x="1712202" y="356579"/>
                </a:cubicBezTo>
                <a:cubicBezTo>
                  <a:pt x="1704737" y="359214"/>
                  <a:pt x="1697464" y="362359"/>
                  <a:pt x="1690433" y="365993"/>
                </a:cubicBezTo>
                <a:cubicBezTo>
                  <a:pt x="1686238" y="368111"/>
                  <a:pt x="1683654" y="372474"/>
                  <a:pt x="1683815" y="377171"/>
                </a:cubicBezTo>
                <a:cubicBezTo>
                  <a:pt x="1683968" y="382305"/>
                  <a:pt x="1688094" y="386432"/>
                  <a:pt x="1693228" y="386584"/>
                </a:cubicBezTo>
                <a:cubicBezTo>
                  <a:pt x="1699010" y="385780"/>
                  <a:pt x="1704623" y="384041"/>
                  <a:pt x="1709848" y="381438"/>
                </a:cubicBezTo>
                <a:cubicBezTo>
                  <a:pt x="1715437" y="378054"/>
                  <a:pt x="1718232" y="373789"/>
                  <a:pt x="1725440" y="369376"/>
                </a:cubicBezTo>
                <a:cubicBezTo>
                  <a:pt x="1730296" y="366211"/>
                  <a:pt x="1734657" y="362344"/>
                  <a:pt x="1738383" y="357904"/>
                </a:cubicBezTo>
                <a:cubicBezTo>
                  <a:pt x="1741177" y="353049"/>
                  <a:pt x="1744853" y="346138"/>
                  <a:pt x="1742648" y="346138"/>
                </a:cubicBezTo>
                <a:close/>
                <a:moveTo>
                  <a:pt x="2259351" y="322457"/>
                </a:moveTo>
                <a:cubicBezTo>
                  <a:pt x="2253547" y="322989"/>
                  <a:pt x="2247793" y="323972"/>
                  <a:pt x="2242141" y="325399"/>
                </a:cubicBezTo>
                <a:cubicBezTo>
                  <a:pt x="2239745" y="327864"/>
                  <a:pt x="2238289" y="331089"/>
                  <a:pt x="2238023" y="334517"/>
                </a:cubicBezTo>
                <a:cubicBezTo>
                  <a:pt x="2237601" y="337430"/>
                  <a:pt x="2238063" y="340401"/>
                  <a:pt x="2239348" y="343049"/>
                </a:cubicBezTo>
                <a:cubicBezTo>
                  <a:pt x="2244201" y="344666"/>
                  <a:pt x="2251114" y="346284"/>
                  <a:pt x="2254056" y="344666"/>
                </a:cubicBezTo>
                <a:lnTo>
                  <a:pt x="2254203" y="344666"/>
                </a:lnTo>
                <a:cubicBezTo>
                  <a:pt x="2259887" y="340751"/>
                  <a:pt x="2263507" y="334485"/>
                  <a:pt x="2264058" y="327604"/>
                </a:cubicBezTo>
                <a:cubicBezTo>
                  <a:pt x="2264092" y="327346"/>
                  <a:pt x="2264103" y="327087"/>
                  <a:pt x="2264092" y="326827"/>
                </a:cubicBezTo>
                <a:cubicBezTo>
                  <a:pt x="2263988" y="324310"/>
                  <a:pt x="2261867" y="322354"/>
                  <a:pt x="2259351" y="322457"/>
                </a:cubicBezTo>
                <a:close/>
                <a:moveTo>
                  <a:pt x="2310829" y="307159"/>
                </a:moveTo>
                <a:cubicBezTo>
                  <a:pt x="2306711" y="308337"/>
                  <a:pt x="2303769" y="311573"/>
                  <a:pt x="2297446" y="311573"/>
                </a:cubicBezTo>
                <a:cubicBezTo>
                  <a:pt x="2294356" y="315103"/>
                  <a:pt x="2295681" y="321868"/>
                  <a:pt x="2295826" y="324957"/>
                </a:cubicBezTo>
                <a:cubicBezTo>
                  <a:pt x="2295974" y="328046"/>
                  <a:pt x="2302151" y="332458"/>
                  <a:pt x="2304063" y="332458"/>
                </a:cubicBezTo>
                <a:cubicBezTo>
                  <a:pt x="2310446" y="331340"/>
                  <a:pt x="2315911" y="327241"/>
                  <a:pt x="2318771" y="321427"/>
                </a:cubicBezTo>
                <a:lnTo>
                  <a:pt x="2319361" y="321427"/>
                </a:lnTo>
                <a:cubicBezTo>
                  <a:pt x="2319736" y="317711"/>
                  <a:pt x="2319736" y="313964"/>
                  <a:pt x="2319361" y="310249"/>
                </a:cubicBezTo>
                <a:cubicBezTo>
                  <a:pt x="2318771" y="306424"/>
                  <a:pt x="2314948" y="305983"/>
                  <a:pt x="2310829" y="307159"/>
                </a:cubicBezTo>
                <a:close/>
                <a:moveTo>
                  <a:pt x="1772948" y="290245"/>
                </a:moveTo>
                <a:cubicBezTo>
                  <a:pt x="1777348" y="291335"/>
                  <a:pt x="1781597" y="292966"/>
                  <a:pt x="1785597" y="295100"/>
                </a:cubicBezTo>
                <a:cubicBezTo>
                  <a:pt x="1788538" y="295100"/>
                  <a:pt x="1797363" y="293188"/>
                  <a:pt x="1800305" y="295100"/>
                </a:cubicBezTo>
                <a:cubicBezTo>
                  <a:pt x="1807654" y="298904"/>
                  <a:pt x="1814601" y="303437"/>
                  <a:pt x="1821043" y="308631"/>
                </a:cubicBezTo>
                <a:cubicBezTo>
                  <a:pt x="1823443" y="314193"/>
                  <a:pt x="1825361" y="319950"/>
                  <a:pt x="1826780" y="325840"/>
                </a:cubicBezTo>
                <a:cubicBezTo>
                  <a:pt x="1828281" y="330174"/>
                  <a:pt x="1828281" y="334888"/>
                  <a:pt x="1826780" y="339224"/>
                </a:cubicBezTo>
                <a:cubicBezTo>
                  <a:pt x="1820623" y="344831"/>
                  <a:pt x="1814780" y="350772"/>
                  <a:pt x="1809277" y="357021"/>
                </a:cubicBezTo>
                <a:lnTo>
                  <a:pt x="1808688" y="357021"/>
                </a:lnTo>
                <a:cubicBezTo>
                  <a:pt x="1806210" y="362098"/>
                  <a:pt x="1803410" y="367010"/>
                  <a:pt x="1800305" y="371729"/>
                </a:cubicBezTo>
                <a:cubicBezTo>
                  <a:pt x="1790241" y="387182"/>
                  <a:pt x="1781058" y="403190"/>
                  <a:pt x="1772800" y="419679"/>
                </a:cubicBezTo>
                <a:cubicBezTo>
                  <a:pt x="1769099" y="425067"/>
                  <a:pt x="1765070" y="430224"/>
                  <a:pt x="1760738" y="435123"/>
                </a:cubicBezTo>
                <a:cubicBezTo>
                  <a:pt x="1758192" y="437135"/>
                  <a:pt x="1754747" y="437587"/>
                  <a:pt x="1751767" y="436299"/>
                </a:cubicBezTo>
                <a:cubicBezTo>
                  <a:pt x="1749562" y="435416"/>
                  <a:pt x="1743237" y="439829"/>
                  <a:pt x="1743237" y="445859"/>
                </a:cubicBezTo>
                <a:cubicBezTo>
                  <a:pt x="1742974" y="451823"/>
                  <a:pt x="1743925" y="457777"/>
                  <a:pt x="1746032" y="463362"/>
                </a:cubicBezTo>
                <a:cubicBezTo>
                  <a:pt x="1747798" y="489268"/>
                  <a:pt x="1747798" y="515264"/>
                  <a:pt x="1746032" y="541169"/>
                </a:cubicBezTo>
                <a:cubicBezTo>
                  <a:pt x="1744756" y="550385"/>
                  <a:pt x="1739339" y="558510"/>
                  <a:pt x="1731323" y="563232"/>
                </a:cubicBezTo>
                <a:cubicBezTo>
                  <a:pt x="1727057" y="565291"/>
                  <a:pt x="1721027" y="576469"/>
                  <a:pt x="1715585" y="578969"/>
                </a:cubicBezTo>
                <a:cubicBezTo>
                  <a:pt x="1710143" y="581470"/>
                  <a:pt x="1703818" y="586470"/>
                  <a:pt x="1700877" y="586470"/>
                </a:cubicBezTo>
                <a:cubicBezTo>
                  <a:pt x="1698038" y="586176"/>
                  <a:pt x="1695545" y="584458"/>
                  <a:pt x="1694258" y="581911"/>
                </a:cubicBezTo>
                <a:cubicBezTo>
                  <a:pt x="1692933" y="580146"/>
                  <a:pt x="1687198" y="579264"/>
                  <a:pt x="1683962" y="577352"/>
                </a:cubicBezTo>
                <a:cubicBezTo>
                  <a:pt x="1680727" y="575439"/>
                  <a:pt x="1679255" y="572792"/>
                  <a:pt x="1675872" y="571027"/>
                </a:cubicBezTo>
                <a:cubicBezTo>
                  <a:pt x="1670969" y="569736"/>
                  <a:pt x="1666369" y="567486"/>
                  <a:pt x="1662340" y="564409"/>
                </a:cubicBezTo>
                <a:cubicBezTo>
                  <a:pt x="1658957" y="561172"/>
                  <a:pt x="1658370" y="556466"/>
                  <a:pt x="1654987" y="550582"/>
                </a:cubicBezTo>
                <a:cubicBezTo>
                  <a:pt x="1650280" y="542199"/>
                  <a:pt x="1634542" y="534109"/>
                  <a:pt x="1634248" y="529402"/>
                </a:cubicBezTo>
                <a:cubicBezTo>
                  <a:pt x="1633953" y="524696"/>
                  <a:pt x="1646013" y="523961"/>
                  <a:pt x="1647485" y="523961"/>
                </a:cubicBezTo>
                <a:cubicBezTo>
                  <a:pt x="1657487" y="523666"/>
                  <a:pt x="1664253" y="530726"/>
                  <a:pt x="1667047" y="530726"/>
                </a:cubicBezTo>
                <a:cubicBezTo>
                  <a:pt x="1677048" y="530726"/>
                  <a:pt x="1681902" y="527049"/>
                  <a:pt x="1682785" y="512341"/>
                </a:cubicBezTo>
                <a:cubicBezTo>
                  <a:pt x="1682785" y="509399"/>
                  <a:pt x="1682785" y="502486"/>
                  <a:pt x="1682785" y="499544"/>
                </a:cubicBezTo>
                <a:cubicBezTo>
                  <a:pt x="1682187" y="493726"/>
                  <a:pt x="1682187" y="487861"/>
                  <a:pt x="1682785" y="482042"/>
                </a:cubicBezTo>
                <a:cubicBezTo>
                  <a:pt x="1683066" y="474182"/>
                  <a:pt x="1684000" y="466360"/>
                  <a:pt x="1685580" y="458656"/>
                </a:cubicBezTo>
                <a:cubicBezTo>
                  <a:pt x="1685580" y="456302"/>
                  <a:pt x="1683373" y="450713"/>
                  <a:pt x="1681315" y="450713"/>
                </a:cubicBezTo>
                <a:cubicBezTo>
                  <a:pt x="1676460" y="451889"/>
                  <a:pt x="1671607" y="447183"/>
                  <a:pt x="1668665" y="447183"/>
                </a:cubicBezTo>
                <a:cubicBezTo>
                  <a:pt x="1665723" y="447183"/>
                  <a:pt x="1661605" y="448948"/>
                  <a:pt x="1658663" y="448948"/>
                </a:cubicBezTo>
                <a:cubicBezTo>
                  <a:pt x="1653282" y="449062"/>
                  <a:pt x="1647903" y="448569"/>
                  <a:pt x="1642632" y="447477"/>
                </a:cubicBezTo>
                <a:cubicBezTo>
                  <a:pt x="1640397" y="446159"/>
                  <a:pt x="1638447" y="444409"/>
                  <a:pt x="1636895" y="442329"/>
                </a:cubicBezTo>
                <a:cubicBezTo>
                  <a:pt x="1635354" y="438549"/>
                  <a:pt x="1634267" y="434599"/>
                  <a:pt x="1633658" y="430563"/>
                </a:cubicBezTo>
                <a:cubicBezTo>
                  <a:pt x="1632923" y="429533"/>
                  <a:pt x="1632042" y="424238"/>
                  <a:pt x="1630865" y="424238"/>
                </a:cubicBezTo>
                <a:cubicBezTo>
                  <a:pt x="1630570" y="420856"/>
                  <a:pt x="1629393" y="415266"/>
                  <a:pt x="1629393" y="411883"/>
                </a:cubicBezTo>
                <a:cubicBezTo>
                  <a:pt x="1629393" y="408501"/>
                  <a:pt x="1626452" y="402323"/>
                  <a:pt x="1625422" y="393793"/>
                </a:cubicBezTo>
                <a:cubicBezTo>
                  <a:pt x="1624393" y="385261"/>
                  <a:pt x="1621598" y="379819"/>
                  <a:pt x="1621598" y="370553"/>
                </a:cubicBezTo>
                <a:cubicBezTo>
                  <a:pt x="1620422" y="356579"/>
                  <a:pt x="1620422" y="349814"/>
                  <a:pt x="1620422" y="347019"/>
                </a:cubicBezTo>
                <a:cubicBezTo>
                  <a:pt x="1621303" y="330399"/>
                  <a:pt x="1631158" y="326723"/>
                  <a:pt x="1635130" y="320398"/>
                </a:cubicBezTo>
                <a:cubicBezTo>
                  <a:pt x="1639395" y="318045"/>
                  <a:pt x="1643513" y="313780"/>
                  <a:pt x="1648662" y="314368"/>
                </a:cubicBezTo>
                <a:cubicBezTo>
                  <a:pt x="1653810" y="314956"/>
                  <a:pt x="1655280" y="316868"/>
                  <a:pt x="1660722" y="320691"/>
                </a:cubicBezTo>
                <a:cubicBezTo>
                  <a:pt x="1662775" y="323133"/>
                  <a:pt x="1664690" y="325685"/>
                  <a:pt x="1666458" y="328340"/>
                </a:cubicBezTo>
                <a:cubicBezTo>
                  <a:pt x="1675223" y="327699"/>
                  <a:pt x="1683749" y="325193"/>
                  <a:pt x="1691463" y="320986"/>
                </a:cubicBezTo>
                <a:cubicBezTo>
                  <a:pt x="1695287" y="318926"/>
                  <a:pt x="1703523" y="318926"/>
                  <a:pt x="1709995" y="315985"/>
                </a:cubicBezTo>
                <a:cubicBezTo>
                  <a:pt x="1714243" y="313710"/>
                  <a:pt x="1718803" y="312075"/>
                  <a:pt x="1723527" y="311131"/>
                </a:cubicBezTo>
                <a:cubicBezTo>
                  <a:pt x="1726468" y="311131"/>
                  <a:pt x="1727352" y="309955"/>
                  <a:pt x="1734117" y="308043"/>
                </a:cubicBezTo>
                <a:cubicBezTo>
                  <a:pt x="1739385" y="307246"/>
                  <a:pt x="1744409" y="305287"/>
                  <a:pt x="1748825" y="302306"/>
                </a:cubicBezTo>
                <a:cubicBezTo>
                  <a:pt x="1751915" y="300100"/>
                  <a:pt x="1754708" y="298335"/>
                  <a:pt x="1757210" y="296865"/>
                </a:cubicBezTo>
                <a:cubicBezTo>
                  <a:pt x="1759568" y="295418"/>
                  <a:pt x="1762025" y="294141"/>
                  <a:pt x="1764563" y="293040"/>
                </a:cubicBezTo>
                <a:cubicBezTo>
                  <a:pt x="1766818" y="290932"/>
                  <a:pt x="1769878" y="289911"/>
                  <a:pt x="1772948" y="290245"/>
                </a:cubicBezTo>
                <a:close/>
                <a:moveTo>
                  <a:pt x="2254938" y="266124"/>
                </a:moveTo>
                <a:cubicBezTo>
                  <a:pt x="2251408" y="269654"/>
                  <a:pt x="2240230" y="266124"/>
                  <a:pt x="2240230" y="276273"/>
                </a:cubicBezTo>
                <a:cubicBezTo>
                  <a:pt x="2240376" y="281274"/>
                  <a:pt x="2238318" y="287893"/>
                  <a:pt x="2241848" y="290981"/>
                </a:cubicBezTo>
                <a:cubicBezTo>
                  <a:pt x="2241848" y="290981"/>
                  <a:pt x="2244643" y="297599"/>
                  <a:pt x="2248171" y="294806"/>
                </a:cubicBezTo>
                <a:cubicBezTo>
                  <a:pt x="2255233" y="289511"/>
                  <a:pt x="2264058" y="287304"/>
                  <a:pt x="2264940" y="278921"/>
                </a:cubicBezTo>
                <a:lnTo>
                  <a:pt x="2265675" y="278479"/>
                </a:lnTo>
                <a:cubicBezTo>
                  <a:pt x="2266999" y="267153"/>
                  <a:pt x="2264204" y="263918"/>
                  <a:pt x="2254938" y="266124"/>
                </a:cubicBezTo>
                <a:close/>
                <a:moveTo>
                  <a:pt x="2334363" y="244503"/>
                </a:moveTo>
                <a:cubicBezTo>
                  <a:pt x="2321861" y="248474"/>
                  <a:pt x="2301711" y="247886"/>
                  <a:pt x="2300681" y="257739"/>
                </a:cubicBezTo>
                <a:cubicBezTo>
                  <a:pt x="2300239" y="262888"/>
                  <a:pt x="2300239" y="271713"/>
                  <a:pt x="2305534" y="273624"/>
                </a:cubicBezTo>
                <a:cubicBezTo>
                  <a:pt x="2311446" y="275111"/>
                  <a:pt x="2317585" y="275460"/>
                  <a:pt x="2323626" y="274654"/>
                </a:cubicBezTo>
                <a:cubicBezTo>
                  <a:pt x="2329341" y="270315"/>
                  <a:pt x="2333558" y="264299"/>
                  <a:pt x="2335686" y="257446"/>
                </a:cubicBezTo>
                <a:cubicBezTo>
                  <a:pt x="2335686" y="254358"/>
                  <a:pt x="2335834" y="245826"/>
                  <a:pt x="2334363" y="244503"/>
                </a:cubicBezTo>
                <a:close/>
                <a:moveTo>
                  <a:pt x="2815030" y="241119"/>
                </a:moveTo>
                <a:cubicBezTo>
                  <a:pt x="2818875" y="241845"/>
                  <a:pt x="2822356" y="243869"/>
                  <a:pt x="2824885" y="246856"/>
                </a:cubicBezTo>
                <a:cubicBezTo>
                  <a:pt x="2830033" y="252297"/>
                  <a:pt x="2835622" y="254946"/>
                  <a:pt x="2839593" y="260534"/>
                </a:cubicBezTo>
                <a:cubicBezTo>
                  <a:pt x="2841870" y="264740"/>
                  <a:pt x="2843364" y="269325"/>
                  <a:pt x="2844005" y="274066"/>
                </a:cubicBezTo>
                <a:cubicBezTo>
                  <a:pt x="2844888" y="277302"/>
                  <a:pt x="2849742" y="281272"/>
                  <a:pt x="2849742" y="283037"/>
                </a:cubicBezTo>
                <a:cubicBezTo>
                  <a:pt x="2848712" y="295687"/>
                  <a:pt x="2839447" y="295392"/>
                  <a:pt x="2826943" y="304217"/>
                </a:cubicBezTo>
                <a:cubicBezTo>
                  <a:pt x="2820092" y="307950"/>
                  <a:pt x="2814003" y="312939"/>
                  <a:pt x="2809000" y="318926"/>
                </a:cubicBezTo>
                <a:cubicBezTo>
                  <a:pt x="2805064" y="322917"/>
                  <a:pt x="2800360" y="326069"/>
                  <a:pt x="2795173" y="328192"/>
                </a:cubicBezTo>
                <a:cubicBezTo>
                  <a:pt x="2781200" y="334222"/>
                  <a:pt x="2768699" y="333634"/>
                  <a:pt x="2767670" y="347460"/>
                </a:cubicBezTo>
                <a:cubicBezTo>
                  <a:pt x="2766640" y="361286"/>
                  <a:pt x="2774288" y="355697"/>
                  <a:pt x="2774288" y="370405"/>
                </a:cubicBezTo>
                <a:cubicBezTo>
                  <a:pt x="2773631" y="374247"/>
                  <a:pt x="2772068" y="377876"/>
                  <a:pt x="2769728" y="380995"/>
                </a:cubicBezTo>
                <a:cubicBezTo>
                  <a:pt x="2767550" y="383784"/>
                  <a:pt x="2766268" y="387169"/>
                  <a:pt x="2766052" y="390702"/>
                </a:cubicBezTo>
                <a:cubicBezTo>
                  <a:pt x="2766015" y="394317"/>
                  <a:pt x="2765051" y="397861"/>
                  <a:pt x="2763257" y="400999"/>
                </a:cubicBezTo>
                <a:cubicBezTo>
                  <a:pt x="2761646" y="404387"/>
                  <a:pt x="2760985" y="408148"/>
                  <a:pt x="2761345" y="411882"/>
                </a:cubicBezTo>
                <a:cubicBezTo>
                  <a:pt x="2761050" y="425414"/>
                  <a:pt x="2758845" y="436740"/>
                  <a:pt x="2762815" y="440122"/>
                </a:cubicBezTo>
                <a:cubicBezTo>
                  <a:pt x="2779742" y="438755"/>
                  <a:pt x="2796735" y="438363"/>
                  <a:pt x="2813707" y="438945"/>
                </a:cubicBezTo>
                <a:cubicBezTo>
                  <a:pt x="2819883" y="438945"/>
                  <a:pt x="2822385" y="434827"/>
                  <a:pt x="2826945" y="433799"/>
                </a:cubicBezTo>
                <a:cubicBezTo>
                  <a:pt x="2831096" y="432878"/>
                  <a:pt x="2835341" y="432434"/>
                  <a:pt x="2839593" y="432474"/>
                </a:cubicBezTo>
                <a:cubicBezTo>
                  <a:pt x="2844305" y="433277"/>
                  <a:pt x="2848933" y="434507"/>
                  <a:pt x="2853420" y="436152"/>
                </a:cubicBezTo>
                <a:cubicBezTo>
                  <a:pt x="2858124" y="438285"/>
                  <a:pt x="2862648" y="440794"/>
                  <a:pt x="2866950" y="443652"/>
                </a:cubicBezTo>
                <a:cubicBezTo>
                  <a:pt x="2871952" y="447182"/>
                  <a:pt x="2880923" y="449095"/>
                  <a:pt x="2884600" y="458360"/>
                </a:cubicBezTo>
                <a:cubicBezTo>
                  <a:pt x="2885724" y="462281"/>
                  <a:pt x="2886269" y="466344"/>
                  <a:pt x="2886218" y="470422"/>
                </a:cubicBezTo>
                <a:lnTo>
                  <a:pt x="2883717" y="470715"/>
                </a:lnTo>
                <a:cubicBezTo>
                  <a:pt x="2883725" y="472357"/>
                  <a:pt x="2884356" y="473935"/>
                  <a:pt x="2885482" y="475129"/>
                </a:cubicBezTo>
                <a:cubicBezTo>
                  <a:pt x="2886572" y="477099"/>
                  <a:pt x="2886986" y="479372"/>
                  <a:pt x="2886660" y="481600"/>
                </a:cubicBezTo>
                <a:cubicBezTo>
                  <a:pt x="2885973" y="485363"/>
                  <a:pt x="2884467" y="488927"/>
                  <a:pt x="2882247" y="492044"/>
                </a:cubicBezTo>
                <a:cubicBezTo>
                  <a:pt x="2879893" y="495720"/>
                  <a:pt x="2876952" y="501015"/>
                  <a:pt x="2873422" y="501015"/>
                </a:cubicBezTo>
                <a:cubicBezTo>
                  <a:pt x="2864008" y="501309"/>
                  <a:pt x="2859302" y="502192"/>
                  <a:pt x="2856213" y="502045"/>
                </a:cubicBezTo>
                <a:cubicBezTo>
                  <a:pt x="2853125" y="501897"/>
                  <a:pt x="2844005" y="498809"/>
                  <a:pt x="2837533" y="498809"/>
                </a:cubicBezTo>
                <a:cubicBezTo>
                  <a:pt x="2831062" y="498809"/>
                  <a:pt x="2826503" y="500574"/>
                  <a:pt x="2818413" y="500427"/>
                </a:cubicBezTo>
                <a:cubicBezTo>
                  <a:pt x="2810323" y="500280"/>
                  <a:pt x="2795763" y="498809"/>
                  <a:pt x="2786790" y="497779"/>
                </a:cubicBezTo>
                <a:cubicBezTo>
                  <a:pt x="2781055" y="497044"/>
                  <a:pt x="2763110" y="498515"/>
                  <a:pt x="2757373" y="497779"/>
                </a:cubicBezTo>
                <a:cubicBezTo>
                  <a:pt x="2747506" y="496855"/>
                  <a:pt x="2737552" y="497651"/>
                  <a:pt x="2727957" y="500132"/>
                </a:cubicBezTo>
                <a:lnTo>
                  <a:pt x="2699864" y="504104"/>
                </a:lnTo>
                <a:cubicBezTo>
                  <a:pt x="2689863" y="505575"/>
                  <a:pt x="2676920" y="503369"/>
                  <a:pt x="2667947" y="503369"/>
                </a:cubicBezTo>
                <a:cubicBezTo>
                  <a:pt x="2648703" y="505163"/>
                  <a:pt x="2629714" y="509059"/>
                  <a:pt x="2611320" y="514989"/>
                </a:cubicBezTo>
                <a:cubicBezTo>
                  <a:pt x="2587934" y="523077"/>
                  <a:pt x="2547045" y="542052"/>
                  <a:pt x="2541897" y="541464"/>
                </a:cubicBezTo>
                <a:cubicBezTo>
                  <a:pt x="2536749" y="540875"/>
                  <a:pt x="2525865" y="526314"/>
                  <a:pt x="2515422" y="516459"/>
                </a:cubicBezTo>
                <a:cubicBezTo>
                  <a:pt x="2514539" y="511596"/>
                  <a:pt x="2514539" y="506613"/>
                  <a:pt x="2515422" y="501750"/>
                </a:cubicBezTo>
                <a:cubicBezTo>
                  <a:pt x="2516390" y="495728"/>
                  <a:pt x="2515836" y="489557"/>
                  <a:pt x="2513804" y="483807"/>
                </a:cubicBezTo>
                <a:cubicBezTo>
                  <a:pt x="2517775" y="476894"/>
                  <a:pt x="2540867" y="468362"/>
                  <a:pt x="2543220" y="467774"/>
                </a:cubicBezTo>
                <a:cubicBezTo>
                  <a:pt x="2545574" y="467185"/>
                  <a:pt x="2554694" y="470715"/>
                  <a:pt x="2560282" y="469392"/>
                </a:cubicBezTo>
                <a:cubicBezTo>
                  <a:pt x="2563224" y="468657"/>
                  <a:pt x="2584110" y="460125"/>
                  <a:pt x="2595582" y="456007"/>
                </a:cubicBezTo>
                <a:cubicBezTo>
                  <a:pt x="2600142" y="454537"/>
                  <a:pt x="2606760" y="454242"/>
                  <a:pt x="2610290" y="453214"/>
                </a:cubicBezTo>
                <a:cubicBezTo>
                  <a:pt x="2621174" y="449830"/>
                  <a:pt x="2637207" y="441740"/>
                  <a:pt x="2648974" y="437034"/>
                </a:cubicBezTo>
                <a:cubicBezTo>
                  <a:pt x="2674125" y="427032"/>
                  <a:pt x="2675449" y="396734"/>
                  <a:pt x="2679272" y="385260"/>
                </a:cubicBezTo>
                <a:cubicBezTo>
                  <a:pt x="2681290" y="379695"/>
                  <a:pt x="2682334" y="373824"/>
                  <a:pt x="2682362" y="367905"/>
                </a:cubicBezTo>
                <a:cubicBezTo>
                  <a:pt x="2682509" y="362169"/>
                  <a:pt x="2682067" y="355255"/>
                  <a:pt x="2679272" y="354226"/>
                </a:cubicBezTo>
                <a:cubicBezTo>
                  <a:pt x="2674318" y="354647"/>
                  <a:pt x="2669401" y="355435"/>
                  <a:pt x="2664564" y="356579"/>
                </a:cubicBezTo>
                <a:cubicBezTo>
                  <a:pt x="2658370" y="358708"/>
                  <a:pt x="2651722" y="359165"/>
                  <a:pt x="2645297" y="357904"/>
                </a:cubicBezTo>
                <a:cubicBezTo>
                  <a:pt x="2639413" y="355109"/>
                  <a:pt x="2640295" y="348195"/>
                  <a:pt x="2639413" y="340400"/>
                </a:cubicBezTo>
                <a:cubicBezTo>
                  <a:pt x="2637531" y="332491"/>
                  <a:pt x="2633570" y="325230"/>
                  <a:pt x="2627940" y="319367"/>
                </a:cubicBezTo>
                <a:cubicBezTo>
                  <a:pt x="2625734" y="314012"/>
                  <a:pt x="2624730" y="308238"/>
                  <a:pt x="2624999" y="302452"/>
                </a:cubicBezTo>
                <a:cubicBezTo>
                  <a:pt x="2625145" y="299364"/>
                  <a:pt x="2623529" y="289216"/>
                  <a:pt x="2623529" y="286127"/>
                </a:cubicBezTo>
                <a:cubicBezTo>
                  <a:pt x="2623529" y="278037"/>
                  <a:pt x="2631177" y="277449"/>
                  <a:pt x="2638237" y="273919"/>
                </a:cubicBezTo>
                <a:cubicBezTo>
                  <a:pt x="2646983" y="275446"/>
                  <a:pt x="2655629" y="277509"/>
                  <a:pt x="2664123" y="280096"/>
                </a:cubicBezTo>
                <a:cubicBezTo>
                  <a:pt x="2684894" y="277846"/>
                  <a:pt x="2705520" y="274408"/>
                  <a:pt x="2725898" y="269801"/>
                </a:cubicBezTo>
                <a:cubicBezTo>
                  <a:pt x="2730458" y="268771"/>
                  <a:pt x="2735458" y="267152"/>
                  <a:pt x="2736635" y="266859"/>
                </a:cubicBezTo>
                <a:cubicBezTo>
                  <a:pt x="2737812" y="266564"/>
                  <a:pt x="2742077" y="264652"/>
                  <a:pt x="2744283" y="263917"/>
                </a:cubicBezTo>
                <a:cubicBezTo>
                  <a:pt x="2760422" y="259183"/>
                  <a:pt x="2775967" y="252620"/>
                  <a:pt x="2790615" y="244356"/>
                </a:cubicBezTo>
                <a:cubicBezTo>
                  <a:pt x="2794818" y="242910"/>
                  <a:pt x="2799276" y="242359"/>
                  <a:pt x="2803705" y="242737"/>
                </a:cubicBezTo>
                <a:cubicBezTo>
                  <a:pt x="2807508" y="242411"/>
                  <a:pt x="2811289" y="241871"/>
                  <a:pt x="2815030" y="241119"/>
                </a:cubicBezTo>
                <a:close/>
                <a:moveTo>
                  <a:pt x="2164334" y="224058"/>
                </a:moveTo>
                <a:cubicBezTo>
                  <a:pt x="2171542" y="219793"/>
                  <a:pt x="2175219" y="235678"/>
                  <a:pt x="2177572" y="241414"/>
                </a:cubicBezTo>
                <a:cubicBezTo>
                  <a:pt x="2178895" y="244208"/>
                  <a:pt x="2174925" y="255093"/>
                  <a:pt x="2174482" y="258916"/>
                </a:cubicBezTo>
                <a:cubicBezTo>
                  <a:pt x="2174042" y="262741"/>
                  <a:pt x="2168452" y="267448"/>
                  <a:pt x="2168452" y="278919"/>
                </a:cubicBezTo>
                <a:cubicBezTo>
                  <a:pt x="2168600" y="284068"/>
                  <a:pt x="2163894" y="287893"/>
                  <a:pt x="2157569" y="293628"/>
                </a:cubicBezTo>
                <a:cubicBezTo>
                  <a:pt x="2151099" y="299885"/>
                  <a:pt x="2145056" y="306568"/>
                  <a:pt x="2139479" y="313631"/>
                </a:cubicBezTo>
                <a:cubicBezTo>
                  <a:pt x="2136529" y="320651"/>
                  <a:pt x="2135861" y="328421"/>
                  <a:pt x="2137565" y="335841"/>
                </a:cubicBezTo>
                <a:cubicBezTo>
                  <a:pt x="2137565" y="338341"/>
                  <a:pt x="2134477" y="346284"/>
                  <a:pt x="2138889" y="350549"/>
                </a:cubicBezTo>
                <a:cubicBezTo>
                  <a:pt x="2143302" y="354816"/>
                  <a:pt x="2148155" y="350256"/>
                  <a:pt x="2150655" y="350549"/>
                </a:cubicBezTo>
                <a:cubicBezTo>
                  <a:pt x="2153157" y="350844"/>
                  <a:pt x="2151539" y="355844"/>
                  <a:pt x="2154480" y="361286"/>
                </a:cubicBezTo>
                <a:cubicBezTo>
                  <a:pt x="2159922" y="371729"/>
                  <a:pt x="2161687" y="373347"/>
                  <a:pt x="2161687" y="378496"/>
                </a:cubicBezTo>
                <a:cubicBezTo>
                  <a:pt x="2161539" y="381437"/>
                  <a:pt x="2161539" y="383937"/>
                  <a:pt x="2159187" y="385407"/>
                </a:cubicBezTo>
                <a:cubicBezTo>
                  <a:pt x="2145564" y="393618"/>
                  <a:pt x="2133955" y="404776"/>
                  <a:pt x="2125210" y="418060"/>
                </a:cubicBezTo>
                <a:cubicBezTo>
                  <a:pt x="2124244" y="422577"/>
                  <a:pt x="2124814" y="427288"/>
                  <a:pt x="2126829" y="431445"/>
                </a:cubicBezTo>
                <a:cubicBezTo>
                  <a:pt x="2129622" y="431445"/>
                  <a:pt x="2136682" y="431445"/>
                  <a:pt x="2139772" y="431445"/>
                </a:cubicBezTo>
                <a:lnTo>
                  <a:pt x="2139330" y="432327"/>
                </a:lnTo>
                <a:cubicBezTo>
                  <a:pt x="2143947" y="433603"/>
                  <a:pt x="2148057" y="436274"/>
                  <a:pt x="2151097" y="439975"/>
                </a:cubicBezTo>
                <a:cubicBezTo>
                  <a:pt x="2153213" y="443873"/>
                  <a:pt x="2154419" y="448197"/>
                  <a:pt x="2154627" y="452625"/>
                </a:cubicBezTo>
                <a:cubicBezTo>
                  <a:pt x="2152420" y="471305"/>
                  <a:pt x="2136242" y="482923"/>
                  <a:pt x="2121534" y="492337"/>
                </a:cubicBezTo>
                <a:cubicBezTo>
                  <a:pt x="2106826" y="501750"/>
                  <a:pt x="2080202" y="512047"/>
                  <a:pt x="2067554" y="519253"/>
                </a:cubicBezTo>
                <a:cubicBezTo>
                  <a:pt x="2057111" y="525283"/>
                  <a:pt x="2047257" y="540286"/>
                  <a:pt x="2041226" y="542787"/>
                </a:cubicBezTo>
                <a:cubicBezTo>
                  <a:pt x="2041226" y="542787"/>
                  <a:pt x="2034019" y="545140"/>
                  <a:pt x="2030784" y="542787"/>
                </a:cubicBezTo>
                <a:cubicBezTo>
                  <a:pt x="2025989" y="541055"/>
                  <a:pt x="2021071" y="539678"/>
                  <a:pt x="2016076" y="538668"/>
                </a:cubicBezTo>
                <a:cubicBezTo>
                  <a:pt x="2011074" y="537050"/>
                  <a:pt x="2013428" y="529990"/>
                  <a:pt x="2009751" y="525725"/>
                </a:cubicBezTo>
                <a:cubicBezTo>
                  <a:pt x="2005907" y="521980"/>
                  <a:pt x="2002811" y="517538"/>
                  <a:pt x="2000631" y="512635"/>
                </a:cubicBezTo>
                <a:cubicBezTo>
                  <a:pt x="1997560" y="505081"/>
                  <a:pt x="1996154" y="496954"/>
                  <a:pt x="1996513" y="488807"/>
                </a:cubicBezTo>
                <a:cubicBezTo>
                  <a:pt x="2000900" y="478421"/>
                  <a:pt x="2009352" y="470287"/>
                  <a:pt x="2019899" y="466304"/>
                </a:cubicBezTo>
                <a:cubicBezTo>
                  <a:pt x="2024543" y="463274"/>
                  <a:pt x="2029011" y="459983"/>
                  <a:pt x="2033284" y="456449"/>
                </a:cubicBezTo>
                <a:cubicBezTo>
                  <a:pt x="2037373" y="454180"/>
                  <a:pt x="2040701" y="450751"/>
                  <a:pt x="2042844" y="446594"/>
                </a:cubicBezTo>
                <a:cubicBezTo>
                  <a:pt x="2044121" y="443541"/>
                  <a:pt x="2044964" y="440323"/>
                  <a:pt x="2045344" y="437034"/>
                </a:cubicBezTo>
                <a:cubicBezTo>
                  <a:pt x="2045639" y="432034"/>
                  <a:pt x="2048139" y="428357"/>
                  <a:pt x="2048138" y="424679"/>
                </a:cubicBezTo>
                <a:cubicBezTo>
                  <a:pt x="2047733" y="421014"/>
                  <a:pt x="2046190" y="417568"/>
                  <a:pt x="2043726" y="414825"/>
                </a:cubicBezTo>
                <a:cubicBezTo>
                  <a:pt x="2041349" y="412410"/>
                  <a:pt x="2039540" y="409495"/>
                  <a:pt x="2038431" y="406294"/>
                </a:cubicBezTo>
                <a:cubicBezTo>
                  <a:pt x="2038431" y="406147"/>
                  <a:pt x="2027842" y="393939"/>
                  <a:pt x="2027841" y="387909"/>
                </a:cubicBezTo>
                <a:cubicBezTo>
                  <a:pt x="2028191" y="378614"/>
                  <a:pt x="2035480" y="371074"/>
                  <a:pt x="2044756" y="370406"/>
                </a:cubicBezTo>
                <a:cubicBezTo>
                  <a:pt x="2047697" y="369229"/>
                  <a:pt x="2053139" y="370406"/>
                  <a:pt x="2056081" y="370406"/>
                </a:cubicBezTo>
                <a:cubicBezTo>
                  <a:pt x="2063141" y="369817"/>
                  <a:pt x="2068142" y="363051"/>
                  <a:pt x="2071967" y="357316"/>
                </a:cubicBezTo>
                <a:cubicBezTo>
                  <a:pt x="2074010" y="349425"/>
                  <a:pt x="2075193" y="341338"/>
                  <a:pt x="2075496" y="333194"/>
                </a:cubicBezTo>
                <a:cubicBezTo>
                  <a:pt x="2077849" y="324957"/>
                  <a:pt x="2067996" y="323633"/>
                  <a:pt x="2063141" y="321721"/>
                </a:cubicBezTo>
                <a:cubicBezTo>
                  <a:pt x="2058473" y="319364"/>
                  <a:pt x="2053533" y="317587"/>
                  <a:pt x="2048432" y="316426"/>
                </a:cubicBezTo>
                <a:cubicBezTo>
                  <a:pt x="2044462" y="316132"/>
                  <a:pt x="2041079" y="311426"/>
                  <a:pt x="2039167" y="306278"/>
                </a:cubicBezTo>
                <a:cubicBezTo>
                  <a:pt x="2037256" y="301129"/>
                  <a:pt x="2035636" y="302748"/>
                  <a:pt x="2031519" y="301129"/>
                </a:cubicBezTo>
                <a:cubicBezTo>
                  <a:pt x="2027399" y="299511"/>
                  <a:pt x="2027399" y="285539"/>
                  <a:pt x="2027399" y="283921"/>
                </a:cubicBezTo>
                <a:cubicBezTo>
                  <a:pt x="2027399" y="282303"/>
                  <a:pt x="2031666" y="280538"/>
                  <a:pt x="2035343" y="278919"/>
                </a:cubicBezTo>
                <a:cubicBezTo>
                  <a:pt x="2039021" y="277303"/>
                  <a:pt x="2039021" y="274654"/>
                  <a:pt x="2041373" y="269654"/>
                </a:cubicBezTo>
                <a:cubicBezTo>
                  <a:pt x="2043727" y="264653"/>
                  <a:pt x="2049169" y="263476"/>
                  <a:pt x="2054169" y="262153"/>
                </a:cubicBezTo>
                <a:cubicBezTo>
                  <a:pt x="2059788" y="261822"/>
                  <a:pt x="2065388" y="261183"/>
                  <a:pt x="2070937" y="260241"/>
                </a:cubicBezTo>
                <a:cubicBezTo>
                  <a:pt x="2094469" y="250681"/>
                  <a:pt x="2121092" y="224353"/>
                  <a:pt x="2143595" y="225530"/>
                </a:cubicBezTo>
                <a:cubicBezTo>
                  <a:pt x="2155067" y="226265"/>
                  <a:pt x="2159774" y="226560"/>
                  <a:pt x="2164334" y="224058"/>
                </a:cubicBezTo>
                <a:close/>
                <a:moveTo>
                  <a:pt x="3191710" y="223304"/>
                </a:moveTo>
                <a:cubicBezTo>
                  <a:pt x="3196196" y="223101"/>
                  <a:pt x="3200167" y="223101"/>
                  <a:pt x="3200829" y="224351"/>
                </a:cubicBezTo>
                <a:cubicBezTo>
                  <a:pt x="3205058" y="230548"/>
                  <a:pt x="3210980" y="235398"/>
                  <a:pt x="3217891" y="238325"/>
                </a:cubicBezTo>
                <a:cubicBezTo>
                  <a:pt x="3223627" y="241266"/>
                  <a:pt x="3221127" y="245238"/>
                  <a:pt x="3221862" y="250385"/>
                </a:cubicBezTo>
                <a:cubicBezTo>
                  <a:pt x="3222597" y="255533"/>
                  <a:pt x="3225834" y="257593"/>
                  <a:pt x="3224216" y="262004"/>
                </a:cubicBezTo>
                <a:cubicBezTo>
                  <a:pt x="3222597" y="266418"/>
                  <a:pt x="3218627" y="274213"/>
                  <a:pt x="3215244" y="283626"/>
                </a:cubicBezTo>
                <a:cubicBezTo>
                  <a:pt x="3215244" y="285684"/>
                  <a:pt x="3212596" y="296274"/>
                  <a:pt x="3215244" y="296274"/>
                </a:cubicBezTo>
                <a:cubicBezTo>
                  <a:pt x="3218295" y="296460"/>
                  <a:pt x="3221329" y="295688"/>
                  <a:pt x="3223922" y="294069"/>
                </a:cubicBezTo>
                <a:cubicBezTo>
                  <a:pt x="3225245" y="293481"/>
                  <a:pt x="3231129" y="290539"/>
                  <a:pt x="3234805" y="289214"/>
                </a:cubicBezTo>
                <a:cubicBezTo>
                  <a:pt x="3239223" y="288231"/>
                  <a:pt x="3243516" y="286751"/>
                  <a:pt x="3247602" y="284803"/>
                </a:cubicBezTo>
                <a:cubicBezTo>
                  <a:pt x="3252604" y="281273"/>
                  <a:pt x="3259221" y="274213"/>
                  <a:pt x="3262310" y="274213"/>
                </a:cubicBezTo>
                <a:cubicBezTo>
                  <a:pt x="3262310" y="274213"/>
                  <a:pt x="3281872" y="268476"/>
                  <a:pt x="3285255" y="274213"/>
                </a:cubicBezTo>
                <a:cubicBezTo>
                  <a:pt x="3288637" y="279949"/>
                  <a:pt x="3296874" y="279361"/>
                  <a:pt x="3305259" y="280684"/>
                </a:cubicBezTo>
                <a:cubicBezTo>
                  <a:pt x="3313642" y="282008"/>
                  <a:pt x="3319084" y="295539"/>
                  <a:pt x="3319084" y="307013"/>
                </a:cubicBezTo>
                <a:cubicBezTo>
                  <a:pt x="3319230" y="311719"/>
                  <a:pt x="3318937" y="313631"/>
                  <a:pt x="3313789" y="313631"/>
                </a:cubicBezTo>
                <a:cubicBezTo>
                  <a:pt x="3310995" y="313778"/>
                  <a:pt x="3307905" y="318484"/>
                  <a:pt x="3302759" y="321868"/>
                </a:cubicBezTo>
                <a:cubicBezTo>
                  <a:pt x="3294734" y="326483"/>
                  <a:pt x="3286193" y="330137"/>
                  <a:pt x="3277312" y="332751"/>
                </a:cubicBezTo>
                <a:cubicBezTo>
                  <a:pt x="3272837" y="335739"/>
                  <a:pt x="3267852" y="337882"/>
                  <a:pt x="3262604" y="339076"/>
                </a:cubicBezTo>
                <a:cubicBezTo>
                  <a:pt x="3256132" y="339959"/>
                  <a:pt x="3250397" y="340253"/>
                  <a:pt x="3245544" y="341283"/>
                </a:cubicBezTo>
                <a:cubicBezTo>
                  <a:pt x="3236435" y="343519"/>
                  <a:pt x="3227641" y="346877"/>
                  <a:pt x="3219362" y="351284"/>
                </a:cubicBezTo>
                <a:cubicBezTo>
                  <a:pt x="3215832" y="355026"/>
                  <a:pt x="3212904" y="359294"/>
                  <a:pt x="3210684" y="363933"/>
                </a:cubicBezTo>
                <a:cubicBezTo>
                  <a:pt x="3208639" y="370821"/>
                  <a:pt x="3209771" y="378263"/>
                  <a:pt x="3213772" y="384231"/>
                </a:cubicBezTo>
                <a:cubicBezTo>
                  <a:pt x="3226022" y="400914"/>
                  <a:pt x="3240582" y="415772"/>
                  <a:pt x="3257015" y="428356"/>
                </a:cubicBezTo>
                <a:cubicBezTo>
                  <a:pt x="3264810" y="434974"/>
                  <a:pt x="3275842" y="457772"/>
                  <a:pt x="3288932" y="464391"/>
                </a:cubicBezTo>
                <a:cubicBezTo>
                  <a:pt x="3300609" y="470743"/>
                  <a:pt x="3311602" y="478285"/>
                  <a:pt x="3321732" y="486894"/>
                </a:cubicBezTo>
                <a:cubicBezTo>
                  <a:pt x="3327705" y="490058"/>
                  <a:pt x="3334022" y="492527"/>
                  <a:pt x="3340559" y="494249"/>
                </a:cubicBezTo>
                <a:cubicBezTo>
                  <a:pt x="3346442" y="496749"/>
                  <a:pt x="3351590" y="502191"/>
                  <a:pt x="3355267" y="503515"/>
                </a:cubicBezTo>
                <a:cubicBezTo>
                  <a:pt x="3364827" y="506750"/>
                  <a:pt x="3373064" y="509692"/>
                  <a:pt x="3387772" y="515575"/>
                </a:cubicBezTo>
                <a:cubicBezTo>
                  <a:pt x="3391302" y="517047"/>
                  <a:pt x="3397185" y="517487"/>
                  <a:pt x="3398950" y="520724"/>
                </a:cubicBezTo>
                <a:lnTo>
                  <a:pt x="3397773" y="522194"/>
                </a:lnTo>
                <a:cubicBezTo>
                  <a:pt x="3399245" y="524989"/>
                  <a:pt x="3394537" y="527489"/>
                  <a:pt x="3394243" y="530725"/>
                </a:cubicBezTo>
                <a:cubicBezTo>
                  <a:pt x="3393950" y="533960"/>
                  <a:pt x="3395420" y="539404"/>
                  <a:pt x="3392627" y="542785"/>
                </a:cubicBezTo>
                <a:cubicBezTo>
                  <a:pt x="3388105" y="548582"/>
                  <a:pt x="3381288" y="552125"/>
                  <a:pt x="3373947" y="552494"/>
                </a:cubicBezTo>
                <a:cubicBezTo>
                  <a:pt x="3370857" y="552787"/>
                  <a:pt x="3368504" y="557200"/>
                  <a:pt x="3366298" y="558819"/>
                </a:cubicBezTo>
                <a:cubicBezTo>
                  <a:pt x="3364092" y="560435"/>
                  <a:pt x="3360855" y="560435"/>
                  <a:pt x="3358649" y="560435"/>
                </a:cubicBezTo>
                <a:cubicBezTo>
                  <a:pt x="3352898" y="560459"/>
                  <a:pt x="3347149" y="560114"/>
                  <a:pt x="3341440" y="559407"/>
                </a:cubicBezTo>
                <a:cubicBezTo>
                  <a:pt x="3335512" y="559731"/>
                  <a:pt x="3329572" y="559731"/>
                  <a:pt x="3323644" y="559407"/>
                </a:cubicBezTo>
                <a:cubicBezTo>
                  <a:pt x="3318313" y="559359"/>
                  <a:pt x="3313034" y="558363"/>
                  <a:pt x="3308052" y="556465"/>
                </a:cubicBezTo>
                <a:cubicBezTo>
                  <a:pt x="3298345" y="550875"/>
                  <a:pt x="3290992" y="554994"/>
                  <a:pt x="3283637" y="553082"/>
                </a:cubicBezTo>
                <a:cubicBezTo>
                  <a:pt x="3277863" y="552043"/>
                  <a:pt x="3272822" y="548556"/>
                  <a:pt x="3269812" y="543522"/>
                </a:cubicBezTo>
                <a:cubicBezTo>
                  <a:pt x="3265105" y="530430"/>
                  <a:pt x="3271429" y="526607"/>
                  <a:pt x="3248632" y="505721"/>
                </a:cubicBezTo>
                <a:cubicBezTo>
                  <a:pt x="3240031" y="496068"/>
                  <a:pt x="3232024" y="485899"/>
                  <a:pt x="3224657" y="475276"/>
                </a:cubicBezTo>
                <a:cubicBezTo>
                  <a:pt x="3220171" y="469378"/>
                  <a:pt x="3215256" y="463824"/>
                  <a:pt x="3209949" y="458654"/>
                </a:cubicBezTo>
                <a:cubicBezTo>
                  <a:pt x="3194946" y="447624"/>
                  <a:pt x="3181562" y="432327"/>
                  <a:pt x="3176561" y="429237"/>
                </a:cubicBezTo>
                <a:cubicBezTo>
                  <a:pt x="3174796" y="428209"/>
                  <a:pt x="3164794" y="452036"/>
                  <a:pt x="3153469" y="464244"/>
                </a:cubicBezTo>
                <a:cubicBezTo>
                  <a:pt x="3142144" y="476452"/>
                  <a:pt x="3133907" y="482187"/>
                  <a:pt x="3120081" y="496896"/>
                </a:cubicBezTo>
                <a:cubicBezTo>
                  <a:pt x="3109990" y="505839"/>
                  <a:pt x="3098385" y="512913"/>
                  <a:pt x="3085811" y="517782"/>
                </a:cubicBezTo>
                <a:cubicBezTo>
                  <a:pt x="3080074" y="521605"/>
                  <a:pt x="3066984" y="527489"/>
                  <a:pt x="3060366" y="531607"/>
                </a:cubicBezTo>
                <a:cubicBezTo>
                  <a:pt x="3053746" y="535725"/>
                  <a:pt x="3042128" y="535137"/>
                  <a:pt x="3036979" y="537639"/>
                </a:cubicBezTo>
                <a:cubicBezTo>
                  <a:pt x="3032903" y="539232"/>
                  <a:pt x="3028559" y="540031"/>
                  <a:pt x="3024183" y="539992"/>
                </a:cubicBezTo>
                <a:cubicBezTo>
                  <a:pt x="3020653" y="539404"/>
                  <a:pt x="3018153" y="534402"/>
                  <a:pt x="3015504" y="532490"/>
                </a:cubicBezTo>
                <a:cubicBezTo>
                  <a:pt x="3012858" y="530579"/>
                  <a:pt x="3012858" y="521017"/>
                  <a:pt x="3008886" y="519252"/>
                </a:cubicBezTo>
                <a:cubicBezTo>
                  <a:pt x="3005053" y="518312"/>
                  <a:pt x="3001313" y="517032"/>
                  <a:pt x="2997708" y="515429"/>
                </a:cubicBezTo>
                <a:cubicBezTo>
                  <a:pt x="2995354" y="513222"/>
                  <a:pt x="2997266" y="509545"/>
                  <a:pt x="3004914" y="507045"/>
                </a:cubicBezTo>
                <a:cubicBezTo>
                  <a:pt x="3011014" y="504975"/>
                  <a:pt x="3016621" y="501670"/>
                  <a:pt x="3021388" y="497337"/>
                </a:cubicBezTo>
                <a:cubicBezTo>
                  <a:pt x="3025432" y="494925"/>
                  <a:pt x="3029226" y="492116"/>
                  <a:pt x="3032714" y="488954"/>
                </a:cubicBezTo>
                <a:cubicBezTo>
                  <a:pt x="3034038" y="487336"/>
                  <a:pt x="3038744" y="486601"/>
                  <a:pt x="3040657" y="485424"/>
                </a:cubicBezTo>
                <a:cubicBezTo>
                  <a:pt x="3059323" y="469602"/>
                  <a:pt x="3077006" y="452656"/>
                  <a:pt x="3093606" y="434681"/>
                </a:cubicBezTo>
                <a:cubicBezTo>
                  <a:pt x="3103098" y="424454"/>
                  <a:pt x="3110095" y="412171"/>
                  <a:pt x="3114051" y="398792"/>
                </a:cubicBezTo>
                <a:cubicBezTo>
                  <a:pt x="3116555" y="394269"/>
                  <a:pt x="3118012" y="389243"/>
                  <a:pt x="3118316" y="384084"/>
                </a:cubicBezTo>
                <a:cubicBezTo>
                  <a:pt x="3117874" y="381731"/>
                  <a:pt x="3110814" y="384084"/>
                  <a:pt x="3107726" y="384084"/>
                </a:cubicBezTo>
                <a:cubicBezTo>
                  <a:pt x="3104637" y="384084"/>
                  <a:pt x="3102726" y="383936"/>
                  <a:pt x="3099636" y="384084"/>
                </a:cubicBezTo>
                <a:cubicBezTo>
                  <a:pt x="3096547" y="384231"/>
                  <a:pt x="3092282" y="387026"/>
                  <a:pt x="3088752" y="387026"/>
                </a:cubicBezTo>
                <a:cubicBezTo>
                  <a:pt x="3085371" y="388202"/>
                  <a:pt x="3081691" y="388202"/>
                  <a:pt x="3078309" y="387026"/>
                </a:cubicBezTo>
                <a:cubicBezTo>
                  <a:pt x="3072719" y="385261"/>
                  <a:pt x="3069778" y="380554"/>
                  <a:pt x="3062276" y="379524"/>
                </a:cubicBezTo>
                <a:cubicBezTo>
                  <a:pt x="3052155" y="375934"/>
                  <a:pt x="3044926" y="366941"/>
                  <a:pt x="3043596" y="356284"/>
                </a:cubicBezTo>
                <a:cubicBezTo>
                  <a:pt x="3042327" y="350830"/>
                  <a:pt x="3044266" y="345128"/>
                  <a:pt x="3048598" y="341576"/>
                </a:cubicBezTo>
                <a:cubicBezTo>
                  <a:pt x="3052423" y="338783"/>
                  <a:pt x="3054334" y="334811"/>
                  <a:pt x="3057424" y="332458"/>
                </a:cubicBezTo>
                <a:cubicBezTo>
                  <a:pt x="3060513" y="330104"/>
                  <a:pt x="3066101" y="329809"/>
                  <a:pt x="3068602" y="328193"/>
                </a:cubicBezTo>
                <a:cubicBezTo>
                  <a:pt x="3071102" y="326574"/>
                  <a:pt x="3073749" y="323633"/>
                  <a:pt x="3078014" y="322014"/>
                </a:cubicBezTo>
                <a:cubicBezTo>
                  <a:pt x="3082281" y="320396"/>
                  <a:pt x="3093164" y="322014"/>
                  <a:pt x="3100961" y="322014"/>
                </a:cubicBezTo>
                <a:cubicBezTo>
                  <a:pt x="3114360" y="320254"/>
                  <a:pt x="3127238" y="315694"/>
                  <a:pt x="3138761" y="308629"/>
                </a:cubicBezTo>
                <a:cubicBezTo>
                  <a:pt x="3138361" y="296603"/>
                  <a:pt x="3140831" y="284653"/>
                  <a:pt x="3145967" y="273771"/>
                </a:cubicBezTo>
                <a:cubicBezTo>
                  <a:pt x="3147706" y="266547"/>
                  <a:pt x="3148548" y="259138"/>
                  <a:pt x="3148467" y="251709"/>
                </a:cubicBezTo>
                <a:cubicBezTo>
                  <a:pt x="3149275" y="245374"/>
                  <a:pt x="3148926" y="238945"/>
                  <a:pt x="3147439" y="232735"/>
                </a:cubicBezTo>
                <a:cubicBezTo>
                  <a:pt x="3147291" y="227440"/>
                  <a:pt x="3150232" y="226851"/>
                  <a:pt x="3153322" y="225970"/>
                </a:cubicBezTo>
                <a:cubicBezTo>
                  <a:pt x="3163029" y="223321"/>
                  <a:pt x="3162882" y="227000"/>
                  <a:pt x="3168031" y="227146"/>
                </a:cubicBezTo>
                <a:cubicBezTo>
                  <a:pt x="3173177" y="227293"/>
                  <a:pt x="3174061" y="222586"/>
                  <a:pt x="3179502" y="223470"/>
                </a:cubicBezTo>
                <a:cubicBezTo>
                  <a:pt x="3182223" y="223910"/>
                  <a:pt x="3187224" y="223506"/>
                  <a:pt x="3191710" y="223304"/>
                </a:cubicBezTo>
                <a:close/>
                <a:moveTo>
                  <a:pt x="1143579" y="218762"/>
                </a:moveTo>
                <a:cubicBezTo>
                  <a:pt x="1146373" y="219057"/>
                  <a:pt x="1149609" y="223764"/>
                  <a:pt x="1154463" y="224792"/>
                </a:cubicBezTo>
                <a:cubicBezTo>
                  <a:pt x="1159316" y="225822"/>
                  <a:pt x="1166229" y="225676"/>
                  <a:pt x="1171818" y="226705"/>
                </a:cubicBezTo>
                <a:cubicBezTo>
                  <a:pt x="1174761" y="226705"/>
                  <a:pt x="1186526" y="226705"/>
                  <a:pt x="1189469" y="226705"/>
                </a:cubicBezTo>
                <a:cubicBezTo>
                  <a:pt x="1193445" y="226948"/>
                  <a:pt x="1197338" y="227945"/>
                  <a:pt x="1200941" y="229647"/>
                </a:cubicBezTo>
                <a:cubicBezTo>
                  <a:pt x="1202706" y="230677"/>
                  <a:pt x="1208884" y="232000"/>
                  <a:pt x="1211089" y="234500"/>
                </a:cubicBezTo>
                <a:cubicBezTo>
                  <a:pt x="1216085" y="239131"/>
                  <a:pt x="1219828" y="244950"/>
                  <a:pt x="1221974" y="251415"/>
                </a:cubicBezTo>
                <a:lnTo>
                  <a:pt x="1220061" y="252150"/>
                </a:lnTo>
                <a:cubicBezTo>
                  <a:pt x="1220797" y="257445"/>
                  <a:pt x="1219179" y="259210"/>
                  <a:pt x="1219179" y="263329"/>
                </a:cubicBezTo>
                <a:cubicBezTo>
                  <a:pt x="1219828" y="268997"/>
                  <a:pt x="1219828" y="274722"/>
                  <a:pt x="1219179" y="280390"/>
                </a:cubicBezTo>
                <a:cubicBezTo>
                  <a:pt x="1218444" y="283332"/>
                  <a:pt x="1214031" y="290539"/>
                  <a:pt x="1210501" y="298924"/>
                </a:cubicBezTo>
                <a:cubicBezTo>
                  <a:pt x="1209245" y="305235"/>
                  <a:pt x="1208412" y="311621"/>
                  <a:pt x="1208001" y="318044"/>
                </a:cubicBezTo>
                <a:cubicBezTo>
                  <a:pt x="1207854" y="327015"/>
                  <a:pt x="1207413" y="333635"/>
                  <a:pt x="1206089" y="352755"/>
                </a:cubicBezTo>
                <a:cubicBezTo>
                  <a:pt x="1205794" y="359227"/>
                  <a:pt x="1204029" y="365257"/>
                  <a:pt x="1202999" y="373935"/>
                </a:cubicBezTo>
                <a:cubicBezTo>
                  <a:pt x="1202559" y="377170"/>
                  <a:pt x="1201676" y="386290"/>
                  <a:pt x="1201676" y="391878"/>
                </a:cubicBezTo>
                <a:cubicBezTo>
                  <a:pt x="1201529" y="400263"/>
                  <a:pt x="1205353" y="401882"/>
                  <a:pt x="1205794" y="404087"/>
                </a:cubicBezTo>
                <a:cubicBezTo>
                  <a:pt x="1206236" y="406293"/>
                  <a:pt x="1206383" y="406735"/>
                  <a:pt x="1206971" y="411147"/>
                </a:cubicBezTo>
                <a:cubicBezTo>
                  <a:pt x="1207559" y="415560"/>
                  <a:pt x="1210061" y="417618"/>
                  <a:pt x="1209324" y="422178"/>
                </a:cubicBezTo>
                <a:cubicBezTo>
                  <a:pt x="1208589" y="426738"/>
                  <a:pt x="1204764" y="434386"/>
                  <a:pt x="1202706" y="445858"/>
                </a:cubicBezTo>
                <a:cubicBezTo>
                  <a:pt x="1201637" y="451073"/>
                  <a:pt x="1198645" y="455695"/>
                  <a:pt x="1194323" y="458801"/>
                </a:cubicBezTo>
                <a:cubicBezTo>
                  <a:pt x="1186856" y="465051"/>
                  <a:pt x="1178407" y="470020"/>
                  <a:pt x="1169318" y="473510"/>
                </a:cubicBezTo>
                <a:cubicBezTo>
                  <a:pt x="1159316" y="476746"/>
                  <a:pt x="1153139" y="490571"/>
                  <a:pt x="1147403" y="494248"/>
                </a:cubicBezTo>
                <a:cubicBezTo>
                  <a:pt x="1139918" y="498181"/>
                  <a:pt x="1132206" y="501668"/>
                  <a:pt x="1124311" y="504691"/>
                </a:cubicBezTo>
                <a:cubicBezTo>
                  <a:pt x="1113789" y="509228"/>
                  <a:pt x="1103901" y="515111"/>
                  <a:pt x="1094894" y="522194"/>
                </a:cubicBezTo>
                <a:cubicBezTo>
                  <a:pt x="1089113" y="525298"/>
                  <a:pt x="1083057" y="527859"/>
                  <a:pt x="1076803" y="529843"/>
                </a:cubicBezTo>
                <a:cubicBezTo>
                  <a:pt x="1067950" y="537357"/>
                  <a:pt x="1058506" y="544143"/>
                  <a:pt x="1048563" y="550141"/>
                </a:cubicBezTo>
                <a:cubicBezTo>
                  <a:pt x="1042826" y="552641"/>
                  <a:pt x="1035914" y="539551"/>
                  <a:pt x="1030470" y="533814"/>
                </a:cubicBezTo>
                <a:cubicBezTo>
                  <a:pt x="1026832" y="530530"/>
                  <a:pt x="1022949" y="527531"/>
                  <a:pt x="1018852" y="524843"/>
                </a:cubicBezTo>
                <a:cubicBezTo>
                  <a:pt x="1015615" y="522194"/>
                  <a:pt x="1016792" y="514693"/>
                  <a:pt x="1015615" y="510134"/>
                </a:cubicBezTo>
                <a:cubicBezTo>
                  <a:pt x="1014439" y="505575"/>
                  <a:pt x="1011497" y="499396"/>
                  <a:pt x="1011497" y="497338"/>
                </a:cubicBezTo>
                <a:cubicBezTo>
                  <a:pt x="1011801" y="493019"/>
                  <a:pt x="1014542" y="489251"/>
                  <a:pt x="1018557" y="487630"/>
                </a:cubicBezTo>
                <a:cubicBezTo>
                  <a:pt x="1021794" y="486600"/>
                  <a:pt x="1026352" y="488071"/>
                  <a:pt x="1029442" y="486600"/>
                </a:cubicBezTo>
                <a:cubicBezTo>
                  <a:pt x="1035347" y="483740"/>
                  <a:pt x="1041004" y="480395"/>
                  <a:pt x="1046356" y="476598"/>
                </a:cubicBezTo>
                <a:cubicBezTo>
                  <a:pt x="1051988" y="473361"/>
                  <a:pt x="1058093" y="471030"/>
                  <a:pt x="1064448" y="469686"/>
                </a:cubicBezTo>
                <a:cubicBezTo>
                  <a:pt x="1075286" y="464646"/>
                  <a:pt x="1085756" y="458846"/>
                  <a:pt x="1095776" y="452330"/>
                </a:cubicBezTo>
                <a:cubicBezTo>
                  <a:pt x="1100924" y="449535"/>
                  <a:pt x="1110484" y="444830"/>
                  <a:pt x="1110484" y="437621"/>
                </a:cubicBezTo>
                <a:cubicBezTo>
                  <a:pt x="1110887" y="426534"/>
                  <a:pt x="1110592" y="415432"/>
                  <a:pt x="1109603" y="404382"/>
                </a:cubicBezTo>
                <a:cubicBezTo>
                  <a:pt x="1107984" y="400998"/>
                  <a:pt x="1101806" y="399675"/>
                  <a:pt x="1101808" y="399675"/>
                </a:cubicBezTo>
                <a:cubicBezTo>
                  <a:pt x="1097031" y="401063"/>
                  <a:pt x="1092071" y="401709"/>
                  <a:pt x="1087099" y="401587"/>
                </a:cubicBezTo>
                <a:cubicBezTo>
                  <a:pt x="1082369" y="402898"/>
                  <a:pt x="1077748" y="404570"/>
                  <a:pt x="1073273" y="406587"/>
                </a:cubicBezTo>
                <a:cubicBezTo>
                  <a:pt x="1070478" y="407912"/>
                  <a:pt x="1065478" y="409235"/>
                  <a:pt x="1062829" y="407912"/>
                </a:cubicBezTo>
                <a:cubicBezTo>
                  <a:pt x="1059824" y="407118"/>
                  <a:pt x="1057338" y="405010"/>
                  <a:pt x="1056064" y="402175"/>
                </a:cubicBezTo>
                <a:cubicBezTo>
                  <a:pt x="1054142" y="396685"/>
                  <a:pt x="1053099" y="390927"/>
                  <a:pt x="1052976" y="385113"/>
                </a:cubicBezTo>
                <a:cubicBezTo>
                  <a:pt x="1051216" y="381376"/>
                  <a:pt x="1050215" y="377326"/>
                  <a:pt x="1050033" y="373200"/>
                </a:cubicBezTo>
                <a:cubicBezTo>
                  <a:pt x="1051381" y="365235"/>
                  <a:pt x="1051825" y="357142"/>
                  <a:pt x="1051358" y="349078"/>
                </a:cubicBezTo>
                <a:cubicBezTo>
                  <a:pt x="1051358" y="339517"/>
                  <a:pt x="1059299" y="336282"/>
                  <a:pt x="1066066" y="335105"/>
                </a:cubicBezTo>
                <a:cubicBezTo>
                  <a:pt x="1072831" y="333928"/>
                  <a:pt x="1078861" y="328927"/>
                  <a:pt x="1085628" y="328928"/>
                </a:cubicBezTo>
                <a:cubicBezTo>
                  <a:pt x="1090552" y="329078"/>
                  <a:pt x="1095481" y="328734"/>
                  <a:pt x="1100336" y="327898"/>
                </a:cubicBezTo>
                <a:cubicBezTo>
                  <a:pt x="1107308" y="325882"/>
                  <a:pt x="1113946" y="322860"/>
                  <a:pt x="1120046" y="318927"/>
                </a:cubicBezTo>
                <a:cubicBezTo>
                  <a:pt x="1123869" y="313337"/>
                  <a:pt x="1129606" y="309807"/>
                  <a:pt x="1129606" y="300982"/>
                </a:cubicBezTo>
                <a:cubicBezTo>
                  <a:pt x="1130488" y="284362"/>
                  <a:pt x="1135636" y="277007"/>
                  <a:pt x="1135636" y="262299"/>
                </a:cubicBezTo>
                <a:cubicBezTo>
                  <a:pt x="1136297" y="252904"/>
                  <a:pt x="1132674" y="243713"/>
                  <a:pt x="1125781" y="237295"/>
                </a:cubicBezTo>
                <a:cubicBezTo>
                  <a:pt x="1124385" y="235149"/>
                  <a:pt x="1124385" y="232382"/>
                  <a:pt x="1125781" y="230235"/>
                </a:cubicBezTo>
                <a:cubicBezTo>
                  <a:pt x="1129867" y="227962"/>
                  <a:pt x="1133585" y="225087"/>
                  <a:pt x="1136813" y="221704"/>
                </a:cubicBezTo>
                <a:cubicBezTo>
                  <a:pt x="1138312" y="219502"/>
                  <a:pt x="1140945" y="218358"/>
                  <a:pt x="1143579" y="218762"/>
                </a:cubicBezTo>
                <a:close/>
                <a:moveTo>
                  <a:pt x="1352437" y="199201"/>
                </a:moveTo>
                <a:cubicBezTo>
                  <a:pt x="1359202" y="199494"/>
                  <a:pt x="1360086" y="203319"/>
                  <a:pt x="1363174" y="205526"/>
                </a:cubicBezTo>
                <a:cubicBezTo>
                  <a:pt x="1365995" y="206811"/>
                  <a:pt x="1369047" y="207512"/>
                  <a:pt x="1372146" y="207584"/>
                </a:cubicBezTo>
                <a:cubicBezTo>
                  <a:pt x="1374941" y="208026"/>
                  <a:pt x="1377587" y="211998"/>
                  <a:pt x="1379059" y="215379"/>
                </a:cubicBezTo>
                <a:cubicBezTo>
                  <a:pt x="1382331" y="222147"/>
                  <a:pt x="1384230" y="229496"/>
                  <a:pt x="1384647" y="237001"/>
                </a:cubicBezTo>
                <a:cubicBezTo>
                  <a:pt x="1384059" y="253032"/>
                  <a:pt x="1372734" y="256562"/>
                  <a:pt x="1368616" y="266417"/>
                </a:cubicBezTo>
                <a:cubicBezTo>
                  <a:pt x="1366997" y="271178"/>
                  <a:pt x="1365960" y="276116"/>
                  <a:pt x="1365527" y="281126"/>
                </a:cubicBezTo>
                <a:cubicBezTo>
                  <a:pt x="1366997" y="289216"/>
                  <a:pt x="1375234" y="291422"/>
                  <a:pt x="1378764" y="285686"/>
                </a:cubicBezTo>
                <a:cubicBezTo>
                  <a:pt x="1385384" y="284216"/>
                  <a:pt x="1387442" y="280391"/>
                  <a:pt x="1392002" y="278184"/>
                </a:cubicBezTo>
                <a:cubicBezTo>
                  <a:pt x="1396562" y="275979"/>
                  <a:pt x="1403034" y="283332"/>
                  <a:pt x="1413329" y="285686"/>
                </a:cubicBezTo>
                <a:cubicBezTo>
                  <a:pt x="1419066" y="287009"/>
                  <a:pt x="1421419" y="301276"/>
                  <a:pt x="1425242" y="307896"/>
                </a:cubicBezTo>
                <a:cubicBezTo>
                  <a:pt x="1426970" y="313010"/>
                  <a:pt x="1427815" y="318382"/>
                  <a:pt x="1427742" y="323780"/>
                </a:cubicBezTo>
                <a:cubicBezTo>
                  <a:pt x="1427539" y="327863"/>
                  <a:pt x="1424557" y="331273"/>
                  <a:pt x="1420536" y="332017"/>
                </a:cubicBezTo>
                <a:cubicBezTo>
                  <a:pt x="1415389" y="333194"/>
                  <a:pt x="1412299" y="333929"/>
                  <a:pt x="1405827" y="335841"/>
                </a:cubicBezTo>
                <a:cubicBezTo>
                  <a:pt x="1400994" y="337927"/>
                  <a:pt x="1396640" y="340980"/>
                  <a:pt x="1393032" y="344812"/>
                </a:cubicBezTo>
                <a:cubicBezTo>
                  <a:pt x="1387296" y="348931"/>
                  <a:pt x="1381264" y="349814"/>
                  <a:pt x="1375087" y="354814"/>
                </a:cubicBezTo>
                <a:cubicBezTo>
                  <a:pt x="1366591" y="361276"/>
                  <a:pt x="1356891" y="365977"/>
                  <a:pt x="1346554" y="368640"/>
                </a:cubicBezTo>
                <a:cubicBezTo>
                  <a:pt x="1341273" y="378400"/>
                  <a:pt x="1337927" y="389087"/>
                  <a:pt x="1336699" y="400115"/>
                </a:cubicBezTo>
                <a:cubicBezTo>
                  <a:pt x="1336037" y="405038"/>
                  <a:pt x="1336387" y="410043"/>
                  <a:pt x="1337729" y="414824"/>
                </a:cubicBezTo>
                <a:cubicBezTo>
                  <a:pt x="1340229" y="423649"/>
                  <a:pt x="1338022" y="432033"/>
                  <a:pt x="1345671" y="440858"/>
                </a:cubicBezTo>
                <a:cubicBezTo>
                  <a:pt x="1351616" y="446470"/>
                  <a:pt x="1359292" y="449892"/>
                  <a:pt x="1367439" y="450565"/>
                </a:cubicBezTo>
                <a:cubicBezTo>
                  <a:pt x="1372699" y="450656"/>
                  <a:pt x="1377929" y="451348"/>
                  <a:pt x="1383031" y="452625"/>
                </a:cubicBezTo>
                <a:cubicBezTo>
                  <a:pt x="1386610" y="453813"/>
                  <a:pt x="1390308" y="454602"/>
                  <a:pt x="1394061" y="454978"/>
                </a:cubicBezTo>
                <a:cubicBezTo>
                  <a:pt x="1397328" y="457188"/>
                  <a:pt x="1401047" y="458646"/>
                  <a:pt x="1404946" y="459243"/>
                </a:cubicBezTo>
                <a:cubicBezTo>
                  <a:pt x="1410688" y="459006"/>
                  <a:pt x="1416434" y="459600"/>
                  <a:pt x="1422007" y="461008"/>
                </a:cubicBezTo>
                <a:lnTo>
                  <a:pt x="1422742" y="461302"/>
                </a:lnTo>
                <a:cubicBezTo>
                  <a:pt x="1430244" y="465851"/>
                  <a:pt x="1434072" y="474627"/>
                  <a:pt x="1432302" y="483218"/>
                </a:cubicBezTo>
                <a:cubicBezTo>
                  <a:pt x="1429915" y="491509"/>
                  <a:pt x="1427066" y="499659"/>
                  <a:pt x="1423772" y="507633"/>
                </a:cubicBezTo>
                <a:cubicBezTo>
                  <a:pt x="1421712" y="514105"/>
                  <a:pt x="1420389" y="520872"/>
                  <a:pt x="1416712" y="523666"/>
                </a:cubicBezTo>
                <a:cubicBezTo>
                  <a:pt x="1413034" y="526460"/>
                  <a:pt x="1403622" y="524402"/>
                  <a:pt x="1398327" y="526460"/>
                </a:cubicBezTo>
                <a:cubicBezTo>
                  <a:pt x="1392588" y="528917"/>
                  <a:pt x="1386466" y="530360"/>
                  <a:pt x="1380236" y="530725"/>
                </a:cubicBezTo>
                <a:cubicBezTo>
                  <a:pt x="1375822" y="530725"/>
                  <a:pt x="1370381" y="526460"/>
                  <a:pt x="1367586" y="525283"/>
                </a:cubicBezTo>
                <a:cubicBezTo>
                  <a:pt x="1361248" y="523396"/>
                  <a:pt x="1354607" y="522746"/>
                  <a:pt x="1348024" y="523372"/>
                </a:cubicBezTo>
                <a:cubicBezTo>
                  <a:pt x="1342729" y="523372"/>
                  <a:pt x="1328756" y="523372"/>
                  <a:pt x="1328756" y="523372"/>
                </a:cubicBezTo>
                <a:cubicBezTo>
                  <a:pt x="1325814" y="523372"/>
                  <a:pt x="1319491" y="519988"/>
                  <a:pt x="1312431" y="518665"/>
                </a:cubicBezTo>
                <a:cubicBezTo>
                  <a:pt x="1305371" y="517342"/>
                  <a:pt x="1293751" y="518958"/>
                  <a:pt x="1288602" y="517342"/>
                </a:cubicBezTo>
                <a:cubicBezTo>
                  <a:pt x="1284262" y="515779"/>
                  <a:pt x="1280191" y="513546"/>
                  <a:pt x="1276542" y="510722"/>
                </a:cubicBezTo>
                <a:cubicBezTo>
                  <a:pt x="1271972" y="505311"/>
                  <a:pt x="1268207" y="499267"/>
                  <a:pt x="1265364" y="492778"/>
                </a:cubicBezTo>
                <a:cubicBezTo>
                  <a:pt x="1264294" y="485870"/>
                  <a:pt x="1263801" y="478884"/>
                  <a:pt x="1263892" y="471892"/>
                </a:cubicBezTo>
                <a:cubicBezTo>
                  <a:pt x="1263304" y="467922"/>
                  <a:pt x="1258744" y="449977"/>
                  <a:pt x="1258744" y="447035"/>
                </a:cubicBezTo>
                <a:lnTo>
                  <a:pt x="1257716" y="431445"/>
                </a:lnTo>
                <a:cubicBezTo>
                  <a:pt x="1257700" y="426481"/>
                  <a:pt x="1257059" y="421539"/>
                  <a:pt x="1255804" y="416737"/>
                </a:cubicBezTo>
                <a:cubicBezTo>
                  <a:pt x="1253976" y="409181"/>
                  <a:pt x="1253183" y="401412"/>
                  <a:pt x="1253449" y="393645"/>
                </a:cubicBezTo>
                <a:cubicBezTo>
                  <a:pt x="1253302" y="381584"/>
                  <a:pt x="1256832" y="379672"/>
                  <a:pt x="1259627" y="356432"/>
                </a:cubicBezTo>
                <a:cubicBezTo>
                  <a:pt x="1259921" y="354079"/>
                  <a:pt x="1264776" y="347019"/>
                  <a:pt x="1264776" y="344812"/>
                </a:cubicBezTo>
                <a:cubicBezTo>
                  <a:pt x="1265657" y="333340"/>
                  <a:pt x="1268157" y="333487"/>
                  <a:pt x="1269187" y="325692"/>
                </a:cubicBezTo>
                <a:cubicBezTo>
                  <a:pt x="1270217" y="317897"/>
                  <a:pt x="1273306" y="308484"/>
                  <a:pt x="1273306" y="306131"/>
                </a:cubicBezTo>
                <a:cubicBezTo>
                  <a:pt x="1275071" y="294216"/>
                  <a:pt x="1275071" y="278772"/>
                  <a:pt x="1275072" y="275684"/>
                </a:cubicBezTo>
                <a:cubicBezTo>
                  <a:pt x="1275662" y="269330"/>
                  <a:pt x="1277148" y="263091"/>
                  <a:pt x="1279484" y="257151"/>
                </a:cubicBezTo>
                <a:cubicBezTo>
                  <a:pt x="1282214" y="247490"/>
                  <a:pt x="1284325" y="237665"/>
                  <a:pt x="1285809" y="227734"/>
                </a:cubicBezTo>
                <a:cubicBezTo>
                  <a:pt x="1285313" y="221011"/>
                  <a:pt x="1285560" y="214254"/>
                  <a:pt x="1286544" y="207584"/>
                </a:cubicBezTo>
                <a:cubicBezTo>
                  <a:pt x="1288602" y="200524"/>
                  <a:pt x="1292279" y="199348"/>
                  <a:pt x="1298162" y="199348"/>
                </a:cubicBezTo>
                <a:cubicBezTo>
                  <a:pt x="1300811" y="199201"/>
                  <a:pt x="1308606" y="202289"/>
                  <a:pt x="1312871" y="202438"/>
                </a:cubicBezTo>
                <a:cubicBezTo>
                  <a:pt x="1317137" y="202584"/>
                  <a:pt x="1323021" y="199643"/>
                  <a:pt x="1325962" y="199643"/>
                </a:cubicBezTo>
                <a:cubicBezTo>
                  <a:pt x="1329929" y="200183"/>
                  <a:pt x="1333859" y="200969"/>
                  <a:pt x="1337729" y="201996"/>
                </a:cubicBezTo>
                <a:cubicBezTo>
                  <a:pt x="1342550" y="200679"/>
                  <a:pt x="1347468" y="199744"/>
                  <a:pt x="1352437" y="199201"/>
                </a:cubicBezTo>
                <a:close/>
                <a:moveTo>
                  <a:pt x="427710" y="198541"/>
                </a:moveTo>
                <a:cubicBezTo>
                  <a:pt x="422352" y="198541"/>
                  <a:pt x="420411" y="204574"/>
                  <a:pt x="419272" y="210480"/>
                </a:cubicBezTo>
                <a:lnTo>
                  <a:pt x="419272" y="211071"/>
                </a:lnTo>
                <a:cubicBezTo>
                  <a:pt x="418723" y="214150"/>
                  <a:pt x="412142" y="247901"/>
                  <a:pt x="412142" y="247901"/>
                </a:cubicBezTo>
                <a:lnTo>
                  <a:pt x="411594" y="250644"/>
                </a:lnTo>
                <a:lnTo>
                  <a:pt x="406362" y="250644"/>
                </a:lnTo>
                <a:cubicBezTo>
                  <a:pt x="362904" y="250821"/>
                  <a:pt x="319660" y="244581"/>
                  <a:pt x="278024" y="232123"/>
                </a:cubicBezTo>
                <a:cubicBezTo>
                  <a:pt x="278982" y="242202"/>
                  <a:pt x="282868" y="251778"/>
                  <a:pt x="289204" y="259672"/>
                </a:cubicBezTo>
                <a:cubicBezTo>
                  <a:pt x="297102" y="269093"/>
                  <a:pt x="307780" y="275767"/>
                  <a:pt x="319707" y="278741"/>
                </a:cubicBezTo>
                <a:lnTo>
                  <a:pt x="322238" y="279247"/>
                </a:lnTo>
                <a:lnTo>
                  <a:pt x="322238" y="281821"/>
                </a:lnTo>
                <a:lnTo>
                  <a:pt x="322407" y="281821"/>
                </a:lnTo>
                <a:cubicBezTo>
                  <a:pt x="323339" y="290419"/>
                  <a:pt x="327301" y="298405"/>
                  <a:pt x="333587" y="304350"/>
                </a:cubicBezTo>
                <a:cubicBezTo>
                  <a:pt x="340404" y="309383"/>
                  <a:pt x="348699" y="312007"/>
                  <a:pt x="357170" y="311817"/>
                </a:cubicBezTo>
                <a:cubicBezTo>
                  <a:pt x="359111" y="311817"/>
                  <a:pt x="360334" y="311817"/>
                  <a:pt x="360334" y="311817"/>
                </a:cubicBezTo>
                <a:lnTo>
                  <a:pt x="362992" y="311480"/>
                </a:lnTo>
                <a:lnTo>
                  <a:pt x="363920" y="313969"/>
                </a:lnTo>
                <a:cubicBezTo>
                  <a:pt x="367439" y="321132"/>
                  <a:pt x="373860" y="326448"/>
                  <a:pt x="381555" y="328566"/>
                </a:cubicBezTo>
                <a:cubicBezTo>
                  <a:pt x="384479" y="329473"/>
                  <a:pt x="387525" y="329929"/>
                  <a:pt x="390584" y="329916"/>
                </a:cubicBezTo>
                <a:cubicBezTo>
                  <a:pt x="394566" y="329912"/>
                  <a:pt x="398519" y="329224"/>
                  <a:pt x="402270" y="327891"/>
                </a:cubicBezTo>
                <a:lnTo>
                  <a:pt x="408472" y="325318"/>
                </a:lnTo>
                <a:lnTo>
                  <a:pt x="399359" y="362570"/>
                </a:lnTo>
                <a:lnTo>
                  <a:pt x="456736" y="362570"/>
                </a:lnTo>
                <a:lnTo>
                  <a:pt x="447581" y="325275"/>
                </a:lnTo>
                <a:lnTo>
                  <a:pt x="453825" y="327891"/>
                </a:lnTo>
                <a:cubicBezTo>
                  <a:pt x="457562" y="329228"/>
                  <a:pt x="461499" y="329916"/>
                  <a:pt x="465469" y="329916"/>
                </a:cubicBezTo>
                <a:cubicBezTo>
                  <a:pt x="468527" y="329925"/>
                  <a:pt x="471573" y="329473"/>
                  <a:pt x="474497" y="328566"/>
                </a:cubicBezTo>
                <a:cubicBezTo>
                  <a:pt x="482196" y="326453"/>
                  <a:pt x="488618" y="321137"/>
                  <a:pt x="492132" y="313969"/>
                </a:cubicBezTo>
                <a:lnTo>
                  <a:pt x="493060" y="311480"/>
                </a:lnTo>
                <a:lnTo>
                  <a:pt x="495718" y="311817"/>
                </a:lnTo>
                <a:cubicBezTo>
                  <a:pt x="495718" y="311817"/>
                  <a:pt x="496941" y="311817"/>
                  <a:pt x="498882" y="311817"/>
                </a:cubicBezTo>
                <a:cubicBezTo>
                  <a:pt x="507354" y="312007"/>
                  <a:pt x="515648" y="309383"/>
                  <a:pt x="522466" y="304350"/>
                </a:cubicBezTo>
                <a:cubicBezTo>
                  <a:pt x="528794" y="298422"/>
                  <a:pt x="532768" y="290406"/>
                  <a:pt x="533646" y="281779"/>
                </a:cubicBezTo>
                <a:lnTo>
                  <a:pt x="533646" y="279247"/>
                </a:lnTo>
                <a:lnTo>
                  <a:pt x="536177" y="278741"/>
                </a:lnTo>
                <a:cubicBezTo>
                  <a:pt x="548070" y="275721"/>
                  <a:pt x="558723" y="269051"/>
                  <a:pt x="566637" y="259672"/>
                </a:cubicBezTo>
                <a:cubicBezTo>
                  <a:pt x="572974" y="251778"/>
                  <a:pt x="576860" y="242202"/>
                  <a:pt x="577817" y="232123"/>
                </a:cubicBezTo>
                <a:cubicBezTo>
                  <a:pt x="536223" y="244569"/>
                  <a:pt x="493022" y="250808"/>
                  <a:pt x="449606" y="250644"/>
                </a:cubicBezTo>
                <a:lnTo>
                  <a:pt x="444374" y="250644"/>
                </a:lnTo>
                <a:lnTo>
                  <a:pt x="443826" y="247901"/>
                </a:lnTo>
                <a:cubicBezTo>
                  <a:pt x="443826" y="247901"/>
                  <a:pt x="437287" y="213982"/>
                  <a:pt x="436696" y="211071"/>
                </a:cubicBezTo>
                <a:lnTo>
                  <a:pt x="436696" y="210480"/>
                </a:lnTo>
                <a:cubicBezTo>
                  <a:pt x="435599" y="204574"/>
                  <a:pt x="433700" y="198541"/>
                  <a:pt x="428258" y="198541"/>
                </a:cubicBezTo>
                <a:close/>
                <a:moveTo>
                  <a:pt x="494072" y="197065"/>
                </a:moveTo>
                <a:cubicBezTo>
                  <a:pt x="500350" y="199246"/>
                  <a:pt x="506008" y="202908"/>
                  <a:pt x="510568" y="207738"/>
                </a:cubicBezTo>
                <a:cubicBezTo>
                  <a:pt x="504143" y="209131"/>
                  <a:pt x="497532" y="209489"/>
                  <a:pt x="490993" y="208793"/>
                </a:cubicBezTo>
                <a:cubicBezTo>
                  <a:pt x="482893" y="207949"/>
                  <a:pt x="476395" y="198161"/>
                  <a:pt x="476395" y="198161"/>
                </a:cubicBezTo>
                <a:cubicBezTo>
                  <a:pt x="482007" y="195871"/>
                  <a:pt x="488221" y="195482"/>
                  <a:pt x="494072" y="197065"/>
                </a:cubicBezTo>
                <a:close/>
                <a:moveTo>
                  <a:pt x="2355689" y="195083"/>
                </a:moveTo>
                <a:cubicBezTo>
                  <a:pt x="2361131" y="195083"/>
                  <a:pt x="2365544" y="200820"/>
                  <a:pt x="2370398" y="200820"/>
                </a:cubicBezTo>
                <a:cubicBezTo>
                  <a:pt x="2380259" y="200102"/>
                  <a:pt x="2390171" y="200844"/>
                  <a:pt x="2399814" y="203025"/>
                </a:cubicBezTo>
                <a:lnTo>
                  <a:pt x="2401139" y="203761"/>
                </a:lnTo>
                <a:cubicBezTo>
                  <a:pt x="2402904" y="205231"/>
                  <a:pt x="2404081" y="213910"/>
                  <a:pt x="2406139" y="215821"/>
                </a:cubicBezTo>
                <a:cubicBezTo>
                  <a:pt x="2411891" y="221238"/>
                  <a:pt x="2415495" y="228551"/>
                  <a:pt x="2416288" y="236413"/>
                </a:cubicBezTo>
                <a:cubicBezTo>
                  <a:pt x="2415848" y="242296"/>
                  <a:pt x="2408051" y="251709"/>
                  <a:pt x="2408051" y="253916"/>
                </a:cubicBezTo>
                <a:cubicBezTo>
                  <a:pt x="2408486" y="259575"/>
                  <a:pt x="2407149" y="265229"/>
                  <a:pt x="2404228" y="270094"/>
                </a:cubicBezTo>
                <a:cubicBezTo>
                  <a:pt x="2398312" y="278161"/>
                  <a:pt x="2393375" y="286900"/>
                  <a:pt x="2389519" y="296129"/>
                </a:cubicBezTo>
                <a:cubicBezTo>
                  <a:pt x="2387901" y="299218"/>
                  <a:pt x="2377899" y="307159"/>
                  <a:pt x="2376281" y="310837"/>
                </a:cubicBezTo>
                <a:cubicBezTo>
                  <a:pt x="2366279" y="333636"/>
                  <a:pt x="2355101" y="349521"/>
                  <a:pt x="2346864" y="372317"/>
                </a:cubicBezTo>
                <a:cubicBezTo>
                  <a:pt x="2345541" y="375994"/>
                  <a:pt x="2339806" y="383496"/>
                  <a:pt x="2337011" y="382172"/>
                </a:cubicBezTo>
                <a:cubicBezTo>
                  <a:pt x="2333175" y="380447"/>
                  <a:pt x="2328785" y="380447"/>
                  <a:pt x="2324949" y="382172"/>
                </a:cubicBezTo>
                <a:cubicBezTo>
                  <a:pt x="2323038" y="383791"/>
                  <a:pt x="2314948" y="383642"/>
                  <a:pt x="2312299" y="386291"/>
                </a:cubicBezTo>
                <a:cubicBezTo>
                  <a:pt x="2309653" y="388937"/>
                  <a:pt x="2296121" y="386879"/>
                  <a:pt x="2293474" y="392027"/>
                </a:cubicBezTo>
                <a:cubicBezTo>
                  <a:pt x="2291561" y="396743"/>
                  <a:pt x="2291561" y="402020"/>
                  <a:pt x="2293474" y="406735"/>
                </a:cubicBezTo>
                <a:cubicBezTo>
                  <a:pt x="2297739" y="411736"/>
                  <a:pt x="2306418" y="406735"/>
                  <a:pt x="2308181" y="404087"/>
                </a:cubicBezTo>
                <a:cubicBezTo>
                  <a:pt x="2311015" y="400685"/>
                  <a:pt x="2315229" y="398741"/>
                  <a:pt x="2319654" y="398792"/>
                </a:cubicBezTo>
                <a:cubicBezTo>
                  <a:pt x="2324756" y="401020"/>
                  <a:pt x="2330081" y="402697"/>
                  <a:pt x="2335539" y="403794"/>
                </a:cubicBezTo>
                <a:cubicBezTo>
                  <a:pt x="2339162" y="404368"/>
                  <a:pt x="2341837" y="407480"/>
                  <a:pt x="2341864" y="411147"/>
                </a:cubicBezTo>
                <a:cubicBezTo>
                  <a:pt x="2341955" y="418016"/>
                  <a:pt x="2343353" y="424805"/>
                  <a:pt x="2345983" y="431150"/>
                </a:cubicBezTo>
                <a:cubicBezTo>
                  <a:pt x="2346102" y="434100"/>
                  <a:pt x="2345220" y="437001"/>
                  <a:pt x="2343483" y="439387"/>
                </a:cubicBezTo>
                <a:cubicBezTo>
                  <a:pt x="2339028" y="443379"/>
                  <a:pt x="2334086" y="446788"/>
                  <a:pt x="2328774" y="449535"/>
                </a:cubicBezTo>
                <a:cubicBezTo>
                  <a:pt x="2325243" y="451742"/>
                  <a:pt x="2317301" y="452330"/>
                  <a:pt x="2312299" y="455567"/>
                </a:cubicBezTo>
                <a:cubicBezTo>
                  <a:pt x="2309265" y="457845"/>
                  <a:pt x="2307384" y="461339"/>
                  <a:pt x="2307153" y="465127"/>
                </a:cubicBezTo>
                <a:cubicBezTo>
                  <a:pt x="2307153" y="471452"/>
                  <a:pt x="2312006" y="471452"/>
                  <a:pt x="2315094" y="471452"/>
                </a:cubicBezTo>
                <a:cubicBezTo>
                  <a:pt x="2318184" y="471452"/>
                  <a:pt x="2330979" y="467334"/>
                  <a:pt x="2337011" y="467334"/>
                </a:cubicBezTo>
                <a:cubicBezTo>
                  <a:pt x="2342499" y="467610"/>
                  <a:pt x="2347996" y="467610"/>
                  <a:pt x="2353484" y="467334"/>
                </a:cubicBezTo>
                <a:cubicBezTo>
                  <a:pt x="2360050" y="465115"/>
                  <a:pt x="2366869" y="463731"/>
                  <a:pt x="2373781" y="463215"/>
                </a:cubicBezTo>
                <a:cubicBezTo>
                  <a:pt x="2380253" y="464834"/>
                  <a:pt x="2387459" y="458802"/>
                  <a:pt x="2391578" y="463215"/>
                </a:cubicBezTo>
                <a:cubicBezTo>
                  <a:pt x="2391578" y="470864"/>
                  <a:pt x="2406286" y="474394"/>
                  <a:pt x="2406286" y="486307"/>
                </a:cubicBezTo>
                <a:cubicBezTo>
                  <a:pt x="2406286" y="503369"/>
                  <a:pt x="2394961" y="522637"/>
                  <a:pt x="2380253" y="523813"/>
                </a:cubicBezTo>
                <a:cubicBezTo>
                  <a:pt x="2374074" y="524402"/>
                  <a:pt x="2378341" y="519695"/>
                  <a:pt x="2356573" y="519695"/>
                </a:cubicBezTo>
                <a:cubicBezTo>
                  <a:pt x="2337158" y="519988"/>
                  <a:pt x="2320536" y="521312"/>
                  <a:pt x="2317448" y="521312"/>
                </a:cubicBezTo>
                <a:cubicBezTo>
                  <a:pt x="2310315" y="521401"/>
                  <a:pt x="2303187" y="520958"/>
                  <a:pt x="2296121" y="519988"/>
                </a:cubicBezTo>
                <a:cubicBezTo>
                  <a:pt x="2289853" y="520121"/>
                  <a:pt x="2283606" y="520761"/>
                  <a:pt x="2277441" y="521902"/>
                </a:cubicBezTo>
                <a:cubicBezTo>
                  <a:pt x="2270591" y="523664"/>
                  <a:pt x="2263605" y="524845"/>
                  <a:pt x="2256556" y="525432"/>
                </a:cubicBezTo>
                <a:cubicBezTo>
                  <a:pt x="2247818" y="525305"/>
                  <a:pt x="2239150" y="527008"/>
                  <a:pt x="2231111" y="530432"/>
                </a:cubicBezTo>
                <a:cubicBezTo>
                  <a:pt x="2222447" y="532203"/>
                  <a:pt x="2213626" y="533089"/>
                  <a:pt x="2204783" y="533078"/>
                </a:cubicBezTo>
                <a:cubicBezTo>
                  <a:pt x="2196081" y="536783"/>
                  <a:pt x="2187009" y="539545"/>
                  <a:pt x="2177720" y="541315"/>
                </a:cubicBezTo>
                <a:cubicBezTo>
                  <a:pt x="2172718" y="541903"/>
                  <a:pt x="2161100" y="540433"/>
                  <a:pt x="2160658" y="532343"/>
                </a:cubicBezTo>
                <a:cubicBezTo>
                  <a:pt x="2160216" y="524253"/>
                  <a:pt x="2155805" y="519988"/>
                  <a:pt x="2156835" y="509545"/>
                </a:cubicBezTo>
                <a:cubicBezTo>
                  <a:pt x="2157716" y="506457"/>
                  <a:pt x="2157716" y="501457"/>
                  <a:pt x="2157715" y="499103"/>
                </a:cubicBezTo>
                <a:cubicBezTo>
                  <a:pt x="2157743" y="494431"/>
                  <a:pt x="2159844" y="490011"/>
                  <a:pt x="2163451" y="487042"/>
                </a:cubicBezTo>
                <a:cubicBezTo>
                  <a:pt x="2164481" y="486749"/>
                  <a:pt x="2166835" y="481600"/>
                  <a:pt x="2169776" y="481895"/>
                </a:cubicBezTo>
                <a:cubicBezTo>
                  <a:pt x="2172718" y="482189"/>
                  <a:pt x="2173308" y="485719"/>
                  <a:pt x="2177720" y="485719"/>
                </a:cubicBezTo>
                <a:cubicBezTo>
                  <a:pt x="2185748" y="483981"/>
                  <a:pt x="2193546" y="481316"/>
                  <a:pt x="2200960" y="477777"/>
                </a:cubicBezTo>
                <a:cubicBezTo>
                  <a:pt x="2210507" y="472899"/>
                  <a:pt x="2220330" y="468578"/>
                  <a:pt x="2230376" y="464834"/>
                </a:cubicBezTo>
                <a:cubicBezTo>
                  <a:pt x="2234200" y="459390"/>
                  <a:pt x="2227875" y="456597"/>
                  <a:pt x="2225521" y="456597"/>
                </a:cubicBezTo>
                <a:cubicBezTo>
                  <a:pt x="2221446" y="457696"/>
                  <a:pt x="2217101" y="457113"/>
                  <a:pt x="2213461" y="454979"/>
                </a:cubicBezTo>
                <a:cubicBezTo>
                  <a:pt x="2207431" y="453949"/>
                  <a:pt x="2204930" y="452479"/>
                  <a:pt x="2203311" y="449830"/>
                </a:cubicBezTo>
                <a:cubicBezTo>
                  <a:pt x="2201695" y="447184"/>
                  <a:pt x="2202870" y="444094"/>
                  <a:pt x="2203311" y="439975"/>
                </a:cubicBezTo>
                <a:cubicBezTo>
                  <a:pt x="2203753" y="435857"/>
                  <a:pt x="2204046" y="431445"/>
                  <a:pt x="2204636" y="427915"/>
                </a:cubicBezTo>
                <a:cubicBezTo>
                  <a:pt x="2205225" y="424385"/>
                  <a:pt x="2205665" y="419090"/>
                  <a:pt x="2211255" y="419090"/>
                </a:cubicBezTo>
                <a:cubicBezTo>
                  <a:pt x="2214343" y="419090"/>
                  <a:pt x="2215078" y="421296"/>
                  <a:pt x="2218020" y="421296"/>
                </a:cubicBezTo>
                <a:cubicBezTo>
                  <a:pt x="2220961" y="421296"/>
                  <a:pt x="2222285" y="419972"/>
                  <a:pt x="2225228" y="419972"/>
                </a:cubicBezTo>
                <a:cubicBezTo>
                  <a:pt x="2227564" y="420361"/>
                  <a:pt x="2229951" y="420361"/>
                  <a:pt x="2232288" y="419972"/>
                </a:cubicBezTo>
                <a:cubicBezTo>
                  <a:pt x="2234893" y="418692"/>
                  <a:pt x="2237086" y="416705"/>
                  <a:pt x="2238613" y="414236"/>
                </a:cubicBezTo>
                <a:cubicBezTo>
                  <a:pt x="2239935" y="409452"/>
                  <a:pt x="2240483" y="404486"/>
                  <a:pt x="2240230" y="399527"/>
                </a:cubicBezTo>
                <a:cubicBezTo>
                  <a:pt x="2239641" y="395557"/>
                  <a:pt x="2236111" y="396146"/>
                  <a:pt x="2231551" y="398351"/>
                </a:cubicBezTo>
                <a:cubicBezTo>
                  <a:pt x="2227959" y="399660"/>
                  <a:pt x="2224270" y="400693"/>
                  <a:pt x="2220520" y="401441"/>
                </a:cubicBezTo>
                <a:cubicBezTo>
                  <a:pt x="2217178" y="402353"/>
                  <a:pt x="2213792" y="403090"/>
                  <a:pt x="2210371" y="403646"/>
                </a:cubicBezTo>
                <a:cubicBezTo>
                  <a:pt x="2207582" y="403658"/>
                  <a:pt x="2204808" y="403263"/>
                  <a:pt x="2202135" y="402469"/>
                </a:cubicBezTo>
                <a:cubicBezTo>
                  <a:pt x="2198016" y="401441"/>
                  <a:pt x="2199046" y="398940"/>
                  <a:pt x="2198016" y="395997"/>
                </a:cubicBezTo>
                <a:cubicBezTo>
                  <a:pt x="2196353" y="393093"/>
                  <a:pt x="2195255" y="389899"/>
                  <a:pt x="2194781" y="386584"/>
                </a:cubicBezTo>
                <a:cubicBezTo>
                  <a:pt x="2195370" y="378201"/>
                  <a:pt x="2188603" y="375112"/>
                  <a:pt x="2187428" y="372906"/>
                </a:cubicBezTo>
                <a:cubicBezTo>
                  <a:pt x="2185210" y="368279"/>
                  <a:pt x="2183816" y="363302"/>
                  <a:pt x="2183308" y="358197"/>
                </a:cubicBezTo>
                <a:cubicBezTo>
                  <a:pt x="2183308" y="348637"/>
                  <a:pt x="2192281" y="341136"/>
                  <a:pt x="2191251" y="335106"/>
                </a:cubicBezTo>
                <a:cubicBezTo>
                  <a:pt x="2188580" y="322885"/>
                  <a:pt x="2187297" y="310402"/>
                  <a:pt x="2187426" y="297894"/>
                </a:cubicBezTo>
                <a:cubicBezTo>
                  <a:pt x="2187868" y="294511"/>
                  <a:pt x="2182720" y="288774"/>
                  <a:pt x="2182720" y="282009"/>
                </a:cubicBezTo>
                <a:cubicBezTo>
                  <a:pt x="2182937" y="277933"/>
                  <a:pt x="2183578" y="273892"/>
                  <a:pt x="2184631" y="269948"/>
                </a:cubicBezTo>
                <a:cubicBezTo>
                  <a:pt x="2186742" y="263252"/>
                  <a:pt x="2188123" y="256348"/>
                  <a:pt x="2188751" y="249356"/>
                </a:cubicBezTo>
                <a:cubicBezTo>
                  <a:pt x="2187868" y="240091"/>
                  <a:pt x="2192575" y="228471"/>
                  <a:pt x="2198900" y="228471"/>
                </a:cubicBezTo>
                <a:cubicBezTo>
                  <a:pt x="2205225" y="228471"/>
                  <a:pt x="2205076" y="236413"/>
                  <a:pt x="2211990" y="236413"/>
                </a:cubicBezTo>
                <a:cubicBezTo>
                  <a:pt x="2216151" y="236627"/>
                  <a:pt x="2220322" y="236181"/>
                  <a:pt x="2224345" y="235089"/>
                </a:cubicBezTo>
                <a:cubicBezTo>
                  <a:pt x="2225816" y="234059"/>
                  <a:pt x="2237141" y="231265"/>
                  <a:pt x="2240524" y="229941"/>
                </a:cubicBezTo>
                <a:cubicBezTo>
                  <a:pt x="2250378" y="226411"/>
                  <a:pt x="2257438" y="221999"/>
                  <a:pt x="2268175" y="218616"/>
                </a:cubicBezTo>
                <a:cubicBezTo>
                  <a:pt x="2275383" y="216410"/>
                  <a:pt x="2284354" y="218321"/>
                  <a:pt x="2290091" y="216410"/>
                </a:cubicBezTo>
                <a:cubicBezTo>
                  <a:pt x="2305976" y="210968"/>
                  <a:pt x="2350248" y="195083"/>
                  <a:pt x="2355689" y="195083"/>
                </a:cubicBezTo>
                <a:close/>
                <a:moveTo>
                  <a:pt x="139476" y="178416"/>
                </a:moveTo>
                <a:cubicBezTo>
                  <a:pt x="138928" y="178416"/>
                  <a:pt x="138084" y="179091"/>
                  <a:pt x="137746" y="179091"/>
                </a:cubicBezTo>
                <a:cubicBezTo>
                  <a:pt x="137139" y="179344"/>
                  <a:pt x="136582" y="179699"/>
                  <a:pt x="136101" y="180146"/>
                </a:cubicBezTo>
                <a:cubicBezTo>
                  <a:pt x="135763" y="180526"/>
                  <a:pt x="134920" y="181791"/>
                  <a:pt x="134160" y="182340"/>
                </a:cubicBezTo>
                <a:cubicBezTo>
                  <a:pt x="133401" y="182888"/>
                  <a:pt x="132473" y="183816"/>
                  <a:pt x="131967" y="184196"/>
                </a:cubicBezTo>
                <a:cubicBezTo>
                  <a:pt x="131460" y="184576"/>
                  <a:pt x="130363" y="184534"/>
                  <a:pt x="130026" y="184829"/>
                </a:cubicBezTo>
                <a:cubicBezTo>
                  <a:pt x="129684" y="185103"/>
                  <a:pt x="129524" y="185538"/>
                  <a:pt x="129604" y="185968"/>
                </a:cubicBezTo>
                <a:lnTo>
                  <a:pt x="129562" y="185968"/>
                </a:lnTo>
                <a:cubicBezTo>
                  <a:pt x="129600" y="186706"/>
                  <a:pt x="129528" y="187445"/>
                  <a:pt x="129351" y="188162"/>
                </a:cubicBezTo>
                <a:cubicBezTo>
                  <a:pt x="129452" y="188580"/>
                  <a:pt x="129777" y="188904"/>
                  <a:pt x="130195" y="189006"/>
                </a:cubicBezTo>
                <a:cubicBezTo>
                  <a:pt x="131772" y="188850"/>
                  <a:pt x="133338" y="189444"/>
                  <a:pt x="134414" y="190609"/>
                </a:cubicBezTo>
                <a:cubicBezTo>
                  <a:pt x="136059" y="192296"/>
                  <a:pt x="136481" y="193689"/>
                  <a:pt x="138379" y="195671"/>
                </a:cubicBezTo>
                <a:cubicBezTo>
                  <a:pt x="139476" y="196726"/>
                  <a:pt x="139223" y="197781"/>
                  <a:pt x="139476" y="198836"/>
                </a:cubicBezTo>
                <a:cubicBezTo>
                  <a:pt x="139244" y="200017"/>
                  <a:pt x="138860" y="201169"/>
                  <a:pt x="138337" y="202253"/>
                </a:cubicBezTo>
                <a:cubicBezTo>
                  <a:pt x="137886" y="202890"/>
                  <a:pt x="137392" y="203497"/>
                  <a:pt x="136860" y="204067"/>
                </a:cubicBezTo>
                <a:cubicBezTo>
                  <a:pt x="136101" y="204911"/>
                  <a:pt x="136017" y="206176"/>
                  <a:pt x="135384" y="207147"/>
                </a:cubicBezTo>
                <a:cubicBezTo>
                  <a:pt x="134515" y="208071"/>
                  <a:pt x="134515" y="209514"/>
                  <a:pt x="135384" y="210438"/>
                </a:cubicBezTo>
                <a:cubicBezTo>
                  <a:pt x="136409" y="211294"/>
                  <a:pt x="137346" y="212256"/>
                  <a:pt x="138168" y="213306"/>
                </a:cubicBezTo>
                <a:cubicBezTo>
                  <a:pt x="138886" y="214024"/>
                  <a:pt x="139054" y="213770"/>
                  <a:pt x="139898" y="214277"/>
                </a:cubicBezTo>
                <a:cubicBezTo>
                  <a:pt x="140742" y="214783"/>
                  <a:pt x="141206" y="215500"/>
                  <a:pt x="142303" y="215838"/>
                </a:cubicBezTo>
                <a:cubicBezTo>
                  <a:pt x="142771" y="216053"/>
                  <a:pt x="143311" y="216053"/>
                  <a:pt x="143779" y="215838"/>
                </a:cubicBezTo>
                <a:cubicBezTo>
                  <a:pt x="144243" y="215627"/>
                  <a:pt x="144539" y="214825"/>
                  <a:pt x="144792" y="214403"/>
                </a:cubicBezTo>
                <a:cubicBezTo>
                  <a:pt x="145049" y="213635"/>
                  <a:pt x="145357" y="212889"/>
                  <a:pt x="145720" y="212167"/>
                </a:cubicBezTo>
                <a:cubicBezTo>
                  <a:pt x="146311" y="211594"/>
                  <a:pt x="146796" y="210923"/>
                  <a:pt x="147154" y="210184"/>
                </a:cubicBezTo>
                <a:cubicBezTo>
                  <a:pt x="147154" y="210184"/>
                  <a:pt x="147998" y="209762"/>
                  <a:pt x="148589" y="209762"/>
                </a:cubicBezTo>
                <a:cubicBezTo>
                  <a:pt x="150061" y="210893"/>
                  <a:pt x="151470" y="212104"/>
                  <a:pt x="152808" y="213391"/>
                </a:cubicBezTo>
                <a:cubicBezTo>
                  <a:pt x="153525" y="214234"/>
                  <a:pt x="153061" y="215922"/>
                  <a:pt x="152808" y="216766"/>
                </a:cubicBezTo>
                <a:cubicBezTo>
                  <a:pt x="152491" y="218711"/>
                  <a:pt x="152023" y="220630"/>
                  <a:pt x="151416" y="222503"/>
                </a:cubicBezTo>
                <a:cubicBezTo>
                  <a:pt x="150842" y="223411"/>
                  <a:pt x="150428" y="224410"/>
                  <a:pt x="150192" y="225457"/>
                </a:cubicBezTo>
                <a:cubicBezTo>
                  <a:pt x="150044" y="226528"/>
                  <a:pt x="149804" y="227587"/>
                  <a:pt x="149475" y="228621"/>
                </a:cubicBezTo>
                <a:cubicBezTo>
                  <a:pt x="149306" y="229169"/>
                  <a:pt x="148631" y="229507"/>
                  <a:pt x="148378" y="230055"/>
                </a:cubicBezTo>
                <a:cubicBezTo>
                  <a:pt x="148142" y="230730"/>
                  <a:pt x="148306" y="231481"/>
                  <a:pt x="148800" y="231996"/>
                </a:cubicBezTo>
                <a:cubicBezTo>
                  <a:pt x="149011" y="232207"/>
                  <a:pt x="150192" y="232587"/>
                  <a:pt x="150783" y="232924"/>
                </a:cubicBezTo>
                <a:cubicBezTo>
                  <a:pt x="151373" y="233262"/>
                  <a:pt x="152217" y="234190"/>
                  <a:pt x="152892" y="234190"/>
                </a:cubicBezTo>
                <a:cubicBezTo>
                  <a:pt x="153685" y="234000"/>
                  <a:pt x="154487" y="233857"/>
                  <a:pt x="155297" y="233768"/>
                </a:cubicBezTo>
                <a:cubicBezTo>
                  <a:pt x="156605" y="233768"/>
                  <a:pt x="158967" y="234401"/>
                  <a:pt x="159305" y="233473"/>
                </a:cubicBezTo>
                <a:cubicBezTo>
                  <a:pt x="159697" y="231595"/>
                  <a:pt x="159938" y="229692"/>
                  <a:pt x="160022" y="227777"/>
                </a:cubicBezTo>
                <a:cubicBezTo>
                  <a:pt x="160482" y="226786"/>
                  <a:pt x="160849" y="225756"/>
                  <a:pt x="161119" y="224697"/>
                </a:cubicBezTo>
                <a:cubicBezTo>
                  <a:pt x="161305" y="222807"/>
                  <a:pt x="161731" y="220951"/>
                  <a:pt x="162385" y="219171"/>
                </a:cubicBezTo>
                <a:cubicBezTo>
                  <a:pt x="162908" y="217880"/>
                  <a:pt x="163347" y="216555"/>
                  <a:pt x="163693" y="215205"/>
                </a:cubicBezTo>
                <a:cubicBezTo>
                  <a:pt x="163946" y="214108"/>
                  <a:pt x="162975" y="211830"/>
                  <a:pt x="163693" y="210227"/>
                </a:cubicBezTo>
                <a:cubicBezTo>
                  <a:pt x="164287" y="208720"/>
                  <a:pt x="164616" y="207122"/>
                  <a:pt x="164663" y="205501"/>
                </a:cubicBezTo>
                <a:cubicBezTo>
                  <a:pt x="164785" y="204632"/>
                  <a:pt x="164557" y="203755"/>
                  <a:pt x="164030" y="203055"/>
                </a:cubicBezTo>
                <a:cubicBezTo>
                  <a:pt x="162891" y="201493"/>
                  <a:pt x="162216" y="199933"/>
                  <a:pt x="161921" y="199553"/>
                </a:cubicBezTo>
                <a:cubicBezTo>
                  <a:pt x="161625" y="199173"/>
                  <a:pt x="160950" y="199047"/>
                  <a:pt x="160360" y="198625"/>
                </a:cubicBezTo>
                <a:lnTo>
                  <a:pt x="159347" y="197950"/>
                </a:lnTo>
                <a:cubicBezTo>
                  <a:pt x="159052" y="197739"/>
                  <a:pt x="158419" y="198034"/>
                  <a:pt x="157449" y="197064"/>
                </a:cubicBezTo>
                <a:cubicBezTo>
                  <a:pt x="156736" y="196384"/>
                  <a:pt x="156060" y="195663"/>
                  <a:pt x="155423" y="194912"/>
                </a:cubicBezTo>
                <a:cubicBezTo>
                  <a:pt x="154495" y="193815"/>
                  <a:pt x="153905" y="192887"/>
                  <a:pt x="153230" y="192170"/>
                </a:cubicBezTo>
                <a:cubicBezTo>
                  <a:pt x="151036" y="189765"/>
                  <a:pt x="150319" y="188964"/>
                  <a:pt x="149264" y="187951"/>
                </a:cubicBezTo>
                <a:cubicBezTo>
                  <a:pt x="148526" y="187179"/>
                  <a:pt x="147834" y="186360"/>
                  <a:pt x="147197" y="185504"/>
                </a:cubicBezTo>
                <a:cubicBezTo>
                  <a:pt x="146606" y="184112"/>
                  <a:pt x="146226" y="182804"/>
                  <a:pt x="145973" y="182382"/>
                </a:cubicBezTo>
                <a:cubicBezTo>
                  <a:pt x="145378" y="181648"/>
                  <a:pt x="144712" y="180969"/>
                  <a:pt x="143990" y="180357"/>
                </a:cubicBezTo>
                <a:cubicBezTo>
                  <a:pt x="143442" y="179935"/>
                  <a:pt x="143442" y="179513"/>
                  <a:pt x="142725" y="179007"/>
                </a:cubicBezTo>
                <a:cubicBezTo>
                  <a:pt x="141704" y="178556"/>
                  <a:pt x="140590" y="178353"/>
                  <a:pt x="139476" y="178416"/>
                </a:cubicBezTo>
                <a:close/>
                <a:moveTo>
                  <a:pt x="512202" y="178252"/>
                </a:moveTo>
                <a:lnTo>
                  <a:pt x="529047" y="180569"/>
                </a:lnTo>
                <a:cubicBezTo>
                  <a:pt x="524689" y="185066"/>
                  <a:pt x="519120" y="188201"/>
                  <a:pt x="513015" y="189597"/>
                </a:cubicBezTo>
                <a:cubicBezTo>
                  <a:pt x="505505" y="191200"/>
                  <a:pt x="495886" y="184197"/>
                  <a:pt x="495886" y="184197"/>
                </a:cubicBezTo>
                <a:close/>
                <a:moveTo>
                  <a:pt x="512171" y="178248"/>
                </a:moveTo>
                <a:lnTo>
                  <a:pt x="512214" y="178248"/>
                </a:lnTo>
                <a:lnTo>
                  <a:pt x="512202" y="178252"/>
                </a:lnTo>
                <a:close/>
                <a:moveTo>
                  <a:pt x="713580" y="158419"/>
                </a:moveTo>
                <a:cubicBezTo>
                  <a:pt x="712779" y="157870"/>
                  <a:pt x="711218" y="158588"/>
                  <a:pt x="711302" y="158925"/>
                </a:cubicBezTo>
                <a:cubicBezTo>
                  <a:pt x="711386" y="159263"/>
                  <a:pt x="709868" y="161035"/>
                  <a:pt x="709108" y="161710"/>
                </a:cubicBezTo>
                <a:cubicBezTo>
                  <a:pt x="706577" y="163903"/>
                  <a:pt x="705986" y="165380"/>
                  <a:pt x="704889" y="166182"/>
                </a:cubicBezTo>
                <a:cubicBezTo>
                  <a:pt x="703118" y="167574"/>
                  <a:pt x="700755" y="169430"/>
                  <a:pt x="700417" y="169810"/>
                </a:cubicBezTo>
                <a:cubicBezTo>
                  <a:pt x="699738" y="170493"/>
                  <a:pt x="699143" y="171261"/>
                  <a:pt x="698646" y="172088"/>
                </a:cubicBezTo>
                <a:cubicBezTo>
                  <a:pt x="698426" y="172729"/>
                  <a:pt x="698131" y="173337"/>
                  <a:pt x="697760" y="173902"/>
                </a:cubicBezTo>
                <a:cubicBezTo>
                  <a:pt x="697422" y="174324"/>
                  <a:pt x="696409" y="173902"/>
                  <a:pt x="696409" y="173902"/>
                </a:cubicBezTo>
                <a:cubicBezTo>
                  <a:pt x="695443" y="173636"/>
                  <a:pt x="694532" y="173210"/>
                  <a:pt x="693709" y="172636"/>
                </a:cubicBezTo>
                <a:cubicBezTo>
                  <a:pt x="693583" y="172556"/>
                  <a:pt x="693477" y="172447"/>
                  <a:pt x="693397" y="172324"/>
                </a:cubicBezTo>
                <a:cubicBezTo>
                  <a:pt x="693081" y="171835"/>
                  <a:pt x="693220" y="171181"/>
                  <a:pt x="693709" y="170865"/>
                </a:cubicBezTo>
                <a:cubicBezTo>
                  <a:pt x="694709" y="169869"/>
                  <a:pt x="695574" y="168751"/>
                  <a:pt x="696283" y="167532"/>
                </a:cubicBezTo>
                <a:cubicBezTo>
                  <a:pt x="696241" y="166899"/>
                  <a:pt x="695608" y="166899"/>
                  <a:pt x="695608" y="166899"/>
                </a:cubicBezTo>
                <a:cubicBezTo>
                  <a:pt x="693583" y="167456"/>
                  <a:pt x="691524" y="167894"/>
                  <a:pt x="689448" y="168207"/>
                </a:cubicBezTo>
                <a:cubicBezTo>
                  <a:pt x="688921" y="168177"/>
                  <a:pt x="688406" y="168046"/>
                  <a:pt x="687929" y="167827"/>
                </a:cubicBezTo>
                <a:cubicBezTo>
                  <a:pt x="687204" y="167717"/>
                  <a:pt x="686478" y="168008"/>
                  <a:pt x="686031" y="168586"/>
                </a:cubicBezTo>
                <a:cubicBezTo>
                  <a:pt x="684554" y="171118"/>
                  <a:pt x="683668" y="170654"/>
                  <a:pt x="682571" y="171708"/>
                </a:cubicBezTo>
                <a:cubicBezTo>
                  <a:pt x="681466" y="172911"/>
                  <a:pt x="680661" y="174358"/>
                  <a:pt x="680209" y="175927"/>
                </a:cubicBezTo>
                <a:cubicBezTo>
                  <a:pt x="679943" y="176687"/>
                  <a:pt x="680264" y="177522"/>
                  <a:pt x="680968" y="177910"/>
                </a:cubicBezTo>
                <a:cubicBezTo>
                  <a:pt x="682487" y="178965"/>
                  <a:pt x="684723" y="178585"/>
                  <a:pt x="687212" y="178965"/>
                </a:cubicBezTo>
                <a:cubicBezTo>
                  <a:pt x="687816" y="179028"/>
                  <a:pt x="688423" y="179028"/>
                  <a:pt x="689026" y="178965"/>
                </a:cubicBezTo>
                <a:cubicBezTo>
                  <a:pt x="690406" y="178623"/>
                  <a:pt x="691828" y="178496"/>
                  <a:pt x="693245" y="178585"/>
                </a:cubicBezTo>
                <a:cubicBezTo>
                  <a:pt x="694557" y="179066"/>
                  <a:pt x="695794" y="179733"/>
                  <a:pt x="696916" y="180568"/>
                </a:cubicBezTo>
                <a:cubicBezTo>
                  <a:pt x="697760" y="181116"/>
                  <a:pt x="699025" y="182087"/>
                  <a:pt x="699658" y="182551"/>
                </a:cubicBezTo>
                <a:cubicBezTo>
                  <a:pt x="700835" y="183411"/>
                  <a:pt x="701966" y="184340"/>
                  <a:pt x="703033" y="185335"/>
                </a:cubicBezTo>
                <a:cubicBezTo>
                  <a:pt x="703742" y="185939"/>
                  <a:pt x="704505" y="186474"/>
                  <a:pt x="705311" y="186938"/>
                </a:cubicBezTo>
                <a:cubicBezTo>
                  <a:pt x="706159" y="187297"/>
                  <a:pt x="706931" y="187816"/>
                  <a:pt x="707590" y="188457"/>
                </a:cubicBezTo>
                <a:cubicBezTo>
                  <a:pt x="708686" y="189963"/>
                  <a:pt x="710133" y="191183"/>
                  <a:pt x="711808" y="192001"/>
                </a:cubicBezTo>
                <a:cubicBezTo>
                  <a:pt x="712315" y="192170"/>
                  <a:pt x="713749" y="193815"/>
                  <a:pt x="714466" y="194153"/>
                </a:cubicBezTo>
                <a:cubicBezTo>
                  <a:pt x="715398" y="194726"/>
                  <a:pt x="716238" y="195435"/>
                  <a:pt x="716955" y="196262"/>
                </a:cubicBezTo>
                <a:cubicBezTo>
                  <a:pt x="716285" y="197114"/>
                  <a:pt x="715137" y="197422"/>
                  <a:pt x="714129" y="197022"/>
                </a:cubicBezTo>
                <a:cubicBezTo>
                  <a:pt x="713665" y="196726"/>
                  <a:pt x="711935" y="196431"/>
                  <a:pt x="711555" y="196051"/>
                </a:cubicBezTo>
                <a:cubicBezTo>
                  <a:pt x="711095" y="195431"/>
                  <a:pt x="710724" y="194752"/>
                  <a:pt x="710458" y="194026"/>
                </a:cubicBezTo>
                <a:cubicBezTo>
                  <a:pt x="710247" y="193689"/>
                  <a:pt x="709404" y="193182"/>
                  <a:pt x="708897" y="192550"/>
                </a:cubicBezTo>
                <a:cubicBezTo>
                  <a:pt x="708429" y="191799"/>
                  <a:pt x="707830" y="191140"/>
                  <a:pt x="707125" y="190609"/>
                </a:cubicBezTo>
                <a:cubicBezTo>
                  <a:pt x="706619" y="190314"/>
                  <a:pt x="705775" y="190314"/>
                  <a:pt x="705775" y="190314"/>
                </a:cubicBezTo>
                <a:cubicBezTo>
                  <a:pt x="704341" y="189385"/>
                  <a:pt x="704679" y="189554"/>
                  <a:pt x="704003" y="189385"/>
                </a:cubicBezTo>
                <a:cubicBezTo>
                  <a:pt x="703328" y="189217"/>
                  <a:pt x="702485" y="188035"/>
                  <a:pt x="702147" y="188035"/>
                </a:cubicBezTo>
                <a:cubicBezTo>
                  <a:pt x="701248" y="187521"/>
                  <a:pt x="700388" y="186943"/>
                  <a:pt x="699574" y="186306"/>
                </a:cubicBezTo>
                <a:cubicBezTo>
                  <a:pt x="698983" y="185926"/>
                  <a:pt x="698097" y="184871"/>
                  <a:pt x="697591" y="184576"/>
                </a:cubicBezTo>
                <a:cubicBezTo>
                  <a:pt x="697190" y="184449"/>
                  <a:pt x="696781" y="184348"/>
                  <a:pt x="696367" y="184281"/>
                </a:cubicBezTo>
                <a:cubicBezTo>
                  <a:pt x="695650" y="184070"/>
                  <a:pt x="695059" y="182298"/>
                  <a:pt x="694258" y="182298"/>
                </a:cubicBezTo>
                <a:cubicBezTo>
                  <a:pt x="691895" y="182129"/>
                  <a:pt x="689997" y="184112"/>
                  <a:pt x="689364" y="184112"/>
                </a:cubicBezTo>
                <a:cubicBezTo>
                  <a:pt x="688482" y="184340"/>
                  <a:pt x="687689" y="184825"/>
                  <a:pt x="687086" y="185504"/>
                </a:cubicBezTo>
                <a:cubicBezTo>
                  <a:pt x="686284" y="186095"/>
                  <a:pt x="685989" y="186390"/>
                  <a:pt x="686284" y="187234"/>
                </a:cubicBezTo>
                <a:cubicBezTo>
                  <a:pt x="686542" y="187846"/>
                  <a:pt x="687006" y="188352"/>
                  <a:pt x="687592" y="188668"/>
                </a:cubicBezTo>
                <a:cubicBezTo>
                  <a:pt x="688322" y="189162"/>
                  <a:pt x="689161" y="189470"/>
                  <a:pt x="690039" y="189554"/>
                </a:cubicBezTo>
                <a:cubicBezTo>
                  <a:pt x="690862" y="189503"/>
                  <a:pt x="691684" y="189693"/>
                  <a:pt x="692401" y="190103"/>
                </a:cubicBezTo>
                <a:cubicBezTo>
                  <a:pt x="692739" y="190482"/>
                  <a:pt x="694089" y="191200"/>
                  <a:pt x="693498" y="191579"/>
                </a:cubicBezTo>
                <a:cubicBezTo>
                  <a:pt x="692773" y="191967"/>
                  <a:pt x="692009" y="192280"/>
                  <a:pt x="691220" y="192507"/>
                </a:cubicBezTo>
                <a:cubicBezTo>
                  <a:pt x="690672" y="192676"/>
                  <a:pt x="689659" y="193604"/>
                  <a:pt x="689280" y="193857"/>
                </a:cubicBezTo>
                <a:cubicBezTo>
                  <a:pt x="688900" y="194110"/>
                  <a:pt x="688605" y="194110"/>
                  <a:pt x="688014" y="194110"/>
                </a:cubicBezTo>
                <a:cubicBezTo>
                  <a:pt x="687305" y="193988"/>
                  <a:pt x="686618" y="193743"/>
                  <a:pt x="685989" y="193393"/>
                </a:cubicBezTo>
                <a:cubicBezTo>
                  <a:pt x="685111" y="192739"/>
                  <a:pt x="684179" y="192161"/>
                  <a:pt x="683204" y="191664"/>
                </a:cubicBezTo>
                <a:cubicBezTo>
                  <a:pt x="682276" y="191326"/>
                  <a:pt x="680589" y="191242"/>
                  <a:pt x="680251" y="190862"/>
                </a:cubicBezTo>
                <a:cubicBezTo>
                  <a:pt x="679914" y="190482"/>
                  <a:pt x="679323" y="188837"/>
                  <a:pt x="678943" y="188457"/>
                </a:cubicBezTo>
                <a:cubicBezTo>
                  <a:pt x="677758" y="187504"/>
                  <a:pt x="676222" y="187107"/>
                  <a:pt x="674724" y="187360"/>
                </a:cubicBezTo>
                <a:cubicBezTo>
                  <a:pt x="673792" y="187765"/>
                  <a:pt x="672927" y="188305"/>
                  <a:pt x="672151" y="188964"/>
                </a:cubicBezTo>
                <a:cubicBezTo>
                  <a:pt x="671771" y="189301"/>
                  <a:pt x="670674" y="190229"/>
                  <a:pt x="670759" y="190651"/>
                </a:cubicBezTo>
                <a:cubicBezTo>
                  <a:pt x="670843" y="191073"/>
                  <a:pt x="671265" y="191664"/>
                  <a:pt x="671265" y="192085"/>
                </a:cubicBezTo>
                <a:cubicBezTo>
                  <a:pt x="671223" y="193689"/>
                  <a:pt x="672362" y="194364"/>
                  <a:pt x="672742" y="194743"/>
                </a:cubicBezTo>
                <a:cubicBezTo>
                  <a:pt x="673121" y="195123"/>
                  <a:pt x="675231" y="195714"/>
                  <a:pt x="675906" y="196347"/>
                </a:cubicBezTo>
                <a:cubicBezTo>
                  <a:pt x="676906" y="197279"/>
                  <a:pt x="677994" y="198114"/>
                  <a:pt x="679154" y="198836"/>
                </a:cubicBezTo>
                <a:cubicBezTo>
                  <a:pt x="680298" y="199532"/>
                  <a:pt x="681369" y="200338"/>
                  <a:pt x="682361" y="201240"/>
                </a:cubicBezTo>
                <a:cubicBezTo>
                  <a:pt x="683204" y="202337"/>
                  <a:pt x="682614" y="203012"/>
                  <a:pt x="681939" y="203223"/>
                </a:cubicBezTo>
                <a:cubicBezTo>
                  <a:pt x="679703" y="203772"/>
                  <a:pt x="675821" y="206176"/>
                  <a:pt x="673796" y="205037"/>
                </a:cubicBezTo>
                <a:cubicBezTo>
                  <a:pt x="672995" y="204531"/>
                  <a:pt x="671392" y="203139"/>
                  <a:pt x="669577" y="201831"/>
                </a:cubicBezTo>
                <a:cubicBezTo>
                  <a:pt x="668565" y="200945"/>
                  <a:pt x="667552" y="200270"/>
                  <a:pt x="667299" y="200945"/>
                </a:cubicBezTo>
                <a:cubicBezTo>
                  <a:pt x="667046" y="201620"/>
                  <a:pt x="668438" y="205501"/>
                  <a:pt x="667299" y="206641"/>
                </a:cubicBezTo>
                <a:cubicBezTo>
                  <a:pt x="666709" y="207189"/>
                  <a:pt x="665569" y="208117"/>
                  <a:pt x="665021" y="208666"/>
                </a:cubicBezTo>
                <a:cubicBezTo>
                  <a:pt x="665675" y="209973"/>
                  <a:pt x="666683" y="211070"/>
                  <a:pt x="667932" y="211830"/>
                </a:cubicBezTo>
                <a:cubicBezTo>
                  <a:pt x="668839" y="212201"/>
                  <a:pt x="669679" y="212716"/>
                  <a:pt x="670421" y="213349"/>
                </a:cubicBezTo>
                <a:cubicBezTo>
                  <a:pt x="671501" y="214011"/>
                  <a:pt x="672628" y="214589"/>
                  <a:pt x="673796" y="215078"/>
                </a:cubicBezTo>
                <a:cubicBezTo>
                  <a:pt x="675400" y="216006"/>
                  <a:pt x="677087" y="214234"/>
                  <a:pt x="678859" y="213644"/>
                </a:cubicBezTo>
                <a:cubicBezTo>
                  <a:pt x="679112" y="213602"/>
                  <a:pt x="680589" y="213813"/>
                  <a:pt x="681306" y="213095"/>
                </a:cubicBezTo>
                <a:cubicBezTo>
                  <a:pt x="682137" y="212332"/>
                  <a:pt x="683112" y="211745"/>
                  <a:pt x="684175" y="211366"/>
                </a:cubicBezTo>
                <a:cubicBezTo>
                  <a:pt x="685061" y="210859"/>
                  <a:pt x="685694" y="210269"/>
                  <a:pt x="686495" y="209678"/>
                </a:cubicBezTo>
                <a:cubicBezTo>
                  <a:pt x="687297" y="209087"/>
                  <a:pt x="687761" y="208075"/>
                  <a:pt x="688773" y="207231"/>
                </a:cubicBezTo>
                <a:cubicBezTo>
                  <a:pt x="689786" y="206387"/>
                  <a:pt x="693161" y="208877"/>
                  <a:pt x="693667" y="209256"/>
                </a:cubicBezTo>
                <a:cubicBezTo>
                  <a:pt x="694173" y="209636"/>
                  <a:pt x="694511" y="209636"/>
                  <a:pt x="695608" y="210311"/>
                </a:cubicBezTo>
                <a:cubicBezTo>
                  <a:pt x="696705" y="210986"/>
                  <a:pt x="697169" y="211492"/>
                  <a:pt x="698139" y="212167"/>
                </a:cubicBezTo>
                <a:cubicBezTo>
                  <a:pt x="698856" y="212475"/>
                  <a:pt x="699650" y="212564"/>
                  <a:pt x="700417" y="212420"/>
                </a:cubicBezTo>
                <a:cubicBezTo>
                  <a:pt x="701303" y="212378"/>
                  <a:pt x="702442" y="211366"/>
                  <a:pt x="703160" y="210902"/>
                </a:cubicBezTo>
                <a:cubicBezTo>
                  <a:pt x="703877" y="210438"/>
                  <a:pt x="703160" y="209256"/>
                  <a:pt x="703160" y="209256"/>
                </a:cubicBezTo>
                <a:cubicBezTo>
                  <a:pt x="702485" y="207864"/>
                  <a:pt x="702316" y="206809"/>
                  <a:pt x="702021" y="206261"/>
                </a:cubicBezTo>
                <a:cubicBezTo>
                  <a:pt x="701092" y="204826"/>
                  <a:pt x="701430" y="203434"/>
                  <a:pt x="701092" y="203055"/>
                </a:cubicBezTo>
                <a:cubicBezTo>
                  <a:pt x="700755" y="202675"/>
                  <a:pt x="699953" y="202970"/>
                  <a:pt x="699278" y="202422"/>
                </a:cubicBezTo>
                <a:cubicBezTo>
                  <a:pt x="698603" y="201873"/>
                  <a:pt x="697295" y="201578"/>
                  <a:pt x="696705" y="201198"/>
                </a:cubicBezTo>
                <a:cubicBezTo>
                  <a:pt x="696114" y="200819"/>
                  <a:pt x="695903" y="200270"/>
                  <a:pt x="695903" y="199933"/>
                </a:cubicBezTo>
                <a:cubicBezTo>
                  <a:pt x="696502" y="199123"/>
                  <a:pt x="697367" y="198553"/>
                  <a:pt x="698350" y="198329"/>
                </a:cubicBezTo>
                <a:cubicBezTo>
                  <a:pt x="699582" y="198194"/>
                  <a:pt x="700827" y="198194"/>
                  <a:pt x="702063" y="198329"/>
                </a:cubicBezTo>
                <a:cubicBezTo>
                  <a:pt x="702961" y="198561"/>
                  <a:pt x="703906" y="198561"/>
                  <a:pt x="704805" y="198329"/>
                </a:cubicBezTo>
                <a:cubicBezTo>
                  <a:pt x="706990" y="198021"/>
                  <a:pt x="709209" y="198485"/>
                  <a:pt x="711091" y="199637"/>
                </a:cubicBezTo>
                <a:cubicBezTo>
                  <a:pt x="711977" y="200312"/>
                  <a:pt x="713116" y="201114"/>
                  <a:pt x="713200" y="201831"/>
                </a:cubicBezTo>
                <a:cubicBezTo>
                  <a:pt x="713285" y="202548"/>
                  <a:pt x="714340" y="203687"/>
                  <a:pt x="714635" y="203687"/>
                </a:cubicBezTo>
                <a:cubicBezTo>
                  <a:pt x="715352" y="203717"/>
                  <a:pt x="716031" y="204021"/>
                  <a:pt x="716534" y="204531"/>
                </a:cubicBezTo>
                <a:cubicBezTo>
                  <a:pt x="717968" y="206139"/>
                  <a:pt x="719824" y="207307"/>
                  <a:pt x="721891" y="207906"/>
                </a:cubicBezTo>
                <a:cubicBezTo>
                  <a:pt x="723258" y="207539"/>
                  <a:pt x="724524" y="206877"/>
                  <a:pt x="725604" y="205966"/>
                </a:cubicBezTo>
                <a:cubicBezTo>
                  <a:pt x="726832" y="204978"/>
                  <a:pt x="727730" y="203637"/>
                  <a:pt x="728178" y="202126"/>
                </a:cubicBezTo>
                <a:cubicBezTo>
                  <a:pt x="728262" y="201240"/>
                  <a:pt x="727460" y="201198"/>
                  <a:pt x="727334" y="200228"/>
                </a:cubicBezTo>
                <a:cubicBezTo>
                  <a:pt x="727207" y="199257"/>
                  <a:pt x="726532" y="199047"/>
                  <a:pt x="726532" y="198625"/>
                </a:cubicBezTo>
                <a:cubicBezTo>
                  <a:pt x="726532" y="198203"/>
                  <a:pt x="726532" y="197190"/>
                  <a:pt x="726532" y="196726"/>
                </a:cubicBezTo>
                <a:cubicBezTo>
                  <a:pt x="726148" y="196228"/>
                  <a:pt x="725693" y="195790"/>
                  <a:pt x="725182" y="195418"/>
                </a:cubicBezTo>
                <a:cubicBezTo>
                  <a:pt x="724115" y="195368"/>
                  <a:pt x="723081" y="195034"/>
                  <a:pt x="722187" y="194448"/>
                </a:cubicBezTo>
                <a:cubicBezTo>
                  <a:pt x="721849" y="194068"/>
                  <a:pt x="721132" y="193604"/>
                  <a:pt x="721554" y="193098"/>
                </a:cubicBezTo>
                <a:cubicBezTo>
                  <a:pt x="722313" y="192398"/>
                  <a:pt x="723182" y="191828"/>
                  <a:pt x="724127" y="191410"/>
                </a:cubicBezTo>
                <a:lnTo>
                  <a:pt x="726279" y="190229"/>
                </a:lnTo>
                <a:cubicBezTo>
                  <a:pt x="726616" y="190018"/>
                  <a:pt x="728262" y="189343"/>
                  <a:pt x="728262" y="189343"/>
                </a:cubicBezTo>
                <a:cubicBezTo>
                  <a:pt x="730004" y="188078"/>
                  <a:pt x="732063" y="187318"/>
                  <a:pt x="734211" y="187149"/>
                </a:cubicBezTo>
                <a:cubicBezTo>
                  <a:pt x="735645" y="187192"/>
                  <a:pt x="738050" y="188457"/>
                  <a:pt x="738176" y="187656"/>
                </a:cubicBezTo>
                <a:cubicBezTo>
                  <a:pt x="738303" y="186854"/>
                  <a:pt x="739906" y="186263"/>
                  <a:pt x="740497" y="185842"/>
                </a:cubicBezTo>
                <a:cubicBezTo>
                  <a:pt x="741033" y="185504"/>
                  <a:pt x="741349" y="184913"/>
                  <a:pt x="741341" y="184281"/>
                </a:cubicBezTo>
                <a:cubicBezTo>
                  <a:pt x="741256" y="183390"/>
                  <a:pt x="741070" y="182513"/>
                  <a:pt x="740792" y="181665"/>
                </a:cubicBezTo>
                <a:cubicBezTo>
                  <a:pt x="740539" y="180952"/>
                  <a:pt x="739931" y="180420"/>
                  <a:pt x="739189" y="180273"/>
                </a:cubicBezTo>
                <a:cubicBezTo>
                  <a:pt x="738809" y="180062"/>
                  <a:pt x="738809" y="180441"/>
                  <a:pt x="738092" y="180273"/>
                </a:cubicBezTo>
                <a:cubicBezTo>
                  <a:pt x="737375" y="180104"/>
                  <a:pt x="732734" y="176433"/>
                  <a:pt x="730582" y="177657"/>
                </a:cubicBezTo>
                <a:cubicBezTo>
                  <a:pt x="729527" y="178248"/>
                  <a:pt x="730203" y="179977"/>
                  <a:pt x="729063" y="180990"/>
                </a:cubicBezTo>
                <a:cubicBezTo>
                  <a:pt x="728561" y="181386"/>
                  <a:pt x="727988" y="181686"/>
                  <a:pt x="727376" y="181876"/>
                </a:cubicBezTo>
                <a:cubicBezTo>
                  <a:pt x="726785" y="182213"/>
                  <a:pt x="725857" y="182509"/>
                  <a:pt x="725393" y="182213"/>
                </a:cubicBezTo>
                <a:cubicBezTo>
                  <a:pt x="724929" y="181918"/>
                  <a:pt x="724507" y="181412"/>
                  <a:pt x="723326" y="181412"/>
                </a:cubicBezTo>
                <a:cubicBezTo>
                  <a:pt x="721470" y="181707"/>
                  <a:pt x="722271" y="182720"/>
                  <a:pt x="721765" y="183141"/>
                </a:cubicBezTo>
                <a:cubicBezTo>
                  <a:pt x="721259" y="183563"/>
                  <a:pt x="720415" y="183141"/>
                  <a:pt x="720035" y="183141"/>
                </a:cubicBezTo>
                <a:cubicBezTo>
                  <a:pt x="719445" y="183230"/>
                  <a:pt x="718845" y="183141"/>
                  <a:pt x="718305" y="182888"/>
                </a:cubicBezTo>
                <a:cubicBezTo>
                  <a:pt x="718052" y="182677"/>
                  <a:pt x="716829" y="184238"/>
                  <a:pt x="716913" y="184829"/>
                </a:cubicBezTo>
                <a:cubicBezTo>
                  <a:pt x="716998" y="185420"/>
                  <a:pt x="718390" y="185588"/>
                  <a:pt x="717841" y="186854"/>
                </a:cubicBezTo>
                <a:cubicBezTo>
                  <a:pt x="717293" y="188120"/>
                  <a:pt x="715647" y="188120"/>
                  <a:pt x="714466" y="186854"/>
                </a:cubicBezTo>
                <a:cubicBezTo>
                  <a:pt x="713285" y="185588"/>
                  <a:pt x="716449" y="185293"/>
                  <a:pt x="715141" y="184491"/>
                </a:cubicBezTo>
                <a:cubicBezTo>
                  <a:pt x="713833" y="183690"/>
                  <a:pt x="713876" y="181749"/>
                  <a:pt x="714340" y="181665"/>
                </a:cubicBezTo>
                <a:cubicBezTo>
                  <a:pt x="714804" y="181580"/>
                  <a:pt x="718095" y="181116"/>
                  <a:pt x="718095" y="181116"/>
                </a:cubicBezTo>
                <a:cubicBezTo>
                  <a:pt x="722187" y="179851"/>
                  <a:pt x="723537" y="180062"/>
                  <a:pt x="724296" y="179260"/>
                </a:cubicBezTo>
                <a:cubicBezTo>
                  <a:pt x="724756" y="178581"/>
                  <a:pt x="724938" y="177750"/>
                  <a:pt x="724802" y="176940"/>
                </a:cubicBezTo>
                <a:cubicBezTo>
                  <a:pt x="724802" y="176349"/>
                  <a:pt x="726279" y="175252"/>
                  <a:pt x="726616" y="175252"/>
                </a:cubicBezTo>
                <a:cubicBezTo>
                  <a:pt x="727730" y="174885"/>
                  <a:pt x="728912" y="174771"/>
                  <a:pt x="730076" y="174915"/>
                </a:cubicBezTo>
                <a:cubicBezTo>
                  <a:pt x="731215" y="175041"/>
                  <a:pt x="733114" y="174619"/>
                  <a:pt x="733114" y="173565"/>
                </a:cubicBezTo>
                <a:cubicBezTo>
                  <a:pt x="733455" y="172485"/>
                  <a:pt x="733350" y="171316"/>
                  <a:pt x="732818" y="170316"/>
                </a:cubicBezTo>
                <a:cubicBezTo>
                  <a:pt x="732527" y="169962"/>
                  <a:pt x="732148" y="169688"/>
                  <a:pt x="731721" y="169515"/>
                </a:cubicBezTo>
                <a:cubicBezTo>
                  <a:pt x="731342" y="169430"/>
                  <a:pt x="731131" y="168629"/>
                  <a:pt x="730709" y="168629"/>
                </a:cubicBezTo>
                <a:cubicBezTo>
                  <a:pt x="729570" y="168164"/>
                  <a:pt x="728515" y="169135"/>
                  <a:pt x="727292" y="169515"/>
                </a:cubicBezTo>
                <a:cubicBezTo>
                  <a:pt x="726068" y="169894"/>
                  <a:pt x="723579" y="170400"/>
                  <a:pt x="723579" y="169894"/>
                </a:cubicBezTo>
                <a:cubicBezTo>
                  <a:pt x="723579" y="169388"/>
                  <a:pt x="723959" y="167869"/>
                  <a:pt x="723579" y="167489"/>
                </a:cubicBezTo>
                <a:cubicBezTo>
                  <a:pt x="722807" y="167173"/>
                  <a:pt x="721946" y="167173"/>
                  <a:pt x="721174" y="167489"/>
                </a:cubicBezTo>
                <a:cubicBezTo>
                  <a:pt x="720837" y="167827"/>
                  <a:pt x="720583" y="169304"/>
                  <a:pt x="719909" y="170063"/>
                </a:cubicBezTo>
                <a:cubicBezTo>
                  <a:pt x="719191" y="170637"/>
                  <a:pt x="718331" y="171000"/>
                  <a:pt x="717419" y="171118"/>
                </a:cubicBezTo>
                <a:cubicBezTo>
                  <a:pt x="716449" y="171371"/>
                  <a:pt x="714846" y="172552"/>
                  <a:pt x="715183" y="173185"/>
                </a:cubicBezTo>
                <a:cubicBezTo>
                  <a:pt x="715521" y="173818"/>
                  <a:pt x="716027" y="173269"/>
                  <a:pt x="716744" y="173818"/>
                </a:cubicBezTo>
                <a:cubicBezTo>
                  <a:pt x="717462" y="174366"/>
                  <a:pt x="718516" y="174366"/>
                  <a:pt x="718812" y="174830"/>
                </a:cubicBezTo>
                <a:cubicBezTo>
                  <a:pt x="719107" y="175294"/>
                  <a:pt x="718980" y="177657"/>
                  <a:pt x="717462" y="177868"/>
                </a:cubicBezTo>
                <a:cubicBezTo>
                  <a:pt x="716871" y="177952"/>
                  <a:pt x="714804" y="178669"/>
                  <a:pt x="714213" y="177657"/>
                </a:cubicBezTo>
                <a:cubicBezTo>
                  <a:pt x="714002" y="177319"/>
                  <a:pt x="714466" y="176855"/>
                  <a:pt x="714424" y="176096"/>
                </a:cubicBezTo>
                <a:cubicBezTo>
                  <a:pt x="714382" y="175337"/>
                  <a:pt x="712779" y="174535"/>
                  <a:pt x="712736" y="174071"/>
                </a:cubicBezTo>
                <a:cubicBezTo>
                  <a:pt x="712694" y="173607"/>
                  <a:pt x="712441" y="173396"/>
                  <a:pt x="713116" y="172805"/>
                </a:cubicBezTo>
                <a:cubicBezTo>
                  <a:pt x="714390" y="171556"/>
                  <a:pt x="715483" y="170135"/>
                  <a:pt x="716365" y="168586"/>
                </a:cubicBezTo>
                <a:cubicBezTo>
                  <a:pt x="716436" y="168042"/>
                  <a:pt x="716706" y="167549"/>
                  <a:pt x="717124" y="167194"/>
                </a:cubicBezTo>
                <a:cubicBezTo>
                  <a:pt x="717926" y="166477"/>
                  <a:pt x="718896" y="165338"/>
                  <a:pt x="718432" y="164958"/>
                </a:cubicBezTo>
                <a:cubicBezTo>
                  <a:pt x="717968" y="164549"/>
                  <a:pt x="717360" y="164351"/>
                  <a:pt x="716744" y="164410"/>
                </a:cubicBezTo>
                <a:cubicBezTo>
                  <a:pt x="715939" y="164456"/>
                  <a:pt x="715162" y="164735"/>
                  <a:pt x="714508" y="165211"/>
                </a:cubicBezTo>
                <a:cubicBezTo>
                  <a:pt x="714251" y="165671"/>
                  <a:pt x="713956" y="166110"/>
                  <a:pt x="713623" y="166519"/>
                </a:cubicBezTo>
                <a:cubicBezTo>
                  <a:pt x="712580" y="167616"/>
                  <a:pt x="711479" y="168658"/>
                  <a:pt x="710332" y="169641"/>
                </a:cubicBezTo>
                <a:cubicBezTo>
                  <a:pt x="709699" y="170190"/>
                  <a:pt x="708728" y="171919"/>
                  <a:pt x="708349" y="172215"/>
                </a:cubicBezTo>
                <a:cubicBezTo>
                  <a:pt x="707969" y="172510"/>
                  <a:pt x="705143" y="174915"/>
                  <a:pt x="704805" y="175294"/>
                </a:cubicBezTo>
                <a:cubicBezTo>
                  <a:pt x="704054" y="175864"/>
                  <a:pt x="703721" y="176830"/>
                  <a:pt x="703961" y="177741"/>
                </a:cubicBezTo>
                <a:cubicBezTo>
                  <a:pt x="704172" y="178163"/>
                  <a:pt x="704805" y="178121"/>
                  <a:pt x="705227" y="178163"/>
                </a:cubicBezTo>
                <a:cubicBezTo>
                  <a:pt x="705649" y="178205"/>
                  <a:pt x="706282" y="178374"/>
                  <a:pt x="706661" y="177952"/>
                </a:cubicBezTo>
                <a:cubicBezTo>
                  <a:pt x="707041" y="177530"/>
                  <a:pt x="707800" y="176687"/>
                  <a:pt x="708602" y="177108"/>
                </a:cubicBezTo>
                <a:cubicBezTo>
                  <a:pt x="709404" y="177530"/>
                  <a:pt x="709151" y="178374"/>
                  <a:pt x="708349" y="178796"/>
                </a:cubicBezTo>
                <a:cubicBezTo>
                  <a:pt x="707547" y="179218"/>
                  <a:pt x="707590" y="179809"/>
                  <a:pt x="707547" y="180273"/>
                </a:cubicBezTo>
                <a:cubicBezTo>
                  <a:pt x="707505" y="180737"/>
                  <a:pt x="708349" y="180610"/>
                  <a:pt x="709235" y="181074"/>
                </a:cubicBezTo>
                <a:cubicBezTo>
                  <a:pt x="710121" y="181538"/>
                  <a:pt x="710838" y="181834"/>
                  <a:pt x="710458" y="182635"/>
                </a:cubicBezTo>
                <a:cubicBezTo>
                  <a:pt x="710311" y="183015"/>
                  <a:pt x="709935" y="183255"/>
                  <a:pt x="709530" y="183226"/>
                </a:cubicBezTo>
                <a:cubicBezTo>
                  <a:pt x="708977" y="183171"/>
                  <a:pt x="708438" y="183028"/>
                  <a:pt x="707927" y="182804"/>
                </a:cubicBezTo>
                <a:cubicBezTo>
                  <a:pt x="707357" y="182551"/>
                  <a:pt x="706809" y="182255"/>
                  <a:pt x="706282" y="181918"/>
                </a:cubicBezTo>
                <a:cubicBezTo>
                  <a:pt x="705476" y="181184"/>
                  <a:pt x="704603" y="180534"/>
                  <a:pt x="703666" y="179977"/>
                </a:cubicBezTo>
                <a:cubicBezTo>
                  <a:pt x="703147" y="179560"/>
                  <a:pt x="702653" y="179108"/>
                  <a:pt x="702189" y="178627"/>
                </a:cubicBezTo>
                <a:cubicBezTo>
                  <a:pt x="701767" y="178248"/>
                  <a:pt x="700502" y="177910"/>
                  <a:pt x="700164" y="177319"/>
                </a:cubicBezTo>
                <a:cubicBezTo>
                  <a:pt x="699958" y="176792"/>
                  <a:pt x="699958" y="176201"/>
                  <a:pt x="700164" y="175674"/>
                </a:cubicBezTo>
                <a:cubicBezTo>
                  <a:pt x="700417" y="175126"/>
                  <a:pt x="702063" y="174872"/>
                  <a:pt x="702485" y="174619"/>
                </a:cubicBezTo>
                <a:cubicBezTo>
                  <a:pt x="702906" y="174366"/>
                  <a:pt x="702991" y="174029"/>
                  <a:pt x="704003" y="173269"/>
                </a:cubicBezTo>
                <a:cubicBezTo>
                  <a:pt x="705016" y="172510"/>
                  <a:pt x="705227" y="171413"/>
                  <a:pt x="705649" y="170991"/>
                </a:cubicBezTo>
                <a:cubicBezTo>
                  <a:pt x="706071" y="170569"/>
                  <a:pt x="707969" y="168586"/>
                  <a:pt x="708518" y="167996"/>
                </a:cubicBezTo>
                <a:cubicBezTo>
                  <a:pt x="709066" y="167405"/>
                  <a:pt x="709868" y="166899"/>
                  <a:pt x="710121" y="166646"/>
                </a:cubicBezTo>
                <a:cubicBezTo>
                  <a:pt x="710374" y="166393"/>
                  <a:pt x="711133" y="165591"/>
                  <a:pt x="711429" y="165591"/>
                </a:cubicBezTo>
                <a:cubicBezTo>
                  <a:pt x="711914" y="165405"/>
                  <a:pt x="712298" y="165021"/>
                  <a:pt x="712483" y="164536"/>
                </a:cubicBezTo>
                <a:cubicBezTo>
                  <a:pt x="712610" y="163946"/>
                  <a:pt x="713749" y="163439"/>
                  <a:pt x="714171" y="162722"/>
                </a:cubicBezTo>
                <a:cubicBezTo>
                  <a:pt x="714593" y="162005"/>
                  <a:pt x="715099" y="161752"/>
                  <a:pt x="715394" y="161119"/>
                </a:cubicBezTo>
                <a:cubicBezTo>
                  <a:pt x="715690" y="160486"/>
                  <a:pt x="715858" y="160106"/>
                  <a:pt x="715690" y="159853"/>
                </a:cubicBezTo>
                <a:cubicBezTo>
                  <a:pt x="715521" y="159600"/>
                  <a:pt x="714973" y="159896"/>
                  <a:pt x="714719" y="159600"/>
                </a:cubicBezTo>
                <a:cubicBezTo>
                  <a:pt x="714361" y="159187"/>
                  <a:pt x="713981" y="158790"/>
                  <a:pt x="713580" y="158419"/>
                </a:cubicBezTo>
                <a:close/>
                <a:moveTo>
                  <a:pt x="154200" y="155803"/>
                </a:moveTo>
                <a:cubicBezTo>
                  <a:pt x="153846" y="156187"/>
                  <a:pt x="153415" y="156487"/>
                  <a:pt x="152934" y="156689"/>
                </a:cubicBezTo>
                <a:cubicBezTo>
                  <a:pt x="152302" y="156816"/>
                  <a:pt x="151753" y="156478"/>
                  <a:pt x="150951" y="157238"/>
                </a:cubicBezTo>
                <a:cubicBezTo>
                  <a:pt x="150458" y="157925"/>
                  <a:pt x="150006" y="158647"/>
                  <a:pt x="149601" y="159389"/>
                </a:cubicBezTo>
                <a:cubicBezTo>
                  <a:pt x="149264" y="159727"/>
                  <a:pt x="148336" y="160149"/>
                  <a:pt x="147998" y="160528"/>
                </a:cubicBezTo>
                <a:cubicBezTo>
                  <a:pt x="147661" y="160908"/>
                  <a:pt x="147492" y="161878"/>
                  <a:pt x="146901" y="162427"/>
                </a:cubicBezTo>
                <a:cubicBezTo>
                  <a:pt x="146311" y="162975"/>
                  <a:pt x="145129" y="163524"/>
                  <a:pt x="144792" y="163946"/>
                </a:cubicBezTo>
                <a:cubicBezTo>
                  <a:pt x="144117" y="164705"/>
                  <a:pt x="143779" y="165211"/>
                  <a:pt x="144286" y="166139"/>
                </a:cubicBezTo>
                <a:cubicBezTo>
                  <a:pt x="144994" y="167004"/>
                  <a:pt x="145788" y="167793"/>
                  <a:pt x="146648" y="168502"/>
                </a:cubicBezTo>
                <a:cubicBezTo>
                  <a:pt x="147699" y="169839"/>
                  <a:pt x="148661" y="171248"/>
                  <a:pt x="149517" y="172721"/>
                </a:cubicBezTo>
                <a:cubicBezTo>
                  <a:pt x="149985" y="173670"/>
                  <a:pt x="150580" y="174552"/>
                  <a:pt x="151289" y="175337"/>
                </a:cubicBezTo>
                <a:cubicBezTo>
                  <a:pt x="151626" y="175674"/>
                  <a:pt x="153441" y="177488"/>
                  <a:pt x="154748" y="178965"/>
                </a:cubicBezTo>
                <a:cubicBezTo>
                  <a:pt x="155002" y="179260"/>
                  <a:pt x="155719" y="180484"/>
                  <a:pt x="156647" y="181623"/>
                </a:cubicBezTo>
                <a:cubicBezTo>
                  <a:pt x="157575" y="182762"/>
                  <a:pt x="157153" y="182931"/>
                  <a:pt x="158461" y="184323"/>
                </a:cubicBezTo>
                <a:cubicBezTo>
                  <a:pt x="158714" y="184576"/>
                  <a:pt x="159009" y="185926"/>
                  <a:pt x="159263" y="186263"/>
                </a:cubicBezTo>
                <a:cubicBezTo>
                  <a:pt x="161752" y="189217"/>
                  <a:pt x="161583" y="189807"/>
                  <a:pt x="163060" y="191157"/>
                </a:cubicBezTo>
                <a:cubicBezTo>
                  <a:pt x="163958" y="192069"/>
                  <a:pt x="164979" y="192853"/>
                  <a:pt x="166097" y="193478"/>
                </a:cubicBezTo>
                <a:cubicBezTo>
                  <a:pt x="166819" y="193883"/>
                  <a:pt x="167498" y="194364"/>
                  <a:pt x="168122" y="194912"/>
                </a:cubicBezTo>
                <a:lnTo>
                  <a:pt x="170105" y="196557"/>
                </a:lnTo>
                <a:cubicBezTo>
                  <a:pt x="170443" y="196895"/>
                  <a:pt x="173143" y="198329"/>
                  <a:pt x="173691" y="198709"/>
                </a:cubicBezTo>
                <a:cubicBezTo>
                  <a:pt x="174501" y="199528"/>
                  <a:pt x="175391" y="200262"/>
                  <a:pt x="176349" y="200903"/>
                </a:cubicBezTo>
                <a:cubicBezTo>
                  <a:pt x="177450" y="201287"/>
                  <a:pt x="178602" y="201498"/>
                  <a:pt x="179766" y="201536"/>
                </a:cubicBezTo>
                <a:cubicBezTo>
                  <a:pt x="180517" y="201434"/>
                  <a:pt x="181243" y="201207"/>
                  <a:pt x="181918" y="200861"/>
                </a:cubicBezTo>
                <a:cubicBezTo>
                  <a:pt x="182720" y="200397"/>
                  <a:pt x="183985" y="198709"/>
                  <a:pt x="184787" y="198118"/>
                </a:cubicBezTo>
                <a:cubicBezTo>
                  <a:pt x="185588" y="197528"/>
                  <a:pt x="187149" y="196684"/>
                  <a:pt x="187149" y="196684"/>
                </a:cubicBezTo>
                <a:cubicBezTo>
                  <a:pt x="187149" y="196684"/>
                  <a:pt x="188795" y="195081"/>
                  <a:pt x="189385" y="194406"/>
                </a:cubicBezTo>
                <a:cubicBezTo>
                  <a:pt x="190039" y="193541"/>
                  <a:pt x="190858" y="192811"/>
                  <a:pt x="191790" y="192254"/>
                </a:cubicBezTo>
                <a:cubicBezTo>
                  <a:pt x="192254" y="192043"/>
                  <a:pt x="193393" y="191874"/>
                  <a:pt x="193857" y="191368"/>
                </a:cubicBezTo>
                <a:cubicBezTo>
                  <a:pt x="194507" y="190571"/>
                  <a:pt x="195018" y="189672"/>
                  <a:pt x="195376" y="188710"/>
                </a:cubicBezTo>
                <a:cubicBezTo>
                  <a:pt x="195714" y="187824"/>
                  <a:pt x="197022" y="187107"/>
                  <a:pt x="197106" y="186179"/>
                </a:cubicBezTo>
                <a:cubicBezTo>
                  <a:pt x="197190" y="185251"/>
                  <a:pt x="196557" y="184491"/>
                  <a:pt x="195967" y="183521"/>
                </a:cubicBezTo>
                <a:cubicBezTo>
                  <a:pt x="195402" y="182222"/>
                  <a:pt x="194739" y="180964"/>
                  <a:pt x="193984" y="179766"/>
                </a:cubicBezTo>
                <a:cubicBezTo>
                  <a:pt x="193174" y="178556"/>
                  <a:pt x="191664" y="178024"/>
                  <a:pt x="190271" y="178459"/>
                </a:cubicBezTo>
                <a:cubicBezTo>
                  <a:pt x="189474" y="178944"/>
                  <a:pt x="188761" y="179555"/>
                  <a:pt x="188162" y="180273"/>
                </a:cubicBezTo>
                <a:cubicBezTo>
                  <a:pt x="187660" y="180682"/>
                  <a:pt x="187065" y="180973"/>
                  <a:pt x="186432" y="181116"/>
                </a:cubicBezTo>
                <a:cubicBezTo>
                  <a:pt x="186221" y="181159"/>
                  <a:pt x="185504" y="182171"/>
                  <a:pt x="184871" y="182171"/>
                </a:cubicBezTo>
                <a:cubicBezTo>
                  <a:pt x="184162" y="182661"/>
                  <a:pt x="183500" y="183209"/>
                  <a:pt x="182888" y="183816"/>
                </a:cubicBezTo>
                <a:cubicBezTo>
                  <a:pt x="181897" y="184740"/>
                  <a:pt x="180614" y="185293"/>
                  <a:pt x="179260" y="185377"/>
                </a:cubicBezTo>
                <a:cubicBezTo>
                  <a:pt x="177319" y="185293"/>
                  <a:pt x="176602" y="184070"/>
                  <a:pt x="175252" y="183395"/>
                </a:cubicBezTo>
                <a:cubicBezTo>
                  <a:pt x="174501" y="183002"/>
                  <a:pt x="173839" y="182454"/>
                  <a:pt x="173312" y="181791"/>
                </a:cubicBezTo>
                <a:cubicBezTo>
                  <a:pt x="172118" y="180403"/>
                  <a:pt x="171198" y="178800"/>
                  <a:pt x="170611" y="177066"/>
                </a:cubicBezTo>
                <a:cubicBezTo>
                  <a:pt x="171472" y="175535"/>
                  <a:pt x="172004" y="173839"/>
                  <a:pt x="172172" y="172088"/>
                </a:cubicBezTo>
                <a:cubicBezTo>
                  <a:pt x="172379" y="170991"/>
                  <a:pt x="172649" y="169907"/>
                  <a:pt x="172974" y="168840"/>
                </a:cubicBezTo>
                <a:cubicBezTo>
                  <a:pt x="172911" y="167966"/>
                  <a:pt x="173025" y="167093"/>
                  <a:pt x="173312" y="166266"/>
                </a:cubicBezTo>
                <a:cubicBezTo>
                  <a:pt x="173818" y="165296"/>
                  <a:pt x="174071" y="164832"/>
                  <a:pt x="174535" y="164030"/>
                </a:cubicBezTo>
                <a:cubicBezTo>
                  <a:pt x="174982" y="163507"/>
                  <a:pt x="174982" y="162739"/>
                  <a:pt x="174535" y="162216"/>
                </a:cubicBezTo>
                <a:cubicBezTo>
                  <a:pt x="173885" y="161613"/>
                  <a:pt x="173147" y="161115"/>
                  <a:pt x="172341" y="160739"/>
                </a:cubicBezTo>
                <a:cubicBezTo>
                  <a:pt x="171118" y="160486"/>
                  <a:pt x="169768" y="158714"/>
                  <a:pt x="168333" y="159685"/>
                </a:cubicBezTo>
                <a:cubicBezTo>
                  <a:pt x="166899" y="160655"/>
                  <a:pt x="165253" y="160613"/>
                  <a:pt x="165000" y="161414"/>
                </a:cubicBezTo>
                <a:cubicBezTo>
                  <a:pt x="164971" y="162258"/>
                  <a:pt x="164785" y="163085"/>
                  <a:pt x="164452" y="163861"/>
                </a:cubicBezTo>
                <a:cubicBezTo>
                  <a:pt x="164747" y="164916"/>
                  <a:pt x="163524" y="165675"/>
                  <a:pt x="162385" y="164916"/>
                </a:cubicBezTo>
                <a:cubicBezTo>
                  <a:pt x="161807" y="164292"/>
                  <a:pt x="161313" y="163595"/>
                  <a:pt x="160908" y="162849"/>
                </a:cubicBezTo>
                <a:cubicBezTo>
                  <a:pt x="160191" y="161246"/>
                  <a:pt x="161035" y="159516"/>
                  <a:pt x="159136" y="157575"/>
                </a:cubicBezTo>
                <a:cubicBezTo>
                  <a:pt x="158183" y="156795"/>
                  <a:pt x="157098" y="156191"/>
                  <a:pt x="155930" y="155803"/>
                </a:cubicBezTo>
                <a:cubicBezTo>
                  <a:pt x="155339" y="155803"/>
                  <a:pt x="154537" y="155550"/>
                  <a:pt x="154200" y="155803"/>
                </a:cubicBezTo>
                <a:close/>
                <a:moveTo>
                  <a:pt x="523225" y="138337"/>
                </a:moveTo>
                <a:cubicBezTo>
                  <a:pt x="523098" y="144767"/>
                  <a:pt x="522001" y="151137"/>
                  <a:pt x="519976" y="157238"/>
                </a:cubicBezTo>
                <a:cubicBezTo>
                  <a:pt x="518504" y="162064"/>
                  <a:pt x="514821" y="165903"/>
                  <a:pt x="510062" y="167574"/>
                </a:cubicBezTo>
                <a:cubicBezTo>
                  <a:pt x="509159" y="169890"/>
                  <a:pt x="507859" y="172029"/>
                  <a:pt x="506223" y="173902"/>
                </a:cubicBezTo>
                <a:cubicBezTo>
                  <a:pt x="496013" y="186053"/>
                  <a:pt x="477450" y="199258"/>
                  <a:pt x="456355" y="208370"/>
                </a:cubicBezTo>
                <a:cubicBezTo>
                  <a:pt x="461232" y="206902"/>
                  <a:pt x="466477" y="207244"/>
                  <a:pt x="471121" y="209341"/>
                </a:cubicBezTo>
                <a:lnTo>
                  <a:pt x="471290" y="209214"/>
                </a:lnTo>
                <a:cubicBezTo>
                  <a:pt x="477298" y="212155"/>
                  <a:pt x="482761" y="216091"/>
                  <a:pt x="487448" y="220858"/>
                </a:cubicBezTo>
                <a:cubicBezTo>
                  <a:pt x="487448" y="220858"/>
                  <a:pt x="481289" y="224107"/>
                  <a:pt x="468379" y="221196"/>
                </a:cubicBezTo>
                <a:cubicBezTo>
                  <a:pt x="462173" y="219504"/>
                  <a:pt x="457153" y="214939"/>
                  <a:pt x="454879" y="208919"/>
                </a:cubicBezTo>
                <a:lnTo>
                  <a:pt x="444293" y="212807"/>
                </a:lnTo>
                <a:lnTo>
                  <a:pt x="444668" y="214730"/>
                </a:lnTo>
                <a:cubicBezTo>
                  <a:pt x="446231" y="222741"/>
                  <a:pt x="449111" y="237534"/>
                  <a:pt x="450281" y="243640"/>
                </a:cubicBezTo>
                <a:cubicBezTo>
                  <a:pt x="494490" y="243889"/>
                  <a:pt x="538472" y="237257"/>
                  <a:pt x="580644" y="223980"/>
                </a:cubicBezTo>
                <a:lnTo>
                  <a:pt x="585158" y="222462"/>
                </a:lnTo>
                <a:lnTo>
                  <a:pt x="585158" y="227187"/>
                </a:lnTo>
                <a:cubicBezTo>
                  <a:pt x="585128" y="240489"/>
                  <a:pt x="580576" y="253390"/>
                  <a:pt x="572248" y="263764"/>
                </a:cubicBezTo>
                <a:cubicBezTo>
                  <a:pt x="563912" y="273797"/>
                  <a:pt x="552732" y="281079"/>
                  <a:pt x="540185" y="284648"/>
                </a:cubicBezTo>
                <a:cubicBezTo>
                  <a:pt x="538814" y="294241"/>
                  <a:pt x="534076" y="303038"/>
                  <a:pt x="526811" y="309455"/>
                </a:cubicBezTo>
                <a:cubicBezTo>
                  <a:pt x="524904" y="311066"/>
                  <a:pt x="522841" y="312480"/>
                  <a:pt x="520652" y="313673"/>
                </a:cubicBezTo>
                <a:cubicBezTo>
                  <a:pt x="549635" y="310383"/>
                  <a:pt x="571700" y="306248"/>
                  <a:pt x="582247" y="304265"/>
                </a:cubicBezTo>
                <a:lnTo>
                  <a:pt x="587099" y="303337"/>
                </a:lnTo>
                <a:lnTo>
                  <a:pt x="586846" y="303337"/>
                </a:lnTo>
                <a:cubicBezTo>
                  <a:pt x="591613" y="302536"/>
                  <a:pt x="596254" y="301523"/>
                  <a:pt x="600051" y="300595"/>
                </a:cubicBezTo>
                <a:cubicBezTo>
                  <a:pt x="594355" y="311357"/>
                  <a:pt x="587495" y="321457"/>
                  <a:pt x="579589" y="330718"/>
                </a:cubicBezTo>
                <a:cubicBezTo>
                  <a:pt x="566245" y="346585"/>
                  <a:pt x="549863" y="359621"/>
                  <a:pt x="531410" y="369067"/>
                </a:cubicBezTo>
                <a:cubicBezTo>
                  <a:pt x="515171" y="377286"/>
                  <a:pt x="497726" y="382854"/>
                  <a:pt x="479728" y="385563"/>
                </a:cubicBezTo>
                <a:cubicBezTo>
                  <a:pt x="476931" y="385955"/>
                  <a:pt x="474113" y="386137"/>
                  <a:pt x="471291" y="386111"/>
                </a:cubicBezTo>
                <a:cubicBezTo>
                  <a:pt x="466026" y="386090"/>
                  <a:pt x="460769" y="385711"/>
                  <a:pt x="455554" y="384972"/>
                </a:cubicBezTo>
                <a:lnTo>
                  <a:pt x="450576" y="384255"/>
                </a:lnTo>
                <a:lnTo>
                  <a:pt x="460237" y="424630"/>
                </a:lnTo>
                <a:lnTo>
                  <a:pt x="428047" y="426697"/>
                </a:lnTo>
                <a:lnTo>
                  <a:pt x="395815" y="424630"/>
                </a:lnTo>
                <a:lnTo>
                  <a:pt x="405476" y="384255"/>
                </a:lnTo>
                <a:lnTo>
                  <a:pt x="400498" y="384972"/>
                </a:lnTo>
                <a:cubicBezTo>
                  <a:pt x="395284" y="385711"/>
                  <a:pt x="390027" y="386090"/>
                  <a:pt x="384762" y="386111"/>
                </a:cubicBezTo>
                <a:cubicBezTo>
                  <a:pt x="381939" y="386141"/>
                  <a:pt x="379117" y="385955"/>
                  <a:pt x="376324" y="385563"/>
                </a:cubicBezTo>
                <a:cubicBezTo>
                  <a:pt x="358314" y="382863"/>
                  <a:pt x="340852" y="377294"/>
                  <a:pt x="324600" y="369067"/>
                </a:cubicBezTo>
                <a:cubicBezTo>
                  <a:pt x="306143" y="359625"/>
                  <a:pt x="289765" y="346585"/>
                  <a:pt x="276421" y="330718"/>
                </a:cubicBezTo>
                <a:cubicBezTo>
                  <a:pt x="268515" y="321457"/>
                  <a:pt x="261655" y="311357"/>
                  <a:pt x="255959" y="300595"/>
                </a:cubicBezTo>
                <a:cubicBezTo>
                  <a:pt x="259799" y="301523"/>
                  <a:pt x="264524" y="302536"/>
                  <a:pt x="269164" y="303337"/>
                </a:cubicBezTo>
                <a:lnTo>
                  <a:pt x="274058" y="304265"/>
                </a:lnTo>
                <a:cubicBezTo>
                  <a:pt x="284563" y="306248"/>
                  <a:pt x="306586" y="310383"/>
                  <a:pt x="335612" y="313631"/>
                </a:cubicBezTo>
                <a:cubicBezTo>
                  <a:pt x="333422" y="312522"/>
                  <a:pt x="331355" y="311176"/>
                  <a:pt x="329452" y="309623"/>
                </a:cubicBezTo>
                <a:cubicBezTo>
                  <a:pt x="322208" y="303194"/>
                  <a:pt x="317471" y="294406"/>
                  <a:pt x="316078" y="284816"/>
                </a:cubicBezTo>
                <a:cubicBezTo>
                  <a:pt x="303536" y="281235"/>
                  <a:pt x="292360" y="273957"/>
                  <a:pt x="284015" y="263933"/>
                </a:cubicBezTo>
                <a:cubicBezTo>
                  <a:pt x="275716" y="253542"/>
                  <a:pt x="271169" y="240653"/>
                  <a:pt x="271105" y="227355"/>
                </a:cubicBezTo>
                <a:lnTo>
                  <a:pt x="271105" y="222630"/>
                </a:lnTo>
                <a:lnTo>
                  <a:pt x="275577" y="224149"/>
                </a:lnTo>
                <a:cubicBezTo>
                  <a:pt x="317825" y="237392"/>
                  <a:pt x="361878" y="243965"/>
                  <a:pt x="406151" y="243640"/>
                </a:cubicBezTo>
                <a:cubicBezTo>
                  <a:pt x="407712" y="235498"/>
                  <a:pt x="412311" y="211914"/>
                  <a:pt x="412775" y="209552"/>
                </a:cubicBezTo>
                <a:lnTo>
                  <a:pt x="412775" y="209003"/>
                </a:lnTo>
                <a:cubicBezTo>
                  <a:pt x="413619" y="204658"/>
                  <a:pt x="416150" y="191537"/>
                  <a:pt x="427921" y="191537"/>
                </a:cubicBezTo>
                <a:lnTo>
                  <a:pt x="428469" y="191537"/>
                </a:lnTo>
                <a:cubicBezTo>
                  <a:pt x="434355" y="191537"/>
                  <a:pt x="437941" y="194849"/>
                  <a:pt x="440161" y="198688"/>
                </a:cubicBezTo>
                <a:lnTo>
                  <a:pt x="443187" y="207616"/>
                </a:lnTo>
                <a:lnTo>
                  <a:pt x="453360" y="203898"/>
                </a:lnTo>
                <a:cubicBezTo>
                  <a:pt x="449947" y="198532"/>
                  <a:pt x="448462" y="192166"/>
                  <a:pt x="449141" y="185842"/>
                </a:cubicBezTo>
                <a:cubicBezTo>
                  <a:pt x="450681" y="179201"/>
                  <a:pt x="454162" y="173164"/>
                  <a:pt x="459140" y="168502"/>
                </a:cubicBezTo>
                <a:cubicBezTo>
                  <a:pt x="461043" y="174822"/>
                  <a:pt x="462135" y="181357"/>
                  <a:pt x="462389" y="187951"/>
                </a:cubicBezTo>
                <a:cubicBezTo>
                  <a:pt x="462642" y="195292"/>
                  <a:pt x="455090" y="202422"/>
                  <a:pt x="453613" y="203730"/>
                </a:cubicBezTo>
                <a:lnTo>
                  <a:pt x="474065" y="191678"/>
                </a:lnTo>
                <a:lnTo>
                  <a:pt x="470193" y="174915"/>
                </a:lnTo>
                <a:cubicBezTo>
                  <a:pt x="471475" y="168236"/>
                  <a:pt x="474652" y="162073"/>
                  <a:pt x="479348" y="157153"/>
                </a:cubicBezTo>
                <a:cubicBezTo>
                  <a:pt x="481238" y="163553"/>
                  <a:pt x="482368" y="170152"/>
                  <a:pt x="482723" y="176813"/>
                </a:cubicBezTo>
                <a:lnTo>
                  <a:pt x="482849" y="176813"/>
                </a:lnTo>
                <a:cubicBezTo>
                  <a:pt x="482955" y="180948"/>
                  <a:pt x="480846" y="185040"/>
                  <a:pt x="478710" y="188098"/>
                </a:cubicBezTo>
                <a:lnTo>
                  <a:pt x="477291" y="189777"/>
                </a:lnTo>
                <a:lnTo>
                  <a:pt x="493060" y="180484"/>
                </a:lnTo>
                <a:cubicBezTo>
                  <a:pt x="489946" y="175189"/>
                  <a:pt x="488558" y="169055"/>
                  <a:pt x="489094" y="162933"/>
                </a:cubicBezTo>
                <a:cubicBezTo>
                  <a:pt x="490267" y="156626"/>
                  <a:pt x="493190" y="150779"/>
                  <a:pt x="497532" y="146058"/>
                </a:cubicBezTo>
                <a:cubicBezTo>
                  <a:pt x="499283" y="152205"/>
                  <a:pt x="500316" y="158533"/>
                  <a:pt x="500612" y="164916"/>
                </a:cubicBezTo>
                <a:cubicBezTo>
                  <a:pt x="500991" y="172004"/>
                  <a:pt x="494325" y="179260"/>
                  <a:pt x="493186" y="180442"/>
                </a:cubicBezTo>
                <a:cubicBezTo>
                  <a:pt x="497523" y="176991"/>
                  <a:pt x="501611" y="173244"/>
                  <a:pt x="505421" y="169219"/>
                </a:cubicBezTo>
                <a:cubicBezTo>
                  <a:pt x="506349" y="168207"/>
                  <a:pt x="507404" y="166899"/>
                  <a:pt x="508163" y="165929"/>
                </a:cubicBezTo>
                <a:cubicBezTo>
                  <a:pt x="507146" y="160756"/>
                  <a:pt x="507999" y="155386"/>
                  <a:pt x="510568" y="150783"/>
                </a:cubicBezTo>
                <a:cubicBezTo>
                  <a:pt x="513412" y="145433"/>
                  <a:pt x="517829" y="141088"/>
                  <a:pt x="523225" y="138337"/>
                </a:cubicBezTo>
                <a:close/>
                <a:moveTo>
                  <a:pt x="251740" y="136143"/>
                </a:moveTo>
                <a:cubicBezTo>
                  <a:pt x="251740" y="136143"/>
                  <a:pt x="249209" y="137704"/>
                  <a:pt x="249209" y="137704"/>
                </a:cubicBezTo>
                <a:cubicBezTo>
                  <a:pt x="248686" y="138438"/>
                  <a:pt x="248045" y="139080"/>
                  <a:pt x="247310" y="139603"/>
                </a:cubicBezTo>
                <a:cubicBezTo>
                  <a:pt x="246804" y="139898"/>
                  <a:pt x="245159" y="137367"/>
                  <a:pt x="243682" y="138253"/>
                </a:cubicBezTo>
                <a:cubicBezTo>
                  <a:pt x="243260" y="138506"/>
                  <a:pt x="242923" y="139518"/>
                  <a:pt x="242543" y="140151"/>
                </a:cubicBezTo>
                <a:cubicBezTo>
                  <a:pt x="241889" y="141835"/>
                  <a:pt x="241889" y="143699"/>
                  <a:pt x="242543" y="145383"/>
                </a:cubicBezTo>
                <a:cubicBezTo>
                  <a:pt x="242543" y="145973"/>
                  <a:pt x="242290" y="147197"/>
                  <a:pt x="242543" y="147619"/>
                </a:cubicBezTo>
                <a:cubicBezTo>
                  <a:pt x="242796" y="148040"/>
                  <a:pt x="243640" y="148462"/>
                  <a:pt x="243851" y="148842"/>
                </a:cubicBezTo>
                <a:cubicBezTo>
                  <a:pt x="244062" y="149222"/>
                  <a:pt x="244399" y="150403"/>
                  <a:pt x="244653" y="150825"/>
                </a:cubicBezTo>
                <a:cubicBezTo>
                  <a:pt x="245539" y="152597"/>
                  <a:pt x="247353" y="152386"/>
                  <a:pt x="248871" y="151500"/>
                </a:cubicBezTo>
                <a:cubicBezTo>
                  <a:pt x="249589" y="151036"/>
                  <a:pt x="250348" y="149348"/>
                  <a:pt x="250728" y="148969"/>
                </a:cubicBezTo>
                <a:cubicBezTo>
                  <a:pt x="251108" y="148589"/>
                  <a:pt x="252078" y="148547"/>
                  <a:pt x="252500" y="147703"/>
                </a:cubicBezTo>
                <a:cubicBezTo>
                  <a:pt x="252938" y="147057"/>
                  <a:pt x="253267" y="146344"/>
                  <a:pt x="253470" y="145593"/>
                </a:cubicBezTo>
                <a:lnTo>
                  <a:pt x="253470" y="145425"/>
                </a:lnTo>
                <a:cubicBezTo>
                  <a:pt x="253597" y="144412"/>
                  <a:pt x="253048" y="143822"/>
                  <a:pt x="253259" y="142936"/>
                </a:cubicBezTo>
                <a:cubicBezTo>
                  <a:pt x="253175" y="142472"/>
                  <a:pt x="253892" y="141754"/>
                  <a:pt x="253892" y="141417"/>
                </a:cubicBezTo>
                <a:cubicBezTo>
                  <a:pt x="253968" y="140776"/>
                  <a:pt x="254099" y="140139"/>
                  <a:pt x="254272" y="139518"/>
                </a:cubicBezTo>
                <a:cubicBezTo>
                  <a:pt x="254162" y="138881"/>
                  <a:pt x="253917" y="138278"/>
                  <a:pt x="253555" y="137746"/>
                </a:cubicBezTo>
                <a:cubicBezTo>
                  <a:pt x="253483" y="137160"/>
                  <a:pt x="253251" y="136603"/>
                  <a:pt x="252879" y="136143"/>
                </a:cubicBezTo>
                <a:cubicBezTo>
                  <a:pt x="252584" y="135764"/>
                  <a:pt x="251740" y="136143"/>
                  <a:pt x="251740" y="136143"/>
                </a:cubicBezTo>
                <a:close/>
                <a:moveTo>
                  <a:pt x="1734999" y="132278"/>
                </a:moveTo>
                <a:cubicBezTo>
                  <a:pt x="1738748" y="132417"/>
                  <a:pt x="1742483" y="132809"/>
                  <a:pt x="1746178" y="133455"/>
                </a:cubicBezTo>
                <a:cubicBezTo>
                  <a:pt x="1750782" y="133751"/>
                  <a:pt x="1755400" y="133751"/>
                  <a:pt x="1760003" y="133455"/>
                </a:cubicBezTo>
                <a:cubicBezTo>
                  <a:pt x="1763533" y="133455"/>
                  <a:pt x="1765740" y="138015"/>
                  <a:pt x="1767210" y="139191"/>
                </a:cubicBezTo>
                <a:cubicBezTo>
                  <a:pt x="1768682" y="140368"/>
                  <a:pt x="1777948" y="140809"/>
                  <a:pt x="1780155" y="143161"/>
                </a:cubicBezTo>
                <a:cubicBezTo>
                  <a:pt x="1782360" y="145515"/>
                  <a:pt x="1782067" y="153016"/>
                  <a:pt x="1784420" y="157870"/>
                </a:cubicBezTo>
                <a:cubicBezTo>
                  <a:pt x="1786773" y="162724"/>
                  <a:pt x="1793833" y="165224"/>
                  <a:pt x="1794422" y="179933"/>
                </a:cubicBezTo>
                <a:cubicBezTo>
                  <a:pt x="1795010" y="194641"/>
                  <a:pt x="1791038" y="194934"/>
                  <a:pt x="1782067" y="202584"/>
                </a:cubicBezTo>
                <a:cubicBezTo>
                  <a:pt x="1779565" y="205819"/>
                  <a:pt x="1779860" y="210968"/>
                  <a:pt x="1784420" y="210084"/>
                </a:cubicBezTo>
                <a:cubicBezTo>
                  <a:pt x="1792510" y="208466"/>
                  <a:pt x="1821632" y="201994"/>
                  <a:pt x="1828545" y="199789"/>
                </a:cubicBezTo>
                <a:cubicBezTo>
                  <a:pt x="1836763" y="197214"/>
                  <a:pt x="1845173" y="195296"/>
                  <a:pt x="1853697" y="194053"/>
                </a:cubicBezTo>
                <a:cubicBezTo>
                  <a:pt x="1856490" y="193758"/>
                  <a:pt x="1861050" y="197729"/>
                  <a:pt x="1864433" y="198613"/>
                </a:cubicBezTo>
                <a:cubicBezTo>
                  <a:pt x="1867815" y="199494"/>
                  <a:pt x="1874435" y="199201"/>
                  <a:pt x="1875612" y="202289"/>
                </a:cubicBezTo>
                <a:cubicBezTo>
                  <a:pt x="1877903" y="208148"/>
                  <a:pt x="1882891" y="212533"/>
                  <a:pt x="1888995" y="214056"/>
                </a:cubicBezTo>
                <a:lnTo>
                  <a:pt x="1888702" y="214056"/>
                </a:lnTo>
                <a:cubicBezTo>
                  <a:pt x="1891861" y="214846"/>
                  <a:pt x="1894237" y="217456"/>
                  <a:pt x="1894732" y="220674"/>
                </a:cubicBezTo>
                <a:cubicBezTo>
                  <a:pt x="1894732" y="223469"/>
                  <a:pt x="1893997" y="228176"/>
                  <a:pt x="1893997" y="234206"/>
                </a:cubicBezTo>
                <a:cubicBezTo>
                  <a:pt x="1893113" y="243619"/>
                  <a:pt x="1876935" y="250239"/>
                  <a:pt x="1869875" y="254651"/>
                </a:cubicBezTo>
                <a:cubicBezTo>
                  <a:pt x="1867522" y="256269"/>
                  <a:pt x="1865168" y="250827"/>
                  <a:pt x="1856932" y="250827"/>
                </a:cubicBezTo>
                <a:cubicBezTo>
                  <a:pt x="1854137" y="250974"/>
                  <a:pt x="1837810" y="252297"/>
                  <a:pt x="1835017" y="252297"/>
                </a:cubicBezTo>
                <a:lnTo>
                  <a:pt x="1817513" y="254357"/>
                </a:lnTo>
                <a:cubicBezTo>
                  <a:pt x="1813542" y="255239"/>
                  <a:pt x="1805305" y="258034"/>
                  <a:pt x="1801482" y="259211"/>
                </a:cubicBezTo>
                <a:cubicBezTo>
                  <a:pt x="1796012" y="260752"/>
                  <a:pt x="1790655" y="262670"/>
                  <a:pt x="1785448" y="264947"/>
                </a:cubicBezTo>
                <a:cubicBezTo>
                  <a:pt x="1783095" y="266417"/>
                  <a:pt x="1777360" y="263771"/>
                  <a:pt x="1770740" y="264947"/>
                </a:cubicBezTo>
                <a:cubicBezTo>
                  <a:pt x="1767800" y="265536"/>
                  <a:pt x="1757357" y="271859"/>
                  <a:pt x="1748384" y="274359"/>
                </a:cubicBezTo>
                <a:cubicBezTo>
                  <a:pt x="1730700" y="277453"/>
                  <a:pt x="1713252" y="281779"/>
                  <a:pt x="1696170" y="287302"/>
                </a:cubicBezTo>
                <a:cubicBezTo>
                  <a:pt x="1692345" y="291127"/>
                  <a:pt x="1684404" y="289509"/>
                  <a:pt x="1681462" y="291127"/>
                </a:cubicBezTo>
                <a:cubicBezTo>
                  <a:pt x="1678520" y="292745"/>
                  <a:pt x="1670725" y="292745"/>
                  <a:pt x="1666754" y="294804"/>
                </a:cubicBezTo>
                <a:cubicBezTo>
                  <a:pt x="1660135" y="298187"/>
                  <a:pt x="1657192" y="296275"/>
                  <a:pt x="1653515" y="298187"/>
                </a:cubicBezTo>
                <a:cubicBezTo>
                  <a:pt x="1649948" y="299517"/>
                  <a:pt x="1646126" y="300020"/>
                  <a:pt x="1642337" y="299657"/>
                </a:cubicBezTo>
                <a:cubicBezTo>
                  <a:pt x="1638251" y="300472"/>
                  <a:pt x="1634222" y="301553"/>
                  <a:pt x="1630277" y="302894"/>
                </a:cubicBezTo>
                <a:cubicBezTo>
                  <a:pt x="1626793" y="303698"/>
                  <a:pt x="1623171" y="303698"/>
                  <a:pt x="1619687" y="302894"/>
                </a:cubicBezTo>
                <a:cubicBezTo>
                  <a:pt x="1616907" y="302481"/>
                  <a:pt x="1614082" y="302481"/>
                  <a:pt x="1611302" y="302894"/>
                </a:cubicBezTo>
                <a:cubicBezTo>
                  <a:pt x="1608509" y="306570"/>
                  <a:pt x="1603214" y="306570"/>
                  <a:pt x="1597770" y="306570"/>
                </a:cubicBezTo>
                <a:cubicBezTo>
                  <a:pt x="1593779" y="307349"/>
                  <a:pt x="1589917" y="308686"/>
                  <a:pt x="1586299" y="310542"/>
                </a:cubicBezTo>
                <a:cubicBezTo>
                  <a:pt x="1585415" y="313190"/>
                  <a:pt x="1580710" y="315542"/>
                  <a:pt x="1576297" y="316279"/>
                </a:cubicBezTo>
                <a:cubicBezTo>
                  <a:pt x="1571885" y="317014"/>
                  <a:pt x="1574532" y="313484"/>
                  <a:pt x="1568207" y="310542"/>
                </a:cubicBezTo>
                <a:cubicBezTo>
                  <a:pt x="1565265" y="309660"/>
                  <a:pt x="1558647" y="312160"/>
                  <a:pt x="1553499" y="309660"/>
                </a:cubicBezTo>
                <a:cubicBezTo>
                  <a:pt x="1548351" y="307159"/>
                  <a:pt x="1548645" y="299952"/>
                  <a:pt x="1549675" y="293922"/>
                </a:cubicBezTo>
                <a:cubicBezTo>
                  <a:pt x="1549822" y="292597"/>
                  <a:pt x="1548940" y="287009"/>
                  <a:pt x="1548940" y="280979"/>
                </a:cubicBezTo>
                <a:cubicBezTo>
                  <a:pt x="1548307" y="277302"/>
                  <a:pt x="1549330" y="273534"/>
                  <a:pt x="1551734" y="270682"/>
                </a:cubicBezTo>
                <a:cubicBezTo>
                  <a:pt x="1560610" y="264107"/>
                  <a:pt x="1570565" y="259130"/>
                  <a:pt x="1581150" y="255974"/>
                </a:cubicBezTo>
                <a:cubicBezTo>
                  <a:pt x="1583945" y="255386"/>
                  <a:pt x="1586740" y="260387"/>
                  <a:pt x="1588947" y="260387"/>
                </a:cubicBezTo>
                <a:cubicBezTo>
                  <a:pt x="1591152" y="260387"/>
                  <a:pt x="1601449" y="254651"/>
                  <a:pt x="1605860" y="254651"/>
                </a:cubicBezTo>
                <a:cubicBezTo>
                  <a:pt x="1619533" y="253005"/>
                  <a:pt x="1633055" y="250301"/>
                  <a:pt x="1646309" y="246561"/>
                </a:cubicBezTo>
                <a:cubicBezTo>
                  <a:pt x="1653222" y="244207"/>
                  <a:pt x="1659545" y="247444"/>
                  <a:pt x="1663517" y="244207"/>
                </a:cubicBezTo>
                <a:cubicBezTo>
                  <a:pt x="1673868" y="240379"/>
                  <a:pt x="1684425" y="237138"/>
                  <a:pt x="1695140" y="234501"/>
                </a:cubicBezTo>
                <a:cubicBezTo>
                  <a:pt x="1698964" y="233617"/>
                  <a:pt x="1706024" y="231706"/>
                  <a:pt x="1708084" y="226999"/>
                </a:cubicBezTo>
                <a:cubicBezTo>
                  <a:pt x="1708304" y="223982"/>
                  <a:pt x="1707799" y="220957"/>
                  <a:pt x="1706613" y="218174"/>
                </a:cubicBezTo>
                <a:cubicBezTo>
                  <a:pt x="1704847" y="213614"/>
                  <a:pt x="1701317" y="215233"/>
                  <a:pt x="1697494" y="215233"/>
                </a:cubicBezTo>
                <a:cubicBezTo>
                  <a:pt x="1693859" y="214221"/>
                  <a:pt x="1690752" y="211851"/>
                  <a:pt x="1688815" y="208614"/>
                </a:cubicBezTo>
                <a:cubicBezTo>
                  <a:pt x="1688631" y="205441"/>
                  <a:pt x="1689345" y="202280"/>
                  <a:pt x="1690875" y="199494"/>
                </a:cubicBezTo>
                <a:cubicBezTo>
                  <a:pt x="1692052" y="196259"/>
                  <a:pt x="1692787" y="194934"/>
                  <a:pt x="1694258" y="190816"/>
                </a:cubicBezTo>
                <a:cubicBezTo>
                  <a:pt x="1695628" y="187255"/>
                  <a:pt x="1696806" y="183622"/>
                  <a:pt x="1697787" y="179933"/>
                </a:cubicBezTo>
                <a:cubicBezTo>
                  <a:pt x="1699700" y="173903"/>
                  <a:pt x="1688227" y="157283"/>
                  <a:pt x="1686757" y="152723"/>
                </a:cubicBezTo>
                <a:cubicBezTo>
                  <a:pt x="1686047" y="149273"/>
                  <a:pt x="1687290" y="145714"/>
                  <a:pt x="1689992" y="143456"/>
                </a:cubicBezTo>
                <a:cubicBezTo>
                  <a:pt x="1694994" y="138308"/>
                  <a:pt x="1700729" y="140661"/>
                  <a:pt x="1706613" y="140661"/>
                </a:cubicBezTo>
                <a:cubicBezTo>
                  <a:pt x="1710076" y="140059"/>
                  <a:pt x="1713377" y="138757"/>
                  <a:pt x="1716320" y="136838"/>
                </a:cubicBezTo>
                <a:cubicBezTo>
                  <a:pt x="1718232" y="135808"/>
                  <a:pt x="1721322" y="137278"/>
                  <a:pt x="1725587" y="135808"/>
                </a:cubicBezTo>
                <a:cubicBezTo>
                  <a:pt x="1729852" y="134338"/>
                  <a:pt x="1729852" y="132278"/>
                  <a:pt x="1734999" y="132278"/>
                </a:cubicBezTo>
                <a:close/>
                <a:moveTo>
                  <a:pt x="3676201" y="129630"/>
                </a:moveTo>
                <a:cubicBezTo>
                  <a:pt x="3682966" y="130072"/>
                  <a:pt x="3687821" y="136397"/>
                  <a:pt x="3691793" y="141692"/>
                </a:cubicBezTo>
                <a:cubicBezTo>
                  <a:pt x="3695763" y="146987"/>
                  <a:pt x="3690321" y="156253"/>
                  <a:pt x="3685173" y="160812"/>
                </a:cubicBezTo>
                <a:cubicBezTo>
                  <a:pt x="3679688" y="165355"/>
                  <a:pt x="3675310" y="171090"/>
                  <a:pt x="3672378" y="177580"/>
                </a:cubicBezTo>
                <a:cubicBezTo>
                  <a:pt x="3671495" y="179492"/>
                  <a:pt x="3671495" y="191552"/>
                  <a:pt x="3672378" y="192288"/>
                </a:cubicBezTo>
                <a:cubicBezTo>
                  <a:pt x="3673260" y="193023"/>
                  <a:pt x="3679878" y="197583"/>
                  <a:pt x="3680320" y="204202"/>
                </a:cubicBezTo>
                <a:cubicBezTo>
                  <a:pt x="3680761" y="210820"/>
                  <a:pt x="3674436" y="215968"/>
                  <a:pt x="3662963" y="239355"/>
                </a:cubicBezTo>
                <a:cubicBezTo>
                  <a:pt x="3663405" y="239648"/>
                  <a:pt x="3652668" y="254356"/>
                  <a:pt x="3649873" y="258328"/>
                </a:cubicBezTo>
                <a:cubicBezTo>
                  <a:pt x="3647078" y="262300"/>
                  <a:pt x="3656933" y="269065"/>
                  <a:pt x="3665758" y="266711"/>
                </a:cubicBezTo>
                <a:cubicBezTo>
                  <a:pt x="3670465" y="265388"/>
                  <a:pt x="3662963" y="279213"/>
                  <a:pt x="3673554" y="279213"/>
                </a:cubicBezTo>
                <a:cubicBezTo>
                  <a:pt x="3681643" y="279213"/>
                  <a:pt x="3691351" y="272006"/>
                  <a:pt x="3688263" y="264505"/>
                </a:cubicBezTo>
                <a:cubicBezTo>
                  <a:pt x="3685615" y="262005"/>
                  <a:pt x="3680466" y="264505"/>
                  <a:pt x="3675466" y="260240"/>
                </a:cubicBezTo>
                <a:cubicBezTo>
                  <a:pt x="3670465" y="255975"/>
                  <a:pt x="3670613" y="245531"/>
                  <a:pt x="3672524" y="245531"/>
                </a:cubicBezTo>
                <a:cubicBezTo>
                  <a:pt x="3675917" y="244211"/>
                  <a:pt x="3678837" y="241907"/>
                  <a:pt x="3680908" y="238913"/>
                </a:cubicBezTo>
                <a:cubicBezTo>
                  <a:pt x="3682526" y="237295"/>
                  <a:pt x="3687673" y="233618"/>
                  <a:pt x="3687673" y="230970"/>
                </a:cubicBezTo>
                <a:cubicBezTo>
                  <a:pt x="3687673" y="228323"/>
                  <a:pt x="3680026" y="226412"/>
                  <a:pt x="3686498" y="216998"/>
                </a:cubicBezTo>
                <a:cubicBezTo>
                  <a:pt x="3690616" y="210967"/>
                  <a:pt x="3695763" y="211555"/>
                  <a:pt x="3698411" y="210967"/>
                </a:cubicBezTo>
                <a:cubicBezTo>
                  <a:pt x="3701058" y="210378"/>
                  <a:pt x="3703706" y="204055"/>
                  <a:pt x="3705176" y="200818"/>
                </a:cubicBezTo>
                <a:cubicBezTo>
                  <a:pt x="3706856" y="197304"/>
                  <a:pt x="3707902" y="193519"/>
                  <a:pt x="3708266" y="189640"/>
                </a:cubicBezTo>
                <a:cubicBezTo>
                  <a:pt x="3708413" y="180375"/>
                  <a:pt x="3697970" y="176255"/>
                  <a:pt x="3699735" y="169048"/>
                </a:cubicBezTo>
                <a:cubicBezTo>
                  <a:pt x="3703411" y="154487"/>
                  <a:pt x="3738859" y="148899"/>
                  <a:pt x="3742536" y="146398"/>
                </a:cubicBezTo>
                <a:cubicBezTo>
                  <a:pt x="3743565" y="145663"/>
                  <a:pt x="3744448" y="142427"/>
                  <a:pt x="3746361" y="140957"/>
                </a:cubicBezTo>
                <a:cubicBezTo>
                  <a:pt x="3750038" y="138168"/>
                  <a:pt x="3754942" y="137604"/>
                  <a:pt x="3759156" y="139485"/>
                </a:cubicBezTo>
                <a:cubicBezTo>
                  <a:pt x="3764043" y="141908"/>
                  <a:pt x="3768674" y="144816"/>
                  <a:pt x="3772983" y="148163"/>
                </a:cubicBezTo>
                <a:cubicBezTo>
                  <a:pt x="3775792" y="150738"/>
                  <a:pt x="3777118" y="154550"/>
                  <a:pt x="3776513" y="158312"/>
                </a:cubicBezTo>
                <a:cubicBezTo>
                  <a:pt x="3775923" y="162724"/>
                  <a:pt x="3773571" y="175080"/>
                  <a:pt x="3774894" y="176108"/>
                </a:cubicBezTo>
                <a:cubicBezTo>
                  <a:pt x="3776218" y="177138"/>
                  <a:pt x="3762393" y="184640"/>
                  <a:pt x="3756068" y="190817"/>
                </a:cubicBezTo>
                <a:cubicBezTo>
                  <a:pt x="3748040" y="201135"/>
                  <a:pt x="3742958" y="213436"/>
                  <a:pt x="3741359" y="226412"/>
                </a:cubicBezTo>
                <a:cubicBezTo>
                  <a:pt x="3741065" y="227588"/>
                  <a:pt x="3737388" y="236413"/>
                  <a:pt x="3736946" y="238766"/>
                </a:cubicBezTo>
                <a:cubicBezTo>
                  <a:pt x="3736505" y="241120"/>
                  <a:pt x="3734888" y="247738"/>
                  <a:pt x="3733270" y="253475"/>
                </a:cubicBezTo>
                <a:cubicBezTo>
                  <a:pt x="3731254" y="259443"/>
                  <a:pt x="3730260" y="265708"/>
                  <a:pt x="3730328" y="272006"/>
                </a:cubicBezTo>
                <a:cubicBezTo>
                  <a:pt x="3730769" y="275683"/>
                  <a:pt x="3735770" y="274655"/>
                  <a:pt x="3738858" y="274655"/>
                </a:cubicBezTo>
                <a:cubicBezTo>
                  <a:pt x="3745140" y="273223"/>
                  <a:pt x="3750896" y="270064"/>
                  <a:pt x="3755479" y="265535"/>
                </a:cubicBezTo>
                <a:cubicBezTo>
                  <a:pt x="3759277" y="264895"/>
                  <a:pt x="3763154" y="264895"/>
                  <a:pt x="3766951" y="265535"/>
                </a:cubicBezTo>
                <a:cubicBezTo>
                  <a:pt x="3769893" y="266418"/>
                  <a:pt x="3772981" y="271271"/>
                  <a:pt x="3776218" y="272301"/>
                </a:cubicBezTo>
                <a:cubicBezTo>
                  <a:pt x="3779453" y="273330"/>
                  <a:pt x="3784013" y="273625"/>
                  <a:pt x="3786661" y="275390"/>
                </a:cubicBezTo>
                <a:cubicBezTo>
                  <a:pt x="3789308" y="277155"/>
                  <a:pt x="3795044" y="275390"/>
                  <a:pt x="3798574" y="279655"/>
                </a:cubicBezTo>
                <a:lnTo>
                  <a:pt x="3799458" y="279508"/>
                </a:lnTo>
                <a:cubicBezTo>
                  <a:pt x="3804351" y="287697"/>
                  <a:pt x="3806564" y="297210"/>
                  <a:pt x="3805783" y="306718"/>
                </a:cubicBezTo>
                <a:cubicBezTo>
                  <a:pt x="3805542" y="315331"/>
                  <a:pt x="3803221" y="323759"/>
                  <a:pt x="3799016" y="331281"/>
                </a:cubicBezTo>
                <a:cubicBezTo>
                  <a:pt x="3787870" y="338072"/>
                  <a:pt x="3774998" y="341494"/>
                  <a:pt x="3761951" y="341136"/>
                </a:cubicBezTo>
                <a:cubicBezTo>
                  <a:pt x="3757626" y="341124"/>
                  <a:pt x="3753483" y="342876"/>
                  <a:pt x="3750478" y="345989"/>
                </a:cubicBezTo>
                <a:cubicBezTo>
                  <a:pt x="3745597" y="347535"/>
                  <a:pt x="3740297" y="347060"/>
                  <a:pt x="3735770" y="344666"/>
                </a:cubicBezTo>
                <a:cubicBezTo>
                  <a:pt x="3729732" y="343188"/>
                  <a:pt x="3723424" y="343188"/>
                  <a:pt x="3717385" y="344666"/>
                </a:cubicBezTo>
                <a:cubicBezTo>
                  <a:pt x="3704504" y="348173"/>
                  <a:pt x="3693294" y="356150"/>
                  <a:pt x="3685761" y="367169"/>
                </a:cubicBezTo>
                <a:cubicBezTo>
                  <a:pt x="3682965" y="372182"/>
                  <a:pt x="3678973" y="376425"/>
                  <a:pt x="3674143" y="379524"/>
                </a:cubicBezTo>
                <a:cubicBezTo>
                  <a:pt x="3667134" y="384239"/>
                  <a:pt x="3660886" y="389992"/>
                  <a:pt x="3655610" y="396586"/>
                </a:cubicBezTo>
                <a:cubicBezTo>
                  <a:pt x="3652467" y="401844"/>
                  <a:pt x="3651419" y="408092"/>
                  <a:pt x="3652668" y="414089"/>
                </a:cubicBezTo>
                <a:cubicBezTo>
                  <a:pt x="3653256" y="415854"/>
                  <a:pt x="3657228" y="416883"/>
                  <a:pt x="3661493" y="415854"/>
                </a:cubicBezTo>
                <a:cubicBezTo>
                  <a:pt x="3666672" y="413467"/>
                  <a:pt x="3671975" y="411356"/>
                  <a:pt x="3677378" y="409529"/>
                </a:cubicBezTo>
                <a:cubicBezTo>
                  <a:pt x="3681643" y="408941"/>
                  <a:pt x="3684291" y="403646"/>
                  <a:pt x="3687821" y="403939"/>
                </a:cubicBezTo>
                <a:cubicBezTo>
                  <a:pt x="3691351" y="404234"/>
                  <a:pt x="3696058" y="410853"/>
                  <a:pt x="3706059" y="413206"/>
                </a:cubicBezTo>
                <a:cubicBezTo>
                  <a:pt x="3709148" y="414089"/>
                  <a:pt x="3714884" y="417766"/>
                  <a:pt x="3723856" y="420561"/>
                </a:cubicBezTo>
                <a:cubicBezTo>
                  <a:pt x="3725033" y="420854"/>
                  <a:pt x="3732093" y="422326"/>
                  <a:pt x="3730769" y="427621"/>
                </a:cubicBezTo>
                <a:cubicBezTo>
                  <a:pt x="3730539" y="434046"/>
                  <a:pt x="3728987" y="440354"/>
                  <a:pt x="3726210" y="446152"/>
                </a:cubicBezTo>
                <a:cubicBezTo>
                  <a:pt x="3723121" y="449829"/>
                  <a:pt x="3719444" y="454389"/>
                  <a:pt x="3715620" y="455272"/>
                </a:cubicBezTo>
                <a:cubicBezTo>
                  <a:pt x="3708706" y="456596"/>
                  <a:pt x="3704588" y="456742"/>
                  <a:pt x="3696940" y="458802"/>
                </a:cubicBezTo>
                <a:cubicBezTo>
                  <a:pt x="3693116" y="459832"/>
                  <a:pt x="3690321" y="462037"/>
                  <a:pt x="3684291" y="463067"/>
                </a:cubicBezTo>
                <a:cubicBezTo>
                  <a:pt x="3678261" y="464097"/>
                  <a:pt x="3654874" y="468509"/>
                  <a:pt x="3654874" y="476304"/>
                </a:cubicBezTo>
                <a:cubicBezTo>
                  <a:pt x="3655673" y="483043"/>
                  <a:pt x="3656114" y="489819"/>
                  <a:pt x="3656198" y="496602"/>
                </a:cubicBezTo>
                <a:cubicBezTo>
                  <a:pt x="3655861" y="502431"/>
                  <a:pt x="3655123" y="508230"/>
                  <a:pt x="3653991" y="513957"/>
                </a:cubicBezTo>
                <a:cubicBezTo>
                  <a:pt x="3651480" y="520288"/>
                  <a:pt x="3650086" y="527007"/>
                  <a:pt x="3649873" y="533814"/>
                </a:cubicBezTo>
                <a:cubicBezTo>
                  <a:pt x="3650315" y="539992"/>
                  <a:pt x="3643108" y="545875"/>
                  <a:pt x="3642225" y="547052"/>
                </a:cubicBezTo>
                <a:cubicBezTo>
                  <a:pt x="3637518" y="557200"/>
                  <a:pt x="3638254" y="572203"/>
                  <a:pt x="3627516" y="575585"/>
                </a:cubicBezTo>
                <a:cubicBezTo>
                  <a:pt x="3620532" y="578599"/>
                  <a:pt x="3613359" y="581155"/>
                  <a:pt x="3606043" y="583234"/>
                </a:cubicBezTo>
                <a:cubicBezTo>
                  <a:pt x="3600119" y="584012"/>
                  <a:pt x="3594329" y="585595"/>
                  <a:pt x="3588834" y="587940"/>
                </a:cubicBezTo>
                <a:cubicBezTo>
                  <a:pt x="3580380" y="590400"/>
                  <a:pt x="3571401" y="590400"/>
                  <a:pt x="3562948" y="587940"/>
                </a:cubicBezTo>
                <a:cubicBezTo>
                  <a:pt x="3559858" y="585440"/>
                  <a:pt x="3561329" y="577204"/>
                  <a:pt x="3561329" y="572350"/>
                </a:cubicBezTo>
                <a:cubicBezTo>
                  <a:pt x="3561183" y="563377"/>
                  <a:pt x="3538531" y="553964"/>
                  <a:pt x="3536325" y="548669"/>
                </a:cubicBezTo>
                <a:cubicBezTo>
                  <a:pt x="3534118" y="543374"/>
                  <a:pt x="3541914" y="543522"/>
                  <a:pt x="3549710" y="542050"/>
                </a:cubicBezTo>
                <a:cubicBezTo>
                  <a:pt x="3563094" y="539697"/>
                  <a:pt x="3575743" y="538227"/>
                  <a:pt x="3582068" y="536167"/>
                </a:cubicBezTo>
                <a:cubicBezTo>
                  <a:pt x="3595306" y="531314"/>
                  <a:pt x="3600895" y="504250"/>
                  <a:pt x="3607513" y="492042"/>
                </a:cubicBezTo>
                <a:cubicBezTo>
                  <a:pt x="3609573" y="488219"/>
                  <a:pt x="3608984" y="482041"/>
                  <a:pt x="3600453" y="482041"/>
                </a:cubicBezTo>
                <a:cubicBezTo>
                  <a:pt x="3592397" y="482722"/>
                  <a:pt x="3584420" y="484150"/>
                  <a:pt x="3576626" y="486307"/>
                </a:cubicBezTo>
                <a:cubicBezTo>
                  <a:pt x="3568575" y="488421"/>
                  <a:pt x="3560357" y="489848"/>
                  <a:pt x="3552063" y="490572"/>
                </a:cubicBezTo>
                <a:cubicBezTo>
                  <a:pt x="3546621" y="490866"/>
                  <a:pt x="3535148" y="497779"/>
                  <a:pt x="3531913" y="497779"/>
                </a:cubicBezTo>
                <a:cubicBezTo>
                  <a:pt x="3526029" y="497926"/>
                  <a:pt x="3520881" y="500279"/>
                  <a:pt x="3513821" y="493367"/>
                </a:cubicBezTo>
                <a:cubicBezTo>
                  <a:pt x="3511218" y="491845"/>
                  <a:pt x="3508457" y="490611"/>
                  <a:pt x="3505585" y="489689"/>
                </a:cubicBezTo>
                <a:cubicBezTo>
                  <a:pt x="3501613" y="487630"/>
                  <a:pt x="3503673" y="479541"/>
                  <a:pt x="3503673" y="476452"/>
                </a:cubicBezTo>
                <a:cubicBezTo>
                  <a:pt x="3504104" y="470238"/>
                  <a:pt x="3505339" y="464108"/>
                  <a:pt x="3507350" y="458214"/>
                </a:cubicBezTo>
                <a:cubicBezTo>
                  <a:pt x="3512472" y="450774"/>
                  <a:pt x="3520470" y="445816"/>
                  <a:pt x="3529411" y="444534"/>
                </a:cubicBezTo>
                <a:cubicBezTo>
                  <a:pt x="3532501" y="444534"/>
                  <a:pt x="3542209" y="448652"/>
                  <a:pt x="3545444" y="448652"/>
                </a:cubicBezTo>
                <a:cubicBezTo>
                  <a:pt x="3548680" y="448652"/>
                  <a:pt x="3555888" y="441741"/>
                  <a:pt x="3561035" y="438946"/>
                </a:cubicBezTo>
                <a:cubicBezTo>
                  <a:pt x="3567287" y="436648"/>
                  <a:pt x="3573737" y="434925"/>
                  <a:pt x="3580303" y="433797"/>
                </a:cubicBezTo>
                <a:cubicBezTo>
                  <a:pt x="3584483" y="432513"/>
                  <a:pt x="3588411" y="430522"/>
                  <a:pt x="3591923" y="427914"/>
                </a:cubicBezTo>
                <a:cubicBezTo>
                  <a:pt x="3595158" y="426002"/>
                  <a:pt x="3594864" y="424384"/>
                  <a:pt x="3596041" y="421149"/>
                </a:cubicBezTo>
                <a:cubicBezTo>
                  <a:pt x="3597218" y="417912"/>
                  <a:pt x="3596629" y="409529"/>
                  <a:pt x="3598100" y="406441"/>
                </a:cubicBezTo>
                <a:cubicBezTo>
                  <a:pt x="3600467" y="401760"/>
                  <a:pt x="3602292" y="396825"/>
                  <a:pt x="3603543" y="391733"/>
                </a:cubicBezTo>
                <a:cubicBezTo>
                  <a:pt x="3604278" y="387614"/>
                  <a:pt x="3595453" y="390703"/>
                  <a:pt x="3592364" y="390703"/>
                </a:cubicBezTo>
                <a:cubicBezTo>
                  <a:pt x="3587500" y="392041"/>
                  <a:pt x="3583180" y="394870"/>
                  <a:pt x="3580008" y="398793"/>
                </a:cubicBezTo>
                <a:cubicBezTo>
                  <a:pt x="3576042" y="402349"/>
                  <a:pt x="3571232" y="404830"/>
                  <a:pt x="3566035" y="405999"/>
                </a:cubicBezTo>
                <a:cubicBezTo>
                  <a:pt x="3562225" y="407321"/>
                  <a:pt x="3558079" y="407321"/>
                  <a:pt x="3554269" y="405999"/>
                </a:cubicBezTo>
                <a:cubicBezTo>
                  <a:pt x="3549856" y="403646"/>
                  <a:pt x="3549856" y="400557"/>
                  <a:pt x="3549858" y="395263"/>
                </a:cubicBezTo>
                <a:cubicBezTo>
                  <a:pt x="3549399" y="389719"/>
                  <a:pt x="3550520" y="384161"/>
                  <a:pt x="3553093" y="379229"/>
                </a:cubicBezTo>
                <a:cubicBezTo>
                  <a:pt x="3555740" y="376141"/>
                  <a:pt x="3554711" y="359668"/>
                  <a:pt x="3565448" y="349813"/>
                </a:cubicBezTo>
                <a:cubicBezTo>
                  <a:pt x="3568978" y="346724"/>
                  <a:pt x="3578833" y="350989"/>
                  <a:pt x="3582803" y="348636"/>
                </a:cubicBezTo>
                <a:cubicBezTo>
                  <a:pt x="3584886" y="347107"/>
                  <a:pt x="3587046" y="345684"/>
                  <a:pt x="3589275" y="344371"/>
                </a:cubicBezTo>
                <a:cubicBezTo>
                  <a:pt x="3592805" y="342901"/>
                  <a:pt x="3601043" y="343929"/>
                  <a:pt x="3605308" y="342901"/>
                </a:cubicBezTo>
                <a:cubicBezTo>
                  <a:pt x="3611491" y="341834"/>
                  <a:pt x="3617587" y="340310"/>
                  <a:pt x="3623546" y="338341"/>
                </a:cubicBezTo>
                <a:cubicBezTo>
                  <a:pt x="3625753" y="337606"/>
                  <a:pt x="3634576" y="337606"/>
                  <a:pt x="3637224" y="335988"/>
                </a:cubicBezTo>
                <a:cubicBezTo>
                  <a:pt x="3639871" y="334369"/>
                  <a:pt x="3638989" y="334811"/>
                  <a:pt x="3648696" y="331869"/>
                </a:cubicBezTo>
                <a:cubicBezTo>
                  <a:pt x="3647814" y="331576"/>
                  <a:pt x="3652668" y="328633"/>
                  <a:pt x="3655463" y="327016"/>
                </a:cubicBezTo>
                <a:cubicBezTo>
                  <a:pt x="3660776" y="326207"/>
                  <a:pt x="3666181" y="326207"/>
                  <a:pt x="3671495" y="327016"/>
                </a:cubicBezTo>
                <a:cubicBezTo>
                  <a:pt x="3676349" y="328045"/>
                  <a:pt x="3682231" y="327016"/>
                  <a:pt x="3684586" y="327016"/>
                </a:cubicBezTo>
                <a:cubicBezTo>
                  <a:pt x="3688876" y="328864"/>
                  <a:pt x="3693454" y="329959"/>
                  <a:pt x="3698116" y="330251"/>
                </a:cubicBezTo>
                <a:cubicBezTo>
                  <a:pt x="3701206" y="330104"/>
                  <a:pt x="3709589" y="323044"/>
                  <a:pt x="3712825" y="323044"/>
                </a:cubicBezTo>
                <a:cubicBezTo>
                  <a:pt x="3718787" y="320236"/>
                  <a:pt x="3722151" y="313806"/>
                  <a:pt x="3721061" y="307306"/>
                </a:cubicBezTo>
                <a:cubicBezTo>
                  <a:pt x="3714469" y="307113"/>
                  <a:pt x="3707883" y="307856"/>
                  <a:pt x="3701500" y="309513"/>
                </a:cubicBezTo>
                <a:cubicBezTo>
                  <a:pt x="3697088" y="311278"/>
                  <a:pt x="3683850" y="310983"/>
                  <a:pt x="3680908" y="312455"/>
                </a:cubicBezTo>
                <a:cubicBezTo>
                  <a:pt x="3670523" y="316049"/>
                  <a:pt x="3659451" y="317208"/>
                  <a:pt x="3648550" y="315838"/>
                </a:cubicBezTo>
                <a:cubicBezTo>
                  <a:pt x="3642921" y="316116"/>
                  <a:pt x="3637390" y="317411"/>
                  <a:pt x="3632223" y="319661"/>
                </a:cubicBezTo>
                <a:cubicBezTo>
                  <a:pt x="3626903" y="321317"/>
                  <a:pt x="3621435" y="322450"/>
                  <a:pt x="3615896" y="323044"/>
                </a:cubicBezTo>
                <a:cubicBezTo>
                  <a:pt x="3607020" y="323721"/>
                  <a:pt x="3598184" y="324850"/>
                  <a:pt x="3589421" y="326428"/>
                </a:cubicBezTo>
                <a:cubicBezTo>
                  <a:pt x="3584863" y="327458"/>
                  <a:pt x="3575155" y="328928"/>
                  <a:pt x="3569125" y="330546"/>
                </a:cubicBezTo>
                <a:cubicBezTo>
                  <a:pt x="3560709" y="332617"/>
                  <a:pt x="3552634" y="335886"/>
                  <a:pt x="3545150" y="340253"/>
                </a:cubicBezTo>
                <a:cubicBezTo>
                  <a:pt x="3539313" y="346014"/>
                  <a:pt x="3534356" y="352606"/>
                  <a:pt x="3530441" y="359814"/>
                </a:cubicBezTo>
                <a:cubicBezTo>
                  <a:pt x="3528360" y="362827"/>
                  <a:pt x="3525996" y="365634"/>
                  <a:pt x="3523381" y="368199"/>
                </a:cubicBezTo>
                <a:cubicBezTo>
                  <a:pt x="3511468" y="376878"/>
                  <a:pt x="3504114" y="389526"/>
                  <a:pt x="3492788" y="391586"/>
                </a:cubicBezTo>
                <a:cubicBezTo>
                  <a:pt x="3488168" y="393013"/>
                  <a:pt x="3483183" y="390981"/>
                  <a:pt x="3480875" y="386731"/>
                </a:cubicBezTo>
                <a:cubicBezTo>
                  <a:pt x="3475771" y="378178"/>
                  <a:pt x="3472701" y="368567"/>
                  <a:pt x="3471903" y="358638"/>
                </a:cubicBezTo>
                <a:cubicBezTo>
                  <a:pt x="3471903" y="349666"/>
                  <a:pt x="3477050" y="347461"/>
                  <a:pt x="3471903" y="330398"/>
                </a:cubicBezTo>
                <a:cubicBezTo>
                  <a:pt x="3471135" y="326053"/>
                  <a:pt x="3472832" y="321638"/>
                  <a:pt x="3476315" y="318926"/>
                </a:cubicBezTo>
                <a:cubicBezTo>
                  <a:pt x="3479307" y="317662"/>
                  <a:pt x="3482048" y="315867"/>
                  <a:pt x="3484405" y="313631"/>
                </a:cubicBezTo>
                <a:cubicBezTo>
                  <a:pt x="3491560" y="303112"/>
                  <a:pt x="3498140" y="292212"/>
                  <a:pt x="3504114" y="280978"/>
                </a:cubicBezTo>
                <a:cubicBezTo>
                  <a:pt x="3504114" y="280978"/>
                  <a:pt x="3507350" y="279066"/>
                  <a:pt x="3509703" y="280978"/>
                </a:cubicBezTo>
                <a:cubicBezTo>
                  <a:pt x="3512265" y="289170"/>
                  <a:pt x="3513603" y="297695"/>
                  <a:pt x="3513674" y="306276"/>
                </a:cubicBezTo>
                <a:cubicBezTo>
                  <a:pt x="3513620" y="307164"/>
                  <a:pt x="3513750" y="308052"/>
                  <a:pt x="3514054" y="308887"/>
                </a:cubicBezTo>
                <a:cubicBezTo>
                  <a:pt x="3515279" y="312245"/>
                  <a:pt x="3518994" y="313974"/>
                  <a:pt x="3522351" y="312748"/>
                </a:cubicBezTo>
                <a:cubicBezTo>
                  <a:pt x="3528323" y="311505"/>
                  <a:pt x="3534039" y="309267"/>
                  <a:pt x="3539266" y="306130"/>
                </a:cubicBezTo>
                <a:cubicBezTo>
                  <a:pt x="3540296" y="305395"/>
                  <a:pt x="3545003" y="303336"/>
                  <a:pt x="3545003" y="300395"/>
                </a:cubicBezTo>
                <a:cubicBezTo>
                  <a:pt x="3543988" y="296315"/>
                  <a:pt x="3542507" y="292366"/>
                  <a:pt x="3540590" y="288628"/>
                </a:cubicBezTo>
                <a:cubicBezTo>
                  <a:pt x="3539018" y="283058"/>
                  <a:pt x="3538032" y="277340"/>
                  <a:pt x="3537648" y="271565"/>
                </a:cubicBezTo>
                <a:cubicBezTo>
                  <a:pt x="3537648" y="268476"/>
                  <a:pt x="3538973" y="250238"/>
                  <a:pt x="3540296" y="236560"/>
                </a:cubicBezTo>
                <a:cubicBezTo>
                  <a:pt x="3541179" y="228912"/>
                  <a:pt x="3537796" y="219792"/>
                  <a:pt x="3537796" y="199495"/>
                </a:cubicBezTo>
                <a:cubicBezTo>
                  <a:pt x="3538125" y="192278"/>
                  <a:pt x="3536973" y="185071"/>
                  <a:pt x="3534413" y="178315"/>
                </a:cubicBezTo>
                <a:cubicBezTo>
                  <a:pt x="3530736" y="176108"/>
                  <a:pt x="3535738" y="167430"/>
                  <a:pt x="3541473" y="166107"/>
                </a:cubicBezTo>
                <a:cubicBezTo>
                  <a:pt x="3544848" y="165815"/>
                  <a:pt x="3548246" y="165815"/>
                  <a:pt x="3551621" y="166107"/>
                </a:cubicBezTo>
                <a:cubicBezTo>
                  <a:pt x="3553828" y="165960"/>
                  <a:pt x="3553533" y="161400"/>
                  <a:pt x="3556770" y="162724"/>
                </a:cubicBezTo>
                <a:cubicBezTo>
                  <a:pt x="3560005" y="164048"/>
                  <a:pt x="3559418" y="164637"/>
                  <a:pt x="3561183" y="169343"/>
                </a:cubicBezTo>
                <a:cubicBezTo>
                  <a:pt x="3562948" y="174050"/>
                  <a:pt x="3561623" y="176550"/>
                  <a:pt x="3562948" y="181403"/>
                </a:cubicBezTo>
                <a:cubicBezTo>
                  <a:pt x="3564271" y="186257"/>
                  <a:pt x="3562211" y="193317"/>
                  <a:pt x="3564271" y="196112"/>
                </a:cubicBezTo>
                <a:cubicBezTo>
                  <a:pt x="3565556" y="199067"/>
                  <a:pt x="3565556" y="202423"/>
                  <a:pt x="3564271" y="205378"/>
                </a:cubicBezTo>
                <a:cubicBezTo>
                  <a:pt x="3563658" y="208734"/>
                  <a:pt x="3563658" y="212171"/>
                  <a:pt x="3564271" y="215527"/>
                </a:cubicBezTo>
                <a:cubicBezTo>
                  <a:pt x="3565448" y="219352"/>
                  <a:pt x="3563830" y="223322"/>
                  <a:pt x="3564271" y="228323"/>
                </a:cubicBezTo>
                <a:cubicBezTo>
                  <a:pt x="3564713" y="233323"/>
                  <a:pt x="3565741" y="249797"/>
                  <a:pt x="3565741" y="253326"/>
                </a:cubicBezTo>
                <a:cubicBezTo>
                  <a:pt x="3565741" y="256856"/>
                  <a:pt x="3569860" y="262446"/>
                  <a:pt x="3568978" y="270095"/>
                </a:cubicBezTo>
                <a:cubicBezTo>
                  <a:pt x="3568978" y="273183"/>
                  <a:pt x="3568978" y="279508"/>
                  <a:pt x="3568978" y="282450"/>
                </a:cubicBezTo>
                <a:cubicBezTo>
                  <a:pt x="3568095" y="288775"/>
                  <a:pt x="3562653" y="293628"/>
                  <a:pt x="3563976" y="297158"/>
                </a:cubicBezTo>
                <a:cubicBezTo>
                  <a:pt x="3565258" y="300416"/>
                  <a:pt x="3567806" y="303017"/>
                  <a:pt x="3571036" y="304365"/>
                </a:cubicBezTo>
                <a:cubicBezTo>
                  <a:pt x="3575008" y="305248"/>
                  <a:pt x="3581773" y="300541"/>
                  <a:pt x="3585008" y="300541"/>
                </a:cubicBezTo>
                <a:cubicBezTo>
                  <a:pt x="3589043" y="300645"/>
                  <a:pt x="3593078" y="300399"/>
                  <a:pt x="3597070" y="299805"/>
                </a:cubicBezTo>
                <a:cubicBezTo>
                  <a:pt x="3603489" y="297902"/>
                  <a:pt x="3610099" y="296719"/>
                  <a:pt x="3616780" y="296275"/>
                </a:cubicBezTo>
                <a:cubicBezTo>
                  <a:pt x="3619721" y="296128"/>
                  <a:pt x="3624869" y="292598"/>
                  <a:pt x="3627516" y="292598"/>
                </a:cubicBezTo>
                <a:cubicBezTo>
                  <a:pt x="3630628" y="291261"/>
                  <a:pt x="3633469" y="289368"/>
                  <a:pt x="3635900" y="287010"/>
                </a:cubicBezTo>
                <a:cubicBezTo>
                  <a:pt x="3637675" y="285408"/>
                  <a:pt x="3638157" y="282817"/>
                  <a:pt x="3637076" y="280685"/>
                </a:cubicBezTo>
                <a:cubicBezTo>
                  <a:pt x="3635018" y="275536"/>
                  <a:pt x="3630753" y="277596"/>
                  <a:pt x="3625310" y="279508"/>
                </a:cubicBezTo>
                <a:cubicBezTo>
                  <a:pt x="3622368" y="280685"/>
                  <a:pt x="3616486" y="285833"/>
                  <a:pt x="3614573" y="283920"/>
                </a:cubicBezTo>
                <a:cubicBezTo>
                  <a:pt x="3611203" y="281886"/>
                  <a:pt x="3609879" y="277660"/>
                  <a:pt x="3611485" y="274066"/>
                </a:cubicBezTo>
                <a:cubicBezTo>
                  <a:pt x="3612220" y="270830"/>
                  <a:pt x="3609279" y="264653"/>
                  <a:pt x="3605013" y="265976"/>
                </a:cubicBezTo>
                <a:cubicBezTo>
                  <a:pt x="3600748" y="267300"/>
                  <a:pt x="3600453" y="273478"/>
                  <a:pt x="3600748" y="278038"/>
                </a:cubicBezTo>
                <a:cubicBezTo>
                  <a:pt x="3601043" y="282596"/>
                  <a:pt x="3597658" y="283626"/>
                  <a:pt x="3595600" y="285245"/>
                </a:cubicBezTo>
                <a:cubicBezTo>
                  <a:pt x="3593541" y="286861"/>
                  <a:pt x="3591628" y="290391"/>
                  <a:pt x="3588393" y="289068"/>
                </a:cubicBezTo>
                <a:cubicBezTo>
                  <a:pt x="3583487" y="286256"/>
                  <a:pt x="3580629" y="280882"/>
                  <a:pt x="3581038" y="275243"/>
                </a:cubicBezTo>
                <a:cubicBezTo>
                  <a:pt x="3580891" y="272153"/>
                  <a:pt x="3582068" y="249650"/>
                  <a:pt x="3582068" y="246708"/>
                </a:cubicBezTo>
                <a:cubicBezTo>
                  <a:pt x="3582656" y="240678"/>
                  <a:pt x="3578833" y="232442"/>
                  <a:pt x="3578833" y="227293"/>
                </a:cubicBezTo>
                <a:cubicBezTo>
                  <a:pt x="3579316" y="218132"/>
                  <a:pt x="3579316" y="208952"/>
                  <a:pt x="3578833" y="199790"/>
                </a:cubicBezTo>
                <a:cubicBezTo>
                  <a:pt x="3578326" y="196663"/>
                  <a:pt x="3577641" y="193568"/>
                  <a:pt x="3576773" y="190523"/>
                </a:cubicBezTo>
                <a:cubicBezTo>
                  <a:pt x="3577210" y="185591"/>
                  <a:pt x="3579162" y="180915"/>
                  <a:pt x="3582363" y="177138"/>
                </a:cubicBezTo>
                <a:cubicBezTo>
                  <a:pt x="3584769" y="174308"/>
                  <a:pt x="3588107" y="172430"/>
                  <a:pt x="3591776" y="171843"/>
                </a:cubicBezTo>
                <a:cubicBezTo>
                  <a:pt x="3595306" y="171108"/>
                  <a:pt x="3596336" y="180227"/>
                  <a:pt x="3596335" y="186552"/>
                </a:cubicBezTo>
                <a:cubicBezTo>
                  <a:pt x="3596202" y="189913"/>
                  <a:pt x="3597300" y="193207"/>
                  <a:pt x="3599423" y="195818"/>
                </a:cubicBezTo>
                <a:cubicBezTo>
                  <a:pt x="3602206" y="205933"/>
                  <a:pt x="3603688" y="216362"/>
                  <a:pt x="3603836" y="226852"/>
                </a:cubicBezTo>
                <a:cubicBezTo>
                  <a:pt x="3603689" y="232588"/>
                  <a:pt x="3604571" y="231853"/>
                  <a:pt x="3607955" y="234060"/>
                </a:cubicBezTo>
                <a:cubicBezTo>
                  <a:pt x="3611338" y="236265"/>
                  <a:pt x="3621486" y="232000"/>
                  <a:pt x="3623988" y="234060"/>
                </a:cubicBezTo>
                <a:cubicBezTo>
                  <a:pt x="3626488" y="236118"/>
                  <a:pt x="3627664" y="241708"/>
                  <a:pt x="3630018" y="241708"/>
                </a:cubicBezTo>
                <a:cubicBezTo>
                  <a:pt x="3637518" y="242737"/>
                  <a:pt x="3642666" y="230970"/>
                  <a:pt x="3644726" y="228028"/>
                </a:cubicBezTo>
                <a:cubicBezTo>
                  <a:pt x="3650168" y="220380"/>
                  <a:pt x="3638548" y="209792"/>
                  <a:pt x="3636930" y="209497"/>
                </a:cubicBezTo>
                <a:cubicBezTo>
                  <a:pt x="3635311" y="209202"/>
                  <a:pt x="3630605" y="213468"/>
                  <a:pt x="3623988" y="214497"/>
                </a:cubicBezTo>
                <a:cubicBezTo>
                  <a:pt x="3617368" y="215527"/>
                  <a:pt x="3620163" y="220233"/>
                  <a:pt x="3614868" y="218763"/>
                </a:cubicBezTo>
                <a:cubicBezTo>
                  <a:pt x="3609573" y="217292"/>
                  <a:pt x="3611926" y="205672"/>
                  <a:pt x="3614868" y="200378"/>
                </a:cubicBezTo>
                <a:cubicBezTo>
                  <a:pt x="3617865" y="195985"/>
                  <a:pt x="3619780" y="190945"/>
                  <a:pt x="3620456" y="185670"/>
                </a:cubicBezTo>
                <a:cubicBezTo>
                  <a:pt x="3619868" y="179345"/>
                  <a:pt x="3614279" y="171697"/>
                  <a:pt x="3614279" y="169343"/>
                </a:cubicBezTo>
                <a:cubicBezTo>
                  <a:pt x="3614279" y="166990"/>
                  <a:pt x="3621486" y="159194"/>
                  <a:pt x="3624575" y="159047"/>
                </a:cubicBezTo>
                <a:cubicBezTo>
                  <a:pt x="3627664" y="158900"/>
                  <a:pt x="3632959" y="168313"/>
                  <a:pt x="3635901" y="168313"/>
                </a:cubicBezTo>
                <a:cubicBezTo>
                  <a:pt x="3638841" y="168313"/>
                  <a:pt x="3646196" y="156840"/>
                  <a:pt x="3649579" y="150222"/>
                </a:cubicBezTo>
                <a:cubicBezTo>
                  <a:pt x="3651785" y="146104"/>
                  <a:pt x="3653109" y="134337"/>
                  <a:pt x="3659728" y="131395"/>
                </a:cubicBezTo>
                <a:cubicBezTo>
                  <a:pt x="3662376" y="131395"/>
                  <a:pt x="3666053" y="132719"/>
                  <a:pt x="3667965" y="131395"/>
                </a:cubicBezTo>
                <a:cubicBezTo>
                  <a:pt x="3670520" y="130128"/>
                  <a:pt x="3673351" y="129521"/>
                  <a:pt x="3676201" y="129630"/>
                </a:cubicBezTo>
                <a:close/>
                <a:moveTo>
                  <a:pt x="412522" y="115391"/>
                </a:moveTo>
                <a:cubicBezTo>
                  <a:pt x="352274" y="118321"/>
                  <a:pt x="292225" y="138654"/>
                  <a:pt x="240307" y="177530"/>
                </a:cubicBezTo>
                <a:lnTo>
                  <a:pt x="240265" y="177530"/>
                </a:lnTo>
                <a:cubicBezTo>
                  <a:pt x="161288" y="236645"/>
                  <a:pt x="114846" y="329566"/>
                  <a:pt x="114964" y="428215"/>
                </a:cubicBezTo>
                <a:cubicBezTo>
                  <a:pt x="114956" y="444175"/>
                  <a:pt x="116158" y="460110"/>
                  <a:pt x="118551" y="475889"/>
                </a:cubicBezTo>
                <a:cubicBezTo>
                  <a:pt x="118761" y="477196"/>
                  <a:pt x="119057" y="478462"/>
                  <a:pt x="119268" y="479770"/>
                </a:cubicBezTo>
                <a:cubicBezTo>
                  <a:pt x="120238" y="485634"/>
                  <a:pt x="121377" y="491414"/>
                  <a:pt x="122643" y="497152"/>
                </a:cubicBezTo>
                <a:cubicBezTo>
                  <a:pt x="124499" y="505252"/>
                  <a:pt x="126524" y="513310"/>
                  <a:pt x="128971" y="521157"/>
                </a:cubicBezTo>
                <a:cubicBezTo>
                  <a:pt x="131671" y="529595"/>
                  <a:pt x="134793" y="538033"/>
                  <a:pt x="138168" y="546470"/>
                </a:cubicBezTo>
                <a:cubicBezTo>
                  <a:pt x="138632" y="547567"/>
                  <a:pt x="139054" y="548748"/>
                  <a:pt x="139518" y="549845"/>
                </a:cubicBezTo>
                <a:cubicBezTo>
                  <a:pt x="149281" y="573062"/>
                  <a:pt x="161802" y="595017"/>
                  <a:pt x="176813" y="615238"/>
                </a:cubicBezTo>
                <a:lnTo>
                  <a:pt x="177024" y="615491"/>
                </a:lnTo>
                <a:cubicBezTo>
                  <a:pt x="177130" y="615634"/>
                  <a:pt x="177235" y="615774"/>
                  <a:pt x="177340" y="615917"/>
                </a:cubicBezTo>
                <a:cubicBezTo>
                  <a:pt x="216217" y="667833"/>
                  <a:pt x="268116" y="704245"/>
                  <a:pt x="325104" y="724013"/>
                </a:cubicBezTo>
                <a:lnTo>
                  <a:pt x="338256" y="727206"/>
                </a:lnTo>
                <a:lnTo>
                  <a:pt x="337647" y="723932"/>
                </a:lnTo>
                <a:cubicBezTo>
                  <a:pt x="336560" y="720087"/>
                  <a:pt x="334641" y="715753"/>
                  <a:pt x="331308" y="713791"/>
                </a:cubicBezTo>
                <a:cubicBezTo>
                  <a:pt x="327603" y="711829"/>
                  <a:pt x="323642" y="710411"/>
                  <a:pt x="319537" y="709572"/>
                </a:cubicBezTo>
                <a:lnTo>
                  <a:pt x="317724" y="707907"/>
                </a:lnTo>
                <a:lnTo>
                  <a:pt x="335780" y="710964"/>
                </a:lnTo>
                <a:cubicBezTo>
                  <a:pt x="344766" y="714719"/>
                  <a:pt x="347593" y="729274"/>
                  <a:pt x="347593" y="729274"/>
                </a:cubicBezTo>
                <a:cubicBezTo>
                  <a:pt x="347593" y="729274"/>
                  <a:pt x="351263" y="729105"/>
                  <a:pt x="352951" y="729274"/>
                </a:cubicBezTo>
                <a:lnTo>
                  <a:pt x="354404" y="731127"/>
                </a:lnTo>
                <a:lnTo>
                  <a:pt x="355636" y="731426"/>
                </a:lnTo>
                <a:lnTo>
                  <a:pt x="368856" y="731426"/>
                </a:lnTo>
                <a:lnTo>
                  <a:pt x="368683" y="734594"/>
                </a:lnTo>
                <a:lnTo>
                  <a:pt x="383495" y="738190"/>
                </a:lnTo>
                <a:cubicBezTo>
                  <a:pt x="403328" y="741039"/>
                  <a:pt x="423433" y="741996"/>
                  <a:pt x="443515" y="741019"/>
                </a:cubicBezTo>
                <a:lnTo>
                  <a:pt x="495452" y="733411"/>
                </a:lnTo>
                <a:lnTo>
                  <a:pt x="495422" y="733409"/>
                </a:lnTo>
                <a:lnTo>
                  <a:pt x="497827" y="732649"/>
                </a:lnTo>
                <a:lnTo>
                  <a:pt x="482723" y="732649"/>
                </a:lnTo>
                <a:cubicBezTo>
                  <a:pt x="482723" y="732649"/>
                  <a:pt x="483483" y="717039"/>
                  <a:pt x="474286" y="713496"/>
                </a:cubicBezTo>
                <a:cubicBezTo>
                  <a:pt x="467434" y="710703"/>
                  <a:pt x="459823" y="710386"/>
                  <a:pt x="452770" y="712610"/>
                </a:cubicBezTo>
                <a:cubicBezTo>
                  <a:pt x="445091" y="715225"/>
                  <a:pt x="443150" y="728304"/>
                  <a:pt x="442011" y="729063"/>
                </a:cubicBezTo>
                <a:lnTo>
                  <a:pt x="441039" y="731309"/>
                </a:lnTo>
                <a:lnTo>
                  <a:pt x="441041" y="731257"/>
                </a:lnTo>
                <a:lnTo>
                  <a:pt x="440915" y="731594"/>
                </a:lnTo>
                <a:lnTo>
                  <a:pt x="441039" y="731309"/>
                </a:lnTo>
                <a:lnTo>
                  <a:pt x="440704" y="737796"/>
                </a:lnTo>
                <a:cubicBezTo>
                  <a:pt x="438155" y="738138"/>
                  <a:pt x="435573" y="738138"/>
                  <a:pt x="433025" y="737796"/>
                </a:cubicBezTo>
                <a:cubicBezTo>
                  <a:pt x="431928" y="737417"/>
                  <a:pt x="437244" y="737163"/>
                  <a:pt x="436274" y="736615"/>
                </a:cubicBezTo>
                <a:cubicBezTo>
                  <a:pt x="435303" y="736067"/>
                  <a:pt x="433995" y="736362"/>
                  <a:pt x="433574" y="736151"/>
                </a:cubicBezTo>
                <a:cubicBezTo>
                  <a:pt x="432435" y="735560"/>
                  <a:pt x="434671" y="735560"/>
                  <a:pt x="434755" y="734885"/>
                </a:cubicBezTo>
                <a:cubicBezTo>
                  <a:pt x="434839" y="734210"/>
                  <a:pt x="431042" y="734885"/>
                  <a:pt x="430536" y="734885"/>
                </a:cubicBezTo>
                <a:cubicBezTo>
                  <a:pt x="430030" y="734885"/>
                  <a:pt x="432181" y="733788"/>
                  <a:pt x="432181" y="733788"/>
                </a:cubicBezTo>
                <a:lnTo>
                  <a:pt x="424925" y="733788"/>
                </a:lnTo>
                <a:lnTo>
                  <a:pt x="426402" y="732649"/>
                </a:lnTo>
                <a:lnTo>
                  <a:pt x="411509" y="732649"/>
                </a:lnTo>
                <a:cubicBezTo>
                  <a:pt x="411509" y="732649"/>
                  <a:pt x="412310" y="717039"/>
                  <a:pt x="403071" y="713496"/>
                </a:cubicBezTo>
                <a:cubicBezTo>
                  <a:pt x="396220" y="710703"/>
                  <a:pt x="388609" y="710386"/>
                  <a:pt x="381555" y="712610"/>
                </a:cubicBezTo>
                <a:cubicBezTo>
                  <a:pt x="373877" y="715225"/>
                  <a:pt x="371936" y="728304"/>
                  <a:pt x="370797" y="729063"/>
                </a:cubicBezTo>
                <a:cubicBezTo>
                  <a:pt x="369658" y="729823"/>
                  <a:pt x="368898" y="728473"/>
                  <a:pt x="368898" y="728473"/>
                </a:cubicBezTo>
                <a:cubicBezTo>
                  <a:pt x="368898" y="728473"/>
                  <a:pt x="370544" y="718010"/>
                  <a:pt x="373623" y="714888"/>
                </a:cubicBezTo>
                <a:cubicBezTo>
                  <a:pt x="378378" y="710078"/>
                  <a:pt x="384917" y="707450"/>
                  <a:pt x="391680" y="707631"/>
                </a:cubicBezTo>
                <a:cubicBezTo>
                  <a:pt x="402565" y="706872"/>
                  <a:pt x="412437" y="709656"/>
                  <a:pt x="416994" y="714255"/>
                </a:cubicBezTo>
                <a:cubicBezTo>
                  <a:pt x="421550" y="718854"/>
                  <a:pt x="421845" y="730624"/>
                  <a:pt x="421845" y="730624"/>
                </a:cubicBezTo>
                <a:lnTo>
                  <a:pt x="438721" y="730202"/>
                </a:lnTo>
                <a:cubicBezTo>
                  <a:pt x="438721" y="730202"/>
                  <a:pt x="441969" y="718010"/>
                  <a:pt x="445049" y="714888"/>
                </a:cubicBezTo>
                <a:cubicBezTo>
                  <a:pt x="449800" y="710070"/>
                  <a:pt x="456339" y="707442"/>
                  <a:pt x="463106" y="707631"/>
                </a:cubicBezTo>
                <a:cubicBezTo>
                  <a:pt x="473991" y="706872"/>
                  <a:pt x="483863" y="709656"/>
                  <a:pt x="488419" y="714255"/>
                </a:cubicBezTo>
                <a:cubicBezTo>
                  <a:pt x="492976" y="718854"/>
                  <a:pt x="493271" y="730624"/>
                  <a:pt x="493271" y="730624"/>
                </a:cubicBezTo>
                <a:lnTo>
                  <a:pt x="509073" y="730229"/>
                </a:lnTo>
                <a:lnTo>
                  <a:pt x="510277" y="729801"/>
                </a:lnTo>
                <a:lnTo>
                  <a:pt x="512709" y="722350"/>
                </a:lnTo>
                <a:cubicBezTo>
                  <a:pt x="514376" y="718116"/>
                  <a:pt x="516812" y="713264"/>
                  <a:pt x="519892" y="710796"/>
                </a:cubicBezTo>
                <a:cubicBezTo>
                  <a:pt x="526051" y="705859"/>
                  <a:pt x="537569" y="706788"/>
                  <a:pt x="537569" y="706788"/>
                </a:cubicBezTo>
                <a:lnTo>
                  <a:pt x="537569" y="713031"/>
                </a:lnTo>
                <a:cubicBezTo>
                  <a:pt x="537569" y="713031"/>
                  <a:pt x="524912" y="711977"/>
                  <a:pt x="520018" y="715563"/>
                </a:cubicBezTo>
                <a:cubicBezTo>
                  <a:pt x="517572" y="717356"/>
                  <a:pt x="515810" y="720689"/>
                  <a:pt x="514645" y="723800"/>
                </a:cubicBezTo>
                <a:lnTo>
                  <a:pt x="513369" y="728701"/>
                </a:lnTo>
                <a:lnTo>
                  <a:pt x="561395" y="711617"/>
                </a:lnTo>
                <a:cubicBezTo>
                  <a:pt x="580214" y="702736"/>
                  <a:pt x="598423" y="691838"/>
                  <a:pt x="615728" y="678879"/>
                </a:cubicBezTo>
                <a:cubicBezTo>
                  <a:pt x="754174" y="575213"/>
                  <a:pt x="782365" y="378939"/>
                  <a:pt x="678695" y="240497"/>
                </a:cubicBezTo>
                <a:cubicBezTo>
                  <a:pt x="613901" y="153968"/>
                  <a:pt x="512935" y="110508"/>
                  <a:pt x="412522" y="115391"/>
                </a:cubicBezTo>
                <a:close/>
                <a:moveTo>
                  <a:pt x="277180" y="113446"/>
                </a:moveTo>
                <a:cubicBezTo>
                  <a:pt x="276771" y="113842"/>
                  <a:pt x="276336" y="114209"/>
                  <a:pt x="275872" y="114543"/>
                </a:cubicBezTo>
                <a:cubicBezTo>
                  <a:pt x="275492" y="114754"/>
                  <a:pt x="274354" y="114627"/>
                  <a:pt x="273932" y="115007"/>
                </a:cubicBezTo>
                <a:cubicBezTo>
                  <a:pt x="273379" y="115386"/>
                  <a:pt x="272763" y="115673"/>
                  <a:pt x="272117" y="115851"/>
                </a:cubicBezTo>
                <a:cubicBezTo>
                  <a:pt x="271653" y="115851"/>
                  <a:pt x="270683" y="115260"/>
                  <a:pt x="269924" y="115851"/>
                </a:cubicBezTo>
                <a:cubicBezTo>
                  <a:pt x="269164" y="116441"/>
                  <a:pt x="268531" y="116061"/>
                  <a:pt x="268067" y="116441"/>
                </a:cubicBezTo>
                <a:lnTo>
                  <a:pt x="267941" y="116272"/>
                </a:lnTo>
                <a:cubicBezTo>
                  <a:pt x="267561" y="117201"/>
                  <a:pt x="268742" y="118171"/>
                  <a:pt x="268827" y="119141"/>
                </a:cubicBezTo>
                <a:cubicBezTo>
                  <a:pt x="268844" y="119757"/>
                  <a:pt x="269118" y="120339"/>
                  <a:pt x="269586" y="120744"/>
                </a:cubicBezTo>
                <a:cubicBezTo>
                  <a:pt x="270455" y="121221"/>
                  <a:pt x="271185" y="121917"/>
                  <a:pt x="271696" y="122769"/>
                </a:cubicBezTo>
                <a:cubicBezTo>
                  <a:pt x="272117" y="123402"/>
                  <a:pt x="273847" y="123866"/>
                  <a:pt x="274100" y="124288"/>
                </a:cubicBezTo>
                <a:cubicBezTo>
                  <a:pt x="274354" y="124710"/>
                  <a:pt x="276379" y="125554"/>
                  <a:pt x="276969" y="125976"/>
                </a:cubicBezTo>
                <a:cubicBezTo>
                  <a:pt x="277560" y="126398"/>
                  <a:pt x="277813" y="127410"/>
                  <a:pt x="278193" y="127790"/>
                </a:cubicBezTo>
                <a:cubicBezTo>
                  <a:pt x="278669" y="128486"/>
                  <a:pt x="279568" y="128752"/>
                  <a:pt x="280344" y="128423"/>
                </a:cubicBezTo>
                <a:cubicBezTo>
                  <a:pt x="280766" y="128170"/>
                  <a:pt x="281188" y="126946"/>
                  <a:pt x="281568" y="126566"/>
                </a:cubicBezTo>
                <a:cubicBezTo>
                  <a:pt x="281947" y="126187"/>
                  <a:pt x="282749" y="125934"/>
                  <a:pt x="283171" y="125554"/>
                </a:cubicBezTo>
                <a:cubicBezTo>
                  <a:pt x="283787" y="125039"/>
                  <a:pt x="284276" y="124390"/>
                  <a:pt x="284605" y="123655"/>
                </a:cubicBezTo>
                <a:cubicBezTo>
                  <a:pt x="284783" y="123023"/>
                  <a:pt x="284896" y="122373"/>
                  <a:pt x="284943" y="121715"/>
                </a:cubicBezTo>
                <a:cubicBezTo>
                  <a:pt x="285069" y="120955"/>
                  <a:pt x="284732" y="119901"/>
                  <a:pt x="284732" y="119226"/>
                </a:cubicBezTo>
                <a:cubicBezTo>
                  <a:pt x="285023" y="118504"/>
                  <a:pt x="285112" y="117715"/>
                  <a:pt x="284985" y="116947"/>
                </a:cubicBezTo>
                <a:cubicBezTo>
                  <a:pt x="284833" y="116294"/>
                  <a:pt x="284529" y="115686"/>
                  <a:pt x="284099" y="115176"/>
                </a:cubicBezTo>
                <a:cubicBezTo>
                  <a:pt x="283551" y="114851"/>
                  <a:pt x="282973" y="114585"/>
                  <a:pt x="282369" y="114374"/>
                </a:cubicBezTo>
                <a:cubicBezTo>
                  <a:pt x="281399" y="113910"/>
                  <a:pt x="277940" y="112771"/>
                  <a:pt x="277180" y="113446"/>
                </a:cubicBezTo>
                <a:close/>
                <a:moveTo>
                  <a:pt x="254820" y="107750"/>
                </a:moveTo>
                <a:cubicBezTo>
                  <a:pt x="255158" y="107666"/>
                  <a:pt x="255158" y="108890"/>
                  <a:pt x="255200" y="109776"/>
                </a:cubicBezTo>
                <a:cubicBezTo>
                  <a:pt x="255044" y="110725"/>
                  <a:pt x="254761" y="111644"/>
                  <a:pt x="254356" y="112518"/>
                </a:cubicBezTo>
                <a:cubicBezTo>
                  <a:pt x="253723" y="113741"/>
                  <a:pt x="253681" y="114585"/>
                  <a:pt x="253175" y="115555"/>
                </a:cubicBezTo>
                <a:cubicBezTo>
                  <a:pt x="252652" y="116365"/>
                  <a:pt x="251998" y="117078"/>
                  <a:pt x="251234" y="117665"/>
                </a:cubicBezTo>
                <a:cubicBezTo>
                  <a:pt x="250508" y="118091"/>
                  <a:pt x="249576" y="117867"/>
                  <a:pt x="249125" y="117159"/>
                </a:cubicBezTo>
                <a:cubicBezTo>
                  <a:pt x="248703" y="116505"/>
                  <a:pt x="248703" y="115661"/>
                  <a:pt x="249125" y="115007"/>
                </a:cubicBezTo>
                <a:cubicBezTo>
                  <a:pt x="249804" y="113897"/>
                  <a:pt x="250568" y="112838"/>
                  <a:pt x="251403" y="111843"/>
                </a:cubicBezTo>
                <a:cubicBezTo>
                  <a:pt x="251715" y="111391"/>
                  <a:pt x="251960" y="110894"/>
                  <a:pt x="252120" y="110366"/>
                </a:cubicBezTo>
                <a:cubicBezTo>
                  <a:pt x="252289" y="109776"/>
                  <a:pt x="253006" y="109607"/>
                  <a:pt x="253386" y="108890"/>
                </a:cubicBezTo>
                <a:cubicBezTo>
                  <a:pt x="253782" y="108417"/>
                  <a:pt x="254272" y="108033"/>
                  <a:pt x="254820" y="107750"/>
                </a:cubicBezTo>
                <a:close/>
                <a:moveTo>
                  <a:pt x="258448" y="96064"/>
                </a:moveTo>
                <a:cubicBezTo>
                  <a:pt x="257858" y="96064"/>
                  <a:pt x="256803" y="97203"/>
                  <a:pt x="256381" y="97203"/>
                </a:cubicBezTo>
                <a:cubicBezTo>
                  <a:pt x="255638" y="97250"/>
                  <a:pt x="254904" y="97380"/>
                  <a:pt x="254187" y="97583"/>
                </a:cubicBezTo>
                <a:cubicBezTo>
                  <a:pt x="253727" y="97798"/>
                  <a:pt x="253377" y="98195"/>
                  <a:pt x="253217" y="98680"/>
                </a:cubicBezTo>
                <a:cubicBezTo>
                  <a:pt x="252964" y="99059"/>
                  <a:pt x="252740" y="99452"/>
                  <a:pt x="252542" y="99861"/>
                </a:cubicBezTo>
                <a:cubicBezTo>
                  <a:pt x="252259" y="100334"/>
                  <a:pt x="252023" y="100827"/>
                  <a:pt x="251825" y="101338"/>
                </a:cubicBezTo>
                <a:cubicBezTo>
                  <a:pt x="251453" y="102105"/>
                  <a:pt x="250939" y="102793"/>
                  <a:pt x="250306" y="103363"/>
                </a:cubicBezTo>
                <a:cubicBezTo>
                  <a:pt x="249504" y="104164"/>
                  <a:pt x="249462" y="104417"/>
                  <a:pt x="249040" y="104671"/>
                </a:cubicBezTo>
                <a:cubicBezTo>
                  <a:pt x="248471" y="105223"/>
                  <a:pt x="247973" y="105848"/>
                  <a:pt x="247564" y="106527"/>
                </a:cubicBezTo>
                <a:cubicBezTo>
                  <a:pt x="246889" y="107497"/>
                  <a:pt x="245792" y="108172"/>
                  <a:pt x="245370" y="108805"/>
                </a:cubicBezTo>
                <a:cubicBezTo>
                  <a:pt x="244648" y="110050"/>
                  <a:pt x="243653" y="111117"/>
                  <a:pt x="242459" y="111927"/>
                </a:cubicBezTo>
                <a:cubicBezTo>
                  <a:pt x="241995" y="111712"/>
                  <a:pt x="241514" y="111526"/>
                  <a:pt x="241024" y="111379"/>
                </a:cubicBezTo>
                <a:cubicBezTo>
                  <a:pt x="239927" y="111168"/>
                  <a:pt x="239548" y="110999"/>
                  <a:pt x="238788" y="111379"/>
                </a:cubicBezTo>
                <a:cubicBezTo>
                  <a:pt x="238274" y="112011"/>
                  <a:pt x="237797" y="112674"/>
                  <a:pt x="237354" y="113361"/>
                </a:cubicBezTo>
                <a:cubicBezTo>
                  <a:pt x="237354" y="114585"/>
                  <a:pt x="236257" y="115935"/>
                  <a:pt x="237607" y="118297"/>
                </a:cubicBezTo>
                <a:cubicBezTo>
                  <a:pt x="237860" y="118719"/>
                  <a:pt x="238535" y="119605"/>
                  <a:pt x="239801" y="121546"/>
                </a:cubicBezTo>
                <a:cubicBezTo>
                  <a:pt x="240590" y="122575"/>
                  <a:pt x="241438" y="123558"/>
                  <a:pt x="242332" y="124499"/>
                </a:cubicBezTo>
                <a:cubicBezTo>
                  <a:pt x="243049" y="125385"/>
                  <a:pt x="244146" y="126271"/>
                  <a:pt x="244399" y="126693"/>
                </a:cubicBezTo>
                <a:cubicBezTo>
                  <a:pt x="244653" y="127115"/>
                  <a:pt x="245454" y="128338"/>
                  <a:pt x="245665" y="128338"/>
                </a:cubicBezTo>
                <a:cubicBezTo>
                  <a:pt x="245876" y="128338"/>
                  <a:pt x="246003" y="128465"/>
                  <a:pt x="246593" y="128971"/>
                </a:cubicBezTo>
                <a:cubicBezTo>
                  <a:pt x="247184" y="129477"/>
                  <a:pt x="247353" y="129984"/>
                  <a:pt x="248070" y="130363"/>
                </a:cubicBezTo>
                <a:cubicBezTo>
                  <a:pt x="248454" y="130536"/>
                  <a:pt x="248871" y="130625"/>
                  <a:pt x="249293" y="130617"/>
                </a:cubicBezTo>
                <a:cubicBezTo>
                  <a:pt x="250129" y="130313"/>
                  <a:pt x="250934" y="129929"/>
                  <a:pt x="251698" y="129477"/>
                </a:cubicBezTo>
                <a:cubicBezTo>
                  <a:pt x="252078" y="129224"/>
                  <a:pt x="252331" y="128760"/>
                  <a:pt x="252922" y="128381"/>
                </a:cubicBezTo>
                <a:cubicBezTo>
                  <a:pt x="253512" y="128001"/>
                  <a:pt x="254693" y="127874"/>
                  <a:pt x="255031" y="127790"/>
                </a:cubicBezTo>
                <a:cubicBezTo>
                  <a:pt x="255369" y="127706"/>
                  <a:pt x="256297" y="128212"/>
                  <a:pt x="256297" y="128549"/>
                </a:cubicBezTo>
                <a:cubicBezTo>
                  <a:pt x="256757" y="129764"/>
                  <a:pt x="257292" y="130946"/>
                  <a:pt x="257900" y="132093"/>
                </a:cubicBezTo>
                <a:cubicBezTo>
                  <a:pt x="258309" y="132971"/>
                  <a:pt x="258803" y="133802"/>
                  <a:pt x="259376" y="134582"/>
                </a:cubicBezTo>
                <a:cubicBezTo>
                  <a:pt x="259629" y="134962"/>
                  <a:pt x="260431" y="135974"/>
                  <a:pt x="260431" y="136396"/>
                </a:cubicBezTo>
                <a:cubicBezTo>
                  <a:pt x="261528" y="138337"/>
                  <a:pt x="261191" y="139307"/>
                  <a:pt x="259714" y="140236"/>
                </a:cubicBezTo>
                <a:cubicBezTo>
                  <a:pt x="259292" y="140489"/>
                  <a:pt x="257773" y="140067"/>
                  <a:pt x="256381" y="140953"/>
                </a:cubicBezTo>
                <a:cubicBezTo>
                  <a:pt x="256170" y="141079"/>
                  <a:pt x="254483" y="142429"/>
                  <a:pt x="254989" y="142851"/>
                </a:cubicBezTo>
                <a:cubicBezTo>
                  <a:pt x="255495" y="143273"/>
                  <a:pt x="258744" y="143526"/>
                  <a:pt x="259714" y="144075"/>
                </a:cubicBezTo>
                <a:cubicBezTo>
                  <a:pt x="260684" y="144623"/>
                  <a:pt x="261148" y="145214"/>
                  <a:pt x="261908" y="145425"/>
                </a:cubicBezTo>
                <a:cubicBezTo>
                  <a:pt x="262747" y="145496"/>
                  <a:pt x="263591" y="145412"/>
                  <a:pt x="264397" y="145172"/>
                </a:cubicBezTo>
                <a:cubicBezTo>
                  <a:pt x="265030" y="145129"/>
                  <a:pt x="265663" y="145383"/>
                  <a:pt x="266084" y="145383"/>
                </a:cubicBezTo>
                <a:cubicBezTo>
                  <a:pt x="266506" y="145383"/>
                  <a:pt x="267561" y="145172"/>
                  <a:pt x="267899" y="145172"/>
                </a:cubicBezTo>
                <a:cubicBezTo>
                  <a:pt x="268316" y="145357"/>
                  <a:pt x="268789" y="145357"/>
                  <a:pt x="269206" y="145172"/>
                </a:cubicBezTo>
                <a:cubicBezTo>
                  <a:pt x="269628" y="144919"/>
                  <a:pt x="269755" y="143948"/>
                  <a:pt x="270641" y="142851"/>
                </a:cubicBezTo>
                <a:cubicBezTo>
                  <a:pt x="271527" y="141754"/>
                  <a:pt x="271063" y="139940"/>
                  <a:pt x="271527" y="139307"/>
                </a:cubicBezTo>
                <a:cubicBezTo>
                  <a:pt x="272202" y="138000"/>
                  <a:pt x="272282" y="136460"/>
                  <a:pt x="271738" y="135089"/>
                </a:cubicBezTo>
                <a:cubicBezTo>
                  <a:pt x="269797" y="131262"/>
                  <a:pt x="267582" y="127583"/>
                  <a:pt x="265114" y="124077"/>
                </a:cubicBezTo>
                <a:cubicBezTo>
                  <a:pt x="264350" y="123466"/>
                  <a:pt x="263718" y="122706"/>
                  <a:pt x="263258" y="121841"/>
                </a:cubicBezTo>
                <a:cubicBezTo>
                  <a:pt x="262752" y="120998"/>
                  <a:pt x="263258" y="119774"/>
                  <a:pt x="263637" y="119774"/>
                </a:cubicBezTo>
                <a:cubicBezTo>
                  <a:pt x="264165" y="119685"/>
                  <a:pt x="264608" y="119335"/>
                  <a:pt x="264819" y="118846"/>
                </a:cubicBezTo>
                <a:cubicBezTo>
                  <a:pt x="265017" y="117787"/>
                  <a:pt x="265144" y="116715"/>
                  <a:pt x="265198" y="115640"/>
                </a:cubicBezTo>
                <a:cubicBezTo>
                  <a:pt x="265030" y="112606"/>
                  <a:pt x="265030" y="109560"/>
                  <a:pt x="265198" y="106527"/>
                </a:cubicBezTo>
                <a:cubicBezTo>
                  <a:pt x="265245" y="105628"/>
                  <a:pt x="265245" y="104725"/>
                  <a:pt x="265198" y="103827"/>
                </a:cubicBezTo>
                <a:cubicBezTo>
                  <a:pt x="265410" y="102468"/>
                  <a:pt x="265722" y="101131"/>
                  <a:pt x="266127" y="99819"/>
                </a:cubicBezTo>
                <a:cubicBezTo>
                  <a:pt x="265954" y="99097"/>
                  <a:pt x="265536" y="98456"/>
                  <a:pt x="264945" y="98005"/>
                </a:cubicBezTo>
                <a:cubicBezTo>
                  <a:pt x="264524" y="97752"/>
                  <a:pt x="263511" y="96444"/>
                  <a:pt x="262667" y="96064"/>
                </a:cubicBezTo>
                <a:cubicBezTo>
                  <a:pt x="261262" y="95925"/>
                  <a:pt x="259853" y="95925"/>
                  <a:pt x="258448" y="96064"/>
                </a:cubicBezTo>
                <a:close/>
                <a:moveTo>
                  <a:pt x="619584" y="90453"/>
                </a:moveTo>
                <a:cubicBezTo>
                  <a:pt x="619077" y="90326"/>
                  <a:pt x="618571" y="90200"/>
                  <a:pt x="618192" y="90917"/>
                </a:cubicBezTo>
                <a:cubicBezTo>
                  <a:pt x="617879" y="91934"/>
                  <a:pt x="617394" y="92891"/>
                  <a:pt x="616757" y="93744"/>
                </a:cubicBezTo>
                <a:cubicBezTo>
                  <a:pt x="616162" y="94811"/>
                  <a:pt x="615437" y="95802"/>
                  <a:pt x="614605" y="96697"/>
                </a:cubicBezTo>
                <a:cubicBezTo>
                  <a:pt x="612969" y="97756"/>
                  <a:pt x="611623" y="99207"/>
                  <a:pt x="610682" y="100916"/>
                </a:cubicBezTo>
                <a:cubicBezTo>
                  <a:pt x="608467" y="100962"/>
                  <a:pt x="606269" y="100544"/>
                  <a:pt x="604227" y="99692"/>
                </a:cubicBezTo>
                <a:cubicBezTo>
                  <a:pt x="603046" y="99102"/>
                  <a:pt x="601653" y="97709"/>
                  <a:pt x="600979" y="97709"/>
                </a:cubicBezTo>
                <a:cubicBezTo>
                  <a:pt x="600367" y="97570"/>
                  <a:pt x="599734" y="97570"/>
                  <a:pt x="599122" y="97709"/>
                </a:cubicBezTo>
                <a:cubicBezTo>
                  <a:pt x="598405" y="97752"/>
                  <a:pt x="597814" y="97372"/>
                  <a:pt x="597181" y="97372"/>
                </a:cubicBezTo>
                <a:cubicBezTo>
                  <a:pt x="596532" y="97604"/>
                  <a:pt x="595870" y="97802"/>
                  <a:pt x="595199" y="97963"/>
                </a:cubicBezTo>
                <a:cubicBezTo>
                  <a:pt x="594283" y="98060"/>
                  <a:pt x="593524" y="98713"/>
                  <a:pt x="593300" y="99608"/>
                </a:cubicBezTo>
                <a:cubicBezTo>
                  <a:pt x="592583" y="101228"/>
                  <a:pt x="592866" y="103114"/>
                  <a:pt x="594017" y="104460"/>
                </a:cubicBezTo>
                <a:cubicBezTo>
                  <a:pt x="594988" y="105219"/>
                  <a:pt x="595030" y="106105"/>
                  <a:pt x="595705" y="106864"/>
                </a:cubicBezTo>
                <a:cubicBezTo>
                  <a:pt x="596093" y="107299"/>
                  <a:pt x="596612" y="107594"/>
                  <a:pt x="597181" y="107708"/>
                </a:cubicBezTo>
                <a:cubicBezTo>
                  <a:pt x="597781" y="107826"/>
                  <a:pt x="598371" y="107982"/>
                  <a:pt x="598954" y="108172"/>
                </a:cubicBezTo>
                <a:lnTo>
                  <a:pt x="600135" y="108847"/>
                </a:lnTo>
                <a:cubicBezTo>
                  <a:pt x="600557" y="109100"/>
                  <a:pt x="601865" y="109100"/>
                  <a:pt x="601696" y="109649"/>
                </a:cubicBezTo>
                <a:cubicBezTo>
                  <a:pt x="601527" y="110197"/>
                  <a:pt x="600388" y="111041"/>
                  <a:pt x="599839" y="111421"/>
                </a:cubicBezTo>
                <a:cubicBezTo>
                  <a:pt x="598177" y="113011"/>
                  <a:pt x="596173" y="114197"/>
                  <a:pt x="593975" y="114880"/>
                </a:cubicBezTo>
                <a:cubicBezTo>
                  <a:pt x="590119" y="116045"/>
                  <a:pt x="586204" y="117002"/>
                  <a:pt x="582247" y="117749"/>
                </a:cubicBezTo>
                <a:cubicBezTo>
                  <a:pt x="581867" y="117749"/>
                  <a:pt x="581150" y="117749"/>
                  <a:pt x="580812" y="117749"/>
                </a:cubicBezTo>
                <a:cubicBezTo>
                  <a:pt x="580045" y="117892"/>
                  <a:pt x="579268" y="117989"/>
                  <a:pt x="578492" y="118044"/>
                </a:cubicBezTo>
                <a:cubicBezTo>
                  <a:pt x="577463" y="118255"/>
                  <a:pt x="576399" y="118255"/>
                  <a:pt x="575370" y="118044"/>
                </a:cubicBezTo>
                <a:lnTo>
                  <a:pt x="575370" y="117876"/>
                </a:lnTo>
                <a:cubicBezTo>
                  <a:pt x="574062" y="117622"/>
                  <a:pt x="573176" y="118002"/>
                  <a:pt x="573303" y="118382"/>
                </a:cubicBezTo>
                <a:cubicBezTo>
                  <a:pt x="573429" y="118762"/>
                  <a:pt x="574020" y="119268"/>
                  <a:pt x="574568" y="119858"/>
                </a:cubicBezTo>
                <a:cubicBezTo>
                  <a:pt x="575117" y="120449"/>
                  <a:pt x="574315" y="121673"/>
                  <a:pt x="574568" y="122305"/>
                </a:cubicBezTo>
                <a:cubicBezTo>
                  <a:pt x="574822" y="122938"/>
                  <a:pt x="574737" y="123698"/>
                  <a:pt x="575159" y="124077"/>
                </a:cubicBezTo>
                <a:cubicBezTo>
                  <a:pt x="575796" y="124440"/>
                  <a:pt x="576501" y="124685"/>
                  <a:pt x="577226" y="124795"/>
                </a:cubicBezTo>
                <a:cubicBezTo>
                  <a:pt x="578467" y="125246"/>
                  <a:pt x="579736" y="125613"/>
                  <a:pt x="581023" y="125891"/>
                </a:cubicBezTo>
                <a:cubicBezTo>
                  <a:pt x="582036" y="125891"/>
                  <a:pt x="584694" y="125891"/>
                  <a:pt x="585791" y="125891"/>
                </a:cubicBezTo>
                <a:cubicBezTo>
                  <a:pt x="587980" y="126305"/>
                  <a:pt x="590225" y="126305"/>
                  <a:pt x="592414" y="125891"/>
                </a:cubicBezTo>
                <a:cubicBezTo>
                  <a:pt x="595663" y="124879"/>
                  <a:pt x="597561" y="124752"/>
                  <a:pt x="599882" y="124035"/>
                </a:cubicBezTo>
                <a:cubicBezTo>
                  <a:pt x="602202" y="123318"/>
                  <a:pt x="605577" y="120069"/>
                  <a:pt x="606041" y="120913"/>
                </a:cubicBezTo>
                <a:cubicBezTo>
                  <a:pt x="606505" y="121757"/>
                  <a:pt x="607138" y="125048"/>
                  <a:pt x="608404" y="127832"/>
                </a:cubicBezTo>
                <a:cubicBezTo>
                  <a:pt x="608758" y="129022"/>
                  <a:pt x="609041" y="130237"/>
                  <a:pt x="609248" y="131460"/>
                </a:cubicBezTo>
                <a:cubicBezTo>
                  <a:pt x="609408" y="133599"/>
                  <a:pt x="609703" y="135730"/>
                  <a:pt x="610133" y="137831"/>
                </a:cubicBezTo>
                <a:cubicBezTo>
                  <a:pt x="611176" y="140079"/>
                  <a:pt x="611176" y="142670"/>
                  <a:pt x="610133" y="144919"/>
                </a:cubicBezTo>
                <a:cubicBezTo>
                  <a:pt x="610150" y="145893"/>
                  <a:pt x="610577" y="146813"/>
                  <a:pt x="611315" y="147450"/>
                </a:cubicBezTo>
                <a:cubicBezTo>
                  <a:pt x="612201" y="148336"/>
                  <a:pt x="613677" y="148378"/>
                  <a:pt x="614521" y="149939"/>
                </a:cubicBezTo>
                <a:cubicBezTo>
                  <a:pt x="615074" y="150618"/>
                  <a:pt x="615745" y="151188"/>
                  <a:pt x="616504" y="151627"/>
                </a:cubicBezTo>
                <a:cubicBezTo>
                  <a:pt x="617432" y="152344"/>
                  <a:pt x="618529" y="152639"/>
                  <a:pt x="619077" y="153061"/>
                </a:cubicBezTo>
                <a:cubicBezTo>
                  <a:pt x="619833" y="153631"/>
                  <a:pt x="620622" y="154154"/>
                  <a:pt x="621440" y="154622"/>
                </a:cubicBezTo>
                <a:cubicBezTo>
                  <a:pt x="621778" y="154749"/>
                  <a:pt x="622199" y="155128"/>
                  <a:pt x="622664" y="155044"/>
                </a:cubicBezTo>
                <a:cubicBezTo>
                  <a:pt x="623128" y="154959"/>
                  <a:pt x="623803" y="154749"/>
                  <a:pt x="624267" y="154749"/>
                </a:cubicBezTo>
                <a:cubicBezTo>
                  <a:pt x="625368" y="155242"/>
                  <a:pt x="626625" y="155242"/>
                  <a:pt x="627726" y="154749"/>
                </a:cubicBezTo>
                <a:cubicBezTo>
                  <a:pt x="628401" y="154495"/>
                  <a:pt x="628697" y="153525"/>
                  <a:pt x="628950" y="153145"/>
                </a:cubicBezTo>
                <a:cubicBezTo>
                  <a:pt x="629203" y="152766"/>
                  <a:pt x="630173" y="152808"/>
                  <a:pt x="630173" y="152217"/>
                </a:cubicBezTo>
                <a:cubicBezTo>
                  <a:pt x="630173" y="151627"/>
                  <a:pt x="629372" y="151078"/>
                  <a:pt x="628992" y="150572"/>
                </a:cubicBezTo>
                <a:cubicBezTo>
                  <a:pt x="627431" y="148715"/>
                  <a:pt x="626460" y="147576"/>
                  <a:pt x="625364" y="146353"/>
                </a:cubicBezTo>
                <a:cubicBezTo>
                  <a:pt x="624942" y="145847"/>
                  <a:pt x="624646" y="144623"/>
                  <a:pt x="624098" y="143864"/>
                </a:cubicBezTo>
                <a:cubicBezTo>
                  <a:pt x="623322" y="143062"/>
                  <a:pt x="622630" y="142189"/>
                  <a:pt x="622031" y="141248"/>
                </a:cubicBezTo>
                <a:cubicBezTo>
                  <a:pt x="621275" y="139193"/>
                  <a:pt x="620330" y="137215"/>
                  <a:pt x="619204" y="135342"/>
                </a:cubicBezTo>
                <a:cubicBezTo>
                  <a:pt x="617854" y="133317"/>
                  <a:pt x="618192" y="129098"/>
                  <a:pt x="617601" y="127579"/>
                </a:cubicBezTo>
                <a:cubicBezTo>
                  <a:pt x="616297" y="124423"/>
                  <a:pt x="615445" y="121099"/>
                  <a:pt x="615069" y="117707"/>
                </a:cubicBezTo>
                <a:cubicBezTo>
                  <a:pt x="615002" y="116530"/>
                  <a:pt x="615466" y="115382"/>
                  <a:pt x="616335" y="114585"/>
                </a:cubicBezTo>
                <a:cubicBezTo>
                  <a:pt x="617010" y="114091"/>
                  <a:pt x="617770" y="113720"/>
                  <a:pt x="618571" y="113488"/>
                </a:cubicBezTo>
                <a:cubicBezTo>
                  <a:pt x="620115" y="113530"/>
                  <a:pt x="621647" y="113771"/>
                  <a:pt x="623128" y="114205"/>
                </a:cubicBezTo>
                <a:cubicBezTo>
                  <a:pt x="623929" y="114458"/>
                  <a:pt x="624773" y="114880"/>
                  <a:pt x="625743" y="115302"/>
                </a:cubicBezTo>
                <a:cubicBezTo>
                  <a:pt x="626684" y="115728"/>
                  <a:pt x="627705" y="115943"/>
                  <a:pt x="628739" y="115935"/>
                </a:cubicBezTo>
                <a:cubicBezTo>
                  <a:pt x="630232" y="116277"/>
                  <a:pt x="631760" y="116462"/>
                  <a:pt x="633295" y="116483"/>
                </a:cubicBezTo>
                <a:cubicBezTo>
                  <a:pt x="634308" y="116230"/>
                  <a:pt x="634772" y="115851"/>
                  <a:pt x="635531" y="116230"/>
                </a:cubicBezTo>
                <a:cubicBezTo>
                  <a:pt x="636291" y="116610"/>
                  <a:pt x="636459" y="116357"/>
                  <a:pt x="636839" y="115682"/>
                </a:cubicBezTo>
                <a:cubicBezTo>
                  <a:pt x="637514" y="114036"/>
                  <a:pt x="638062" y="111758"/>
                  <a:pt x="636839" y="110788"/>
                </a:cubicBezTo>
                <a:cubicBezTo>
                  <a:pt x="635616" y="109818"/>
                  <a:pt x="634561" y="109100"/>
                  <a:pt x="634519" y="108257"/>
                </a:cubicBezTo>
                <a:cubicBezTo>
                  <a:pt x="634476" y="107413"/>
                  <a:pt x="631692" y="106611"/>
                  <a:pt x="631228" y="106358"/>
                </a:cubicBezTo>
                <a:cubicBezTo>
                  <a:pt x="630764" y="106105"/>
                  <a:pt x="629245" y="106611"/>
                  <a:pt x="628190" y="106611"/>
                </a:cubicBezTo>
                <a:cubicBezTo>
                  <a:pt x="627444" y="106561"/>
                  <a:pt x="626709" y="106417"/>
                  <a:pt x="625996" y="106189"/>
                </a:cubicBezTo>
                <a:cubicBezTo>
                  <a:pt x="625364" y="105978"/>
                  <a:pt x="624056" y="105978"/>
                  <a:pt x="624056" y="105978"/>
                </a:cubicBezTo>
                <a:cubicBezTo>
                  <a:pt x="623549" y="106008"/>
                  <a:pt x="623048" y="105873"/>
                  <a:pt x="622621" y="105599"/>
                </a:cubicBezTo>
                <a:cubicBezTo>
                  <a:pt x="622284" y="105303"/>
                  <a:pt x="623718" y="104080"/>
                  <a:pt x="623718" y="103827"/>
                </a:cubicBezTo>
                <a:cubicBezTo>
                  <a:pt x="624984" y="102772"/>
                  <a:pt x="626123" y="101928"/>
                  <a:pt x="626756" y="101464"/>
                </a:cubicBezTo>
                <a:cubicBezTo>
                  <a:pt x="627389" y="101000"/>
                  <a:pt x="626967" y="100494"/>
                  <a:pt x="627389" y="99608"/>
                </a:cubicBezTo>
                <a:cubicBezTo>
                  <a:pt x="627811" y="98722"/>
                  <a:pt x="628401" y="98469"/>
                  <a:pt x="627811" y="97583"/>
                </a:cubicBezTo>
                <a:cubicBezTo>
                  <a:pt x="627064" y="96591"/>
                  <a:pt x="626621" y="95406"/>
                  <a:pt x="626545" y="94166"/>
                </a:cubicBezTo>
                <a:cubicBezTo>
                  <a:pt x="626545" y="93701"/>
                  <a:pt x="623971" y="92689"/>
                  <a:pt x="623549" y="92267"/>
                </a:cubicBezTo>
                <a:cubicBezTo>
                  <a:pt x="623128" y="91845"/>
                  <a:pt x="622115" y="92140"/>
                  <a:pt x="621609" y="91845"/>
                </a:cubicBezTo>
                <a:cubicBezTo>
                  <a:pt x="621103" y="91550"/>
                  <a:pt x="621229" y="90917"/>
                  <a:pt x="619584" y="90453"/>
                </a:cubicBezTo>
                <a:close/>
                <a:moveTo>
                  <a:pt x="343501" y="83914"/>
                </a:moveTo>
                <a:lnTo>
                  <a:pt x="343627" y="84082"/>
                </a:lnTo>
                <a:lnTo>
                  <a:pt x="343532" y="83972"/>
                </a:lnTo>
                <a:close/>
                <a:moveTo>
                  <a:pt x="242838" y="75898"/>
                </a:moveTo>
                <a:cubicBezTo>
                  <a:pt x="242290" y="75687"/>
                  <a:pt x="241446" y="76446"/>
                  <a:pt x="240687" y="76446"/>
                </a:cubicBezTo>
                <a:cubicBezTo>
                  <a:pt x="239927" y="76446"/>
                  <a:pt x="239674" y="76151"/>
                  <a:pt x="239168" y="76446"/>
                </a:cubicBezTo>
                <a:cubicBezTo>
                  <a:pt x="238540" y="76889"/>
                  <a:pt x="237877" y="77286"/>
                  <a:pt x="237185" y="77628"/>
                </a:cubicBezTo>
                <a:cubicBezTo>
                  <a:pt x="236616" y="77851"/>
                  <a:pt x="236067" y="78121"/>
                  <a:pt x="235540" y="78429"/>
                </a:cubicBezTo>
                <a:cubicBezTo>
                  <a:pt x="234823" y="78893"/>
                  <a:pt x="234823" y="79357"/>
                  <a:pt x="234527" y="79695"/>
                </a:cubicBezTo>
                <a:cubicBezTo>
                  <a:pt x="234232" y="80032"/>
                  <a:pt x="233473" y="80370"/>
                  <a:pt x="233262" y="80623"/>
                </a:cubicBezTo>
                <a:cubicBezTo>
                  <a:pt x="233051" y="80876"/>
                  <a:pt x="233051" y="81509"/>
                  <a:pt x="232249" y="82015"/>
                </a:cubicBezTo>
                <a:cubicBezTo>
                  <a:pt x="231448" y="82521"/>
                  <a:pt x="230393" y="82648"/>
                  <a:pt x="230140" y="83787"/>
                </a:cubicBezTo>
                <a:cubicBezTo>
                  <a:pt x="229958" y="84336"/>
                  <a:pt x="230068" y="84943"/>
                  <a:pt x="230435" y="85390"/>
                </a:cubicBezTo>
                <a:cubicBezTo>
                  <a:pt x="231068" y="85897"/>
                  <a:pt x="234063" y="87289"/>
                  <a:pt x="234316" y="88301"/>
                </a:cubicBezTo>
                <a:cubicBezTo>
                  <a:pt x="234506" y="88892"/>
                  <a:pt x="234645" y="89499"/>
                  <a:pt x="234738" y="90115"/>
                </a:cubicBezTo>
                <a:cubicBezTo>
                  <a:pt x="235034" y="90833"/>
                  <a:pt x="235034" y="91086"/>
                  <a:pt x="235034" y="91634"/>
                </a:cubicBezTo>
                <a:cubicBezTo>
                  <a:pt x="235013" y="92166"/>
                  <a:pt x="235177" y="92689"/>
                  <a:pt x="235498" y="93111"/>
                </a:cubicBezTo>
                <a:cubicBezTo>
                  <a:pt x="236059" y="93377"/>
                  <a:pt x="236708" y="93377"/>
                  <a:pt x="237270" y="93111"/>
                </a:cubicBezTo>
                <a:cubicBezTo>
                  <a:pt x="237860" y="92773"/>
                  <a:pt x="238577" y="92562"/>
                  <a:pt x="238831" y="92773"/>
                </a:cubicBezTo>
                <a:cubicBezTo>
                  <a:pt x="239084" y="92984"/>
                  <a:pt x="239632" y="92984"/>
                  <a:pt x="239759" y="93870"/>
                </a:cubicBezTo>
                <a:cubicBezTo>
                  <a:pt x="239885" y="94756"/>
                  <a:pt x="239337" y="95136"/>
                  <a:pt x="238577" y="96064"/>
                </a:cubicBezTo>
                <a:cubicBezTo>
                  <a:pt x="237818" y="96992"/>
                  <a:pt x="235160" y="99481"/>
                  <a:pt x="234907" y="100283"/>
                </a:cubicBezTo>
                <a:cubicBezTo>
                  <a:pt x="234654" y="101085"/>
                  <a:pt x="233515" y="101211"/>
                  <a:pt x="232713" y="102055"/>
                </a:cubicBezTo>
                <a:cubicBezTo>
                  <a:pt x="231152" y="103709"/>
                  <a:pt x="229477" y="105244"/>
                  <a:pt x="227693" y="106653"/>
                </a:cubicBezTo>
                <a:cubicBezTo>
                  <a:pt x="227102" y="107075"/>
                  <a:pt x="226216" y="108678"/>
                  <a:pt x="225794" y="108889"/>
                </a:cubicBezTo>
                <a:cubicBezTo>
                  <a:pt x="225372" y="109100"/>
                  <a:pt x="224655" y="108552"/>
                  <a:pt x="224318" y="108889"/>
                </a:cubicBezTo>
                <a:lnTo>
                  <a:pt x="224318" y="108721"/>
                </a:lnTo>
                <a:cubicBezTo>
                  <a:pt x="223001" y="110088"/>
                  <a:pt x="221955" y="111691"/>
                  <a:pt x="221238" y="113446"/>
                </a:cubicBezTo>
                <a:cubicBezTo>
                  <a:pt x="221149" y="114036"/>
                  <a:pt x="221318" y="114635"/>
                  <a:pt x="221702" y="115091"/>
                </a:cubicBezTo>
                <a:cubicBezTo>
                  <a:pt x="222293" y="115935"/>
                  <a:pt x="222925" y="116694"/>
                  <a:pt x="222925" y="116905"/>
                </a:cubicBezTo>
                <a:cubicBezTo>
                  <a:pt x="223305" y="117833"/>
                  <a:pt x="224022" y="118846"/>
                  <a:pt x="224782" y="118762"/>
                </a:cubicBezTo>
                <a:cubicBezTo>
                  <a:pt x="225541" y="118677"/>
                  <a:pt x="225836" y="117876"/>
                  <a:pt x="226976" y="117665"/>
                </a:cubicBezTo>
                <a:cubicBezTo>
                  <a:pt x="228115" y="117454"/>
                  <a:pt x="227946" y="118171"/>
                  <a:pt x="228579" y="117665"/>
                </a:cubicBezTo>
                <a:cubicBezTo>
                  <a:pt x="229212" y="117158"/>
                  <a:pt x="229507" y="116483"/>
                  <a:pt x="229507" y="116019"/>
                </a:cubicBezTo>
                <a:cubicBezTo>
                  <a:pt x="229866" y="115450"/>
                  <a:pt x="230304" y="114939"/>
                  <a:pt x="230815" y="114500"/>
                </a:cubicBezTo>
                <a:cubicBezTo>
                  <a:pt x="231532" y="113994"/>
                  <a:pt x="232418" y="113530"/>
                  <a:pt x="232418" y="112855"/>
                </a:cubicBezTo>
                <a:cubicBezTo>
                  <a:pt x="232755" y="112543"/>
                  <a:pt x="233139" y="112286"/>
                  <a:pt x="233557" y="112096"/>
                </a:cubicBezTo>
                <a:cubicBezTo>
                  <a:pt x="234114" y="111881"/>
                  <a:pt x="234616" y="111551"/>
                  <a:pt x="235034" y="111125"/>
                </a:cubicBezTo>
                <a:cubicBezTo>
                  <a:pt x="235481" y="110602"/>
                  <a:pt x="235958" y="110109"/>
                  <a:pt x="236468" y="109649"/>
                </a:cubicBezTo>
                <a:cubicBezTo>
                  <a:pt x="237038" y="109379"/>
                  <a:pt x="237531" y="108974"/>
                  <a:pt x="237902" y="108468"/>
                </a:cubicBezTo>
                <a:cubicBezTo>
                  <a:pt x="238282" y="107919"/>
                  <a:pt x="239126" y="107539"/>
                  <a:pt x="239506" y="106906"/>
                </a:cubicBezTo>
                <a:cubicBezTo>
                  <a:pt x="239885" y="106274"/>
                  <a:pt x="240771" y="105978"/>
                  <a:pt x="241193" y="105177"/>
                </a:cubicBezTo>
                <a:cubicBezTo>
                  <a:pt x="241615" y="104375"/>
                  <a:pt x="242923" y="104291"/>
                  <a:pt x="242923" y="103405"/>
                </a:cubicBezTo>
                <a:cubicBezTo>
                  <a:pt x="244859" y="101169"/>
                  <a:pt x="246948" y="99072"/>
                  <a:pt x="249167" y="97119"/>
                </a:cubicBezTo>
                <a:cubicBezTo>
                  <a:pt x="250019" y="96102"/>
                  <a:pt x="250812" y="95030"/>
                  <a:pt x="251529" y="93912"/>
                </a:cubicBezTo>
                <a:cubicBezTo>
                  <a:pt x="252373" y="93195"/>
                  <a:pt x="253386" y="93069"/>
                  <a:pt x="253765" y="92689"/>
                </a:cubicBezTo>
                <a:cubicBezTo>
                  <a:pt x="254288" y="91917"/>
                  <a:pt x="254883" y="91200"/>
                  <a:pt x="255537" y="90537"/>
                </a:cubicBezTo>
                <a:cubicBezTo>
                  <a:pt x="255959" y="90031"/>
                  <a:pt x="256887" y="88976"/>
                  <a:pt x="257394" y="88512"/>
                </a:cubicBezTo>
                <a:lnTo>
                  <a:pt x="259672" y="86740"/>
                </a:lnTo>
                <a:cubicBezTo>
                  <a:pt x="260094" y="86487"/>
                  <a:pt x="262245" y="84926"/>
                  <a:pt x="262625" y="84631"/>
                </a:cubicBezTo>
                <a:cubicBezTo>
                  <a:pt x="263764" y="84082"/>
                  <a:pt x="264819" y="84504"/>
                  <a:pt x="264819" y="84082"/>
                </a:cubicBezTo>
                <a:cubicBezTo>
                  <a:pt x="265410" y="82859"/>
                  <a:pt x="266886" y="80032"/>
                  <a:pt x="266464" y="79146"/>
                </a:cubicBezTo>
                <a:cubicBezTo>
                  <a:pt x="266042" y="78260"/>
                  <a:pt x="265663" y="77585"/>
                  <a:pt x="265410" y="77164"/>
                </a:cubicBezTo>
                <a:cubicBezTo>
                  <a:pt x="265051" y="76788"/>
                  <a:pt x="264524" y="76628"/>
                  <a:pt x="264017" y="76742"/>
                </a:cubicBezTo>
                <a:cubicBezTo>
                  <a:pt x="263022" y="77062"/>
                  <a:pt x="261933" y="76877"/>
                  <a:pt x="261106" y="76235"/>
                </a:cubicBezTo>
                <a:cubicBezTo>
                  <a:pt x="260684" y="75898"/>
                  <a:pt x="259967" y="76362"/>
                  <a:pt x="259250" y="76657"/>
                </a:cubicBezTo>
                <a:cubicBezTo>
                  <a:pt x="258533" y="76953"/>
                  <a:pt x="257689" y="76657"/>
                  <a:pt x="257309" y="76953"/>
                </a:cubicBezTo>
                <a:cubicBezTo>
                  <a:pt x="256221" y="77843"/>
                  <a:pt x="255204" y="78813"/>
                  <a:pt x="254272" y="79864"/>
                </a:cubicBezTo>
                <a:cubicBezTo>
                  <a:pt x="253470" y="80792"/>
                  <a:pt x="249504" y="84462"/>
                  <a:pt x="248956" y="85011"/>
                </a:cubicBezTo>
                <a:cubicBezTo>
                  <a:pt x="248407" y="85559"/>
                  <a:pt x="247986" y="84842"/>
                  <a:pt x="247986" y="84167"/>
                </a:cubicBezTo>
                <a:cubicBezTo>
                  <a:pt x="248787" y="82353"/>
                  <a:pt x="249336" y="82226"/>
                  <a:pt x="247986" y="79948"/>
                </a:cubicBezTo>
                <a:cubicBezTo>
                  <a:pt x="246636" y="77670"/>
                  <a:pt x="245159" y="77965"/>
                  <a:pt x="244695" y="77670"/>
                </a:cubicBezTo>
                <a:cubicBezTo>
                  <a:pt x="244231" y="77374"/>
                  <a:pt x="243387" y="76109"/>
                  <a:pt x="242838" y="75898"/>
                </a:cubicBezTo>
                <a:close/>
                <a:moveTo>
                  <a:pt x="376344" y="63980"/>
                </a:moveTo>
                <a:cubicBezTo>
                  <a:pt x="376741" y="63993"/>
                  <a:pt x="377053" y="64322"/>
                  <a:pt x="377040" y="64719"/>
                </a:cubicBezTo>
                <a:cubicBezTo>
                  <a:pt x="377129" y="65845"/>
                  <a:pt x="376695" y="66950"/>
                  <a:pt x="375859" y="67714"/>
                </a:cubicBezTo>
                <a:cubicBezTo>
                  <a:pt x="375049" y="67963"/>
                  <a:pt x="374180" y="67963"/>
                  <a:pt x="373370" y="67714"/>
                </a:cubicBezTo>
                <a:cubicBezTo>
                  <a:pt x="373092" y="67322"/>
                  <a:pt x="372961" y="66845"/>
                  <a:pt x="372990" y="66364"/>
                </a:cubicBezTo>
                <a:cubicBezTo>
                  <a:pt x="372965" y="65820"/>
                  <a:pt x="373129" y="65284"/>
                  <a:pt x="373454" y="64845"/>
                </a:cubicBezTo>
                <a:cubicBezTo>
                  <a:pt x="374336" y="64503"/>
                  <a:pt x="375235" y="64221"/>
                  <a:pt x="376155" y="64001"/>
                </a:cubicBezTo>
                <a:cubicBezTo>
                  <a:pt x="376218" y="63985"/>
                  <a:pt x="376281" y="63980"/>
                  <a:pt x="376344" y="63980"/>
                </a:cubicBezTo>
                <a:close/>
                <a:moveTo>
                  <a:pt x="384044" y="60458"/>
                </a:moveTo>
                <a:cubicBezTo>
                  <a:pt x="384423" y="60162"/>
                  <a:pt x="385267" y="59994"/>
                  <a:pt x="385478" y="60753"/>
                </a:cubicBezTo>
                <a:cubicBezTo>
                  <a:pt x="385617" y="61348"/>
                  <a:pt x="385689" y="61955"/>
                  <a:pt x="385689" y="62567"/>
                </a:cubicBezTo>
                <a:cubicBezTo>
                  <a:pt x="385347" y="63596"/>
                  <a:pt x="384529" y="64394"/>
                  <a:pt x="383495" y="64719"/>
                </a:cubicBezTo>
                <a:cubicBezTo>
                  <a:pt x="383200" y="64845"/>
                  <a:pt x="381976" y="64128"/>
                  <a:pt x="381976" y="63664"/>
                </a:cubicBezTo>
                <a:cubicBezTo>
                  <a:pt x="381976" y="63200"/>
                  <a:pt x="380921" y="61512"/>
                  <a:pt x="381976" y="61470"/>
                </a:cubicBezTo>
                <a:cubicBezTo>
                  <a:pt x="383031" y="61428"/>
                  <a:pt x="383411" y="60753"/>
                  <a:pt x="384044" y="60458"/>
                </a:cubicBezTo>
                <a:close/>
                <a:moveTo>
                  <a:pt x="374045" y="54888"/>
                </a:moveTo>
                <a:cubicBezTo>
                  <a:pt x="375522" y="54340"/>
                  <a:pt x="376070" y="55268"/>
                  <a:pt x="376112" y="56660"/>
                </a:cubicBezTo>
                <a:cubicBezTo>
                  <a:pt x="376154" y="58052"/>
                  <a:pt x="374720" y="58601"/>
                  <a:pt x="373707" y="59656"/>
                </a:cubicBezTo>
                <a:cubicBezTo>
                  <a:pt x="373201" y="60162"/>
                  <a:pt x="373201" y="59656"/>
                  <a:pt x="372610" y="59192"/>
                </a:cubicBezTo>
                <a:cubicBezTo>
                  <a:pt x="372020" y="58727"/>
                  <a:pt x="372020" y="57588"/>
                  <a:pt x="372020" y="56871"/>
                </a:cubicBezTo>
                <a:cubicBezTo>
                  <a:pt x="371724" y="55226"/>
                  <a:pt x="373665" y="55563"/>
                  <a:pt x="374045" y="54888"/>
                </a:cubicBezTo>
                <a:close/>
                <a:moveTo>
                  <a:pt x="492596" y="53158"/>
                </a:moveTo>
                <a:cubicBezTo>
                  <a:pt x="491330" y="53453"/>
                  <a:pt x="490191" y="53243"/>
                  <a:pt x="489811" y="54550"/>
                </a:cubicBezTo>
                <a:cubicBezTo>
                  <a:pt x="489685" y="55014"/>
                  <a:pt x="489389" y="56702"/>
                  <a:pt x="489389" y="57208"/>
                </a:cubicBezTo>
                <a:cubicBezTo>
                  <a:pt x="489200" y="58141"/>
                  <a:pt x="489200" y="59103"/>
                  <a:pt x="489389" y="60035"/>
                </a:cubicBezTo>
                <a:cubicBezTo>
                  <a:pt x="490052" y="61191"/>
                  <a:pt x="490398" y="62499"/>
                  <a:pt x="490402" y="63832"/>
                </a:cubicBezTo>
                <a:cubicBezTo>
                  <a:pt x="490233" y="65140"/>
                  <a:pt x="489769" y="66279"/>
                  <a:pt x="490613" y="66869"/>
                </a:cubicBezTo>
                <a:cubicBezTo>
                  <a:pt x="491587" y="67325"/>
                  <a:pt x="492663" y="67515"/>
                  <a:pt x="493735" y="67418"/>
                </a:cubicBezTo>
                <a:cubicBezTo>
                  <a:pt x="494562" y="67367"/>
                  <a:pt x="495397" y="67367"/>
                  <a:pt x="496224" y="67418"/>
                </a:cubicBezTo>
                <a:cubicBezTo>
                  <a:pt x="496688" y="67713"/>
                  <a:pt x="496477" y="68810"/>
                  <a:pt x="496224" y="69738"/>
                </a:cubicBezTo>
                <a:cubicBezTo>
                  <a:pt x="496000" y="70692"/>
                  <a:pt x="495599" y="71595"/>
                  <a:pt x="495043" y="72396"/>
                </a:cubicBezTo>
                <a:cubicBezTo>
                  <a:pt x="493988" y="74084"/>
                  <a:pt x="492385" y="78893"/>
                  <a:pt x="488166" y="79484"/>
                </a:cubicBezTo>
                <a:cubicBezTo>
                  <a:pt x="486057" y="79737"/>
                  <a:pt x="483188" y="80496"/>
                  <a:pt x="481331" y="80496"/>
                </a:cubicBezTo>
                <a:cubicBezTo>
                  <a:pt x="480698" y="80496"/>
                  <a:pt x="479644" y="80496"/>
                  <a:pt x="478969" y="80496"/>
                </a:cubicBezTo>
                <a:cubicBezTo>
                  <a:pt x="476986" y="80665"/>
                  <a:pt x="473695" y="81214"/>
                  <a:pt x="472767" y="81214"/>
                </a:cubicBezTo>
                <a:cubicBezTo>
                  <a:pt x="471839" y="81214"/>
                  <a:pt x="470615" y="80285"/>
                  <a:pt x="470109" y="80285"/>
                </a:cubicBezTo>
                <a:cubicBezTo>
                  <a:pt x="468274" y="80281"/>
                  <a:pt x="466468" y="80762"/>
                  <a:pt x="464878" y="81678"/>
                </a:cubicBezTo>
                <a:cubicBezTo>
                  <a:pt x="464975" y="82686"/>
                  <a:pt x="464814" y="83703"/>
                  <a:pt x="464414" y="84631"/>
                </a:cubicBezTo>
                <a:lnTo>
                  <a:pt x="464414" y="84462"/>
                </a:lnTo>
                <a:cubicBezTo>
                  <a:pt x="463950" y="85264"/>
                  <a:pt x="463663" y="86154"/>
                  <a:pt x="463570" y="87078"/>
                </a:cubicBezTo>
                <a:cubicBezTo>
                  <a:pt x="464835" y="89103"/>
                  <a:pt x="466354" y="91930"/>
                  <a:pt x="466818" y="92140"/>
                </a:cubicBezTo>
                <a:cubicBezTo>
                  <a:pt x="467283" y="92351"/>
                  <a:pt x="474708" y="91044"/>
                  <a:pt x="478927" y="90706"/>
                </a:cubicBezTo>
                <a:cubicBezTo>
                  <a:pt x="482108" y="90478"/>
                  <a:pt x="485305" y="90605"/>
                  <a:pt x="488461" y="91086"/>
                </a:cubicBezTo>
                <a:cubicBezTo>
                  <a:pt x="489938" y="91339"/>
                  <a:pt x="492174" y="92309"/>
                  <a:pt x="493566" y="92478"/>
                </a:cubicBezTo>
                <a:cubicBezTo>
                  <a:pt x="494958" y="92647"/>
                  <a:pt x="497321" y="92942"/>
                  <a:pt x="498207" y="92942"/>
                </a:cubicBezTo>
                <a:cubicBezTo>
                  <a:pt x="499827" y="92955"/>
                  <a:pt x="501439" y="93225"/>
                  <a:pt x="502974" y="93744"/>
                </a:cubicBezTo>
                <a:cubicBezTo>
                  <a:pt x="503860" y="94081"/>
                  <a:pt x="506180" y="94334"/>
                  <a:pt x="507573" y="94883"/>
                </a:cubicBezTo>
                <a:cubicBezTo>
                  <a:pt x="508965" y="95431"/>
                  <a:pt x="511370" y="96275"/>
                  <a:pt x="512509" y="96570"/>
                </a:cubicBezTo>
                <a:cubicBezTo>
                  <a:pt x="513648" y="96866"/>
                  <a:pt x="514618" y="96823"/>
                  <a:pt x="515631" y="97077"/>
                </a:cubicBezTo>
                <a:cubicBezTo>
                  <a:pt x="516610" y="97444"/>
                  <a:pt x="517567" y="97870"/>
                  <a:pt x="518500" y="98342"/>
                </a:cubicBezTo>
                <a:cubicBezTo>
                  <a:pt x="518964" y="98469"/>
                  <a:pt x="519765" y="98511"/>
                  <a:pt x="521284" y="98849"/>
                </a:cubicBezTo>
                <a:cubicBezTo>
                  <a:pt x="521875" y="98975"/>
                  <a:pt x="522550" y="98258"/>
                  <a:pt x="523056" y="97752"/>
                </a:cubicBezTo>
                <a:cubicBezTo>
                  <a:pt x="523541" y="97351"/>
                  <a:pt x="523929" y="96845"/>
                  <a:pt x="524195" y="96275"/>
                </a:cubicBezTo>
                <a:cubicBezTo>
                  <a:pt x="524296" y="95916"/>
                  <a:pt x="524296" y="95537"/>
                  <a:pt x="524195" y="95178"/>
                </a:cubicBezTo>
                <a:cubicBezTo>
                  <a:pt x="524195" y="95094"/>
                  <a:pt x="524195" y="94630"/>
                  <a:pt x="524195" y="94419"/>
                </a:cubicBezTo>
                <a:cubicBezTo>
                  <a:pt x="524301" y="93761"/>
                  <a:pt x="524301" y="93094"/>
                  <a:pt x="524195" y="92436"/>
                </a:cubicBezTo>
                <a:cubicBezTo>
                  <a:pt x="523984" y="90790"/>
                  <a:pt x="522634" y="90115"/>
                  <a:pt x="521917" y="89440"/>
                </a:cubicBezTo>
                <a:cubicBezTo>
                  <a:pt x="521339" y="88820"/>
                  <a:pt x="520719" y="88242"/>
                  <a:pt x="520061" y="87711"/>
                </a:cubicBezTo>
                <a:cubicBezTo>
                  <a:pt x="519407" y="87272"/>
                  <a:pt x="518715" y="86888"/>
                  <a:pt x="517993" y="86572"/>
                </a:cubicBezTo>
                <a:cubicBezTo>
                  <a:pt x="517314" y="86420"/>
                  <a:pt x="516622" y="86323"/>
                  <a:pt x="515926" y="86276"/>
                </a:cubicBezTo>
                <a:cubicBezTo>
                  <a:pt x="515167" y="86276"/>
                  <a:pt x="514618" y="86825"/>
                  <a:pt x="513606" y="86572"/>
                </a:cubicBezTo>
                <a:cubicBezTo>
                  <a:pt x="510914" y="85804"/>
                  <a:pt x="508184" y="85200"/>
                  <a:pt x="505421" y="84757"/>
                </a:cubicBezTo>
                <a:cubicBezTo>
                  <a:pt x="504915" y="84040"/>
                  <a:pt x="505759" y="82268"/>
                  <a:pt x="506307" y="80159"/>
                </a:cubicBezTo>
                <a:cubicBezTo>
                  <a:pt x="506518" y="79568"/>
                  <a:pt x="506645" y="78809"/>
                  <a:pt x="507066" y="78514"/>
                </a:cubicBezTo>
                <a:cubicBezTo>
                  <a:pt x="507484" y="78096"/>
                  <a:pt x="507775" y="77569"/>
                  <a:pt x="507910" y="76995"/>
                </a:cubicBezTo>
                <a:cubicBezTo>
                  <a:pt x="508104" y="76429"/>
                  <a:pt x="508454" y="75932"/>
                  <a:pt x="508923" y="75560"/>
                </a:cubicBezTo>
                <a:cubicBezTo>
                  <a:pt x="509412" y="75176"/>
                  <a:pt x="509792" y="74666"/>
                  <a:pt x="510020" y="74084"/>
                </a:cubicBezTo>
                <a:cubicBezTo>
                  <a:pt x="510652" y="71721"/>
                  <a:pt x="509345" y="72101"/>
                  <a:pt x="510020" y="70118"/>
                </a:cubicBezTo>
                <a:cubicBezTo>
                  <a:pt x="510695" y="68135"/>
                  <a:pt x="512720" y="68557"/>
                  <a:pt x="515209" y="68135"/>
                </a:cubicBezTo>
                <a:cubicBezTo>
                  <a:pt x="516124" y="68021"/>
                  <a:pt x="517002" y="67705"/>
                  <a:pt x="517782" y="67207"/>
                </a:cubicBezTo>
                <a:cubicBezTo>
                  <a:pt x="518816" y="66418"/>
                  <a:pt x="519989" y="65827"/>
                  <a:pt x="521242" y="65477"/>
                </a:cubicBezTo>
                <a:cubicBezTo>
                  <a:pt x="523604" y="64591"/>
                  <a:pt x="525081" y="64971"/>
                  <a:pt x="525714" y="63030"/>
                </a:cubicBezTo>
                <a:cubicBezTo>
                  <a:pt x="525840" y="62735"/>
                  <a:pt x="525208" y="61891"/>
                  <a:pt x="525208" y="61343"/>
                </a:cubicBezTo>
                <a:cubicBezTo>
                  <a:pt x="525347" y="60575"/>
                  <a:pt x="525347" y="59790"/>
                  <a:pt x="525208" y="59022"/>
                </a:cubicBezTo>
                <a:cubicBezTo>
                  <a:pt x="524828" y="57968"/>
                  <a:pt x="524026" y="57293"/>
                  <a:pt x="523520" y="56238"/>
                </a:cubicBezTo>
                <a:cubicBezTo>
                  <a:pt x="523237" y="55664"/>
                  <a:pt x="522761" y="55217"/>
                  <a:pt x="522170" y="54972"/>
                </a:cubicBezTo>
                <a:cubicBezTo>
                  <a:pt x="521664" y="54972"/>
                  <a:pt x="521242" y="55268"/>
                  <a:pt x="520272" y="54972"/>
                </a:cubicBezTo>
                <a:cubicBezTo>
                  <a:pt x="519584" y="54715"/>
                  <a:pt x="518845" y="54626"/>
                  <a:pt x="518120" y="54719"/>
                </a:cubicBezTo>
                <a:cubicBezTo>
                  <a:pt x="515449" y="55449"/>
                  <a:pt x="512703" y="55875"/>
                  <a:pt x="509935" y="55985"/>
                </a:cubicBezTo>
                <a:lnTo>
                  <a:pt x="508627" y="55985"/>
                </a:lnTo>
                <a:lnTo>
                  <a:pt x="506771" y="55985"/>
                </a:lnTo>
                <a:cubicBezTo>
                  <a:pt x="503227" y="55900"/>
                  <a:pt x="496941" y="55183"/>
                  <a:pt x="496477" y="55183"/>
                </a:cubicBezTo>
                <a:cubicBezTo>
                  <a:pt x="495254" y="54677"/>
                  <a:pt x="493102" y="53158"/>
                  <a:pt x="492596" y="53158"/>
                </a:cubicBezTo>
                <a:close/>
                <a:moveTo>
                  <a:pt x="358942" y="50247"/>
                </a:moveTo>
                <a:cubicBezTo>
                  <a:pt x="358267" y="50753"/>
                  <a:pt x="357507" y="50964"/>
                  <a:pt x="355609" y="50964"/>
                </a:cubicBezTo>
                <a:cubicBezTo>
                  <a:pt x="351896" y="51302"/>
                  <a:pt x="348184" y="56196"/>
                  <a:pt x="344555" y="58305"/>
                </a:cubicBezTo>
                <a:cubicBezTo>
                  <a:pt x="343674" y="58596"/>
                  <a:pt x="342771" y="58820"/>
                  <a:pt x="341856" y="58980"/>
                </a:cubicBezTo>
                <a:cubicBezTo>
                  <a:pt x="341096" y="59318"/>
                  <a:pt x="340126" y="59951"/>
                  <a:pt x="339957" y="60541"/>
                </a:cubicBezTo>
                <a:cubicBezTo>
                  <a:pt x="339788" y="61132"/>
                  <a:pt x="339873" y="61807"/>
                  <a:pt x="339198" y="62187"/>
                </a:cubicBezTo>
                <a:cubicBezTo>
                  <a:pt x="338522" y="62566"/>
                  <a:pt x="337974" y="62651"/>
                  <a:pt x="338016" y="63157"/>
                </a:cubicBezTo>
                <a:cubicBezTo>
                  <a:pt x="338058" y="63663"/>
                  <a:pt x="338438" y="65773"/>
                  <a:pt x="339071" y="65899"/>
                </a:cubicBezTo>
                <a:cubicBezTo>
                  <a:pt x="339704" y="66026"/>
                  <a:pt x="340168" y="65899"/>
                  <a:pt x="340421" y="66532"/>
                </a:cubicBezTo>
                <a:cubicBezTo>
                  <a:pt x="340674" y="67165"/>
                  <a:pt x="341518" y="67966"/>
                  <a:pt x="342151" y="67966"/>
                </a:cubicBezTo>
                <a:cubicBezTo>
                  <a:pt x="342999" y="68042"/>
                  <a:pt x="343838" y="68228"/>
                  <a:pt x="344640" y="68515"/>
                </a:cubicBezTo>
                <a:cubicBezTo>
                  <a:pt x="345441" y="68726"/>
                  <a:pt x="346918" y="68810"/>
                  <a:pt x="346918" y="70118"/>
                </a:cubicBezTo>
                <a:cubicBezTo>
                  <a:pt x="346918" y="71426"/>
                  <a:pt x="347382" y="73324"/>
                  <a:pt x="346918" y="74337"/>
                </a:cubicBezTo>
                <a:cubicBezTo>
                  <a:pt x="346454" y="75349"/>
                  <a:pt x="345146" y="76826"/>
                  <a:pt x="344640" y="76826"/>
                </a:cubicBezTo>
                <a:cubicBezTo>
                  <a:pt x="344134" y="76826"/>
                  <a:pt x="343248" y="76826"/>
                  <a:pt x="342741" y="76826"/>
                </a:cubicBezTo>
                <a:cubicBezTo>
                  <a:pt x="341260" y="77142"/>
                  <a:pt x="340256" y="78526"/>
                  <a:pt x="340421" y="80032"/>
                </a:cubicBezTo>
                <a:cubicBezTo>
                  <a:pt x="340548" y="81045"/>
                  <a:pt x="342530" y="82817"/>
                  <a:pt x="342530" y="82817"/>
                </a:cubicBezTo>
                <a:lnTo>
                  <a:pt x="343532" y="83972"/>
                </a:lnTo>
                <a:lnTo>
                  <a:pt x="344260" y="85348"/>
                </a:lnTo>
                <a:cubicBezTo>
                  <a:pt x="344513" y="85939"/>
                  <a:pt x="344260" y="86572"/>
                  <a:pt x="344260" y="87415"/>
                </a:cubicBezTo>
                <a:cubicBezTo>
                  <a:pt x="344345" y="87947"/>
                  <a:pt x="344345" y="88487"/>
                  <a:pt x="344260" y="89019"/>
                </a:cubicBezTo>
                <a:cubicBezTo>
                  <a:pt x="344020" y="89757"/>
                  <a:pt x="343564" y="90402"/>
                  <a:pt x="342952" y="90875"/>
                </a:cubicBezTo>
                <a:cubicBezTo>
                  <a:pt x="342530" y="91212"/>
                  <a:pt x="341433" y="92562"/>
                  <a:pt x="341012" y="92773"/>
                </a:cubicBezTo>
                <a:cubicBezTo>
                  <a:pt x="339379" y="93672"/>
                  <a:pt x="338177" y="95195"/>
                  <a:pt x="337679" y="96992"/>
                </a:cubicBezTo>
                <a:cubicBezTo>
                  <a:pt x="337835" y="98325"/>
                  <a:pt x="338248" y="99616"/>
                  <a:pt x="338902" y="100789"/>
                </a:cubicBezTo>
                <a:cubicBezTo>
                  <a:pt x="339383" y="101532"/>
                  <a:pt x="339999" y="102173"/>
                  <a:pt x="340716" y="102688"/>
                </a:cubicBezTo>
                <a:cubicBezTo>
                  <a:pt x="341391" y="103278"/>
                  <a:pt x="341180" y="104671"/>
                  <a:pt x="342024" y="104671"/>
                </a:cubicBezTo>
                <a:cubicBezTo>
                  <a:pt x="342877" y="104708"/>
                  <a:pt x="343724" y="104822"/>
                  <a:pt x="344555" y="105008"/>
                </a:cubicBezTo>
                <a:cubicBezTo>
                  <a:pt x="345146" y="105303"/>
                  <a:pt x="346285" y="104713"/>
                  <a:pt x="346285" y="104713"/>
                </a:cubicBezTo>
                <a:cubicBezTo>
                  <a:pt x="347213" y="104375"/>
                  <a:pt x="348184" y="101928"/>
                  <a:pt x="350040" y="100494"/>
                </a:cubicBezTo>
                <a:cubicBezTo>
                  <a:pt x="351896" y="99059"/>
                  <a:pt x="356031" y="96697"/>
                  <a:pt x="358225" y="94841"/>
                </a:cubicBezTo>
                <a:cubicBezTo>
                  <a:pt x="360731" y="93237"/>
                  <a:pt x="362376" y="90584"/>
                  <a:pt x="362697" y="87626"/>
                </a:cubicBezTo>
                <a:cubicBezTo>
                  <a:pt x="362570" y="86888"/>
                  <a:pt x="362266" y="86196"/>
                  <a:pt x="361811" y="85601"/>
                </a:cubicBezTo>
                <a:cubicBezTo>
                  <a:pt x="361224" y="85095"/>
                  <a:pt x="360507" y="84757"/>
                  <a:pt x="359743" y="84631"/>
                </a:cubicBezTo>
                <a:lnTo>
                  <a:pt x="357634" y="84926"/>
                </a:lnTo>
                <a:cubicBezTo>
                  <a:pt x="357339" y="84842"/>
                  <a:pt x="357043" y="83281"/>
                  <a:pt x="357043" y="82817"/>
                </a:cubicBezTo>
                <a:cubicBezTo>
                  <a:pt x="358212" y="80433"/>
                  <a:pt x="359878" y="78332"/>
                  <a:pt x="361937" y="76657"/>
                </a:cubicBezTo>
                <a:cubicBezTo>
                  <a:pt x="362191" y="76404"/>
                  <a:pt x="362232" y="76320"/>
                  <a:pt x="362191" y="75476"/>
                </a:cubicBezTo>
                <a:cubicBezTo>
                  <a:pt x="362148" y="74632"/>
                  <a:pt x="361768" y="74421"/>
                  <a:pt x="360629" y="72860"/>
                </a:cubicBezTo>
                <a:cubicBezTo>
                  <a:pt x="360039" y="72017"/>
                  <a:pt x="360376" y="71173"/>
                  <a:pt x="359743" y="71173"/>
                </a:cubicBezTo>
                <a:cubicBezTo>
                  <a:pt x="359111" y="71173"/>
                  <a:pt x="358393" y="72017"/>
                  <a:pt x="357845" y="71510"/>
                </a:cubicBezTo>
                <a:cubicBezTo>
                  <a:pt x="357296" y="71004"/>
                  <a:pt x="357296" y="69527"/>
                  <a:pt x="357296" y="69021"/>
                </a:cubicBezTo>
                <a:cubicBezTo>
                  <a:pt x="356815" y="67857"/>
                  <a:pt x="356740" y="66562"/>
                  <a:pt x="357086" y="65351"/>
                </a:cubicBezTo>
                <a:cubicBezTo>
                  <a:pt x="357824" y="64068"/>
                  <a:pt x="358655" y="62840"/>
                  <a:pt x="359575" y="61680"/>
                </a:cubicBezTo>
                <a:cubicBezTo>
                  <a:pt x="360461" y="60626"/>
                  <a:pt x="361009" y="59908"/>
                  <a:pt x="361009" y="59107"/>
                </a:cubicBezTo>
                <a:cubicBezTo>
                  <a:pt x="360714" y="57250"/>
                  <a:pt x="361515" y="56575"/>
                  <a:pt x="361515" y="55732"/>
                </a:cubicBezTo>
                <a:cubicBezTo>
                  <a:pt x="361515" y="54888"/>
                  <a:pt x="362022" y="53664"/>
                  <a:pt x="361515" y="52778"/>
                </a:cubicBezTo>
                <a:cubicBezTo>
                  <a:pt x="361009" y="51892"/>
                  <a:pt x="359617" y="49741"/>
                  <a:pt x="358942" y="50247"/>
                </a:cubicBezTo>
                <a:close/>
                <a:moveTo>
                  <a:pt x="386997" y="49572"/>
                </a:moveTo>
                <a:cubicBezTo>
                  <a:pt x="387250" y="49741"/>
                  <a:pt x="387504" y="51133"/>
                  <a:pt x="387504" y="51640"/>
                </a:cubicBezTo>
                <a:cubicBezTo>
                  <a:pt x="387318" y="52812"/>
                  <a:pt x="386752" y="53892"/>
                  <a:pt x="385900" y="54719"/>
                </a:cubicBezTo>
                <a:cubicBezTo>
                  <a:pt x="384942" y="54994"/>
                  <a:pt x="383938" y="55078"/>
                  <a:pt x="382947" y="54972"/>
                </a:cubicBezTo>
                <a:cubicBezTo>
                  <a:pt x="382061" y="54762"/>
                  <a:pt x="381850" y="53327"/>
                  <a:pt x="381808" y="52483"/>
                </a:cubicBezTo>
                <a:cubicBezTo>
                  <a:pt x="381723" y="50880"/>
                  <a:pt x="385014" y="50500"/>
                  <a:pt x="386997" y="49572"/>
                </a:cubicBezTo>
                <a:close/>
                <a:moveTo>
                  <a:pt x="389149" y="41177"/>
                </a:moveTo>
                <a:cubicBezTo>
                  <a:pt x="385652" y="42662"/>
                  <a:pt x="382230" y="44324"/>
                  <a:pt x="378897" y="46155"/>
                </a:cubicBezTo>
                <a:cubicBezTo>
                  <a:pt x="378011" y="46577"/>
                  <a:pt x="377041" y="46197"/>
                  <a:pt x="375395" y="46999"/>
                </a:cubicBezTo>
                <a:cubicBezTo>
                  <a:pt x="373750" y="47800"/>
                  <a:pt x="372695" y="48686"/>
                  <a:pt x="371176" y="49488"/>
                </a:cubicBezTo>
                <a:cubicBezTo>
                  <a:pt x="370670" y="49783"/>
                  <a:pt x="368983" y="50500"/>
                  <a:pt x="368645" y="50711"/>
                </a:cubicBezTo>
                <a:cubicBezTo>
                  <a:pt x="368017" y="50990"/>
                  <a:pt x="367346" y="51158"/>
                  <a:pt x="366663" y="51217"/>
                </a:cubicBezTo>
                <a:cubicBezTo>
                  <a:pt x="365523" y="51344"/>
                  <a:pt x="365144" y="50078"/>
                  <a:pt x="364342" y="50205"/>
                </a:cubicBezTo>
                <a:cubicBezTo>
                  <a:pt x="363540" y="50332"/>
                  <a:pt x="362823" y="52357"/>
                  <a:pt x="363161" y="53833"/>
                </a:cubicBezTo>
                <a:cubicBezTo>
                  <a:pt x="363275" y="54998"/>
                  <a:pt x="363275" y="56170"/>
                  <a:pt x="363161" y="57335"/>
                </a:cubicBezTo>
                <a:lnTo>
                  <a:pt x="363034" y="57166"/>
                </a:lnTo>
                <a:cubicBezTo>
                  <a:pt x="362984" y="57942"/>
                  <a:pt x="363026" y="58723"/>
                  <a:pt x="363161" y="59486"/>
                </a:cubicBezTo>
                <a:cubicBezTo>
                  <a:pt x="363372" y="60583"/>
                  <a:pt x="364300" y="61385"/>
                  <a:pt x="364300" y="61976"/>
                </a:cubicBezTo>
                <a:cubicBezTo>
                  <a:pt x="364549" y="64026"/>
                  <a:pt x="365042" y="66038"/>
                  <a:pt x="365776" y="67966"/>
                </a:cubicBezTo>
                <a:cubicBezTo>
                  <a:pt x="366072" y="68895"/>
                  <a:pt x="365017" y="70329"/>
                  <a:pt x="365017" y="71890"/>
                </a:cubicBezTo>
                <a:cubicBezTo>
                  <a:pt x="365186" y="72751"/>
                  <a:pt x="365532" y="73569"/>
                  <a:pt x="366030" y="74295"/>
                </a:cubicBezTo>
                <a:cubicBezTo>
                  <a:pt x="366240" y="74632"/>
                  <a:pt x="367548" y="74970"/>
                  <a:pt x="367548" y="76362"/>
                </a:cubicBezTo>
                <a:cubicBezTo>
                  <a:pt x="367548" y="76868"/>
                  <a:pt x="368012" y="77417"/>
                  <a:pt x="368265" y="77839"/>
                </a:cubicBezTo>
                <a:cubicBezTo>
                  <a:pt x="368519" y="78260"/>
                  <a:pt x="368477" y="78767"/>
                  <a:pt x="369067" y="78767"/>
                </a:cubicBezTo>
                <a:cubicBezTo>
                  <a:pt x="369531" y="78830"/>
                  <a:pt x="369995" y="78830"/>
                  <a:pt x="370459" y="78767"/>
                </a:cubicBezTo>
                <a:cubicBezTo>
                  <a:pt x="370966" y="78682"/>
                  <a:pt x="371725" y="78176"/>
                  <a:pt x="372063" y="78176"/>
                </a:cubicBezTo>
                <a:cubicBezTo>
                  <a:pt x="372657" y="77948"/>
                  <a:pt x="373235" y="77682"/>
                  <a:pt x="373792" y="77374"/>
                </a:cubicBezTo>
                <a:cubicBezTo>
                  <a:pt x="374467" y="76868"/>
                  <a:pt x="375227" y="76742"/>
                  <a:pt x="375227" y="77374"/>
                </a:cubicBezTo>
                <a:cubicBezTo>
                  <a:pt x="375345" y="78159"/>
                  <a:pt x="375345" y="78952"/>
                  <a:pt x="375227" y="79737"/>
                </a:cubicBezTo>
                <a:cubicBezTo>
                  <a:pt x="375024" y="80167"/>
                  <a:pt x="374699" y="80534"/>
                  <a:pt x="374299" y="80792"/>
                </a:cubicBezTo>
                <a:cubicBezTo>
                  <a:pt x="373953" y="80939"/>
                  <a:pt x="373577" y="81011"/>
                  <a:pt x="373202" y="81003"/>
                </a:cubicBezTo>
                <a:cubicBezTo>
                  <a:pt x="372695" y="81087"/>
                  <a:pt x="372527" y="81298"/>
                  <a:pt x="372020" y="81382"/>
                </a:cubicBezTo>
                <a:cubicBezTo>
                  <a:pt x="371514" y="81467"/>
                  <a:pt x="371767" y="81045"/>
                  <a:pt x="370881" y="81171"/>
                </a:cubicBezTo>
                <a:cubicBezTo>
                  <a:pt x="369995" y="81298"/>
                  <a:pt x="369995" y="81804"/>
                  <a:pt x="369995" y="82775"/>
                </a:cubicBezTo>
                <a:cubicBezTo>
                  <a:pt x="369995" y="83745"/>
                  <a:pt x="369995" y="84378"/>
                  <a:pt x="369995" y="84757"/>
                </a:cubicBezTo>
                <a:cubicBezTo>
                  <a:pt x="369995" y="85137"/>
                  <a:pt x="369742" y="85812"/>
                  <a:pt x="369995" y="86403"/>
                </a:cubicBezTo>
                <a:cubicBezTo>
                  <a:pt x="370248" y="86993"/>
                  <a:pt x="370755" y="86993"/>
                  <a:pt x="371767" y="86993"/>
                </a:cubicBezTo>
                <a:cubicBezTo>
                  <a:pt x="372400" y="87268"/>
                  <a:pt x="373117" y="87268"/>
                  <a:pt x="373750" y="86993"/>
                </a:cubicBezTo>
                <a:cubicBezTo>
                  <a:pt x="374130" y="86909"/>
                  <a:pt x="375227" y="87289"/>
                  <a:pt x="374720" y="88259"/>
                </a:cubicBezTo>
                <a:cubicBezTo>
                  <a:pt x="373155" y="89090"/>
                  <a:pt x="371649" y="90018"/>
                  <a:pt x="370206" y="91044"/>
                </a:cubicBezTo>
                <a:cubicBezTo>
                  <a:pt x="369088" y="91790"/>
                  <a:pt x="367882" y="92398"/>
                  <a:pt x="366620" y="92858"/>
                </a:cubicBezTo>
                <a:cubicBezTo>
                  <a:pt x="365903" y="93069"/>
                  <a:pt x="365734" y="92436"/>
                  <a:pt x="365228" y="92436"/>
                </a:cubicBezTo>
                <a:cubicBezTo>
                  <a:pt x="364722" y="92436"/>
                  <a:pt x="364300" y="93406"/>
                  <a:pt x="364300" y="93406"/>
                </a:cubicBezTo>
                <a:cubicBezTo>
                  <a:pt x="363802" y="93988"/>
                  <a:pt x="363574" y="94756"/>
                  <a:pt x="363667" y="95516"/>
                </a:cubicBezTo>
                <a:cubicBezTo>
                  <a:pt x="363667" y="95895"/>
                  <a:pt x="363667" y="96739"/>
                  <a:pt x="363667" y="97245"/>
                </a:cubicBezTo>
                <a:cubicBezTo>
                  <a:pt x="363751" y="98975"/>
                  <a:pt x="364637" y="99819"/>
                  <a:pt x="364806" y="100874"/>
                </a:cubicBezTo>
                <a:cubicBezTo>
                  <a:pt x="364975" y="101928"/>
                  <a:pt x="367000" y="102139"/>
                  <a:pt x="367801" y="101928"/>
                </a:cubicBezTo>
                <a:cubicBezTo>
                  <a:pt x="369265" y="101414"/>
                  <a:pt x="370679" y="100764"/>
                  <a:pt x="372020" y="99988"/>
                </a:cubicBezTo>
                <a:cubicBezTo>
                  <a:pt x="373459" y="99777"/>
                  <a:pt x="374872" y="99422"/>
                  <a:pt x="376239" y="98933"/>
                </a:cubicBezTo>
                <a:cubicBezTo>
                  <a:pt x="377526" y="98165"/>
                  <a:pt x="378969" y="97693"/>
                  <a:pt x="380458" y="97541"/>
                </a:cubicBezTo>
                <a:cubicBezTo>
                  <a:pt x="381601" y="97296"/>
                  <a:pt x="382715" y="96942"/>
                  <a:pt x="383791" y="96486"/>
                </a:cubicBezTo>
                <a:cubicBezTo>
                  <a:pt x="384761" y="96148"/>
                  <a:pt x="385765" y="95908"/>
                  <a:pt x="386786" y="95769"/>
                </a:cubicBezTo>
                <a:cubicBezTo>
                  <a:pt x="387959" y="95769"/>
                  <a:pt x="389132" y="95672"/>
                  <a:pt x="390288" y="95473"/>
                </a:cubicBezTo>
                <a:cubicBezTo>
                  <a:pt x="390794" y="95305"/>
                  <a:pt x="393030" y="95051"/>
                  <a:pt x="396616" y="94334"/>
                </a:cubicBezTo>
                <a:cubicBezTo>
                  <a:pt x="400202" y="93617"/>
                  <a:pt x="399612" y="94334"/>
                  <a:pt x="400624" y="94334"/>
                </a:cubicBezTo>
                <a:cubicBezTo>
                  <a:pt x="403029" y="93786"/>
                  <a:pt x="404379" y="90411"/>
                  <a:pt x="403999" y="87626"/>
                </a:cubicBezTo>
                <a:cubicBezTo>
                  <a:pt x="403704" y="85643"/>
                  <a:pt x="401890" y="84800"/>
                  <a:pt x="401131" y="84167"/>
                </a:cubicBezTo>
                <a:cubicBezTo>
                  <a:pt x="400371" y="83534"/>
                  <a:pt x="399190" y="84715"/>
                  <a:pt x="398262" y="84631"/>
                </a:cubicBezTo>
                <a:cubicBezTo>
                  <a:pt x="397334" y="84547"/>
                  <a:pt x="395646" y="85770"/>
                  <a:pt x="395013" y="85770"/>
                </a:cubicBezTo>
                <a:cubicBezTo>
                  <a:pt x="394119" y="85905"/>
                  <a:pt x="393216" y="85989"/>
                  <a:pt x="392313" y="86023"/>
                </a:cubicBezTo>
                <a:cubicBezTo>
                  <a:pt x="391140" y="86356"/>
                  <a:pt x="389984" y="86753"/>
                  <a:pt x="388854" y="87204"/>
                </a:cubicBezTo>
                <a:cubicBezTo>
                  <a:pt x="388347" y="87289"/>
                  <a:pt x="387419" y="87289"/>
                  <a:pt x="387419" y="86361"/>
                </a:cubicBezTo>
                <a:cubicBezTo>
                  <a:pt x="387369" y="85740"/>
                  <a:pt x="387584" y="85125"/>
                  <a:pt x="388010" y="84673"/>
                </a:cubicBezTo>
                <a:cubicBezTo>
                  <a:pt x="388769" y="84040"/>
                  <a:pt x="390035" y="83745"/>
                  <a:pt x="390583" y="83323"/>
                </a:cubicBezTo>
                <a:cubicBezTo>
                  <a:pt x="391351" y="82749"/>
                  <a:pt x="392043" y="82083"/>
                  <a:pt x="392651" y="81340"/>
                </a:cubicBezTo>
                <a:cubicBezTo>
                  <a:pt x="392883" y="80914"/>
                  <a:pt x="392971" y="80429"/>
                  <a:pt x="392904" y="79948"/>
                </a:cubicBezTo>
                <a:cubicBezTo>
                  <a:pt x="392309" y="78969"/>
                  <a:pt x="391921" y="77876"/>
                  <a:pt x="391765" y="76742"/>
                </a:cubicBezTo>
                <a:cubicBezTo>
                  <a:pt x="391659" y="76151"/>
                  <a:pt x="391145" y="75721"/>
                  <a:pt x="390541" y="75729"/>
                </a:cubicBezTo>
                <a:cubicBezTo>
                  <a:pt x="389626" y="75670"/>
                  <a:pt x="388723" y="75514"/>
                  <a:pt x="387841" y="75265"/>
                </a:cubicBezTo>
                <a:cubicBezTo>
                  <a:pt x="387166" y="75181"/>
                  <a:pt x="386365" y="75940"/>
                  <a:pt x="386111" y="76404"/>
                </a:cubicBezTo>
                <a:cubicBezTo>
                  <a:pt x="385858" y="76868"/>
                  <a:pt x="384593" y="77881"/>
                  <a:pt x="383833" y="77121"/>
                </a:cubicBezTo>
                <a:cubicBezTo>
                  <a:pt x="383407" y="76413"/>
                  <a:pt x="383285" y="75560"/>
                  <a:pt x="383496" y="74759"/>
                </a:cubicBezTo>
                <a:cubicBezTo>
                  <a:pt x="383791" y="73831"/>
                  <a:pt x="385901" y="74084"/>
                  <a:pt x="386407" y="73409"/>
                </a:cubicBezTo>
                <a:cubicBezTo>
                  <a:pt x="386913" y="72734"/>
                  <a:pt x="388136" y="72734"/>
                  <a:pt x="388390" y="72438"/>
                </a:cubicBezTo>
                <a:cubicBezTo>
                  <a:pt x="388959" y="72017"/>
                  <a:pt x="389693" y="71894"/>
                  <a:pt x="390373" y="72101"/>
                </a:cubicBezTo>
                <a:cubicBezTo>
                  <a:pt x="390837" y="72270"/>
                  <a:pt x="391723" y="70877"/>
                  <a:pt x="391723" y="70287"/>
                </a:cubicBezTo>
                <a:cubicBezTo>
                  <a:pt x="392566" y="66363"/>
                  <a:pt x="394001" y="63494"/>
                  <a:pt x="395140" y="59529"/>
                </a:cubicBezTo>
                <a:cubicBezTo>
                  <a:pt x="395309" y="58938"/>
                  <a:pt x="396954" y="57377"/>
                  <a:pt x="396954" y="56744"/>
                </a:cubicBezTo>
                <a:cubicBezTo>
                  <a:pt x="397338" y="55166"/>
                  <a:pt x="397903" y="53635"/>
                  <a:pt x="398641" y="52188"/>
                </a:cubicBezTo>
                <a:cubicBezTo>
                  <a:pt x="399030" y="51327"/>
                  <a:pt x="399118" y="50361"/>
                  <a:pt x="398894" y="49446"/>
                </a:cubicBezTo>
                <a:cubicBezTo>
                  <a:pt x="398852" y="49108"/>
                  <a:pt x="399865" y="47378"/>
                  <a:pt x="399865" y="46408"/>
                </a:cubicBezTo>
                <a:cubicBezTo>
                  <a:pt x="399527" y="45151"/>
                  <a:pt x="398768" y="44050"/>
                  <a:pt x="397713" y="43286"/>
                </a:cubicBezTo>
                <a:cubicBezTo>
                  <a:pt x="397334" y="43033"/>
                  <a:pt x="396954" y="41641"/>
                  <a:pt x="396616" y="41430"/>
                </a:cubicBezTo>
                <a:cubicBezTo>
                  <a:pt x="394992" y="41290"/>
                  <a:pt x="393355" y="41404"/>
                  <a:pt x="391765" y="41767"/>
                </a:cubicBezTo>
                <a:cubicBezTo>
                  <a:pt x="390963" y="41852"/>
                  <a:pt x="390119" y="41177"/>
                  <a:pt x="389149" y="41177"/>
                </a:cubicBezTo>
                <a:close/>
                <a:moveTo>
                  <a:pt x="428131" y="15188"/>
                </a:moveTo>
                <a:cubicBezTo>
                  <a:pt x="656128" y="15281"/>
                  <a:pt x="840906" y="200135"/>
                  <a:pt x="840906" y="428131"/>
                </a:cubicBezTo>
                <a:cubicBezTo>
                  <a:pt x="840906" y="428186"/>
                  <a:pt x="840906" y="428245"/>
                  <a:pt x="840906" y="428300"/>
                </a:cubicBezTo>
                <a:cubicBezTo>
                  <a:pt x="840813" y="656363"/>
                  <a:pt x="655858" y="841167"/>
                  <a:pt x="427794" y="841074"/>
                </a:cubicBezTo>
                <a:cubicBezTo>
                  <a:pt x="199730" y="840981"/>
                  <a:pt x="14927" y="656026"/>
                  <a:pt x="15019" y="427962"/>
                </a:cubicBezTo>
                <a:cubicBezTo>
                  <a:pt x="15112" y="199899"/>
                  <a:pt x="200068" y="15096"/>
                  <a:pt x="428131" y="15188"/>
                </a:cubicBezTo>
                <a:close/>
                <a:moveTo>
                  <a:pt x="428131" y="9577"/>
                </a:moveTo>
                <a:cubicBezTo>
                  <a:pt x="196971" y="9577"/>
                  <a:pt x="9577" y="196971"/>
                  <a:pt x="9577" y="428131"/>
                </a:cubicBezTo>
                <a:cubicBezTo>
                  <a:pt x="9577" y="659291"/>
                  <a:pt x="196971" y="846685"/>
                  <a:pt x="428131" y="846685"/>
                </a:cubicBezTo>
                <a:cubicBezTo>
                  <a:pt x="659178" y="846406"/>
                  <a:pt x="846407" y="659177"/>
                  <a:pt x="846686" y="428131"/>
                </a:cubicBezTo>
                <a:cubicBezTo>
                  <a:pt x="846686" y="196971"/>
                  <a:pt x="659292" y="9577"/>
                  <a:pt x="428131" y="9577"/>
                </a:cubicBezTo>
                <a:close/>
                <a:moveTo>
                  <a:pt x="428131" y="0"/>
                </a:moveTo>
                <a:cubicBezTo>
                  <a:pt x="664464" y="279"/>
                  <a:pt x="855984" y="191798"/>
                  <a:pt x="856263" y="428131"/>
                </a:cubicBezTo>
                <a:cubicBezTo>
                  <a:pt x="856263" y="664582"/>
                  <a:pt x="664582" y="856262"/>
                  <a:pt x="428131" y="856262"/>
                </a:cubicBezTo>
                <a:cubicBezTo>
                  <a:pt x="191681" y="856262"/>
                  <a:pt x="0" y="664582"/>
                  <a:pt x="0" y="428131"/>
                </a:cubicBezTo>
                <a:cubicBezTo>
                  <a:pt x="0" y="191680"/>
                  <a:pt x="191681" y="0"/>
                  <a:pt x="428131" y="0"/>
                </a:cubicBezTo>
                <a:close/>
              </a:path>
            </a:pathLst>
          </a:custGeom>
          <a:solidFill>
            <a:schemeClr val="bg1"/>
          </a:solidFill>
          <a:ln w="417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107" name="组合 106"/>
          <p:cNvGrpSpPr/>
          <p:nvPr userDrawn="1"/>
        </p:nvGrpSpPr>
        <p:grpSpPr>
          <a:xfrm>
            <a:off x="10272475" y="6306242"/>
            <a:ext cx="1629579" cy="200423"/>
            <a:chOff x="671368" y="6061309"/>
            <a:chExt cx="2479573" cy="304965"/>
          </a:xfrm>
        </p:grpSpPr>
        <p:grpSp>
          <p:nvGrpSpPr>
            <p:cNvPr id="108" name="组合 107"/>
            <p:cNvGrpSpPr/>
            <p:nvPr userDrawn="1"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24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25" name="Freeform 6"/>
              <p:cNvSpPr/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126" name="组合 125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31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27" name="组合 126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28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109" name="组合 108"/>
            <p:cNvGrpSpPr/>
            <p:nvPr userDrawn="1"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10" name="组合 109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22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1" name="组合 110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20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2" name="组合 111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16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3" name="组合 112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14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8" name="任意多边形: 形状 19"/>
          <p:cNvSpPr/>
          <p:nvPr/>
        </p:nvSpPr>
        <p:spPr>
          <a:xfrm flipH="1" flipV="1">
            <a:off x="4442085" y="3759199"/>
            <a:ext cx="3307830" cy="2335892"/>
          </a:xfrm>
          <a:custGeom>
            <a:avLst/>
            <a:gdLst>
              <a:gd name="connsiteX0" fmla="*/ 3162300 w 3162300"/>
              <a:gd name="connsiteY0" fmla="*/ 2147409 h 2147409"/>
              <a:gd name="connsiteX1" fmla="*/ 0 w 3162300"/>
              <a:gd name="connsiteY1" fmla="*/ 2147409 h 2147409"/>
              <a:gd name="connsiteX2" fmla="*/ 0 w 3162300"/>
              <a:gd name="connsiteY2" fmla="*/ 1565265 h 2147409"/>
              <a:gd name="connsiteX3" fmla="*/ 0 w 3162300"/>
              <a:gd name="connsiteY3" fmla="*/ 1544697 h 2147409"/>
              <a:gd name="connsiteX4" fmla="*/ 0 w 3162300"/>
              <a:gd name="connsiteY4" fmla="*/ 0 h 2147409"/>
              <a:gd name="connsiteX5" fmla="*/ 1585774 w 3162300"/>
              <a:gd name="connsiteY5" fmla="*/ 1112898 h 2147409"/>
              <a:gd name="connsiteX6" fmla="*/ 3162300 w 3162300"/>
              <a:gd name="connsiteY6" fmla="*/ 0 h 2147409"/>
              <a:gd name="connsiteX7" fmla="*/ 3162300 w 3162300"/>
              <a:gd name="connsiteY7" fmla="*/ 1544697 h 2147409"/>
              <a:gd name="connsiteX8" fmla="*/ 3162300 w 3162300"/>
              <a:gd name="connsiteY8" fmla="*/ 1565265 h 2147409"/>
              <a:gd name="connsiteX0-1" fmla="*/ 0 w 3162300"/>
              <a:gd name="connsiteY0-2" fmla="*/ 2147409 h 2238849"/>
              <a:gd name="connsiteX1-3" fmla="*/ 0 w 3162300"/>
              <a:gd name="connsiteY1-4" fmla="*/ 1565265 h 2238849"/>
              <a:gd name="connsiteX2-5" fmla="*/ 0 w 3162300"/>
              <a:gd name="connsiteY2-6" fmla="*/ 1544697 h 2238849"/>
              <a:gd name="connsiteX3-7" fmla="*/ 0 w 3162300"/>
              <a:gd name="connsiteY3-8" fmla="*/ 0 h 2238849"/>
              <a:gd name="connsiteX4-9" fmla="*/ 1585774 w 3162300"/>
              <a:gd name="connsiteY4-10" fmla="*/ 1112898 h 2238849"/>
              <a:gd name="connsiteX5-11" fmla="*/ 3162300 w 3162300"/>
              <a:gd name="connsiteY5-12" fmla="*/ 0 h 2238849"/>
              <a:gd name="connsiteX6-13" fmla="*/ 3162300 w 3162300"/>
              <a:gd name="connsiteY6-14" fmla="*/ 1544697 h 2238849"/>
              <a:gd name="connsiteX7-15" fmla="*/ 3162300 w 3162300"/>
              <a:gd name="connsiteY7-16" fmla="*/ 1565265 h 2238849"/>
              <a:gd name="connsiteX8-17" fmla="*/ 3162300 w 3162300"/>
              <a:gd name="connsiteY8-18" fmla="*/ 2147409 h 2238849"/>
              <a:gd name="connsiteX9" fmla="*/ 91440 w 3162300"/>
              <a:gd name="connsiteY9" fmla="*/ 2238849 h 2238849"/>
              <a:gd name="connsiteX0-19" fmla="*/ 0 w 3162300"/>
              <a:gd name="connsiteY0-20" fmla="*/ 2147409 h 2147409"/>
              <a:gd name="connsiteX1-21" fmla="*/ 0 w 3162300"/>
              <a:gd name="connsiteY1-22" fmla="*/ 1565265 h 2147409"/>
              <a:gd name="connsiteX2-23" fmla="*/ 0 w 3162300"/>
              <a:gd name="connsiteY2-24" fmla="*/ 1544697 h 2147409"/>
              <a:gd name="connsiteX3-25" fmla="*/ 0 w 3162300"/>
              <a:gd name="connsiteY3-26" fmla="*/ 0 h 2147409"/>
              <a:gd name="connsiteX4-27" fmla="*/ 1585774 w 3162300"/>
              <a:gd name="connsiteY4-28" fmla="*/ 1112898 h 2147409"/>
              <a:gd name="connsiteX5-29" fmla="*/ 3162300 w 3162300"/>
              <a:gd name="connsiteY5-30" fmla="*/ 0 h 2147409"/>
              <a:gd name="connsiteX6-31" fmla="*/ 3162300 w 3162300"/>
              <a:gd name="connsiteY6-32" fmla="*/ 1544697 h 2147409"/>
              <a:gd name="connsiteX7-33" fmla="*/ 3162300 w 3162300"/>
              <a:gd name="connsiteY7-34" fmla="*/ 1565265 h 2147409"/>
              <a:gd name="connsiteX8-35" fmla="*/ 3162300 w 3162300"/>
              <a:gd name="connsiteY8-36" fmla="*/ 2147409 h 214740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3162300" h="2147409">
                <a:moveTo>
                  <a:pt x="0" y="2147409"/>
                </a:moveTo>
                <a:lnTo>
                  <a:pt x="0" y="1565265"/>
                </a:lnTo>
                <a:lnTo>
                  <a:pt x="0" y="1544697"/>
                </a:lnTo>
                <a:lnTo>
                  <a:pt x="0" y="0"/>
                </a:lnTo>
                <a:lnTo>
                  <a:pt x="1585774" y="1112898"/>
                </a:lnTo>
                <a:lnTo>
                  <a:pt x="3162300" y="0"/>
                </a:lnTo>
                <a:lnTo>
                  <a:pt x="3162300" y="1544697"/>
                </a:lnTo>
                <a:lnTo>
                  <a:pt x="3162300" y="1565265"/>
                </a:lnTo>
                <a:lnTo>
                  <a:pt x="3162300" y="2147409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" name="矩形 3"/>
          <p:cNvSpPr/>
          <p:nvPr/>
        </p:nvSpPr>
        <p:spPr>
          <a:xfrm>
            <a:off x="4442085" y="1015093"/>
            <a:ext cx="3307830" cy="1428368"/>
          </a:xfrm>
          <a:custGeom>
            <a:avLst/>
            <a:gdLst>
              <a:gd name="connsiteX0" fmla="*/ 0 w 3162300"/>
              <a:gd name="connsiteY0" fmla="*/ 0 h 1871961"/>
              <a:gd name="connsiteX1" fmla="*/ 3162300 w 3162300"/>
              <a:gd name="connsiteY1" fmla="*/ 0 h 1871961"/>
              <a:gd name="connsiteX2" fmla="*/ 3162300 w 3162300"/>
              <a:gd name="connsiteY2" fmla="*/ 1871961 h 1871961"/>
              <a:gd name="connsiteX3" fmla="*/ 0 w 3162300"/>
              <a:gd name="connsiteY3" fmla="*/ 1871961 h 1871961"/>
              <a:gd name="connsiteX4" fmla="*/ 0 w 3162300"/>
              <a:gd name="connsiteY4" fmla="*/ 0 h 1871961"/>
              <a:gd name="connsiteX0-1" fmla="*/ 0 w 3162300"/>
              <a:gd name="connsiteY0-2" fmla="*/ 1871961 h 1963401"/>
              <a:gd name="connsiteX1-3" fmla="*/ 0 w 3162300"/>
              <a:gd name="connsiteY1-4" fmla="*/ 0 h 1963401"/>
              <a:gd name="connsiteX2-5" fmla="*/ 3162300 w 3162300"/>
              <a:gd name="connsiteY2-6" fmla="*/ 0 h 1963401"/>
              <a:gd name="connsiteX3-7" fmla="*/ 3162300 w 3162300"/>
              <a:gd name="connsiteY3-8" fmla="*/ 1871961 h 1963401"/>
              <a:gd name="connsiteX4-9" fmla="*/ 91440 w 3162300"/>
              <a:gd name="connsiteY4-10" fmla="*/ 1963401 h 1963401"/>
              <a:gd name="connsiteX0-11" fmla="*/ 0 w 3162300"/>
              <a:gd name="connsiteY0-12" fmla="*/ 1871961 h 1871961"/>
              <a:gd name="connsiteX1-13" fmla="*/ 0 w 3162300"/>
              <a:gd name="connsiteY1-14" fmla="*/ 0 h 1871961"/>
              <a:gd name="connsiteX2-15" fmla="*/ 3162300 w 3162300"/>
              <a:gd name="connsiteY2-16" fmla="*/ 0 h 1871961"/>
              <a:gd name="connsiteX3-17" fmla="*/ 3162300 w 3162300"/>
              <a:gd name="connsiteY3-18" fmla="*/ 1871961 h 187196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3162300" h="1871961">
                <a:moveTo>
                  <a:pt x="0" y="1871961"/>
                </a:moveTo>
                <a:lnTo>
                  <a:pt x="0" y="0"/>
                </a:lnTo>
                <a:lnTo>
                  <a:pt x="3162300" y="0"/>
                </a:lnTo>
                <a:lnTo>
                  <a:pt x="3162300" y="1871961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12" name="等腰三角形 11"/>
          <p:cNvSpPr/>
          <p:nvPr/>
        </p:nvSpPr>
        <p:spPr>
          <a:xfrm flipV="1">
            <a:off x="6007269" y="3832178"/>
            <a:ext cx="177462" cy="152984"/>
          </a:xfrm>
          <a:prstGeom prst="triangl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/>
          </a:p>
        </p:txBody>
      </p:sp>
      <p:sp>
        <p:nvSpPr>
          <p:cNvPr id="95" name="任意多边形: 形状 94"/>
          <p:cNvSpPr/>
          <p:nvPr/>
        </p:nvSpPr>
        <p:spPr>
          <a:xfrm>
            <a:off x="5118869" y="1507748"/>
            <a:ext cx="1967342" cy="442564"/>
          </a:xfrm>
          <a:custGeom>
            <a:avLst/>
            <a:gdLst>
              <a:gd name="connsiteX0" fmla="*/ 258875 w 1967342"/>
              <a:gd name="connsiteY0" fmla="*/ 399761 h 442564"/>
              <a:gd name="connsiteX1" fmla="*/ 261340 w 1967342"/>
              <a:gd name="connsiteY1" fmla="*/ 404994 h 442564"/>
              <a:gd name="connsiteX2" fmla="*/ 260991 w 1967342"/>
              <a:gd name="connsiteY2" fmla="*/ 410620 h 442564"/>
              <a:gd name="connsiteX3" fmla="*/ 260227 w 1967342"/>
              <a:gd name="connsiteY3" fmla="*/ 411758 h 442564"/>
              <a:gd name="connsiteX4" fmla="*/ 253206 w 1967342"/>
              <a:gd name="connsiteY4" fmla="*/ 412146 h 442564"/>
              <a:gd name="connsiteX5" fmla="*/ 250764 w 1967342"/>
              <a:gd name="connsiteY5" fmla="*/ 407044 h 442564"/>
              <a:gd name="connsiteX6" fmla="*/ 251113 w 1967342"/>
              <a:gd name="connsiteY6" fmla="*/ 401265 h 442564"/>
              <a:gd name="connsiteX7" fmla="*/ 251972 w 1967342"/>
              <a:gd name="connsiteY7" fmla="*/ 399994 h 442564"/>
              <a:gd name="connsiteX8" fmla="*/ 258875 w 1967342"/>
              <a:gd name="connsiteY8" fmla="*/ 399761 h 442564"/>
              <a:gd name="connsiteX9" fmla="*/ 229220 w 1967342"/>
              <a:gd name="connsiteY9" fmla="*/ 398343 h 442564"/>
              <a:gd name="connsiteX10" fmla="*/ 214632 w 1967342"/>
              <a:gd name="connsiteY10" fmla="*/ 398604 h 442564"/>
              <a:gd name="connsiteX11" fmla="*/ 215024 w 1967342"/>
              <a:gd name="connsiteY11" fmla="*/ 420148 h 442564"/>
              <a:gd name="connsiteX12" fmla="*/ 229678 w 1967342"/>
              <a:gd name="connsiteY12" fmla="*/ 419865 h 442564"/>
              <a:gd name="connsiteX13" fmla="*/ 229678 w 1967342"/>
              <a:gd name="connsiteY13" fmla="*/ 417946 h 442564"/>
              <a:gd name="connsiteX14" fmla="*/ 229678 w 1967342"/>
              <a:gd name="connsiteY14" fmla="*/ 416049 h 442564"/>
              <a:gd name="connsiteX15" fmla="*/ 218775 w 1967342"/>
              <a:gd name="connsiteY15" fmla="*/ 416245 h 442564"/>
              <a:gd name="connsiteX16" fmla="*/ 218775 w 1967342"/>
              <a:gd name="connsiteY16" fmla="*/ 410641 h 442564"/>
              <a:gd name="connsiteX17" fmla="*/ 228457 w 1967342"/>
              <a:gd name="connsiteY17" fmla="*/ 410467 h 442564"/>
              <a:gd name="connsiteX18" fmla="*/ 228457 w 1967342"/>
              <a:gd name="connsiteY18" fmla="*/ 408613 h 442564"/>
              <a:gd name="connsiteX19" fmla="*/ 228457 w 1967342"/>
              <a:gd name="connsiteY19" fmla="*/ 406760 h 442564"/>
              <a:gd name="connsiteX20" fmla="*/ 218775 w 1967342"/>
              <a:gd name="connsiteY20" fmla="*/ 406934 h 442564"/>
              <a:gd name="connsiteX21" fmla="*/ 218775 w 1967342"/>
              <a:gd name="connsiteY21" fmla="*/ 402355 h 442564"/>
              <a:gd name="connsiteX22" fmla="*/ 229220 w 1967342"/>
              <a:gd name="connsiteY22" fmla="*/ 402180 h 442564"/>
              <a:gd name="connsiteX23" fmla="*/ 229220 w 1967342"/>
              <a:gd name="connsiteY23" fmla="*/ 400262 h 442564"/>
              <a:gd name="connsiteX24" fmla="*/ 193459 w 1967342"/>
              <a:gd name="connsiteY24" fmla="*/ 396685 h 442564"/>
              <a:gd name="connsiteX25" fmla="*/ 193219 w 1967342"/>
              <a:gd name="connsiteY25" fmla="*/ 398583 h 442564"/>
              <a:gd name="connsiteX26" fmla="*/ 193001 w 1967342"/>
              <a:gd name="connsiteY26" fmla="*/ 400480 h 442564"/>
              <a:gd name="connsiteX27" fmla="*/ 198932 w 1967342"/>
              <a:gd name="connsiteY27" fmla="*/ 401199 h 442564"/>
              <a:gd name="connsiteX28" fmla="*/ 196751 w 1967342"/>
              <a:gd name="connsiteY28" fmla="*/ 418774 h 442564"/>
              <a:gd name="connsiteX29" fmla="*/ 198932 w 1967342"/>
              <a:gd name="connsiteY29" fmla="*/ 419036 h 442564"/>
              <a:gd name="connsiteX30" fmla="*/ 200960 w 1967342"/>
              <a:gd name="connsiteY30" fmla="*/ 419276 h 442564"/>
              <a:gd name="connsiteX31" fmla="*/ 203140 w 1967342"/>
              <a:gd name="connsiteY31" fmla="*/ 401701 h 442564"/>
              <a:gd name="connsiteX32" fmla="*/ 209093 w 1967342"/>
              <a:gd name="connsiteY32" fmla="*/ 402442 h 442564"/>
              <a:gd name="connsiteX33" fmla="*/ 209311 w 1967342"/>
              <a:gd name="connsiteY33" fmla="*/ 400523 h 442564"/>
              <a:gd name="connsiteX34" fmla="*/ 209442 w 1967342"/>
              <a:gd name="connsiteY34" fmla="*/ 398648 h 442564"/>
              <a:gd name="connsiteX35" fmla="*/ 260567 w 1967342"/>
              <a:gd name="connsiteY35" fmla="*/ 396005 h 442564"/>
              <a:gd name="connsiteX36" fmla="*/ 247733 w 1967342"/>
              <a:gd name="connsiteY36" fmla="*/ 399215 h 442564"/>
              <a:gd name="connsiteX37" fmla="*/ 246795 w 1967342"/>
              <a:gd name="connsiteY37" fmla="*/ 407937 h 442564"/>
              <a:gd name="connsiteX38" fmla="*/ 250894 w 1967342"/>
              <a:gd name="connsiteY38" fmla="*/ 415504 h 442564"/>
              <a:gd name="connsiteX39" fmla="*/ 251520 w 1967342"/>
              <a:gd name="connsiteY39" fmla="*/ 415927 h 442564"/>
              <a:gd name="connsiteX40" fmla="*/ 264545 w 1967342"/>
              <a:gd name="connsiteY40" fmla="*/ 412843 h 442564"/>
              <a:gd name="connsiteX41" fmla="*/ 265482 w 1967342"/>
              <a:gd name="connsiteY41" fmla="*/ 404296 h 442564"/>
              <a:gd name="connsiteX42" fmla="*/ 261383 w 1967342"/>
              <a:gd name="connsiteY42" fmla="*/ 396555 h 442564"/>
              <a:gd name="connsiteX43" fmla="*/ 260567 w 1967342"/>
              <a:gd name="connsiteY43" fmla="*/ 396005 h 442564"/>
              <a:gd name="connsiteX44" fmla="*/ 810541 w 1967342"/>
              <a:gd name="connsiteY44" fmla="*/ 393713 h 442564"/>
              <a:gd name="connsiteX45" fmla="*/ 810986 w 1967342"/>
              <a:gd name="connsiteY45" fmla="*/ 393911 h 442564"/>
              <a:gd name="connsiteX46" fmla="*/ 810455 w 1967342"/>
              <a:gd name="connsiteY46" fmla="*/ 393759 h 442564"/>
              <a:gd name="connsiteX47" fmla="*/ 173310 w 1967342"/>
              <a:gd name="connsiteY47" fmla="*/ 392063 h 442564"/>
              <a:gd name="connsiteX48" fmla="*/ 170061 w 1967342"/>
              <a:gd name="connsiteY48" fmla="*/ 405146 h 442564"/>
              <a:gd name="connsiteX49" fmla="*/ 170389 w 1967342"/>
              <a:gd name="connsiteY49" fmla="*/ 411993 h 442564"/>
              <a:gd name="connsiteX50" fmla="*/ 175731 w 1967342"/>
              <a:gd name="connsiteY50" fmla="*/ 415525 h 442564"/>
              <a:gd name="connsiteX51" fmla="*/ 182163 w 1967342"/>
              <a:gd name="connsiteY51" fmla="*/ 415024 h 442564"/>
              <a:gd name="connsiteX52" fmla="*/ 185587 w 1967342"/>
              <a:gd name="connsiteY52" fmla="*/ 409006 h 442564"/>
              <a:gd name="connsiteX53" fmla="*/ 188749 w 1967342"/>
              <a:gd name="connsiteY53" fmla="*/ 395922 h 442564"/>
              <a:gd name="connsiteX54" fmla="*/ 186743 w 1967342"/>
              <a:gd name="connsiteY54" fmla="*/ 395421 h 442564"/>
              <a:gd name="connsiteX55" fmla="*/ 184737 w 1967342"/>
              <a:gd name="connsiteY55" fmla="*/ 394941 h 442564"/>
              <a:gd name="connsiteX56" fmla="*/ 181444 w 1967342"/>
              <a:gd name="connsiteY56" fmla="*/ 408024 h 442564"/>
              <a:gd name="connsiteX57" fmla="*/ 179721 w 1967342"/>
              <a:gd name="connsiteY57" fmla="*/ 411273 h 442564"/>
              <a:gd name="connsiteX58" fmla="*/ 176581 w 1967342"/>
              <a:gd name="connsiteY58" fmla="*/ 411579 h 442564"/>
              <a:gd name="connsiteX59" fmla="*/ 174052 w 1967342"/>
              <a:gd name="connsiteY59" fmla="*/ 409769 h 442564"/>
              <a:gd name="connsiteX60" fmla="*/ 174052 w 1967342"/>
              <a:gd name="connsiteY60" fmla="*/ 406149 h 442564"/>
              <a:gd name="connsiteX61" fmla="*/ 177323 w 1967342"/>
              <a:gd name="connsiteY61" fmla="*/ 393066 h 442564"/>
              <a:gd name="connsiteX62" fmla="*/ 175317 w 1967342"/>
              <a:gd name="connsiteY62" fmla="*/ 392564 h 442564"/>
              <a:gd name="connsiteX63" fmla="*/ 282730 w 1967342"/>
              <a:gd name="connsiteY63" fmla="*/ 387789 h 442564"/>
              <a:gd name="connsiteX64" fmla="*/ 269320 w 1967342"/>
              <a:gd name="connsiteY64" fmla="*/ 392150 h 442564"/>
              <a:gd name="connsiteX65" fmla="*/ 275862 w 1967342"/>
              <a:gd name="connsiteY65" fmla="*/ 412625 h 442564"/>
              <a:gd name="connsiteX66" fmla="*/ 277846 w 1967342"/>
              <a:gd name="connsiteY66" fmla="*/ 411971 h 442564"/>
              <a:gd name="connsiteX67" fmla="*/ 279808 w 1967342"/>
              <a:gd name="connsiteY67" fmla="*/ 411339 h 442564"/>
              <a:gd name="connsiteX68" fmla="*/ 277083 w 1967342"/>
              <a:gd name="connsiteY68" fmla="*/ 402682 h 442564"/>
              <a:gd name="connsiteX69" fmla="*/ 285347 w 1967342"/>
              <a:gd name="connsiteY69" fmla="*/ 400000 h 442564"/>
              <a:gd name="connsiteX70" fmla="*/ 284780 w 1967342"/>
              <a:gd name="connsiteY70" fmla="*/ 398234 h 442564"/>
              <a:gd name="connsiteX71" fmla="*/ 284191 w 1967342"/>
              <a:gd name="connsiteY71" fmla="*/ 396467 h 442564"/>
              <a:gd name="connsiteX72" fmla="*/ 275949 w 1967342"/>
              <a:gd name="connsiteY72" fmla="*/ 399149 h 442564"/>
              <a:gd name="connsiteX73" fmla="*/ 274444 w 1967342"/>
              <a:gd name="connsiteY73" fmla="*/ 394505 h 442564"/>
              <a:gd name="connsiteX74" fmla="*/ 283908 w 1967342"/>
              <a:gd name="connsiteY74" fmla="*/ 391430 h 442564"/>
              <a:gd name="connsiteX75" fmla="*/ 283319 w 1967342"/>
              <a:gd name="connsiteY75" fmla="*/ 389599 h 442564"/>
              <a:gd name="connsiteX76" fmla="*/ 153533 w 1967342"/>
              <a:gd name="connsiteY76" fmla="*/ 385325 h 442564"/>
              <a:gd name="connsiteX77" fmla="*/ 152901 w 1967342"/>
              <a:gd name="connsiteY77" fmla="*/ 387135 h 442564"/>
              <a:gd name="connsiteX78" fmla="*/ 152290 w 1967342"/>
              <a:gd name="connsiteY78" fmla="*/ 388945 h 442564"/>
              <a:gd name="connsiteX79" fmla="*/ 157938 w 1967342"/>
              <a:gd name="connsiteY79" fmla="*/ 390885 h 442564"/>
              <a:gd name="connsiteX80" fmla="*/ 152181 w 1967342"/>
              <a:gd name="connsiteY80" fmla="*/ 407632 h 442564"/>
              <a:gd name="connsiteX81" fmla="*/ 154143 w 1967342"/>
              <a:gd name="connsiteY81" fmla="*/ 408308 h 442564"/>
              <a:gd name="connsiteX82" fmla="*/ 156084 w 1967342"/>
              <a:gd name="connsiteY82" fmla="*/ 408984 h 442564"/>
              <a:gd name="connsiteX83" fmla="*/ 161841 w 1967342"/>
              <a:gd name="connsiteY83" fmla="*/ 392237 h 442564"/>
              <a:gd name="connsiteX84" fmla="*/ 167510 w 1967342"/>
              <a:gd name="connsiteY84" fmla="*/ 394178 h 442564"/>
              <a:gd name="connsiteX85" fmla="*/ 168143 w 1967342"/>
              <a:gd name="connsiteY85" fmla="*/ 392368 h 442564"/>
              <a:gd name="connsiteX86" fmla="*/ 168797 w 1967342"/>
              <a:gd name="connsiteY86" fmla="*/ 390580 h 442564"/>
              <a:gd name="connsiteX87" fmla="*/ 145705 w 1967342"/>
              <a:gd name="connsiteY87" fmla="*/ 381487 h 442564"/>
              <a:gd name="connsiteX88" fmla="*/ 136612 w 1967342"/>
              <a:gd name="connsiteY88" fmla="*/ 401003 h 442564"/>
              <a:gd name="connsiteX89" fmla="*/ 138487 w 1967342"/>
              <a:gd name="connsiteY89" fmla="*/ 401875 h 442564"/>
              <a:gd name="connsiteX90" fmla="*/ 140341 w 1967342"/>
              <a:gd name="connsiteY90" fmla="*/ 402747 h 442564"/>
              <a:gd name="connsiteX91" fmla="*/ 149455 w 1967342"/>
              <a:gd name="connsiteY91" fmla="*/ 383232 h 442564"/>
              <a:gd name="connsiteX92" fmla="*/ 147558 w 1967342"/>
              <a:gd name="connsiteY92" fmla="*/ 382359 h 442564"/>
              <a:gd name="connsiteX93" fmla="*/ 309049 w 1967342"/>
              <a:gd name="connsiteY93" fmla="*/ 375033 h 442564"/>
              <a:gd name="connsiteX94" fmla="*/ 294832 w 1967342"/>
              <a:gd name="connsiteY94" fmla="*/ 382577 h 442564"/>
              <a:gd name="connsiteX95" fmla="*/ 295726 w 1967342"/>
              <a:gd name="connsiteY95" fmla="*/ 384278 h 442564"/>
              <a:gd name="connsiteX96" fmla="*/ 296620 w 1967342"/>
              <a:gd name="connsiteY96" fmla="*/ 385957 h 442564"/>
              <a:gd name="connsiteX97" fmla="*/ 301897 w 1967342"/>
              <a:gd name="connsiteY97" fmla="*/ 383144 h 442564"/>
              <a:gd name="connsiteX98" fmla="*/ 310227 w 1967342"/>
              <a:gd name="connsiteY98" fmla="*/ 398779 h 442564"/>
              <a:gd name="connsiteX99" fmla="*/ 312059 w 1967342"/>
              <a:gd name="connsiteY99" fmla="*/ 397819 h 442564"/>
              <a:gd name="connsiteX100" fmla="*/ 313869 w 1967342"/>
              <a:gd name="connsiteY100" fmla="*/ 396838 h 442564"/>
              <a:gd name="connsiteX101" fmla="*/ 305561 w 1967342"/>
              <a:gd name="connsiteY101" fmla="*/ 381204 h 442564"/>
              <a:gd name="connsiteX102" fmla="*/ 310838 w 1967342"/>
              <a:gd name="connsiteY102" fmla="*/ 378391 h 442564"/>
              <a:gd name="connsiteX103" fmla="*/ 309944 w 1967342"/>
              <a:gd name="connsiteY103" fmla="*/ 376712 h 442564"/>
              <a:gd name="connsiteX104" fmla="*/ 127170 w 1967342"/>
              <a:gd name="connsiteY104" fmla="*/ 371413 h 442564"/>
              <a:gd name="connsiteX105" fmla="*/ 126320 w 1967342"/>
              <a:gd name="connsiteY105" fmla="*/ 373201 h 442564"/>
              <a:gd name="connsiteX106" fmla="*/ 125404 w 1967342"/>
              <a:gd name="connsiteY106" fmla="*/ 374880 h 442564"/>
              <a:gd name="connsiteX107" fmla="*/ 130637 w 1967342"/>
              <a:gd name="connsiteY107" fmla="*/ 377780 h 442564"/>
              <a:gd name="connsiteX108" fmla="*/ 122046 w 1967342"/>
              <a:gd name="connsiteY108" fmla="*/ 393262 h 442564"/>
              <a:gd name="connsiteX109" fmla="*/ 123856 w 1967342"/>
              <a:gd name="connsiteY109" fmla="*/ 394265 h 442564"/>
              <a:gd name="connsiteX110" fmla="*/ 125666 w 1967342"/>
              <a:gd name="connsiteY110" fmla="*/ 395268 h 442564"/>
              <a:gd name="connsiteX111" fmla="*/ 134170 w 1967342"/>
              <a:gd name="connsiteY111" fmla="*/ 379655 h 442564"/>
              <a:gd name="connsiteX112" fmla="*/ 139403 w 1967342"/>
              <a:gd name="connsiteY112" fmla="*/ 382555 h 442564"/>
              <a:gd name="connsiteX113" fmla="*/ 140319 w 1967342"/>
              <a:gd name="connsiteY113" fmla="*/ 380898 h 442564"/>
              <a:gd name="connsiteX114" fmla="*/ 141257 w 1967342"/>
              <a:gd name="connsiteY114" fmla="*/ 379219 h 442564"/>
              <a:gd name="connsiteX115" fmla="*/ 234017 w 1967342"/>
              <a:gd name="connsiteY115" fmla="*/ 368317 h 442564"/>
              <a:gd name="connsiteX116" fmla="*/ 228456 w 1967342"/>
              <a:gd name="connsiteY116" fmla="*/ 376821 h 442564"/>
              <a:gd name="connsiteX117" fmla="*/ 227954 w 1967342"/>
              <a:gd name="connsiteY117" fmla="*/ 377981 h 442564"/>
              <a:gd name="connsiteX118" fmla="*/ 227955 w 1967342"/>
              <a:gd name="connsiteY118" fmla="*/ 377955 h 442564"/>
              <a:gd name="connsiteX119" fmla="*/ 227889 w 1967342"/>
              <a:gd name="connsiteY119" fmla="*/ 378130 h 442564"/>
              <a:gd name="connsiteX120" fmla="*/ 227954 w 1967342"/>
              <a:gd name="connsiteY120" fmla="*/ 377981 h 442564"/>
              <a:gd name="connsiteX121" fmla="*/ 227846 w 1967342"/>
              <a:gd name="connsiteY121" fmla="*/ 380069 h 442564"/>
              <a:gd name="connsiteX122" fmla="*/ 255970 w 1967342"/>
              <a:gd name="connsiteY122" fmla="*/ 378675 h 442564"/>
              <a:gd name="connsiteX123" fmla="*/ 249498 w 1967342"/>
              <a:gd name="connsiteY123" fmla="*/ 378675 h 442564"/>
              <a:gd name="connsiteX124" fmla="*/ 245137 w 1967342"/>
              <a:gd name="connsiteY124" fmla="*/ 368775 h 442564"/>
              <a:gd name="connsiteX125" fmla="*/ 234017 w 1967342"/>
              <a:gd name="connsiteY125" fmla="*/ 368317 h 442564"/>
              <a:gd name="connsiteX126" fmla="*/ 262560 w 1967342"/>
              <a:gd name="connsiteY126" fmla="*/ 368273 h 442564"/>
              <a:gd name="connsiteX127" fmla="*/ 262560 w 1967342"/>
              <a:gd name="connsiteY127" fmla="*/ 368339 h 442564"/>
              <a:gd name="connsiteX128" fmla="*/ 263411 w 1967342"/>
              <a:gd name="connsiteY128" fmla="*/ 370192 h 442564"/>
              <a:gd name="connsiteX129" fmla="*/ 262539 w 1967342"/>
              <a:gd name="connsiteY129" fmla="*/ 375687 h 442564"/>
              <a:gd name="connsiteX130" fmla="*/ 262015 w 1967342"/>
              <a:gd name="connsiteY130" fmla="*/ 370454 h 442564"/>
              <a:gd name="connsiteX131" fmla="*/ 262560 w 1967342"/>
              <a:gd name="connsiteY131" fmla="*/ 368273 h 442564"/>
              <a:gd name="connsiteX132" fmla="*/ 225731 w 1967342"/>
              <a:gd name="connsiteY132" fmla="*/ 368273 h 442564"/>
              <a:gd name="connsiteX133" fmla="*/ 225731 w 1967342"/>
              <a:gd name="connsiteY133" fmla="*/ 368339 h 442564"/>
              <a:gd name="connsiteX134" fmla="*/ 226582 w 1967342"/>
              <a:gd name="connsiteY134" fmla="*/ 370192 h 442564"/>
              <a:gd name="connsiteX135" fmla="*/ 225710 w 1967342"/>
              <a:gd name="connsiteY135" fmla="*/ 375687 h 442564"/>
              <a:gd name="connsiteX136" fmla="*/ 225186 w 1967342"/>
              <a:gd name="connsiteY136" fmla="*/ 370454 h 442564"/>
              <a:gd name="connsiteX137" fmla="*/ 225731 w 1967342"/>
              <a:gd name="connsiteY137" fmla="*/ 368273 h 442564"/>
              <a:gd name="connsiteX138" fmla="*/ 182032 w 1967342"/>
              <a:gd name="connsiteY138" fmla="*/ 368055 h 442564"/>
              <a:gd name="connsiteX139" fmla="*/ 183210 w 1967342"/>
              <a:gd name="connsiteY139" fmla="*/ 368229 h 442564"/>
              <a:gd name="connsiteX140" fmla="*/ 183363 w 1967342"/>
              <a:gd name="connsiteY140" fmla="*/ 375294 h 442564"/>
              <a:gd name="connsiteX141" fmla="*/ 182032 w 1967342"/>
              <a:gd name="connsiteY141" fmla="*/ 375294 h 442564"/>
              <a:gd name="connsiteX142" fmla="*/ 182032 w 1967342"/>
              <a:gd name="connsiteY142" fmla="*/ 368099 h 442564"/>
              <a:gd name="connsiteX143" fmla="*/ 256455 w 1967342"/>
              <a:gd name="connsiteY143" fmla="*/ 367946 h 442564"/>
              <a:gd name="connsiteX144" fmla="*/ 257262 w 1967342"/>
              <a:gd name="connsiteY144" fmla="*/ 370127 h 442564"/>
              <a:gd name="connsiteX145" fmla="*/ 256564 w 1967342"/>
              <a:gd name="connsiteY145" fmla="*/ 375513 h 442564"/>
              <a:gd name="connsiteX146" fmla="*/ 255539 w 1967342"/>
              <a:gd name="connsiteY146" fmla="*/ 370301 h 442564"/>
              <a:gd name="connsiteX147" fmla="*/ 256455 w 1967342"/>
              <a:gd name="connsiteY147" fmla="*/ 368012 h 442564"/>
              <a:gd name="connsiteX148" fmla="*/ 219625 w 1967342"/>
              <a:gd name="connsiteY148" fmla="*/ 367946 h 442564"/>
              <a:gd name="connsiteX149" fmla="*/ 220432 w 1967342"/>
              <a:gd name="connsiteY149" fmla="*/ 370127 h 442564"/>
              <a:gd name="connsiteX150" fmla="*/ 219756 w 1967342"/>
              <a:gd name="connsiteY150" fmla="*/ 375622 h 442564"/>
              <a:gd name="connsiteX151" fmla="*/ 218709 w 1967342"/>
              <a:gd name="connsiteY151" fmla="*/ 370301 h 442564"/>
              <a:gd name="connsiteX152" fmla="*/ 219625 w 1967342"/>
              <a:gd name="connsiteY152" fmla="*/ 368012 h 442564"/>
              <a:gd name="connsiteX153" fmla="*/ 546055 w 1967342"/>
              <a:gd name="connsiteY153" fmla="*/ 367609 h 442564"/>
              <a:gd name="connsiteX154" fmla="*/ 546131 w 1967342"/>
              <a:gd name="connsiteY154" fmla="*/ 382736 h 442564"/>
              <a:gd name="connsiteX155" fmla="*/ 559435 w 1967342"/>
              <a:gd name="connsiteY155" fmla="*/ 382736 h 442564"/>
              <a:gd name="connsiteX156" fmla="*/ 565897 w 1967342"/>
              <a:gd name="connsiteY156" fmla="*/ 380760 h 442564"/>
              <a:gd name="connsiteX157" fmla="*/ 568026 w 1967342"/>
              <a:gd name="connsiteY157" fmla="*/ 374678 h 442564"/>
              <a:gd name="connsiteX158" fmla="*/ 565820 w 1967342"/>
              <a:gd name="connsiteY158" fmla="*/ 369356 h 442564"/>
              <a:gd name="connsiteX159" fmla="*/ 559207 w 1967342"/>
              <a:gd name="connsiteY159" fmla="*/ 367609 h 442564"/>
              <a:gd name="connsiteX160" fmla="*/ 188444 w 1967342"/>
              <a:gd name="connsiteY160" fmla="*/ 367554 h 442564"/>
              <a:gd name="connsiteX161" fmla="*/ 189054 w 1967342"/>
              <a:gd name="connsiteY161" fmla="*/ 370127 h 442564"/>
              <a:gd name="connsiteX162" fmla="*/ 188444 w 1967342"/>
              <a:gd name="connsiteY162" fmla="*/ 375251 h 442564"/>
              <a:gd name="connsiteX163" fmla="*/ 187790 w 1967342"/>
              <a:gd name="connsiteY163" fmla="*/ 370127 h 442564"/>
              <a:gd name="connsiteX164" fmla="*/ 188444 w 1967342"/>
              <a:gd name="connsiteY164" fmla="*/ 367554 h 442564"/>
              <a:gd name="connsiteX165" fmla="*/ 184867 w 1967342"/>
              <a:gd name="connsiteY165" fmla="*/ 367053 h 442564"/>
              <a:gd name="connsiteX166" fmla="*/ 184872 w 1967342"/>
              <a:gd name="connsiteY166" fmla="*/ 367199 h 442564"/>
              <a:gd name="connsiteX167" fmla="*/ 184867 w 1967342"/>
              <a:gd name="connsiteY167" fmla="*/ 367205 h 442564"/>
              <a:gd name="connsiteX168" fmla="*/ 185225 w 1967342"/>
              <a:gd name="connsiteY168" fmla="*/ 366767 h 442564"/>
              <a:gd name="connsiteX169" fmla="*/ 186394 w 1967342"/>
              <a:gd name="connsiteY169" fmla="*/ 367053 h 442564"/>
              <a:gd name="connsiteX170" fmla="*/ 186656 w 1967342"/>
              <a:gd name="connsiteY170" fmla="*/ 375775 h 442564"/>
              <a:gd name="connsiteX171" fmla="*/ 185151 w 1967342"/>
              <a:gd name="connsiteY171" fmla="*/ 375775 h 442564"/>
              <a:gd name="connsiteX172" fmla="*/ 184872 w 1967342"/>
              <a:gd name="connsiteY172" fmla="*/ 367199 h 442564"/>
              <a:gd name="connsiteX173" fmla="*/ 259769 w 1967342"/>
              <a:gd name="connsiteY173" fmla="*/ 366441 h 442564"/>
              <a:gd name="connsiteX174" fmla="*/ 260554 w 1967342"/>
              <a:gd name="connsiteY174" fmla="*/ 369712 h 442564"/>
              <a:gd name="connsiteX175" fmla="*/ 259638 w 1967342"/>
              <a:gd name="connsiteY175" fmla="*/ 376058 h 442564"/>
              <a:gd name="connsiteX176" fmla="*/ 258700 w 1967342"/>
              <a:gd name="connsiteY176" fmla="*/ 369625 h 442564"/>
              <a:gd name="connsiteX177" fmla="*/ 259769 w 1967342"/>
              <a:gd name="connsiteY177" fmla="*/ 366441 h 442564"/>
              <a:gd name="connsiteX178" fmla="*/ 222940 w 1967342"/>
              <a:gd name="connsiteY178" fmla="*/ 366441 h 442564"/>
              <a:gd name="connsiteX179" fmla="*/ 223725 w 1967342"/>
              <a:gd name="connsiteY179" fmla="*/ 369712 h 442564"/>
              <a:gd name="connsiteX180" fmla="*/ 222809 w 1967342"/>
              <a:gd name="connsiteY180" fmla="*/ 376058 h 442564"/>
              <a:gd name="connsiteX181" fmla="*/ 221871 w 1967342"/>
              <a:gd name="connsiteY181" fmla="*/ 369625 h 442564"/>
              <a:gd name="connsiteX182" fmla="*/ 222940 w 1967342"/>
              <a:gd name="connsiteY182" fmla="*/ 366441 h 442564"/>
              <a:gd name="connsiteX183" fmla="*/ 164087 w 1967342"/>
              <a:gd name="connsiteY183" fmla="*/ 365765 h 442564"/>
              <a:gd name="connsiteX184" fmla="*/ 164219 w 1967342"/>
              <a:gd name="connsiteY184" fmla="*/ 365887 h 442564"/>
              <a:gd name="connsiteX185" fmla="*/ 164021 w 1967342"/>
              <a:gd name="connsiteY185" fmla="*/ 365853 h 442564"/>
              <a:gd name="connsiteX186" fmla="*/ 325644 w 1967342"/>
              <a:gd name="connsiteY186" fmla="*/ 364588 h 442564"/>
              <a:gd name="connsiteX187" fmla="*/ 313411 w 1967342"/>
              <a:gd name="connsiteY187" fmla="*/ 372525 h 442564"/>
              <a:gd name="connsiteX188" fmla="*/ 325142 w 1967342"/>
              <a:gd name="connsiteY188" fmla="*/ 390580 h 442564"/>
              <a:gd name="connsiteX189" fmla="*/ 337702 w 1967342"/>
              <a:gd name="connsiteY189" fmla="*/ 382337 h 442564"/>
              <a:gd name="connsiteX190" fmla="*/ 336655 w 1967342"/>
              <a:gd name="connsiteY190" fmla="*/ 380724 h 442564"/>
              <a:gd name="connsiteX191" fmla="*/ 335630 w 1967342"/>
              <a:gd name="connsiteY191" fmla="*/ 379132 h 442564"/>
              <a:gd name="connsiteX192" fmla="*/ 326494 w 1967342"/>
              <a:gd name="connsiteY192" fmla="*/ 385063 h 442564"/>
              <a:gd name="connsiteX193" fmla="*/ 323419 w 1967342"/>
              <a:gd name="connsiteY193" fmla="*/ 380375 h 442564"/>
              <a:gd name="connsiteX194" fmla="*/ 331618 w 1967342"/>
              <a:gd name="connsiteY194" fmla="*/ 375142 h 442564"/>
              <a:gd name="connsiteX195" fmla="*/ 330615 w 1967342"/>
              <a:gd name="connsiteY195" fmla="*/ 373572 h 442564"/>
              <a:gd name="connsiteX196" fmla="*/ 329612 w 1967342"/>
              <a:gd name="connsiteY196" fmla="*/ 372023 h 442564"/>
              <a:gd name="connsiteX197" fmla="*/ 321479 w 1967342"/>
              <a:gd name="connsiteY197" fmla="*/ 377300 h 442564"/>
              <a:gd name="connsiteX198" fmla="*/ 318993 w 1967342"/>
              <a:gd name="connsiteY198" fmla="*/ 373463 h 442564"/>
              <a:gd name="connsiteX199" fmla="*/ 327715 w 1967342"/>
              <a:gd name="connsiteY199" fmla="*/ 367793 h 442564"/>
              <a:gd name="connsiteX200" fmla="*/ 326690 w 1967342"/>
              <a:gd name="connsiteY200" fmla="*/ 366180 h 442564"/>
              <a:gd name="connsiteX201" fmla="*/ 112015 w 1967342"/>
              <a:gd name="connsiteY201" fmla="*/ 362407 h 442564"/>
              <a:gd name="connsiteX202" fmla="*/ 107414 w 1967342"/>
              <a:gd name="connsiteY202" fmla="*/ 365198 h 442564"/>
              <a:gd name="connsiteX203" fmla="*/ 106259 w 1967342"/>
              <a:gd name="connsiteY203" fmla="*/ 369450 h 442564"/>
              <a:gd name="connsiteX204" fmla="*/ 109900 w 1967342"/>
              <a:gd name="connsiteY204" fmla="*/ 375163 h 442564"/>
              <a:gd name="connsiteX205" fmla="*/ 111906 w 1967342"/>
              <a:gd name="connsiteY205" fmla="*/ 378085 h 442564"/>
              <a:gd name="connsiteX206" fmla="*/ 111514 w 1967342"/>
              <a:gd name="connsiteY206" fmla="*/ 380004 h 442564"/>
              <a:gd name="connsiteX207" fmla="*/ 109486 w 1967342"/>
              <a:gd name="connsiteY207" fmla="*/ 380920 h 442564"/>
              <a:gd name="connsiteX208" fmla="*/ 106564 w 1967342"/>
              <a:gd name="connsiteY208" fmla="*/ 379655 h 442564"/>
              <a:gd name="connsiteX209" fmla="*/ 104689 w 1967342"/>
              <a:gd name="connsiteY209" fmla="*/ 377148 h 442564"/>
              <a:gd name="connsiteX210" fmla="*/ 105299 w 1967342"/>
              <a:gd name="connsiteY210" fmla="*/ 374335 h 442564"/>
              <a:gd name="connsiteX211" fmla="*/ 102072 w 1967342"/>
              <a:gd name="connsiteY211" fmla="*/ 372002 h 442564"/>
              <a:gd name="connsiteX212" fmla="*/ 100742 w 1967342"/>
              <a:gd name="connsiteY212" fmla="*/ 377671 h 442564"/>
              <a:gd name="connsiteX213" fmla="*/ 104383 w 1967342"/>
              <a:gd name="connsiteY213" fmla="*/ 382665 h 442564"/>
              <a:gd name="connsiteX214" fmla="*/ 110249 w 1967342"/>
              <a:gd name="connsiteY214" fmla="*/ 384714 h 442564"/>
              <a:gd name="connsiteX215" fmla="*/ 114850 w 1967342"/>
              <a:gd name="connsiteY215" fmla="*/ 382098 h 442564"/>
              <a:gd name="connsiteX216" fmla="*/ 116246 w 1967342"/>
              <a:gd name="connsiteY216" fmla="*/ 377736 h 442564"/>
              <a:gd name="connsiteX217" fmla="*/ 112997 w 1967342"/>
              <a:gd name="connsiteY217" fmla="*/ 372372 h 442564"/>
              <a:gd name="connsiteX218" fmla="*/ 110576 w 1967342"/>
              <a:gd name="connsiteY218" fmla="*/ 369058 h 442564"/>
              <a:gd name="connsiteX219" fmla="*/ 110707 w 1967342"/>
              <a:gd name="connsiteY219" fmla="*/ 367313 h 442564"/>
              <a:gd name="connsiteX220" fmla="*/ 112648 w 1967342"/>
              <a:gd name="connsiteY220" fmla="*/ 366136 h 442564"/>
              <a:gd name="connsiteX221" fmla="*/ 115090 w 1967342"/>
              <a:gd name="connsiteY221" fmla="*/ 366965 h 442564"/>
              <a:gd name="connsiteX222" fmla="*/ 116943 w 1967342"/>
              <a:gd name="connsiteY222" fmla="*/ 369429 h 442564"/>
              <a:gd name="connsiteX223" fmla="*/ 116529 w 1967342"/>
              <a:gd name="connsiteY223" fmla="*/ 372132 h 442564"/>
              <a:gd name="connsiteX224" fmla="*/ 119778 w 1967342"/>
              <a:gd name="connsiteY224" fmla="*/ 374509 h 442564"/>
              <a:gd name="connsiteX225" fmla="*/ 119778 w 1967342"/>
              <a:gd name="connsiteY225" fmla="*/ 374466 h 442564"/>
              <a:gd name="connsiteX226" fmla="*/ 120934 w 1967342"/>
              <a:gd name="connsiteY226" fmla="*/ 368971 h 442564"/>
              <a:gd name="connsiteX227" fmla="*/ 117663 w 1967342"/>
              <a:gd name="connsiteY227" fmla="*/ 364239 h 442564"/>
              <a:gd name="connsiteX228" fmla="*/ 112015 w 1967342"/>
              <a:gd name="connsiteY228" fmla="*/ 362407 h 442564"/>
              <a:gd name="connsiteX229" fmla="*/ 342237 w 1967342"/>
              <a:gd name="connsiteY229" fmla="*/ 352726 h 442564"/>
              <a:gd name="connsiteX230" fmla="*/ 336437 w 1967342"/>
              <a:gd name="connsiteY230" fmla="*/ 354906 h 442564"/>
              <a:gd name="connsiteX231" fmla="*/ 333341 w 1967342"/>
              <a:gd name="connsiteY231" fmla="*/ 361448 h 442564"/>
              <a:gd name="connsiteX232" fmla="*/ 336830 w 1967342"/>
              <a:gd name="connsiteY232" fmla="*/ 369450 h 442564"/>
              <a:gd name="connsiteX233" fmla="*/ 344004 w 1967342"/>
              <a:gd name="connsiteY233" fmla="*/ 374139 h 442564"/>
              <a:gd name="connsiteX234" fmla="*/ 354121 w 1967342"/>
              <a:gd name="connsiteY234" fmla="*/ 366747 h 442564"/>
              <a:gd name="connsiteX235" fmla="*/ 354078 w 1967342"/>
              <a:gd name="connsiteY235" fmla="*/ 366703 h 442564"/>
              <a:gd name="connsiteX236" fmla="*/ 352268 w 1967342"/>
              <a:gd name="connsiteY236" fmla="*/ 360554 h 442564"/>
              <a:gd name="connsiteX237" fmla="*/ 349084 w 1967342"/>
              <a:gd name="connsiteY237" fmla="*/ 363214 h 442564"/>
              <a:gd name="connsiteX238" fmla="*/ 350022 w 1967342"/>
              <a:gd name="connsiteY238" fmla="*/ 366485 h 442564"/>
              <a:gd name="connsiteX239" fmla="*/ 349865 w 1967342"/>
              <a:gd name="connsiteY239" fmla="*/ 367213 h 442564"/>
              <a:gd name="connsiteX240" fmla="*/ 344418 w 1967342"/>
              <a:gd name="connsiteY240" fmla="*/ 370105 h 442564"/>
              <a:gd name="connsiteX241" fmla="*/ 340057 w 1967342"/>
              <a:gd name="connsiteY241" fmla="*/ 366790 h 442564"/>
              <a:gd name="connsiteX242" fmla="*/ 337484 w 1967342"/>
              <a:gd name="connsiteY242" fmla="*/ 361709 h 442564"/>
              <a:gd name="connsiteX243" fmla="*/ 338967 w 1967342"/>
              <a:gd name="connsiteY243" fmla="*/ 357850 h 442564"/>
              <a:gd name="connsiteX244" fmla="*/ 341932 w 1967342"/>
              <a:gd name="connsiteY244" fmla="*/ 356716 h 442564"/>
              <a:gd name="connsiteX245" fmla="*/ 344767 w 1967342"/>
              <a:gd name="connsiteY245" fmla="*/ 357937 h 442564"/>
              <a:gd name="connsiteX246" fmla="*/ 347950 w 1967342"/>
              <a:gd name="connsiteY246" fmla="*/ 355277 h 442564"/>
              <a:gd name="connsiteX247" fmla="*/ 342237 w 1967342"/>
              <a:gd name="connsiteY247" fmla="*/ 352726 h 442564"/>
              <a:gd name="connsiteX248" fmla="*/ 228692 w 1967342"/>
              <a:gd name="connsiteY248" fmla="*/ 352142 h 442564"/>
              <a:gd name="connsiteX249" fmla="*/ 228736 w 1967342"/>
              <a:gd name="connsiteY249" fmla="*/ 352142 h 442564"/>
              <a:gd name="connsiteX250" fmla="*/ 228736 w 1967342"/>
              <a:gd name="connsiteY250" fmla="*/ 357964 h 442564"/>
              <a:gd name="connsiteX251" fmla="*/ 223786 w 1967342"/>
              <a:gd name="connsiteY251" fmla="*/ 357964 h 442564"/>
              <a:gd name="connsiteX252" fmla="*/ 240427 w 1967342"/>
              <a:gd name="connsiteY252" fmla="*/ 350872 h 442564"/>
              <a:gd name="connsiteX253" fmla="*/ 243655 w 1967342"/>
              <a:gd name="connsiteY253" fmla="*/ 356018 h 442564"/>
              <a:gd name="connsiteX254" fmla="*/ 240427 w 1967342"/>
              <a:gd name="connsiteY254" fmla="*/ 361165 h 442564"/>
              <a:gd name="connsiteX255" fmla="*/ 237200 w 1967342"/>
              <a:gd name="connsiteY255" fmla="*/ 356018 h 442564"/>
              <a:gd name="connsiteX256" fmla="*/ 240427 w 1967342"/>
              <a:gd name="connsiteY256" fmla="*/ 350872 h 442564"/>
              <a:gd name="connsiteX257" fmla="*/ 213585 w 1967342"/>
              <a:gd name="connsiteY257" fmla="*/ 350872 h 442564"/>
              <a:gd name="connsiteX258" fmla="*/ 216703 w 1967342"/>
              <a:gd name="connsiteY258" fmla="*/ 353620 h 442564"/>
              <a:gd name="connsiteX259" fmla="*/ 216699 w 1967342"/>
              <a:gd name="connsiteY259" fmla="*/ 354124 h 442564"/>
              <a:gd name="connsiteX260" fmla="*/ 213738 w 1967342"/>
              <a:gd name="connsiteY260" fmla="*/ 356542 h 442564"/>
              <a:gd name="connsiteX261" fmla="*/ 210620 w 1967342"/>
              <a:gd name="connsiteY261" fmla="*/ 353751 h 442564"/>
              <a:gd name="connsiteX262" fmla="*/ 210624 w 1967342"/>
              <a:gd name="connsiteY262" fmla="*/ 353437 h 442564"/>
              <a:gd name="connsiteX263" fmla="*/ 213585 w 1967342"/>
              <a:gd name="connsiteY263" fmla="*/ 350872 h 442564"/>
              <a:gd name="connsiteX264" fmla="*/ 212979 w 1967342"/>
              <a:gd name="connsiteY264" fmla="*/ 349547 h 442564"/>
              <a:gd name="connsiteX265" fmla="*/ 208657 w 1967342"/>
              <a:gd name="connsiteY265" fmla="*/ 353948 h 442564"/>
              <a:gd name="connsiteX266" fmla="*/ 208679 w 1967342"/>
              <a:gd name="connsiteY266" fmla="*/ 354240 h 442564"/>
              <a:gd name="connsiteX267" fmla="*/ 213498 w 1967342"/>
              <a:gd name="connsiteY267" fmla="*/ 358091 h 442564"/>
              <a:gd name="connsiteX268" fmla="*/ 217031 w 1967342"/>
              <a:gd name="connsiteY268" fmla="*/ 356564 h 442564"/>
              <a:gd name="connsiteX269" fmla="*/ 213324 w 1967342"/>
              <a:gd name="connsiteY269" fmla="*/ 361362 h 442564"/>
              <a:gd name="connsiteX270" fmla="*/ 212870 w 1967342"/>
              <a:gd name="connsiteY270" fmla="*/ 361401 h 442564"/>
              <a:gd name="connsiteX271" fmla="*/ 210729 w 1967342"/>
              <a:gd name="connsiteY271" fmla="*/ 359181 h 442564"/>
              <a:gd name="connsiteX272" fmla="*/ 208788 w 1967342"/>
              <a:gd name="connsiteY272" fmla="*/ 359181 h 442564"/>
              <a:gd name="connsiteX273" fmla="*/ 213367 w 1967342"/>
              <a:gd name="connsiteY273" fmla="*/ 362626 h 442564"/>
              <a:gd name="connsiteX274" fmla="*/ 213367 w 1967342"/>
              <a:gd name="connsiteY274" fmla="*/ 362692 h 442564"/>
              <a:gd name="connsiteX275" fmla="*/ 219015 w 1967342"/>
              <a:gd name="connsiteY275" fmla="*/ 355539 h 442564"/>
              <a:gd name="connsiteX276" fmla="*/ 213607 w 1967342"/>
              <a:gd name="connsiteY276" fmla="*/ 349587 h 442564"/>
              <a:gd name="connsiteX277" fmla="*/ 212979 w 1967342"/>
              <a:gd name="connsiteY277" fmla="*/ 349547 h 442564"/>
              <a:gd name="connsiteX278" fmla="*/ 240428 w 1967342"/>
              <a:gd name="connsiteY278" fmla="*/ 349521 h 442564"/>
              <a:gd name="connsiteX279" fmla="*/ 235151 w 1967342"/>
              <a:gd name="connsiteY279" fmla="*/ 356063 h 442564"/>
              <a:gd name="connsiteX280" fmla="*/ 240428 w 1967342"/>
              <a:gd name="connsiteY280" fmla="*/ 362604 h 442564"/>
              <a:gd name="connsiteX281" fmla="*/ 240428 w 1967342"/>
              <a:gd name="connsiteY281" fmla="*/ 362692 h 442564"/>
              <a:gd name="connsiteX282" fmla="*/ 245705 w 1967342"/>
              <a:gd name="connsiteY282" fmla="*/ 356063 h 442564"/>
              <a:gd name="connsiteX283" fmla="*/ 240428 w 1967342"/>
              <a:gd name="connsiteY283" fmla="*/ 349521 h 442564"/>
              <a:gd name="connsiteX284" fmla="*/ 228675 w 1967342"/>
              <a:gd name="connsiteY284" fmla="*/ 349434 h 442564"/>
              <a:gd name="connsiteX285" fmla="*/ 221632 w 1967342"/>
              <a:gd name="connsiteY285" fmla="*/ 357567 h 442564"/>
              <a:gd name="connsiteX286" fmla="*/ 221632 w 1967342"/>
              <a:gd name="connsiteY286" fmla="*/ 359137 h 442564"/>
              <a:gd name="connsiteX287" fmla="*/ 228348 w 1967342"/>
              <a:gd name="connsiteY287" fmla="*/ 359137 h 442564"/>
              <a:gd name="connsiteX288" fmla="*/ 228348 w 1967342"/>
              <a:gd name="connsiteY288" fmla="*/ 362277 h 442564"/>
              <a:gd name="connsiteX289" fmla="*/ 230288 w 1967342"/>
              <a:gd name="connsiteY289" fmla="*/ 362277 h 442564"/>
              <a:gd name="connsiteX290" fmla="*/ 230288 w 1967342"/>
              <a:gd name="connsiteY290" fmla="*/ 359137 h 442564"/>
              <a:gd name="connsiteX291" fmla="*/ 232469 w 1967342"/>
              <a:gd name="connsiteY291" fmla="*/ 359137 h 442564"/>
              <a:gd name="connsiteX292" fmla="*/ 232469 w 1967342"/>
              <a:gd name="connsiteY292" fmla="*/ 357764 h 442564"/>
              <a:gd name="connsiteX293" fmla="*/ 230288 w 1967342"/>
              <a:gd name="connsiteY293" fmla="*/ 357764 h 442564"/>
              <a:gd name="connsiteX294" fmla="*/ 230288 w 1967342"/>
              <a:gd name="connsiteY294" fmla="*/ 349434 h 442564"/>
              <a:gd name="connsiteX295" fmla="*/ 200742 w 1967342"/>
              <a:gd name="connsiteY295" fmla="*/ 349347 h 442564"/>
              <a:gd name="connsiteX296" fmla="*/ 196599 w 1967342"/>
              <a:gd name="connsiteY296" fmla="*/ 351789 h 442564"/>
              <a:gd name="connsiteX297" fmla="*/ 196599 w 1967342"/>
              <a:gd name="connsiteY297" fmla="*/ 353163 h 442564"/>
              <a:gd name="connsiteX298" fmla="*/ 200197 w 1967342"/>
              <a:gd name="connsiteY298" fmla="*/ 353163 h 442564"/>
              <a:gd name="connsiteX299" fmla="*/ 200197 w 1967342"/>
              <a:gd name="connsiteY299" fmla="*/ 362277 h 442564"/>
              <a:gd name="connsiteX300" fmla="*/ 202246 w 1967342"/>
              <a:gd name="connsiteY300" fmla="*/ 362277 h 442564"/>
              <a:gd name="connsiteX301" fmla="*/ 202246 w 1967342"/>
              <a:gd name="connsiteY301" fmla="*/ 349347 h 442564"/>
              <a:gd name="connsiteX302" fmla="*/ 94658 w 1967342"/>
              <a:gd name="connsiteY302" fmla="*/ 345617 h 442564"/>
              <a:gd name="connsiteX303" fmla="*/ 79961 w 1967342"/>
              <a:gd name="connsiteY303" fmla="*/ 361361 h 442564"/>
              <a:gd name="connsiteX304" fmla="*/ 81379 w 1967342"/>
              <a:gd name="connsiteY304" fmla="*/ 362691 h 442564"/>
              <a:gd name="connsiteX305" fmla="*/ 82796 w 1967342"/>
              <a:gd name="connsiteY305" fmla="*/ 364086 h 442564"/>
              <a:gd name="connsiteX306" fmla="*/ 93372 w 1967342"/>
              <a:gd name="connsiteY306" fmla="*/ 352726 h 442564"/>
              <a:gd name="connsiteX307" fmla="*/ 88771 w 1967342"/>
              <a:gd name="connsiteY307" fmla="*/ 369669 h 442564"/>
              <a:gd name="connsiteX308" fmla="*/ 90275 w 1967342"/>
              <a:gd name="connsiteY308" fmla="*/ 371064 h 442564"/>
              <a:gd name="connsiteX309" fmla="*/ 91780 w 1967342"/>
              <a:gd name="connsiteY309" fmla="*/ 372394 h 442564"/>
              <a:gd name="connsiteX310" fmla="*/ 106455 w 1967342"/>
              <a:gd name="connsiteY310" fmla="*/ 356629 h 442564"/>
              <a:gd name="connsiteX311" fmla="*/ 105038 w 1967342"/>
              <a:gd name="connsiteY311" fmla="*/ 355320 h 442564"/>
              <a:gd name="connsiteX312" fmla="*/ 103642 w 1967342"/>
              <a:gd name="connsiteY312" fmla="*/ 354012 h 442564"/>
              <a:gd name="connsiteX313" fmla="*/ 93328 w 1967342"/>
              <a:gd name="connsiteY313" fmla="*/ 365068 h 442564"/>
              <a:gd name="connsiteX314" fmla="*/ 97820 w 1967342"/>
              <a:gd name="connsiteY314" fmla="*/ 348583 h 442564"/>
              <a:gd name="connsiteX315" fmla="*/ 96228 w 1967342"/>
              <a:gd name="connsiteY315" fmla="*/ 347100 h 442564"/>
              <a:gd name="connsiteX316" fmla="*/ 546055 w 1967342"/>
              <a:gd name="connsiteY316" fmla="*/ 345486 h 442564"/>
              <a:gd name="connsiteX317" fmla="*/ 546131 w 1967342"/>
              <a:gd name="connsiteY317" fmla="*/ 358030 h 442564"/>
              <a:gd name="connsiteX318" fmla="*/ 558675 w 1967342"/>
              <a:gd name="connsiteY318" fmla="*/ 358030 h 442564"/>
              <a:gd name="connsiteX319" fmla="*/ 564832 w 1967342"/>
              <a:gd name="connsiteY319" fmla="*/ 356358 h 442564"/>
              <a:gd name="connsiteX320" fmla="*/ 566809 w 1967342"/>
              <a:gd name="connsiteY320" fmla="*/ 351264 h 442564"/>
              <a:gd name="connsiteX321" fmla="*/ 564681 w 1967342"/>
              <a:gd name="connsiteY321" fmla="*/ 346931 h 442564"/>
              <a:gd name="connsiteX322" fmla="*/ 558218 w 1967342"/>
              <a:gd name="connsiteY322" fmla="*/ 345486 h 442564"/>
              <a:gd name="connsiteX323" fmla="*/ 1826552 w 1967342"/>
              <a:gd name="connsiteY323" fmla="*/ 343894 h 442564"/>
              <a:gd name="connsiteX324" fmla="*/ 1816934 w 1967342"/>
              <a:gd name="connsiteY324" fmla="*/ 346207 h 442564"/>
              <a:gd name="connsiteX325" fmla="*/ 1814081 w 1967342"/>
              <a:gd name="connsiteY325" fmla="*/ 349059 h 442564"/>
              <a:gd name="connsiteX326" fmla="*/ 1810280 w 1967342"/>
              <a:gd name="connsiteY326" fmla="*/ 364263 h 442564"/>
              <a:gd name="connsiteX327" fmla="*/ 1814005 w 1967342"/>
              <a:gd name="connsiteY327" fmla="*/ 378708 h 442564"/>
              <a:gd name="connsiteX328" fmla="*/ 1832300 w 1967342"/>
              <a:gd name="connsiteY328" fmla="*/ 381394 h 442564"/>
              <a:gd name="connsiteX329" fmla="*/ 1834986 w 1967342"/>
              <a:gd name="connsiteY329" fmla="*/ 378708 h 442564"/>
              <a:gd name="connsiteX330" fmla="*/ 1834987 w 1967342"/>
              <a:gd name="connsiteY330" fmla="*/ 378708 h 442564"/>
              <a:gd name="connsiteX331" fmla="*/ 1838787 w 1967342"/>
              <a:gd name="connsiteY331" fmla="*/ 364263 h 442564"/>
              <a:gd name="connsiteX332" fmla="*/ 1834987 w 1967342"/>
              <a:gd name="connsiteY332" fmla="*/ 349059 h 442564"/>
              <a:gd name="connsiteX333" fmla="*/ 1826552 w 1967342"/>
              <a:gd name="connsiteY333" fmla="*/ 343894 h 442564"/>
              <a:gd name="connsiteX334" fmla="*/ 1719296 w 1967342"/>
              <a:gd name="connsiteY334" fmla="*/ 343890 h 442564"/>
              <a:gd name="connsiteX335" fmla="*/ 1709629 w 1967342"/>
              <a:gd name="connsiteY335" fmla="*/ 346245 h 442564"/>
              <a:gd name="connsiteX336" fmla="*/ 1706815 w 1967342"/>
              <a:gd name="connsiteY336" fmla="*/ 349060 h 442564"/>
              <a:gd name="connsiteX337" fmla="*/ 1703090 w 1967342"/>
              <a:gd name="connsiteY337" fmla="*/ 364264 h 442564"/>
              <a:gd name="connsiteX338" fmla="*/ 1706815 w 1967342"/>
              <a:gd name="connsiteY338" fmla="*/ 378708 h 442564"/>
              <a:gd name="connsiteX339" fmla="*/ 1725110 w 1967342"/>
              <a:gd name="connsiteY339" fmla="*/ 381394 h 442564"/>
              <a:gd name="connsiteX340" fmla="*/ 1727797 w 1967342"/>
              <a:gd name="connsiteY340" fmla="*/ 378708 h 442564"/>
              <a:gd name="connsiteX341" fmla="*/ 1731522 w 1967342"/>
              <a:gd name="connsiteY341" fmla="*/ 364264 h 442564"/>
              <a:gd name="connsiteX342" fmla="*/ 1727797 w 1967342"/>
              <a:gd name="connsiteY342" fmla="*/ 349060 h 442564"/>
              <a:gd name="connsiteX343" fmla="*/ 1719296 w 1967342"/>
              <a:gd name="connsiteY343" fmla="*/ 343890 h 442564"/>
              <a:gd name="connsiteX344" fmla="*/ 1322848 w 1967342"/>
              <a:gd name="connsiteY344" fmla="*/ 343890 h 442564"/>
              <a:gd name="connsiteX345" fmla="*/ 1313181 w 1967342"/>
              <a:gd name="connsiteY345" fmla="*/ 346245 h 442564"/>
              <a:gd name="connsiteX346" fmla="*/ 1310367 w 1967342"/>
              <a:gd name="connsiteY346" fmla="*/ 349060 h 442564"/>
              <a:gd name="connsiteX347" fmla="*/ 1306642 w 1967342"/>
              <a:gd name="connsiteY347" fmla="*/ 364264 h 442564"/>
              <a:gd name="connsiteX348" fmla="*/ 1310367 w 1967342"/>
              <a:gd name="connsiteY348" fmla="*/ 378708 h 442564"/>
              <a:gd name="connsiteX349" fmla="*/ 1328662 w 1967342"/>
              <a:gd name="connsiteY349" fmla="*/ 381394 h 442564"/>
              <a:gd name="connsiteX350" fmla="*/ 1331349 w 1967342"/>
              <a:gd name="connsiteY350" fmla="*/ 378708 h 442564"/>
              <a:gd name="connsiteX351" fmla="*/ 1335074 w 1967342"/>
              <a:gd name="connsiteY351" fmla="*/ 364264 h 442564"/>
              <a:gd name="connsiteX352" fmla="*/ 1331349 w 1967342"/>
              <a:gd name="connsiteY352" fmla="*/ 349060 h 442564"/>
              <a:gd name="connsiteX353" fmla="*/ 1322848 w 1967342"/>
              <a:gd name="connsiteY353" fmla="*/ 343890 h 442564"/>
              <a:gd name="connsiteX354" fmla="*/ 87702 w 1967342"/>
              <a:gd name="connsiteY354" fmla="*/ 338029 h 442564"/>
              <a:gd name="connsiteX355" fmla="*/ 71697 w 1967342"/>
              <a:gd name="connsiteY355" fmla="*/ 352442 h 442564"/>
              <a:gd name="connsiteX356" fmla="*/ 73093 w 1967342"/>
              <a:gd name="connsiteY356" fmla="*/ 353969 h 442564"/>
              <a:gd name="connsiteX357" fmla="*/ 74466 w 1967342"/>
              <a:gd name="connsiteY357" fmla="*/ 355517 h 442564"/>
              <a:gd name="connsiteX358" fmla="*/ 90472 w 1967342"/>
              <a:gd name="connsiteY358" fmla="*/ 341103 h 442564"/>
              <a:gd name="connsiteX359" fmla="*/ 89098 w 1967342"/>
              <a:gd name="connsiteY359" fmla="*/ 339555 h 442564"/>
              <a:gd name="connsiteX360" fmla="*/ 1916924 w 1967342"/>
              <a:gd name="connsiteY360" fmla="*/ 335788 h 442564"/>
              <a:gd name="connsiteX361" fmla="*/ 1923386 w 1967342"/>
              <a:gd name="connsiteY361" fmla="*/ 335788 h 442564"/>
              <a:gd name="connsiteX362" fmla="*/ 1929924 w 1967342"/>
              <a:gd name="connsiteY362" fmla="*/ 335788 h 442564"/>
              <a:gd name="connsiteX363" fmla="*/ 1940832 w 1967342"/>
              <a:gd name="connsiteY363" fmla="*/ 360406 h 442564"/>
              <a:gd name="connsiteX364" fmla="*/ 1940795 w 1967342"/>
              <a:gd name="connsiteY364" fmla="*/ 360495 h 442564"/>
              <a:gd name="connsiteX365" fmla="*/ 1940871 w 1967342"/>
              <a:gd name="connsiteY365" fmla="*/ 360495 h 442564"/>
              <a:gd name="connsiteX366" fmla="*/ 1940832 w 1967342"/>
              <a:gd name="connsiteY366" fmla="*/ 360406 h 442564"/>
              <a:gd name="connsiteX367" fmla="*/ 1951058 w 1967342"/>
              <a:gd name="connsiteY367" fmla="*/ 335788 h 442564"/>
              <a:gd name="connsiteX368" fmla="*/ 1957292 w 1967342"/>
              <a:gd name="connsiteY368" fmla="*/ 335788 h 442564"/>
              <a:gd name="connsiteX369" fmla="*/ 1963449 w 1967342"/>
              <a:gd name="connsiteY369" fmla="*/ 335788 h 442564"/>
              <a:gd name="connsiteX370" fmla="*/ 1946116 w 1967342"/>
              <a:gd name="connsiteY370" fmla="*/ 371137 h 442564"/>
              <a:gd name="connsiteX371" fmla="*/ 1946116 w 1967342"/>
              <a:gd name="connsiteY371" fmla="*/ 392804 h 442564"/>
              <a:gd name="connsiteX372" fmla="*/ 1940719 w 1967342"/>
              <a:gd name="connsiteY372" fmla="*/ 392804 h 442564"/>
              <a:gd name="connsiteX373" fmla="*/ 1935169 w 1967342"/>
              <a:gd name="connsiteY373" fmla="*/ 392804 h 442564"/>
              <a:gd name="connsiteX374" fmla="*/ 1935169 w 1967342"/>
              <a:gd name="connsiteY374" fmla="*/ 371366 h 442564"/>
              <a:gd name="connsiteX375" fmla="*/ 1754468 w 1967342"/>
              <a:gd name="connsiteY375" fmla="*/ 335788 h 442564"/>
              <a:gd name="connsiteX376" fmla="*/ 1759942 w 1967342"/>
              <a:gd name="connsiteY376" fmla="*/ 335788 h 442564"/>
              <a:gd name="connsiteX377" fmla="*/ 1765415 w 1967342"/>
              <a:gd name="connsiteY377" fmla="*/ 335788 h 442564"/>
              <a:gd name="connsiteX378" fmla="*/ 1765415 w 1967342"/>
              <a:gd name="connsiteY378" fmla="*/ 382617 h 442564"/>
              <a:gd name="connsiteX379" fmla="*/ 1791415 w 1967342"/>
              <a:gd name="connsiteY379" fmla="*/ 382617 h 442564"/>
              <a:gd name="connsiteX380" fmla="*/ 1791415 w 1967342"/>
              <a:gd name="connsiteY380" fmla="*/ 387710 h 442564"/>
              <a:gd name="connsiteX381" fmla="*/ 1791415 w 1967342"/>
              <a:gd name="connsiteY381" fmla="*/ 392727 h 442564"/>
              <a:gd name="connsiteX382" fmla="*/ 1754468 w 1967342"/>
              <a:gd name="connsiteY382" fmla="*/ 392727 h 442564"/>
              <a:gd name="connsiteX383" fmla="*/ 1638612 w 1967342"/>
              <a:gd name="connsiteY383" fmla="*/ 335788 h 442564"/>
              <a:gd name="connsiteX384" fmla="*/ 1644314 w 1967342"/>
              <a:gd name="connsiteY384" fmla="*/ 335788 h 442564"/>
              <a:gd name="connsiteX385" fmla="*/ 1650016 w 1967342"/>
              <a:gd name="connsiteY385" fmla="*/ 335788 h 442564"/>
              <a:gd name="connsiteX386" fmla="*/ 1671073 w 1967342"/>
              <a:gd name="connsiteY386" fmla="*/ 375775 h 442564"/>
              <a:gd name="connsiteX387" fmla="*/ 1671073 w 1967342"/>
              <a:gd name="connsiteY387" fmla="*/ 335788 h 442564"/>
              <a:gd name="connsiteX388" fmla="*/ 1676167 w 1967342"/>
              <a:gd name="connsiteY388" fmla="*/ 335788 h 442564"/>
              <a:gd name="connsiteX389" fmla="*/ 1681335 w 1967342"/>
              <a:gd name="connsiteY389" fmla="*/ 335788 h 442564"/>
              <a:gd name="connsiteX390" fmla="*/ 1681335 w 1967342"/>
              <a:gd name="connsiteY390" fmla="*/ 392727 h 442564"/>
              <a:gd name="connsiteX391" fmla="*/ 1675862 w 1967342"/>
              <a:gd name="connsiteY391" fmla="*/ 392727 h 442564"/>
              <a:gd name="connsiteX392" fmla="*/ 1670388 w 1967342"/>
              <a:gd name="connsiteY392" fmla="*/ 392727 h 442564"/>
              <a:gd name="connsiteX393" fmla="*/ 1648799 w 1967342"/>
              <a:gd name="connsiteY393" fmla="*/ 351676 h 442564"/>
              <a:gd name="connsiteX394" fmla="*/ 1648799 w 1967342"/>
              <a:gd name="connsiteY394" fmla="*/ 392727 h 442564"/>
              <a:gd name="connsiteX395" fmla="*/ 1643706 w 1967342"/>
              <a:gd name="connsiteY395" fmla="*/ 392727 h 442564"/>
              <a:gd name="connsiteX396" fmla="*/ 1638612 w 1967342"/>
              <a:gd name="connsiteY396" fmla="*/ 392727 h 442564"/>
              <a:gd name="connsiteX397" fmla="*/ 1583116 w 1967342"/>
              <a:gd name="connsiteY397" fmla="*/ 335788 h 442564"/>
              <a:gd name="connsiteX398" fmla="*/ 1588514 w 1967342"/>
              <a:gd name="connsiteY398" fmla="*/ 335788 h 442564"/>
              <a:gd name="connsiteX399" fmla="*/ 1593987 w 1967342"/>
              <a:gd name="connsiteY399" fmla="*/ 335788 h 442564"/>
              <a:gd name="connsiteX400" fmla="*/ 1593987 w 1967342"/>
              <a:gd name="connsiteY400" fmla="*/ 357150 h 442564"/>
              <a:gd name="connsiteX401" fmla="*/ 1614512 w 1967342"/>
              <a:gd name="connsiteY401" fmla="*/ 357150 h 442564"/>
              <a:gd name="connsiteX402" fmla="*/ 1614512 w 1967342"/>
              <a:gd name="connsiteY402" fmla="*/ 335788 h 442564"/>
              <a:gd name="connsiteX403" fmla="*/ 1619986 w 1967342"/>
              <a:gd name="connsiteY403" fmla="*/ 335788 h 442564"/>
              <a:gd name="connsiteX404" fmla="*/ 1625459 w 1967342"/>
              <a:gd name="connsiteY404" fmla="*/ 335788 h 442564"/>
              <a:gd name="connsiteX405" fmla="*/ 1625459 w 1967342"/>
              <a:gd name="connsiteY405" fmla="*/ 392727 h 442564"/>
              <a:gd name="connsiteX406" fmla="*/ 1619986 w 1967342"/>
              <a:gd name="connsiteY406" fmla="*/ 392727 h 442564"/>
              <a:gd name="connsiteX407" fmla="*/ 1614512 w 1967342"/>
              <a:gd name="connsiteY407" fmla="*/ 392727 h 442564"/>
              <a:gd name="connsiteX408" fmla="*/ 1614512 w 1967342"/>
              <a:gd name="connsiteY408" fmla="*/ 366957 h 442564"/>
              <a:gd name="connsiteX409" fmla="*/ 1593987 w 1967342"/>
              <a:gd name="connsiteY409" fmla="*/ 366957 h 442564"/>
              <a:gd name="connsiteX410" fmla="*/ 1593987 w 1967342"/>
              <a:gd name="connsiteY410" fmla="*/ 392727 h 442564"/>
              <a:gd name="connsiteX411" fmla="*/ 1588590 w 1967342"/>
              <a:gd name="connsiteY411" fmla="*/ 392727 h 442564"/>
              <a:gd name="connsiteX412" fmla="*/ 1583116 w 1967342"/>
              <a:gd name="connsiteY412" fmla="*/ 392727 h 442564"/>
              <a:gd name="connsiteX413" fmla="*/ 1476232 w 1967342"/>
              <a:gd name="connsiteY413" fmla="*/ 335788 h 442564"/>
              <a:gd name="connsiteX414" fmla="*/ 1514775 w 1967342"/>
              <a:gd name="connsiteY414" fmla="*/ 335788 h 442564"/>
              <a:gd name="connsiteX415" fmla="*/ 1514775 w 1967342"/>
              <a:gd name="connsiteY415" fmla="*/ 340805 h 442564"/>
              <a:gd name="connsiteX416" fmla="*/ 1514775 w 1967342"/>
              <a:gd name="connsiteY416" fmla="*/ 345899 h 442564"/>
              <a:gd name="connsiteX417" fmla="*/ 1487179 w 1967342"/>
              <a:gd name="connsiteY417" fmla="*/ 345899 h 442564"/>
              <a:gd name="connsiteX418" fmla="*/ 1487179 w 1967342"/>
              <a:gd name="connsiteY418" fmla="*/ 357986 h 442564"/>
              <a:gd name="connsiteX419" fmla="*/ 1512798 w 1967342"/>
              <a:gd name="connsiteY419" fmla="*/ 357986 h 442564"/>
              <a:gd name="connsiteX420" fmla="*/ 1512798 w 1967342"/>
              <a:gd name="connsiteY420" fmla="*/ 362851 h 442564"/>
              <a:gd name="connsiteX421" fmla="*/ 1512798 w 1967342"/>
              <a:gd name="connsiteY421" fmla="*/ 367792 h 442564"/>
              <a:gd name="connsiteX422" fmla="*/ 1487179 w 1967342"/>
              <a:gd name="connsiteY422" fmla="*/ 367792 h 442564"/>
              <a:gd name="connsiteX423" fmla="*/ 1487179 w 1967342"/>
              <a:gd name="connsiteY423" fmla="*/ 382617 h 442564"/>
              <a:gd name="connsiteX424" fmla="*/ 1515991 w 1967342"/>
              <a:gd name="connsiteY424" fmla="*/ 382617 h 442564"/>
              <a:gd name="connsiteX425" fmla="*/ 1515991 w 1967342"/>
              <a:gd name="connsiteY425" fmla="*/ 387710 h 442564"/>
              <a:gd name="connsiteX426" fmla="*/ 1515991 w 1967342"/>
              <a:gd name="connsiteY426" fmla="*/ 392727 h 442564"/>
              <a:gd name="connsiteX427" fmla="*/ 1476232 w 1967342"/>
              <a:gd name="connsiteY427" fmla="*/ 392727 h 442564"/>
              <a:gd name="connsiteX428" fmla="*/ 1424157 w 1967342"/>
              <a:gd name="connsiteY428" fmla="*/ 335788 h 442564"/>
              <a:gd name="connsiteX429" fmla="*/ 1466805 w 1967342"/>
              <a:gd name="connsiteY429" fmla="*/ 335788 h 442564"/>
              <a:gd name="connsiteX430" fmla="*/ 1466805 w 1967342"/>
              <a:gd name="connsiteY430" fmla="*/ 340805 h 442564"/>
              <a:gd name="connsiteX431" fmla="*/ 1466805 w 1967342"/>
              <a:gd name="connsiteY431" fmla="*/ 345899 h 442564"/>
              <a:gd name="connsiteX432" fmla="*/ 1450917 w 1967342"/>
              <a:gd name="connsiteY432" fmla="*/ 345899 h 442564"/>
              <a:gd name="connsiteX433" fmla="*/ 1450917 w 1967342"/>
              <a:gd name="connsiteY433" fmla="*/ 392727 h 442564"/>
              <a:gd name="connsiteX434" fmla="*/ 1445519 w 1967342"/>
              <a:gd name="connsiteY434" fmla="*/ 392727 h 442564"/>
              <a:gd name="connsiteX435" fmla="*/ 1440046 w 1967342"/>
              <a:gd name="connsiteY435" fmla="*/ 392727 h 442564"/>
              <a:gd name="connsiteX436" fmla="*/ 1440046 w 1967342"/>
              <a:gd name="connsiteY436" fmla="*/ 345899 h 442564"/>
              <a:gd name="connsiteX437" fmla="*/ 1424157 w 1967342"/>
              <a:gd name="connsiteY437" fmla="*/ 345899 h 442564"/>
              <a:gd name="connsiteX438" fmla="*/ 1424157 w 1967342"/>
              <a:gd name="connsiteY438" fmla="*/ 340882 h 442564"/>
              <a:gd name="connsiteX439" fmla="*/ 1358019 w 1967342"/>
              <a:gd name="connsiteY439" fmla="*/ 335788 h 442564"/>
              <a:gd name="connsiteX440" fmla="*/ 1395269 w 1967342"/>
              <a:gd name="connsiteY440" fmla="*/ 335788 h 442564"/>
              <a:gd name="connsiteX441" fmla="*/ 1395269 w 1967342"/>
              <a:gd name="connsiteY441" fmla="*/ 340805 h 442564"/>
              <a:gd name="connsiteX442" fmla="*/ 1395269 w 1967342"/>
              <a:gd name="connsiteY442" fmla="*/ 345899 h 442564"/>
              <a:gd name="connsiteX443" fmla="*/ 1368966 w 1967342"/>
              <a:gd name="connsiteY443" fmla="*/ 345899 h 442564"/>
              <a:gd name="connsiteX444" fmla="*/ 1368966 w 1967342"/>
              <a:gd name="connsiteY444" fmla="*/ 358822 h 442564"/>
              <a:gd name="connsiteX445" fmla="*/ 1391925 w 1967342"/>
              <a:gd name="connsiteY445" fmla="*/ 358822 h 442564"/>
              <a:gd name="connsiteX446" fmla="*/ 1391925 w 1967342"/>
              <a:gd name="connsiteY446" fmla="*/ 363764 h 442564"/>
              <a:gd name="connsiteX447" fmla="*/ 1391925 w 1967342"/>
              <a:gd name="connsiteY447" fmla="*/ 368629 h 442564"/>
              <a:gd name="connsiteX448" fmla="*/ 1368966 w 1967342"/>
              <a:gd name="connsiteY448" fmla="*/ 368629 h 442564"/>
              <a:gd name="connsiteX449" fmla="*/ 1368966 w 1967342"/>
              <a:gd name="connsiteY449" fmla="*/ 392727 h 442564"/>
              <a:gd name="connsiteX450" fmla="*/ 1363493 w 1967342"/>
              <a:gd name="connsiteY450" fmla="*/ 392727 h 442564"/>
              <a:gd name="connsiteX451" fmla="*/ 1358019 w 1967342"/>
              <a:gd name="connsiteY451" fmla="*/ 392727 h 442564"/>
              <a:gd name="connsiteX452" fmla="*/ 1223463 w 1967342"/>
              <a:gd name="connsiteY452" fmla="*/ 335788 h 442564"/>
              <a:gd name="connsiteX453" fmla="*/ 1262082 w 1967342"/>
              <a:gd name="connsiteY453" fmla="*/ 335788 h 442564"/>
              <a:gd name="connsiteX454" fmla="*/ 1262082 w 1967342"/>
              <a:gd name="connsiteY454" fmla="*/ 340805 h 442564"/>
              <a:gd name="connsiteX455" fmla="*/ 1262082 w 1967342"/>
              <a:gd name="connsiteY455" fmla="*/ 345899 h 442564"/>
              <a:gd name="connsiteX456" fmla="*/ 1234410 w 1967342"/>
              <a:gd name="connsiteY456" fmla="*/ 345899 h 442564"/>
              <a:gd name="connsiteX457" fmla="*/ 1234410 w 1967342"/>
              <a:gd name="connsiteY457" fmla="*/ 357986 h 442564"/>
              <a:gd name="connsiteX458" fmla="*/ 1260029 w 1967342"/>
              <a:gd name="connsiteY458" fmla="*/ 357986 h 442564"/>
              <a:gd name="connsiteX459" fmla="*/ 1260029 w 1967342"/>
              <a:gd name="connsiteY459" fmla="*/ 362851 h 442564"/>
              <a:gd name="connsiteX460" fmla="*/ 1260029 w 1967342"/>
              <a:gd name="connsiteY460" fmla="*/ 367792 h 442564"/>
              <a:gd name="connsiteX461" fmla="*/ 1234410 w 1967342"/>
              <a:gd name="connsiteY461" fmla="*/ 367792 h 442564"/>
              <a:gd name="connsiteX462" fmla="*/ 1234410 w 1967342"/>
              <a:gd name="connsiteY462" fmla="*/ 382617 h 442564"/>
              <a:gd name="connsiteX463" fmla="*/ 1263298 w 1967342"/>
              <a:gd name="connsiteY463" fmla="*/ 382617 h 442564"/>
              <a:gd name="connsiteX464" fmla="*/ 1263298 w 1967342"/>
              <a:gd name="connsiteY464" fmla="*/ 387710 h 442564"/>
              <a:gd name="connsiteX465" fmla="*/ 1263298 w 1967342"/>
              <a:gd name="connsiteY465" fmla="*/ 392727 h 442564"/>
              <a:gd name="connsiteX466" fmla="*/ 1223463 w 1967342"/>
              <a:gd name="connsiteY466" fmla="*/ 392727 h 442564"/>
              <a:gd name="connsiteX467" fmla="*/ 1171464 w 1967342"/>
              <a:gd name="connsiteY467" fmla="*/ 335788 h 442564"/>
              <a:gd name="connsiteX468" fmla="*/ 1214036 w 1967342"/>
              <a:gd name="connsiteY468" fmla="*/ 335788 h 442564"/>
              <a:gd name="connsiteX469" fmla="*/ 1214036 w 1967342"/>
              <a:gd name="connsiteY469" fmla="*/ 340805 h 442564"/>
              <a:gd name="connsiteX470" fmla="*/ 1214036 w 1967342"/>
              <a:gd name="connsiteY470" fmla="*/ 345899 h 442564"/>
              <a:gd name="connsiteX471" fmla="*/ 1198224 w 1967342"/>
              <a:gd name="connsiteY471" fmla="*/ 345899 h 442564"/>
              <a:gd name="connsiteX472" fmla="*/ 1198224 w 1967342"/>
              <a:gd name="connsiteY472" fmla="*/ 392727 h 442564"/>
              <a:gd name="connsiteX473" fmla="*/ 1192750 w 1967342"/>
              <a:gd name="connsiteY473" fmla="*/ 392727 h 442564"/>
              <a:gd name="connsiteX474" fmla="*/ 1187277 w 1967342"/>
              <a:gd name="connsiteY474" fmla="*/ 392727 h 442564"/>
              <a:gd name="connsiteX475" fmla="*/ 1187277 w 1967342"/>
              <a:gd name="connsiteY475" fmla="*/ 345899 h 442564"/>
              <a:gd name="connsiteX476" fmla="*/ 1171464 w 1967342"/>
              <a:gd name="connsiteY476" fmla="*/ 345899 h 442564"/>
              <a:gd name="connsiteX477" fmla="*/ 1171464 w 1967342"/>
              <a:gd name="connsiteY477" fmla="*/ 340882 h 442564"/>
              <a:gd name="connsiteX478" fmla="*/ 1068304 w 1967342"/>
              <a:gd name="connsiteY478" fmla="*/ 335788 h 442564"/>
              <a:gd name="connsiteX479" fmla="*/ 1110876 w 1967342"/>
              <a:gd name="connsiteY479" fmla="*/ 335788 h 442564"/>
              <a:gd name="connsiteX480" fmla="*/ 1110876 w 1967342"/>
              <a:gd name="connsiteY480" fmla="*/ 340805 h 442564"/>
              <a:gd name="connsiteX481" fmla="*/ 1110876 w 1967342"/>
              <a:gd name="connsiteY481" fmla="*/ 345899 h 442564"/>
              <a:gd name="connsiteX482" fmla="*/ 1095064 w 1967342"/>
              <a:gd name="connsiteY482" fmla="*/ 345899 h 442564"/>
              <a:gd name="connsiteX483" fmla="*/ 1095064 w 1967342"/>
              <a:gd name="connsiteY483" fmla="*/ 392727 h 442564"/>
              <a:gd name="connsiteX484" fmla="*/ 1089590 w 1967342"/>
              <a:gd name="connsiteY484" fmla="*/ 392727 h 442564"/>
              <a:gd name="connsiteX485" fmla="*/ 1084117 w 1967342"/>
              <a:gd name="connsiteY485" fmla="*/ 392727 h 442564"/>
              <a:gd name="connsiteX486" fmla="*/ 1084117 w 1967342"/>
              <a:gd name="connsiteY486" fmla="*/ 345899 h 442564"/>
              <a:gd name="connsiteX487" fmla="*/ 1068304 w 1967342"/>
              <a:gd name="connsiteY487" fmla="*/ 345899 h 442564"/>
              <a:gd name="connsiteX488" fmla="*/ 1068304 w 1967342"/>
              <a:gd name="connsiteY488" fmla="*/ 340882 h 442564"/>
              <a:gd name="connsiteX489" fmla="*/ 1048691 w 1967342"/>
              <a:gd name="connsiteY489" fmla="*/ 335788 h 442564"/>
              <a:gd name="connsiteX490" fmla="*/ 1054165 w 1967342"/>
              <a:gd name="connsiteY490" fmla="*/ 335788 h 442564"/>
              <a:gd name="connsiteX491" fmla="*/ 1059638 w 1967342"/>
              <a:gd name="connsiteY491" fmla="*/ 335788 h 442564"/>
              <a:gd name="connsiteX492" fmla="*/ 1059638 w 1967342"/>
              <a:gd name="connsiteY492" fmla="*/ 392727 h 442564"/>
              <a:gd name="connsiteX493" fmla="*/ 1054241 w 1967342"/>
              <a:gd name="connsiteY493" fmla="*/ 392727 h 442564"/>
              <a:gd name="connsiteX494" fmla="*/ 1048691 w 1967342"/>
              <a:gd name="connsiteY494" fmla="*/ 392727 h 442564"/>
              <a:gd name="connsiteX495" fmla="*/ 997605 w 1967342"/>
              <a:gd name="connsiteY495" fmla="*/ 335788 h 442564"/>
              <a:gd name="connsiteX496" fmla="*/ 1040177 w 1967342"/>
              <a:gd name="connsiteY496" fmla="*/ 335788 h 442564"/>
              <a:gd name="connsiteX497" fmla="*/ 1040177 w 1967342"/>
              <a:gd name="connsiteY497" fmla="*/ 340805 h 442564"/>
              <a:gd name="connsiteX498" fmla="*/ 1040177 w 1967342"/>
              <a:gd name="connsiteY498" fmla="*/ 345899 h 442564"/>
              <a:gd name="connsiteX499" fmla="*/ 1024365 w 1967342"/>
              <a:gd name="connsiteY499" fmla="*/ 345899 h 442564"/>
              <a:gd name="connsiteX500" fmla="*/ 1024365 w 1967342"/>
              <a:gd name="connsiteY500" fmla="*/ 392727 h 442564"/>
              <a:gd name="connsiteX501" fmla="*/ 1018891 w 1967342"/>
              <a:gd name="connsiteY501" fmla="*/ 392727 h 442564"/>
              <a:gd name="connsiteX502" fmla="*/ 1013418 w 1967342"/>
              <a:gd name="connsiteY502" fmla="*/ 392727 h 442564"/>
              <a:gd name="connsiteX503" fmla="*/ 1013418 w 1967342"/>
              <a:gd name="connsiteY503" fmla="*/ 345899 h 442564"/>
              <a:gd name="connsiteX504" fmla="*/ 997605 w 1967342"/>
              <a:gd name="connsiteY504" fmla="*/ 345899 h 442564"/>
              <a:gd name="connsiteX505" fmla="*/ 997605 w 1967342"/>
              <a:gd name="connsiteY505" fmla="*/ 340882 h 442564"/>
              <a:gd name="connsiteX506" fmla="*/ 894292 w 1967342"/>
              <a:gd name="connsiteY506" fmla="*/ 335788 h 442564"/>
              <a:gd name="connsiteX507" fmla="*/ 900070 w 1967342"/>
              <a:gd name="connsiteY507" fmla="*/ 335788 h 442564"/>
              <a:gd name="connsiteX508" fmla="*/ 905772 w 1967342"/>
              <a:gd name="connsiteY508" fmla="*/ 335788 h 442564"/>
              <a:gd name="connsiteX509" fmla="*/ 926829 w 1967342"/>
              <a:gd name="connsiteY509" fmla="*/ 375775 h 442564"/>
              <a:gd name="connsiteX510" fmla="*/ 926829 w 1967342"/>
              <a:gd name="connsiteY510" fmla="*/ 335788 h 442564"/>
              <a:gd name="connsiteX511" fmla="*/ 931923 w 1967342"/>
              <a:gd name="connsiteY511" fmla="*/ 335788 h 442564"/>
              <a:gd name="connsiteX512" fmla="*/ 937092 w 1967342"/>
              <a:gd name="connsiteY512" fmla="*/ 335788 h 442564"/>
              <a:gd name="connsiteX513" fmla="*/ 937092 w 1967342"/>
              <a:gd name="connsiteY513" fmla="*/ 392727 h 442564"/>
              <a:gd name="connsiteX514" fmla="*/ 931619 w 1967342"/>
              <a:gd name="connsiteY514" fmla="*/ 392727 h 442564"/>
              <a:gd name="connsiteX515" fmla="*/ 926145 w 1967342"/>
              <a:gd name="connsiteY515" fmla="*/ 392727 h 442564"/>
              <a:gd name="connsiteX516" fmla="*/ 904555 w 1967342"/>
              <a:gd name="connsiteY516" fmla="*/ 351676 h 442564"/>
              <a:gd name="connsiteX517" fmla="*/ 904555 w 1967342"/>
              <a:gd name="connsiteY517" fmla="*/ 392727 h 442564"/>
              <a:gd name="connsiteX518" fmla="*/ 899462 w 1967342"/>
              <a:gd name="connsiteY518" fmla="*/ 392727 h 442564"/>
              <a:gd name="connsiteX519" fmla="*/ 894292 w 1967342"/>
              <a:gd name="connsiteY519" fmla="*/ 392727 h 442564"/>
              <a:gd name="connsiteX520" fmla="*/ 870802 w 1967342"/>
              <a:gd name="connsiteY520" fmla="*/ 335788 h 442564"/>
              <a:gd name="connsiteX521" fmla="*/ 876200 w 1967342"/>
              <a:gd name="connsiteY521" fmla="*/ 335788 h 442564"/>
              <a:gd name="connsiteX522" fmla="*/ 881749 w 1967342"/>
              <a:gd name="connsiteY522" fmla="*/ 335788 h 442564"/>
              <a:gd name="connsiteX523" fmla="*/ 881749 w 1967342"/>
              <a:gd name="connsiteY523" fmla="*/ 392727 h 442564"/>
              <a:gd name="connsiteX524" fmla="*/ 876276 w 1967342"/>
              <a:gd name="connsiteY524" fmla="*/ 392727 h 442564"/>
              <a:gd name="connsiteX525" fmla="*/ 870802 w 1967342"/>
              <a:gd name="connsiteY525" fmla="*/ 392727 h 442564"/>
              <a:gd name="connsiteX526" fmla="*/ 732596 w 1967342"/>
              <a:gd name="connsiteY526" fmla="*/ 335788 h 442564"/>
              <a:gd name="connsiteX527" fmla="*/ 738298 w 1967342"/>
              <a:gd name="connsiteY527" fmla="*/ 335788 h 442564"/>
              <a:gd name="connsiteX528" fmla="*/ 744076 w 1967342"/>
              <a:gd name="connsiteY528" fmla="*/ 335788 h 442564"/>
              <a:gd name="connsiteX529" fmla="*/ 765057 w 1967342"/>
              <a:gd name="connsiteY529" fmla="*/ 375775 h 442564"/>
              <a:gd name="connsiteX530" fmla="*/ 765057 w 1967342"/>
              <a:gd name="connsiteY530" fmla="*/ 335788 h 442564"/>
              <a:gd name="connsiteX531" fmla="*/ 770150 w 1967342"/>
              <a:gd name="connsiteY531" fmla="*/ 335788 h 442564"/>
              <a:gd name="connsiteX532" fmla="*/ 775319 w 1967342"/>
              <a:gd name="connsiteY532" fmla="*/ 335788 h 442564"/>
              <a:gd name="connsiteX533" fmla="*/ 775319 w 1967342"/>
              <a:gd name="connsiteY533" fmla="*/ 392727 h 442564"/>
              <a:gd name="connsiteX534" fmla="*/ 769847 w 1967342"/>
              <a:gd name="connsiteY534" fmla="*/ 392727 h 442564"/>
              <a:gd name="connsiteX535" fmla="*/ 764373 w 1967342"/>
              <a:gd name="connsiteY535" fmla="*/ 392727 h 442564"/>
              <a:gd name="connsiteX536" fmla="*/ 742783 w 1967342"/>
              <a:gd name="connsiteY536" fmla="*/ 351676 h 442564"/>
              <a:gd name="connsiteX537" fmla="*/ 742783 w 1967342"/>
              <a:gd name="connsiteY537" fmla="*/ 392727 h 442564"/>
              <a:gd name="connsiteX538" fmla="*/ 737690 w 1967342"/>
              <a:gd name="connsiteY538" fmla="*/ 392727 h 442564"/>
              <a:gd name="connsiteX539" fmla="*/ 732596 w 1967342"/>
              <a:gd name="connsiteY539" fmla="*/ 392727 h 442564"/>
              <a:gd name="connsiteX540" fmla="*/ 709030 w 1967342"/>
              <a:gd name="connsiteY540" fmla="*/ 335788 h 442564"/>
              <a:gd name="connsiteX541" fmla="*/ 714504 w 1967342"/>
              <a:gd name="connsiteY541" fmla="*/ 335788 h 442564"/>
              <a:gd name="connsiteX542" fmla="*/ 719977 w 1967342"/>
              <a:gd name="connsiteY542" fmla="*/ 335788 h 442564"/>
              <a:gd name="connsiteX543" fmla="*/ 719977 w 1967342"/>
              <a:gd name="connsiteY543" fmla="*/ 392727 h 442564"/>
              <a:gd name="connsiteX544" fmla="*/ 714504 w 1967342"/>
              <a:gd name="connsiteY544" fmla="*/ 392727 h 442564"/>
              <a:gd name="connsiteX545" fmla="*/ 709030 w 1967342"/>
              <a:gd name="connsiteY545" fmla="*/ 392727 h 442564"/>
              <a:gd name="connsiteX546" fmla="*/ 642283 w 1967342"/>
              <a:gd name="connsiteY546" fmla="*/ 335788 h 442564"/>
              <a:gd name="connsiteX547" fmla="*/ 647757 w 1967342"/>
              <a:gd name="connsiteY547" fmla="*/ 335788 h 442564"/>
              <a:gd name="connsiteX548" fmla="*/ 653230 w 1967342"/>
              <a:gd name="connsiteY548" fmla="*/ 335788 h 442564"/>
              <a:gd name="connsiteX549" fmla="*/ 653230 w 1967342"/>
              <a:gd name="connsiteY549" fmla="*/ 392727 h 442564"/>
              <a:gd name="connsiteX550" fmla="*/ 647833 w 1967342"/>
              <a:gd name="connsiteY550" fmla="*/ 392727 h 442564"/>
              <a:gd name="connsiteX551" fmla="*/ 642283 w 1967342"/>
              <a:gd name="connsiteY551" fmla="*/ 392727 h 442564"/>
              <a:gd name="connsiteX552" fmla="*/ 591577 w 1967342"/>
              <a:gd name="connsiteY552" fmla="*/ 335788 h 442564"/>
              <a:gd name="connsiteX553" fmla="*/ 630120 w 1967342"/>
              <a:gd name="connsiteY553" fmla="*/ 335788 h 442564"/>
              <a:gd name="connsiteX554" fmla="*/ 630120 w 1967342"/>
              <a:gd name="connsiteY554" fmla="*/ 340805 h 442564"/>
              <a:gd name="connsiteX555" fmla="*/ 630120 w 1967342"/>
              <a:gd name="connsiteY555" fmla="*/ 345899 h 442564"/>
              <a:gd name="connsiteX556" fmla="*/ 602524 w 1967342"/>
              <a:gd name="connsiteY556" fmla="*/ 345899 h 442564"/>
              <a:gd name="connsiteX557" fmla="*/ 602524 w 1967342"/>
              <a:gd name="connsiteY557" fmla="*/ 357986 h 442564"/>
              <a:gd name="connsiteX558" fmla="*/ 628143 w 1967342"/>
              <a:gd name="connsiteY558" fmla="*/ 357986 h 442564"/>
              <a:gd name="connsiteX559" fmla="*/ 628143 w 1967342"/>
              <a:gd name="connsiteY559" fmla="*/ 362851 h 442564"/>
              <a:gd name="connsiteX560" fmla="*/ 628143 w 1967342"/>
              <a:gd name="connsiteY560" fmla="*/ 367792 h 442564"/>
              <a:gd name="connsiteX561" fmla="*/ 602524 w 1967342"/>
              <a:gd name="connsiteY561" fmla="*/ 367792 h 442564"/>
              <a:gd name="connsiteX562" fmla="*/ 602524 w 1967342"/>
              <a:gd name="connsiteY562" fmla="*/ 382617 h 442564"/>
              <a:gd name="connsiteX563" fmla="*/ 631336 w 1967342"/>
              <a:gd name="connsiteY563" fmla="*/ 382617 h 442564"/>
              <a:gd name="connsiteX564" fmla="*/ 631336 w 1967342"/>
              <a:gd name="connsiteY564" fmla="*/ 387710 h 442564"/>
              <a:gd name="connsiteX565" fmla="*/ 631336 w 1967342"/>
              <a:gd name="connsiteY565" fmla="*/ 392727 h 442564"/>
              <a:gd name="connsiteX566" fmla="*/ 591577 w 1967342"/>
              <a:gd name="connsiteY566" fmla="*/ 392727 h 442564"/>
              <a:gd name="connsiteX567" fmla="*/ 535639 w 1967342"/>
              <a:gd name="connsiteY567" fmla="*/ 335680 h 442564"/>
              <a:gd name="connsiteX568" fmla="*/ 561259 w 1967342"/>
              <a:gd name="connsiteY568" fmla="*/ 335680 h 442564"/>
              <a:gd name="connsiteX569" fmla="*/ 573118 w 1967342"/>
              <a:gd name="connsiteY569" fmla="*/ 339480 h 442564"/>
              <a:gd name="connsiteX570" fmla="*/ 577452 w 1967342"/>
              <a:gd name="connsiteY570" fmla="*/ 350123 h 442564"/>
              <a:gd name="connsiteX571" fmla="*/ 572586 w 1967342"/>
              <a:gd name="connsiteY571" fmla="*/ 360842 h 442564"/>
              <a:gd name="connsiteX572" fmla="*/ 570838 w 1967342"/>
              <a:gd name="connsiteY572" fmla="*/ 361983 h 442564"/>
              <a:gd name="connsiteX573" fmla="*/ 574183 w 1967342"/>
              <a:gd name="connsiteY573" fmla="*/ 363883 h 442564"/>
              <a:gd name="connsiteX574" fmla="*/ 579200 w 1967342"/>
              <a:gd name="connsiteY574" fmla="*/ 374830 h 442564"/>
              <a:gd name="connsiteX575" fmla="*/ 574183 w 1967342"/>
              <a:gd name="connsiteY575" fmla="*/ 388058 h 442564"/>
              <a:gd name="connsiteX576" fmla="*/ 559663 w 1967342"/>
              <a:gd name="connsiteY576" fmla="*/ 392619 h 442564"/>
              <a:gd name="connsiteX577" fmla="*/ 535868 w 1967342"/>
              <a:gd name="connsiteY577" fmla="*/ 392619 h 442564"/>
              <a:gd name="connsiteX578" fmla="*/ 685021 w 1967342"/>
              <a:gd name="connsiteY578" fmla="*/ 335679 h 442564"/>
              <a:gd name="connsiteX579" fmla="*/ 695892 w 1967342"/>
              <a:gd name="connsiteY579" fmla="*/ 335679 h 442564"/>
              <a:gd name="connsiteX580" fmla="*/ 695892 w 1967342"/>
              <a:gd name="connsiteY580" fmla="*/ 376655 h 442564"/>
              <a:gd name="connsiteX581" fmla="*/ 691635 w 1967342"/>
              <a:gd name="connsiteY581" fmla="*/ 389731 h 442564"/>
              <a:gd name="connsiteX582" fmla="*/ 679015 w 1967342"/>
              <a:gd name="connsiteY582" fmla="*/ 394216 h 442564"/>
              <a:gd name="connsiteX583" fmla="*/ 666016 w 1967342"/>
              <a:gd name="connsiteY583" fmla="*/ 389274 h 442564"/>
              <a:gd name="connsiteX584" fmla="*/ 662139 w 1967342"/>
              <a:gd name="connsiteY584" fmla="*/ 374070 h 442564"/>
              <a:gd name="connsiteX585" fmla="*/ 662139 w 1967342"/>
              <a:gd name="connsiteY585" fmla="*/ 371106 h 442564"/>
              <a:gd name="connsiteX586" fmla="*/ 672553 w 1967342"/>
              <a:gd name="connsiteY586" fmla="*/ 371106 h 442564"/>
              <a:gd name="connsiteX587" fmla="*/ 672553 w 1967342"/>
              <a:gd name="connsiteY587" fmla="*/ 374526 h 442564"/>
              <a:gd name="connsiteX588" fmla="*/ 673998 w 1967342"/>
              <a:gd name="connsiteY588" fmla="*/ 382129 h 442564"/>
              <a:gd name="connsiteX589" fmla="*/ 678939 w 1967342"/>
              <a:gd name="connsiteY589" fmla="*/ 384637 h 442564"/>
              <a:gd name="connsiteX590" fmla="*/ 683576 w 1967342"/>
              <a:gd name="connsiteY590" fmla="*/ 382813 h 442564"/>
              <a:gd name="connsiteX591" fmla="*/ 685021 w 1967342"/>
              <a:gd name="connsiteY591" fmla="*/ 376883 h 442564"/>
              <a:gd name="connsiteX592" fmla="*/ 1119479 w 1967342"/>
              <a:gd name="connsiteY592" fmla="*/ 335603 h 442564"/>
              <a:gd name="connsiteX593" fmla="*/ 1130426 w 1967342"/>
              <a:gd name="connsiteY593" fmla="*/ 335603 h 442564"/>
              <a:gd name="connsiteX594" fmla="*/ 1130426 w 1967342"/>
              <a:gd name="connsiteY594" fmla="*/ 371485 h 442564"/>
              <a:gd name="connsiteX595" fmla="*/ 1133011 w 1967342"/>
              <a:gd name="connsiteY595" fmla="*/ 380683 h 442564"/>
              <a:gd name="connsiteX596" fmla="*/ 1140613 w 1967342"/>
              <a:gd name="connsiteY596" fmla="*/ 383724 h 442564"/>
              <a:gd name="connsiteX597" fmla="*/ 1148215 w 1967342"/>
              <a:gd name="connsiteY597" fmla="*/ 380912 h 442564"/>
              <a:gd name="connsiteX598" fmla="*/ 1150571 w 1967342"/>
              <a:gd name="connsiteY598" fmla="*/ 371485 h 442564"/>
              <a:gd name="connsiteX599" fmla="*/ 1150571 w 1967342"/>
              <a:gd name="connsiteY599" fmla="*/ 335603 h 442564"/>
              <a:gd name="connsiteX600" fmla="*/ 1161822 w 1967342"/>
              <a:gd name="connsiteY600" fmla="*/ 335603 h 442564"/>
              <a:gd name="connsiteX601" fmla="*/ 1161822 w 1967342"/>
              <a:gd name="connsiteY601" fmla="*/ 371105 h 442564"/>
              <a:gd name="connsiteX602" fmla="*/ 1156880 w 1967342"/>
              <a:gd name="connsiteY602" fmla="*/ 388742 h 442564"/>
              <a:gd name="connsiteX603" fmla="*/ 1140688 w 1967342"/>
              <a:gd name="connsiteY603" fmla="*/ 394140 h 442564"/>
              <a:gd name="connsiteX604" fmla="*/ 1124725 w 1967342"/>
              <a:gd name="connsiteY604" fmla="*/ 388514 h 442564"/>
              <a:gd name="connsiteX605" fmla="*/ 1119479 w 1967342"/>
              <a:gd name="connsiteY605" fmla="*/ 371105 h 442564"/>
              <a:gd name="connsiteX606" fmla="*/ 1823163 w 1967342"/>
              <a:gd name="connsiteY606" fmla="*/ 334349 h 442564"/>
              <a:gd name="connsiteX607" fmla="*/ 1840954 w 1967342"/>
              <a:gd name="connsiteY607" fmla="*/ 340582 h 442564"/>
              <a:gd name="connsiteX608" fmla="*/ 1842893 w 1967342"/>
              <a:gd name="connsiteY608" fmla="*/ 342522 h 442564"/>
              <a:gd name="connsiteX609" fmla="*/ 1849735 w 1967342"/>
              <a:gd name="connsiteY609" fmla="*/ 364644 h 442564"/>
              <a:gd name="connsiteX610" fmla="*/ 1842893 w 1967342"/>
              <a:gd name="connsiteY610" fmla="*/ 386310 h 442564"/>
              <a:gd name="connsiteX611" fmla="*/ 1807661 w 1967342"/>
              <a:gd name="connsiteY611" fmla="*/ 387796 h 442564"/>
              <a:gd name="connsiteX612" fmla="*/ 1806175 w 1967342"/>
              <a:gd name="connsiteY612" fmla="*/ 386310 h 442564"/>
              <a:gd name="connsiteX613" fmla="*/ 1799333 w 1967342"/>
              <a:gd name="connsiteY613" fmla="*/ 364644 h 442564"/>
              <a:gd name="connsiteX614" fmla="*/ 1806175 w 1967342"/>
              <a:gd name="connsiteY614" fmla="*/ 342522 h 442564"/>
              <a:gd name="connsiteX615" fmla="*/ 1823163 w 1967342"/>
              <a:gd name="connsiteY615" fmla="*/ 334349 h 442564"/>
              <a:gd name="connsiteX616" fmla="*/ 1715959 w 1967342"/>
              <a:gd name="connsiteY616" fmla="*/ 334343 h 442564"/>
              <a:gd name="connsiteX617" fmla="*/ 1733798 w 1967342"/>
              <a:gd name="connsiteY617" fmla="*/ 340616 h 442564"/>
              <a:gd name="connsiteX618" fmla="*/ 1735703 w 1967342"/>
              <a:gd name="connsiteY618" fmla="*/ 342521 h 442564"/>
              <a:gd name="connsiteX619" fmla="*/ 1742470 w 1967342"/>
              <a:gd name="connsiteY619" fmla="*/ 364644 h 442564"/>
              <a:gd name="connsiteX620" fmla="*/ 1735703 w 1967342"/>
              <a:gd name="connsiteY620" fmla="*/ 386310 h 442564"/>
              <a:gd name="connsiteX621" fmla="*/ 1700363 w 1967342"/>
              <a:gd name="connsiteY621" fmla="*/ 387763 h 442564"/>
              <a:gd name="connsiteX622" fmla="*/ 1698910 w 1967342"/>
              <a:gd name="connsiteY622" fmla="*/ 386310 h 442564"/>
              <a:gd name="connsiteX623" fmla="*/ 1698909 w 1967342"/>
              <a:gd name="connsiteY623" fmla="*/ 386310 h 442564"/>
              <a:gd name="connsiteX624" fmla="*/ 1692143 w 1967342"/>
              <a:gd name="connsiteY624" fmla="*/ 364644 h 442564"/>
              <a:gd name="connsiteX625" fmla="*/ 1698909 w 1967342"/>
              <a:gd name="connsiteY625" fmla="*/ 342521 h 442564"/>
              <a:gd name="connsiteX626" fmla="*/ 1715959 w 1967342"/>
              <a:gd name="connsiteY626" fmla="*/ 334343 h 442564"/>
              <a:gd name="connsiteX627" fmla="*/ 1319511 w 1967342"/>
              <a:gd name="connsiteY627" fmla="*/ 334343 h 442564"/>
              <a:gd name="connsiteX628" fmla="*/ 1337350 w 1967342"/>
              <a:gd name="connsiteY628" fmla="*/ 340616 h 442564"/>
              <a:gd name="connsiteX629" fmla="*/ 1339255 w 1967342"/>
              <a:gd name="connsiteY629" fmla="*/ 342521 h 442564"/>
              <a:gd name="connsiteX630" fmla="*/ 1346022 w 1967342"/>
              <a:gd name="connsiteY630" fmla="*/ 364644 h 442564"/>
              <a:gd name="connsiteX631" fmla="*/ 1339255 w 1967342"/>
              <a:gd name="connsiteY631" fmla="*/ 386310 h 442564"/>
              <a:gd name="connsiteX632" fmla="*/ 1303915 w 1967342"/>
              <a:gd name="connsiteY632" fmla="*/ 387763 h 442564"/>
              <a:gd name="connsiteX633" fmla="*/ 1302462 w 1967342"/>
              <a:gd name="connsiteY633" fmla="*/ 386310 h 442564"/>
              <a:gd name="connsiteX634" fmla="*/ 1302461 w 1967342"/>
              <a:gd name="connsiteY634" fmla="*/ 386310 h 442564"/>
              <a:gd name="connsiteX635" fmla="*/ 1295695 w 1967342"/>
              <a:gd name="connsiteY635" fmla="*/ 364644 h 442564"/>
              <a:gd name="connsiteX636" fmla="*/ 1302461 w 1967342"/>
              <a:gd name="connsiteY636" fmla="*/ 342521 h 442564"/>
              <a:gd name="connsiteX637" fmla="*/ 1319511 w 1967342"/>
              <a:gd name="connsiteY637" fmla="*/ 334343 h 442564"/>
              <a:gd name="connsiteX638" fmla="*/ 1884704 w 1967342"/>
              <a:gd name="connsiteY638" fmla="*/ 334311 h 442564"/>
              <a:gd name="connsiteX639" fmla="*/ 1900441 w 1967342"/>
              <a:gd name="connsiteY639" fmla="*/ 339481 h 442564"/>
              <a:gd name="connsiteX640" fmla="*/ 1907663 w 1967342"/>
              <a:gd name="connsiteY640" fmla="*/ 353469 h 442564"/>
              <a:gd name="connsiteX641" fmla="*/ 1896944 w 1967342"/>
              <a:gd name="connsiteY641" fmla="*/ 353469 h 442564"/>
              <a:gd name="connsiteX642" fmla="*/ 1893067 w 1967342"/>
              <a:gd name="connsiteY642" fmla="*/ 347007 h 442564"/>
              <a:gd name="connsiteX643" fmla="*/ 1885465 w 1967342"/>
              <a:gd name="connsiteY643" fmla="*/ 344195 h 442564"/>
              <a:gd name="connsiteX644" fmla="*/ 1874289 w 1967342"/>
              <a:gd name="connsiteY644" fmla="*/ 349516 h 442564"/>
              <a:gd name="connsiteX645" fmla="*/ 1874289 w 1967342"/>
              <a:gd name="connsiteY645" fmla="*/ 379164 h 442564"/>
              <a:gd name="connsiteX646" fmla="*/ 1885617 w 1967342"/>
              <a:gd name="connsiteY646" fmla="*/ 384257 h 442564"/>
              <a:gd name="connsiteX647" fmla="*/ 1895499 w 1967342"/>
              <a:gd name="connsiteY647" fmla="*/ 378936 h 442564"/>
              <a:gd name="connsiteX648" fmla="*/ 1898388 w 1967342"/>
              <a:gd name="connsiteY648" fmla="*/ 371942 h 442564"/>
              <a:gd name="connsiteX649" fmla="*/ 1886073 w 1967342"/>
              <a:gd name="connsiteY649" fmla="*/ 371942 h 442564"/>
              <a:gd name="connsiteX650" fmla="*/ 1886073 w 1967342"/>
              <a:gd name="connsiteY650" fmla="*/ 362136 h 442564"/>
              <a:gd name="connsiteX651" fmla="*/ 1908043 w 1967342"/>
              <a:gd name="connsiteY651" fmla="*/ 362136 h 442564"/>
              <a:gd name="connsiteX652" fmla="*/ 1908043 w 1967342"/>
              <a:gd name="connsiteY652" fmla="*/ 392544 h 442564"/>
              <a:gd name="connsiteX653" fmla="*/ 1900441 w 1967342"/>
              <a:gd name="connsiteY653" fmla="*/ 392544 h 442564"/>
              <a:gd name="connsiteX654" fmla="*/ 1899377 w 1967342"/>
              <a:gd name="connsiteY654" fmla="*/ 384942 h 442564"/>
              <a:gd name="connsiteX655" fmla="*/ 1899224 w 1967342"/>
              <a:gd name="connsiteY655" fmla="*/ 386310 h 442564"/>
              <a:gd name="connsiteX656" fmla="*/ 1884020 w 1967342"/>
              <a:gd name="connsiteY656" fmla="*/ 394369 h 442564"/>
              <a:gd name="connsiteX657" fmla="*/ 1884020 w 1967342"/>
              <a:gd name="connsiteY657" fmla="*/ 393912 h 442564"/>
              <a:gd name="connsiteX658" fmla="*/ 1865775 w 1967342"/>
              <a:gd name="connsiteY658" fmla="*/ 386310 h 442564"/>
              <a:gd name="connsiteX659" fmla="*/ 1865775 w 1967342"/>
              <a:gd name="connsiteY659" fmla="*/ 342522 h 442564"/>
              <a:gd name="connsiteX660" fmla="*/ 1884704 w 1967342"/>
              <a:gd name="connsiteY660" fmla="*/ 334311 h 442564"/>
              <a:gd name="connsiteX661" fmla="*/ 1549984 w 1967342"/>
              <a:gd name="connsiteY661" fmla="*/ 334160 h 442564"/>
              <a:gd name="connsiteX662" fmla="*/ 1565188 w 1967342"/>
              <a:gd name="connsiteY662" fmla="*/ 339633 h 442564"/>
              <a:gd name="connsiteX663" fmla="*/ 1572790 w 1967342"/>
              <a:gd name="connsiteY663" fmla="*/ 354457 h 442564"/>
              <a:gd name="connsiteX664" fmla="*/ 1561843 w 1967342"/>
              <a:gd name="connsiteY664" fmla="*/ 354457 h 442564"/>
              <a:gd name="connsiteX665" fmla="*/ 1558194 w 1967342"/>
              <a:gd name="connsiteY665" fmla="*/ 346855 h 442564"/>
              <a:gd name="connsiteX666" fmla="*/ 1550592 w 1967342"/>
              <a:gd name="connsiteY666" fmla="*/ 344118 h 442564"/>
              <a:gd name="connsiteX667" fmla="*/ 1541014 w 1967342"/>
              <a:gd name="connsiteY667" fmla="*/ 349440 h 442564"/>
              <a:gd name="connsiteX668" fmla="*/ 1537592 w 1967342"/>
              <a:gd name="connsiteY668" fmla="*/ 364112 h 442564"/>
              <a:gd name="connsiteX669" fmla="*/ 1541014 w 1967342"/>
              <a:gd name="connsiteY669" fmla="*/ 378404 h 442564"/>
              <a:gd name="connsiteX670" fmla="*/ 1557267 w 1967342"/>
              <a:gd name="connsiteY670" fmla="*/ 381557 h 442564"/>
              <a:gd name="connsiteX671" fmla="*/ 1558574 w 1967342"/>
              <a:gd name="connsiteY671" fmla="*/ 380532 h 442564"/>
              <a:gd name="connsiteX672" fmla="*/ 1562223 w 1967342"/>
              <a:gd name="connsiteY672" fmla="*/ 372398 h 442564"/>
              <a:gd name="connsiteX673" fmla="*/ 1572334 w 1967342"/>
              <a:gd name="connsiteY673" fmla="*/ 372702 h 442564"/>
              <a:gd name="connsiteX674" fmla="*/ 1565188 w 1967342"/>
              <a:gd name="connsiteY674" fmla="*/ 388363 h 442564"/>
              <a:gd name="connsiteX675" fmla="*/ 1549984 w 1967342"/>
              <a:gd name="connsiteY675" fmla="*/ 394216 h 442564"/>
              <a:gd name="connsiteX676" fmla="*/ 1532423 w 1967342"/>
              <a:gd name="connsiteY676" fmla="*/ 386158 h 442564"/>
              <a:gd name="connsiteX677" fmla="*/ 1525886 w 1967342"/>
              <a:gd name="connsiteY677" fmla="*/ 364492 h 442564"/>
              <a:gd name="connsiteX678" fmla="*/ 1532423 w 1967342"/>
              <a:gd name="connsiteY678" fmla="*/ 342370 h 442564"/>
              <a:gd name="connsiteX679" fmla="*/ 1549984 w 1967342"/>
              <a:gd name="connsiteY679" fmla="*/ 334160 h 442564"/>
              <a:gd name="connsiteX680" fmla="*/ 969261 w 1967342"/>
              <a:gd name="connsiteY680" fmla="*/ 334158 h 442564"/>
              <a:gd name="connsiteX681" fmla="*/ 983630 w 1967342"/>
              <a:gd name="connsiteY681" fmla="*/ 339176 h 442564"/>
              <a:gd name="connsiteX682" fmla="*/ 989712 w 1967342"/>
              <a:gd name="connsiteY682" fmla="*/ 352784 h 442564"/>
              <a:gd name="connsiteX683" fmla="*/ 978612 w 1967342"/>
              <a:gd name="connsiteY683" fmla="*/ 352784 h 442564"/>
              <a:gd name="connsiteX684" fmla="*/ 975343 w 1967342"/>
              <a:gd name="connsiteY684" fmla="*/ 346322 h 442564"/>
              <a:gd name="connsiteX685" fmla="*/ 967741 w 1967342"/>
              <a:gd name="connsiteY685" fmla="*/ 343966 h 442564"/>
              <a:gd name="connsiteX686" fmla="*/ 961280 w 1967342"/>
              <a:gd name="connsiteY686" fmla="*/ 345942 h 442564"/>
              <a:gd name="connsiteX687" fmla="*/ 958923 w 1967342"/>
              <a:gd name="connsiteY687" fmla="*/ 351491 h 442564"/>
              <a:gd name="connsiteX688" fmla="*/ 961355 w 1967342"/>
              <a:gd name="connsiteY688" fmla="*/ 355445 h 442564"/>
              <a:gd name="connsiteX689" fmla="*/ 971694 w 1967342"/>
              <a:gd name="connsiteY689" fmla="*/ 358714 h 442564"/>
              <a:gd name="connsiteX690" fmla="*/ 986898 w 1967342"/>
              <a:gd name="connsiteY690" fmla="*/ 365175 h 442564"/>
              <a:gd name="connsiteX691" fmla="*/ 990700 w 1967342"/>
              <a:gd name="connsiteY691" fmla="*/ 376731 h 442564"/>
              <a:gd name="connsiteX692" fmla="*/ 984921 w 1967342"/>
              <a:gd name="connsiteY692" fmla="*/ 389502 h 442564"/>
              <a:gd name="connsiteX693" fmla="*/ 969186 w 1967342"/>
              <a:gd name="connsiteY693" fmla="*/ 394216 h 442564"/>
              <a:gd name="connsiteX694" fmla="*/ 953982 w 1967342"/>
              <a:gd name="connsiteY694" fmla="*/ 389198 h 442564"/>
              <a:gd name="connsiteX695" fmla="*/ 947976 w 1967342"/>
              <a:gd name="connsiteY695" fmla="*/ 374982 h 442564"/>
              <a:gd name="connsiteX696" fmla="*/ 958543 w 1967342"/>
              <a:gd name="connsiteY696" fmla="*/ 374983 h 442564"/>
              <a:gd name="connsiteX697" fmla="*/ 961584 w 1967342"/>
              <a:gd name="connsiteY697" fmla="*/ 381977 h 442564"/>
              <a:gd name="connsiteX698" fmla="*/ 969186 w 1967342"/>
              <a:gd name="connsiteY698" fmla="*/ 384409 h 442564"/>
              <a:gd name="connsiteX699" fmla="*/ 977396 w 1967342"/>
              <a:gd name="connsiteY699" fmla="*/ 382585 h 442564"/>
              <a:gd name="connsiteX700" fmla="*/ 980361 w 1967342"/>
              <a:gd name="connsiteY700" fmla="*/ 377491 h 442564"/>
              <a:gd name="connsiteX701" fmla="*/ 978232 w 1967342"/>
              <a:gd name="connsiteY701" fmla="*/ 372702 h 442564"/>
              <a:gd name="connsiteX702" fmla="*/ 969337 w 1967342"/>
              <a:gd name="connsiteY702" fmla="*/ 369585 h 442564"/>
              <a:gd name="connsiteX703" fmla="*/ 952689 w 1967342"/>
              <a:gd name="connsiteY703" fmla="*/ 363047 h 442564"/>
              <a:gd name="connsiteX704" fmla="*/ 948508 w 1967342"/>
              <a:gd name="connsiteY704" fmla="*/ 352176 h 442564"/>
              <a:gd name="connsiteX705" fmla="*/ 954057 w 1967342"/>
              <a:gd name="connsiteY705" fmla="*/ 339024 h 442564"/>
              <a:gd name="connsiteX706" fmla="*/ 969261 w 1967342"/>
              <a:gd name="connsiteY706" fmla="*/ 334158 h 442564"/>
              <a:gd name="connsiteX707" fmla="*/ 809533 w 1967342"/>
              <a:gd name="connsiteY707" fmla="*/ 333950 h 442564"/>
              <a:gd name="connsiteX708" fmla="*/ 827407 w 1967342"/>
              <a:gd name="connsiteY708" fmla="*/ 339024 h 442564"/>
              <a:gd name="connsiteX709" fmla="*/ 834629 w 1967342"/>
              <a:gd name="connsiteY709" fmla="*/ 353012 h 442564"/>
              <a:gd name="connsiteX710" fmla="*/ 823682 w 1967342"/>
              <a:gd name="connsiteY710" fmla="*/ 353012 h 442564"/>
              <a:gd name="connsiteX711" fmla="*/ 819880 w 1967342"/>
              <a:gd name="connsiteY711" fmla="*/ 346551 h 442564"/>
              <a:gd name="connsiteX712" fmla="*/ 812278 w 1967342"/>
              <a:gd name="connsiteY712" fmla="*/ 343737 h 442564"/>
              <a:gd name="connsiteX713" fmla="*/ 801104 w 1967342"/>
              <a:gd name="connsiteY713" fmla="*/ 349059 h 442564"/>
              <a:gd name="connsiteX714" fmla="*/ 797074 w 1967342"/>
              <a:gd name="connsiteY714" fmla="*/ 364263 h 442564"/>
              <a:gd name="connsiteX715" fmla="*/ 800952 w 1967342"/>
              <a:gd name="connsiteY715" fmla="*/ 379011 h 442564"/>
              <a:gd name="connsiteX716" fmla="*/ 812278 w 1967342"/>
              <a:gd name="connsiteY716" fmla="*/ 384104 h 442564"/>
              <a:gd name="connsiteX717" fmla="*/ 822161 w 1967342"/>
              <a:gd name="connsiteY717" fmla="*/ 378783 h 442564"/>
              <a:gd name="connsiteX718" fmla="*/ 825050 w 1967342"/>
              <a:gd name="connsiteY718" fmla="*/ 371789 h 442564"/>
              <a:gd name="connsiteX719" fmla="*/ 812735 w 1967342"/>
              <a:gd name="connsiteY719" fmla="*/ 371789 h 442564"/>
              <a:gd name="connsiteX720" fmla="*/ 812735 w 1967342"/>
              <a:gd name="connsiteY720" fmla="*/ 361982 h 442564"/>
              <a:gd name="connsiteX721" fmla="*/ 834933 w 1967342"/>
              <a:gd name="connsiteY721" fmla="*/ 361982 h 442564"/>
              <a:gd name="connsiteX722" fmla="*/ 834933 w 1967342"/>
              <a:gd name="connsiteY722" fmla="*/ 392390 h 442564"/>
              <a:gd name="connsiteX723" fmla="*/ 827331 w 1967342"/>
              <a:gd name="connsiteY723" fmla="*/ 392390 h 442564"/>
              <a:gd name="connsiteX724" fmla="*/ 826266 w 1967342"/>
              <a:gd name="connsiteY724" fmla="*/ 384788 h 442564"/>
              <a:gd name="connsiteX725" fmla="*/ 825659 w 1967342"/>
              <a:gd name="connsiteY725" fmla="*/ 385701 h 442564"/>
              <a:gd name="connsiteX726" fmla="*/ 810541 w 1967342"/>
              <a:gd name="connsiteY726" fmla="*/ 393713 h 442564"/>
              <a:gd name="connsiteX727" fmla="*/ 792817 w 1967342"/>
              <a:gd name="connsiteY727" fmla="*/ 385853 h 442564"/>
              <a:gd name="connsiteX728" fmla="*/ 792817 w 1967342"/>
              <a:gd name="connsiteY728" fmla="*/ 342065 h 442564"/>
              <a:gd name="connsiteX729" fmla="*/ 809533 w 1967342"/>
              <a:gd name="connsiteY729" fmla="*/ 333950 h 442564"/>
              <a:gd name="connsiteX730" fmla="*/ 358112 w 1967342"/>
              <a:gd name="connsiteY730" fmla="*/ 333820 h 442564"/>
              <a:gd name="connsiteX731" fmla="*/ 356738 w 1967342"/>
              <a:gd name="connsiteY731" fmla="*/ 335368 h 442564"/>
              <a:gd name="connsiteX732" fmla="*/ 355343 w 1967342"/>
              <a:gd name="connsiteY732" fmla="*/ 336895 h 442564"/>
              <a:gd name="connsiteX733" fmla="*/ 361339 w 1967342"/>
              <a:gd name="connsiteY733" fmla="*/ 342303 h 442564"/>
              <a:gd name="connsiteX734" fmla="*/ 356171 w 1967342"/>
              <a:gd name="connsiteY734" fmla="*/ 348059 h 442564"/>
              <a:gd name="connsiteX735" fmla="*/ 350175 w 1967342"/>
              <a:gd name="connsiteY735" fmla="*/ 342652 h 442564"/>
              <a:gd name="connsiteX736" fmla="*/ 348779 w 1967342"/>
              <a:gd name="connsiteY736" fmla="*/ 344200 h 442564"/>
              <a:gd name="connsiteX737" fmla="*/ 347405 w 1967342"/>
              <a:gd name="connsiteY737" fmla="*/ 345726 h 442564"/>
              <a:gd name="connsiteX738" fmla="*/ 363367 w 1967342"/>
              <a:gd name="connsiteY738" fmla="*/ 360183 h 442564"/>
              <a:gd name="connsiteX739" fmla="*/ 364741 w 1967342"/>
              <a:gd name="connsiteY739" fmla="*/ 358635 h 442564"/>
              <a:gd name="connsiteX740" fmla="*/ 366136 w 1967342"/>
              <a:gd name="connsiteY740" fmla="*/ 357109 h 442564"/>
              <a:gd name="connsiteX741" fmla="*/ 358875 w 1967342"/>
              <a:gd name="connsiteY741" fmla="*/ 350567 h 442564"/>
              <a:gd name="connsiteX742" fmla="*/ 364065 w 1967342"/>
              <a:gd name="connsiteY742" fmla="*/ 344810 h 442564"/>
              <a:gd name="connsiteX743" fmla="*/ 371304 w 1967342"/>
              <a:gd name="connsiteY743" fmla="*/ 351352 h 442564"/>
              <a:gd name="connsiteX744" fmla="*/ 372700 w 1967342"/>
              <a:gd name="connsiteY744" fmla="*/ 349804 h 442564"/>
              <a:gd name="connsiteX745" fmla="*/ 374117 w 1967342"/>
              <a:gd name="connsiteY745" fmla="*/ 348234 h 442564"/>
              <a:gd name="connsiteX746" fmla="*/ 221021 w 1967342"/>
              <a:gd name="connsiteY746" fmla="*/ 323049 h 442564"/>
              <a:gd name="connsiteX747" fmla="*/ 222613 w 1967342"/>
              <a:gd name="connsiteY747" fmla="*/ 325055 h 442564"/>
              <a:gd name="connsiteX748" fmla="*/ 224357 w 1967342"/>
              <a:gd name="connsiteY748" fmla="*/ 326734 h 442564"/>
              <a:gd name="connsiteX749" fmla="*/ 223877 w 1967342"/>
              <a:gd name="connsiteY749" fmla="*/ 327258 h 442564"/>
              <a:gd name="connsiteX750" fmla="*/ 223877 w 1967342"/>
              <a:gd name="connsiteY750" fmla="*/ 340690 h 442564"/>
              <a:gd name="connsiteX751" fmla="*/ 230637 w 1967342"/>
              <a:gd name="connsiteY751" fmla="*/ 341867 h 442564"/>
              <a:gd name="connsiteX752" fmla="*/ 235892 w 1967342"/>
              <a:gd name="connsiteY752" fmla="*/ 345073 h 442564"/>
              <a:gd name="connsiteX753" fmla="*/ 240995 w 1967342"/>
              <a:gd name="connsiteY753" fmla="*/ 346490 h 442564"/>
              <a:gd name="connsiteX754" fmla="*/ 243590 w 1967342"/>
              <a:gd name="connsiteY754" fmla="*/ 349020 h 442564"/>
              <a:gd name="connsiteX755" fmla="*/ 246490 w 1967342"/>
              <a:gd name="connsiteY755" fmla="*/ 349281 h 442564"/>
              <a:gd name="connsiteX756" fmla="*/ 250546 w 1967342"/>
              <a:gd name="connsiteY756" fmla="*/ 352312 h 442564"/>
              <a:gd name="connsiteX757" fmla="*/ 253686 w 1967342"/>
              <a:gd name="connsiteY757" fmla="*/ 354253 h 442564"/>
              <a:gd name="connsiteX758" fmla="*/ 255256 w 1967342"/>
              <a:gd name="connsiteY758" fmla="*/ 356215 h 442564"/>
              <a:gd name="connsiteX759" fmla="*/ 258178 w 1967342"/>
              <a:gd name="connsiteY759" fmla="*/ 357393 h 442564"/>
              <a:gd name="connsiteX760" fmla="*/ 261492 w 1967342"/>
              <a:gd name="connsiteY760" fmla="*/ 357785 h 442564"/>
              <a:gd name="connsiteX761" fmla="*/ 265853 w 1967342"/>
              <a:gd name="connsiteY761" fmla="*/ 359530 h 442564"/>
              <a:gd name="connsiteX762" fmla="*/ 272155 w 1967342"/>
              <a:gd name="connsiteY762" fmla="*/ 363041 h 442564"/>
              <a:gd name="connsiteX763" fmla="*/ 284388 w 1967342"/>
              <a:gd name="connsiteY763" fmla="*/ 365112 h 442564"/>
              <a:gd name="connsiteX764" fmla="*/ 159333 w 1967342"/>
              <a:gd name="connsiteY764" fmla="*/ 365243 h 442564"/>
              <a:gd name="connsiteX765" fmla="*/ 174270 w 1967342"/>
              <a:gd name="connsiteY765" fmla="*/ 363498 h 442564"/>
              <a:gd name="connsiteX766" fmla="*/ 180812 w 1967342"/>
              <a:gd name="connsiteY766" fmla="*/ 359988 h 442564"/>
              <a:gd name="connsiteX767" fmla="*/ 184322 w 1967342"/>
              <a:gd name="connsiteY767" fmla="*/ 356673 h 442564"/>
              <a:gd name="connsiteX768" fmla="*/ 187833 w 1967342"/>
              <a:gd name="connsiteY768" fmla="*/ 354907 h 442564"/>
              <a:gd name="connsiteX769" fmla="*/ 190973 w 1967342"/>
              <a:gd name="connsiteY769" fmla="*/ 353141 h 442564"/>
              <a:gd name="connsiteX770" fmla="*/ 193699 w 1967342"/>
              <a:gd name="connsiteY770" fmla="*/ 349630 h 442564"/>
              <a:gd name="connsiteX771" fmla="*/ 197798 w 1967342"/>
              <a:gd name="connsiteY771" fmla="*/ 348060 h 442564"/>
              <a:gd name="connsiteX772" fmla="*/ 201701 w 1967342"/>
              <a:gd name="connsiteY772" fmla="*/ 345335 h 442564"/>
              <a:gd name="connsiteX773" fmla="*/ 206782 w 1967342"/>
              <a:gd name="connsiteY773" fmla="*/ 343961 h 442564"/>
              <a:gd name="connsiteX774" fmla="*/ 211274 w 1967342"/>
              <a:gd name="connsiteY774" fmla="*/ 341235 h 442564"/>
              <a:gd name="connsiteX775" fmla="*/ 218404 w 1967342"/>
              <a:gd name="connsiteY775" fmla="*/ 340886 h 442564"/>
              <a:gd name="connsiteX776" fmla="*/ 218404 w 1967342"/>
              <a:gd name="connsiteY776" fmla="*/ 327541 h 442564"/>
              <a:gd name="connsiteX777" fmla="*/ 217750 w 1967342"/>
              <a:gd name="connsiteY777" fmla="*/ 326931 h 442564"/>
              <a:gd name="connsiteX778" fmla="*/ 219473 w 1967342"/>
              <a:gd name="connsiteY778" fmla="*/ 325055 h 442564"/>
              <a:gd name="connsiteX779" fmla="*/ 221021 w 1967342"/>
              <a:gd name="connsiteY779" fmla="*/ 323049 h 442564"/>
              <a:gd name="connsiteX780" fmla="*/ 371282 w 1967342"/>
              <a:gd name="connsiteY780" fmla="*/ 315809 h 442564"/>
              <a:gd name="connsiteX781" fmla="*/ 370170 w 1967342"/>
              <a:gd name="connsiteY781" fmla="*/ 317401 h 442564"/>
              <a:gd name="connsiteX782" fmla="*/ 369058 w 1967342"/>
              <a:gd name="connsiteY782" fmla="*/ 318993 h 442564"/>
              <a:gd name="connsiteX783" fmla="*/ 381444 w 1967342"/>
              <a:gd name="connsiteY783" fmla="*/ 327715 h 442564"/>
              <a:gd name="connsiteX784" fmla="*/ 364501 w 1967342"/>
              <a:gd name="connsiteY784" fmla="*/ 325534 h 442564"/>
              <a:gd name="connsiteX785" fmla="*/ 363258 w 1967342"/>
              <a:gd name="connsiteY785" fmla="*/ 327322 h 442564"/>
              <a:gd name="connsiteX786" fmla="*/ 362015 w 1967342"/>
              <a:gd name="connsiteY786" fmla="*/ 329089 h 442564"/>
              <a:gd name="connsiteX787" fmla="*/ 379656 w 1967342"/>
              <a:gd name="connsiteY787" fmla="*/ 341452 h 442564"/>
              <a:gd name="connsiteX788" fmla="*/ 380768 w 1967342"/>
              <a:gd name="connsiteY788" fmla="*/ 339860 h 442564"/>
              <a:gd name="connsiteX789" fmla="*/ 381858 w 1967342"/>
              <a:gd name="connsiteY789" fmla="*/ 338269 h 442564"/>
              <a:gd name="connsiteX790" fmla="*/ 369145 w 1967342"/>
              <a:gd name="connsiteY790" fmla="*/ 329372 h 442564"/>
              <a:gd name="connsiteX791" fmla="*/ 386590 w 1967342"/>
              <a:gd name="connsiteY791" fmla="*/ 331553 h 442564"/>
              <a:gd name="connsiteX792" fmla="*/ 387789 w 1967342"/>
              <a:gd name="connsiteY792" fmla="*/ 329852 h 442564"/>
              <a:gd name="connsiteX793" fmla="*/ 388923 w 1967342"/>
              <a:gd name="connsiteY793" fmla="*/ 328173 h 442564"/>
              <a:gd name="connsiteX794" fmla="*/ 67031 w 1967342"/>
              <a:gd name="connsiteY794" fmla="*/ 313912 h 442564"/>
              <a:gd name="connsiteX795" fmla="*/ 53075 w 1967342"/>
              <a:gd name="connsiteY795" fmla="*/ 322852 h 442564"/>
              <a:gd name="connsiteX796" fmla="*/ 54274 w 1967342"/>
              <a:gd name="connsiteY796" fmla="*/ 330244 h 442564"/>
              <a:gd name="connsiteX797" fmla="*/ 59900 w 1967342"/>
              <a:gd name="connsiteY797" fmla="*/ 333341 h 442564"/>
              <a:gd name="connsiteX798" fmla="*/ 60315 w 1967342"/>
              <a:gd name="connsiteY798" fmla="*/ 333341 h 442564"/>
              <a:gd name="connsiteX799" fmla="*/ 58134 w 1967342"/>
              <a:gd name="connsiteY799" fmla="*/ 335194 h 442564"/>
              <a:gd name="connsiteX800" fmla="*/ 59639 w 1967342"/>
              <a:gd name="connsiteY800" fmla="*/ 337527 h 442564"/>
              <a:gd name="connsiteX801" fmla="*/ 69386 w 1967342"/>
              <a:gd name="connsiteY801" fmla="*/ 331204 h 442564"/>
              <a:gd name="connsiteX802" fmla="*/ 64872 w 1967342"/>
              <a:gd name="connsiteY802" fmla="*/ 324226 h 442564"/>
              <a:gd name="connsiteX803" fmla="*/ 61754 w 1967342"/>
              <a:gd name="connsiteY803" fmla="*/ 326254 h 442564"/>
              <a:gd name="connsiteX804" fmla="*/ 64174 w 1967342"/>
              <a:gd name="connsiteY804" fmla="*/ 330244 h 442564"/>
              <a:gd name="connsiteX805" fmla="*/ 61361 w 1967342"/>
              <a:gd name="connsiteY805" fmla="*/ 330789 h 442564"/>
              <a:gd name="connsiteX806" fmla="*/ 57654 w 1967342"/>
              <a:gd name="connsiteY806" fmla="*/ 328740 h 442564"/>
              <a:gd name="connsiteX807" fmla="*/ 56935 w 1967342"/>
              <a:gd name="connsiteY807" fmla="*/ 324095 h 442564"/>
              <a:gd name="connsiteX808" fmla="*/ 60816 w 1967342"/>
              <a:gd name="connsiteY808" fmla="*/ 319843 h 442564"/>
              <a:gd name="connsiteX809" fmla="*/ 66355 w 1967342"/>
              <a:gd name="connsiteY809" fmla="*/ 318055 h 442564"/>
              <a:gd name="connsiteX810" fmla="*/ 70367 w 1967342"/>
              <a:gd name="connsiteY810" fmla="*/ 320497 h 442564"/>
              <a:gd name="connsiteX811" fmla="*/ 71021 w 1967342"/>
              <a:gd name="connsiteY811" fmla="*/ 323463 h 442564"/>
              <a:gd name="connsiteX812" fmla="*/ 69756 w 1967342"/>
              <a:gd name="connsiteY812" fmla="*/ 326036 h 442564"/>
              <a:gd name="connsiteX813" fmla="*/ 72199 w 1967342"/>
              <a:gd name="connsiteY813" fmla="*/ 329503 h 442564"/>
              <a:gd name="connsiteX814" fmla="*/ 75164 w 1967342"/>
              <a:gd name="connsiteY814" fmla="*/ 324335 h 442564"/>
              <a:gd name="connsiteX815" fmla="*/ 73572 w 1967342"/>
              <a:gd name="connsiteY815" fmla="*/ 318273 h 442564"/>
              <a:gd name="connsiteX816" fmla="*/ 67031 w 1967342"/>
              <a:gd name="connsiteY816" fmla="*/ 313912 h 442564"/>
              <a:gd name="connsiteX817" fmla="*/ 385085 w 1967342"/>
              <a:gd name="connsiteY817" fmla="*/ 301374 h 442564"/>
              <a:gd name="connsiteX818" fmla="*/ 390689 w 1967342"/>
              <a:gd name="connsiteY818" fmla="*/ 302748 h 442564"/>
              <a:gd name="connsiteX819" fmla="*/ 395028 w 1967342"/>
              <a:gd name="connsiteY819" fmla="*/ 306498 h 442564"/>
              <a:gd name="connsiteX820" fmla="*/ 395414 w 1967342"/>
              <a:gd name="connsiteY820" fmla="*/ 307759 h 442564"/>
              <a:gd name="connsiteX821" fmla="*/ 391321 w 1967342"/>
              <a:gd name="connsiteY821" fmla="*/ 313476 h 442564"/>
              <a:gd name="connsiteX822" fmla="*/ 385804 w 1967342"/>
              <a:gd name="connsiteY822" fmla="*/ 312168 h 442564"/>
              <a:gd name="connsiteX823" fmla="*/ 381443 w 1967342"/>
              <a:gd name="connsiteY823" fmla="*/ 308286 h 442564"/>
              <a:gd name="connsiteX824" fmla="*/ 381443 w 1967342"/>
              <a:gd name="connsiteY824" fmla="*/ 303925 h 442564"/>
              <a:gd name="connsiteX825" fmla="*/ 385085 w 1967342"/>
              <a:gd name="connsiteY825" fmla="*/ 301374 h 442564"/>
              <a:gd name="connsiteX826" fmla="*/ 384126 w 1967342"/>
              <a:gd name="connsiteY826" fmla="*/ 297492 h 442564"/>
              <a:gd name="connsiteX827" fmla="*/ 383179 w 1967342"/>
              <a:gd name="connsiteY827" fmla="*/ 297780 h 442564"/>
              <a:gd name="connsiteX828" fmla="*/ 377584 w 1967342"/>
              <a:gd name="connsiteY828" fmla="*/ 309769 h 442564"/>
              <a:gd name="connsiteX829" fmla="*/ 383755 w 1967342"/>
              <a:gd name="connsiteY829" fmla="*/ 315962 h 442564"/>
              <a:gd name="connsiteX830" fmla="*/ 392216 w 1967342"/>
              <a:gd name="connsiteY830" fmla="*/ 317532 h 442564"/>
              <a:gd name="connsiteX831" fmla="*/ 398147 w 1967342"/>
              <a:gd name="connsiteY831" fmla="*/ 312843 h 442564"/>
              <a:gd name="connsiteX832" fmla="*/ 398103 w 1967342"/>
              <a:gd name="connsiteY832" fmla="*/ 312800 h 442564"/>
              <a:gd name="connsiteX833" fmla="*/ 398757 w 1967342"/>
              <a:gd name="connsiteY833" fmla="*/ 305277 h 442564"/>
              <a:gd name="connsiteX834" fmla="*/ 392717 w 1967342"/>
              <a:gd name="connsiteY834" fmla="*/ 299150 h 442564"/>
              <a:gd name="connsiteX835" fmla="*/ 384126 w 1967342"/>
              <a:gd name="connsiteY835" fmla="*/ 297492 h 442564"/>
              <a:gd name="connsiteX836" fmla="*/ 58178 w 1967342"/>
              <a:gd name="connsiteY836" fmla="*/ 290667 h 442564"/>
              <a:gd name="connsiteX837" fmla="*/ 38662 w 1967342"/>
              <a:gd name="connsiteY837" fmla="*/ 299782 h 442564"/>
              <a:gd name="connsiteX838" fmla="*/ 39469 w 1967342"/>
              <a:gd name="connsiteY838" fmla="*/ 301526 h 442564"/>
              <a:gd name="connsiteX839" fmla="*/ 40297 w 1967342"/>
              <a:gd name="connsiteY839" fmla="*/ 303271 h 442564"/>
              <a:gd name="connsiteX840" fmla="*/ 54362 w 1967342"/>
              <a:gd name="connsiteY840" fmla="*/ 296729 h 442564"/>
              <a:gd name="connsiteX841" fmla="*/ 43742 w 1967342"/>
              <a:gd name="connsiteY841" fmla="*/ 310707 h 442564"/>
              <a:gd name="connsiteX842" fmla="*/ 44615 w 1967342"/>
              <a:gd name="connsiteY842" fmla="*/ 312560 h 442564"/>
              <a:gd name="connsiteX843" fmla="*/ 45487 w 1967342"/>
              <a:gd name="connsiteY843" fmla="*/ 314392 h 442564"/>
              <a:gd name="connsiteX844" fmla="*/ 65003 w 1967342"/>
              <a:gd name="connsiteY844" fmla="*/ 305299 h 442564"/>
              <a:gd name="connsiteX845" fmla="*/ 64174 w 1967342"/>
              <a:gd name="connsiteY845" fmla="*/ 303532 h 442564"/>
              <a:gd name="connsiteX846" fmla="*/ 63367 w 1967342"/>
              <a:gd name="connsiteY846" fmla="*/ 301788 h 442564"/>
              <a:gd name="connsiteX847" fmla="*/ 49673 w 1967342"/>
              <a:gd name="connsiteY847" fmla="*/ 308177 h 442564"/>
              <a:gd name="connsiteX848" fmla="*/ 60009 w 1967342"/>
              <a:gd name="connsiteY848" fmla="*/ 294614 h 442564"/>
              <a:gd name="connsiteX849" fmla="*/ 59093 w 1967342"/>
              <a:gd name="connsiteY849" fmla="*/ 292652 h 442564"/>
              <a:gd name="connsiteX850" fmla="*/ 406476 w 1967342"/>
              <a:gd name="connsiteY850" fmla="*/ 281836 h 442564"/>
              <a:gd name="connsiteX851" fmla="*/ 402944 w 1967342"/>
              <a:gd name="connsiteY851" fmla="*/ 291038 h 442564"/>
              <a:gd name="connsiteX852" fmla="*/ 386415 w 1967342"/>
              <a:gd name="connsiteY852" fmla="*/ 284693 h 442564"/>
              <a:gd name="connsiteX853" fmla="*/ 385674 w 1967342"/>
              <a:gd name="connsiteY853" fmla="*/ 286633 h 442564"/>
              <a:gd name="connsiteX854" fmla="*/ 384933 w 1967342"/>
              <a:gd name="connsiteY854" fmla="*/ 288552 h 442564"/>
              <a:gd name="connsiteX855" fmla="*/ 405081 w 1967342"/>
              <a:gd name="connsiteY855" fmla="*/ 296293 h 442564"/>
              <a:gd name="connsiteX856" fmla="*/ 410052 w 1967342"/>
              <a:gd name="connsiteY856" fmla="*/ 283210 h 442564"/>
              <a:gd name="connsiteX857" fmla="*/ 408264 w 1967342"/>
              <a:gd name="connsiteY857" fmla="*/ 282534 h 442564"/>
              <a:gd name="connsiteX858" fmla="*/ 54383 w 1967342"/>
              <a:gd name="connsiteY858" fmla="*/ 281095 h 442564"/>
              <a:gd name="connsiteX859" fmla="*/ 34279 w 1967342"/>
              <a:gd name="connsiteY859" fmla="*/ 288814 h 442564"/>
              <a:gd name="connsiteX860" fmla="*/ 35020 w 1967342"/>
              <a:gd name="connsiteY860" fmla="*/ 290755 h 442564"/>
              <a:gd name="connsiteX861" fmla="*/ 35762 w 1967342"/>
              <a:gd name="connsiteY861" fmla="*/ 292673 h 442564"/>
              <a:gd name="connsiteX862" fmla="*/ 55866 w 1967342"/>
              <a:gd name="connsiteY862" fmla="*/ 284954 h 442564"/>
              <a:gd name="connsiteX863" fmla="*/ 55125 w 1967342"/>
              <a:gd name="connsiteY863" fmla="*/ 283035 h 442564"/>
              <a:gd name="connsiteX864" fmla="*/ 35958 w 1967342"/>
              <a:gd name="connsiteY864" fmla="*/ 266420 h 442564"/>
              <a:gd name="connsiteX865" fmla="*/ 34715 w 1967342"/>
              <a:gd name="connsiteY865" fmla="*/ 266747 h 442564"/>
              <a:gd name="connsiteX866" fmla="*/ 29569 w 1967342"/>
              <a:gd name="connsiteY866" fmla="*/ 269669 h 442564"/>
              <a:gd name="connsiteX867" fmla="*/ 29067 w 1967342"/>
              <a:gd name="connsiteY867" fmla="*/ 274902 h 442564"/>
              <a:gd name="connsiteX868" fmla="*/ 31924 w 1967342"/>
              <a:gd name="connsiteY868" fmla="*/ 279067 h 442564"/>
              <a:gd name="connsiteX869" fmla="*/ 31924 w 1967342"/>
              <a:gd name="connsiteY869" fmla="*/ 279023 h 442564"/>
              <a:gd name="connsiteX870" fmla="*/ 37135 w 1967342"/>
              <a:gd name="connsiteY870" fmla="*/ 279372 h 442564"/>
              <a:gd name="connsiteX871" fmla="*/ 52094 w 1967342"/>
              <a:gd name="connsiteY871" fmla="*/ 275360 h 442564"/>
              <a:gd name="connsiteX872" fmla="*/ 51549 w 1967342"/>
              <a:gd name="connsiteY872" fmla="*/ 273354 h 442564"/>
              <a:gd name="connsiteX873" fmla="*/ 51025 w 1967342"/>
              <a:gd name="connsiteY873" fmla="*/ 271369 h 442564"/>
              <a:gd name="connsiteX874" fmla="*/ 36067 w 1967342"/>
              <a:gd name="connsiteY874" fmla="*/ 275382 h 442564"/>
              <a:gd name="connsiteX875" fmla="*/ 33734 w 1967342"/>
              <a:gd name="connsiteY875" fmla="*/ 275382 h 442564"/>
              <a:gd name="connsiteX876" fmla="*/ 33511 w 1967342"/>
              <a:gd name="connsiteY876" fmla="*/ 275229 h 442564"/>
              <a:gd name="connsiteX877" fmla="*/ 33058 w 1967342"/>
              <a:gd name="connsiteY877" fmla="*/ 271806 h 442564"/>
              <a:gd name="connsiteX878" fmla="*/ 35718 w 1967342"/>
              <a:gd name="connsiteY878" fmla="*/ 270541 h 442564"/>
              <a:gd name="connsiteX879" fmla="*/ 36961 w 1967342"/>
              <a:gd name="connsiteY879" fmla="*/ 270214 h 442564"/>
              <a:gd name="connsiteX880" fmla="*/ 848010 w 1967342"/>
              <a:gd name="connsiteY880" fmla="*/ 261938 h 442564"/>
              <a:gd name="connsiteX881" fmla="*/ 847933 w 1967342"/>
              <a:gd name="connsiteY881" fmla="*/ 262091 h 442564"/>
              <a:gd name="connsiteX882" fmla="*/ 847946 w 1967342"/>
              <a:gd name="connsiteY882" fmla="*/ 262008 h 442564"/>
              <a:gd name="connsiteX883" fmla="*/ 399651 w 1967342"/>
              <a:gd name="connsiteY883" fmla="*/ 259486 h 442564"/>
              <a:gd name="connsiteX884" fmla="*/ 405429 w 1967342"/>
              <a:gd name="connsiteY884" fmla="*/ 259486 h 442564"/>
              <a:gd name="connsiteX885" fmla="*/ 410401 w 1967342"/>
              <a:gd name="connsiteY885" fmla="*/ 262211 h 442564"/>
              <a:gd name="connsiteX886" fmla="*/ 411081 w 1967342"/>
              <a:gd name="connsiteY886" fmla="*/ 263343 h 442564"/>
              <a:gd name="connsiteX887" fmla="*/ 408482 w 1967342"/>
              <a:gd name="connsiteY887" fmla="*/ 269909 h 442564"/>
              <a:gd name="connsiteX888" fmla="*/ 402813 w 1967342"/>
              <a:gd name="connsiteY888" fmla="*/ 269909 h 442564"/>
              <a:gd name="connsiteX889" fmla="*/ 397732 w 1967342"/>
              <a:gd name="connsiteY889" fmla="*/ 267161 h 442564"/>
              <a:gd name="connsiteX890" fmla="*/ 396938 w 1967342"/>
              <a:gd name="connsiteY890" fmla="*/ 265838 h 442564"/>
              <a:gd name="connsiteX891" fmla="*/ 399651 w 1967342"/>
              <a:gd name="connsiteY891" fmla="*/ 259486 h 442564"/>
              <a:gd name="connsiteX892" fmla="*/ 406389 w 1967342"/>
              <a:gd name="connsiteY892" fmla="*/ 255473 h 442564"/>
              <a:gd name="connsiteX893" fmla="*/ 397667 w 1967342"/>
              <a:gd name="connsiteY893" fmla="*/ 255953 h 442564"/>
              <a:gd name="connsiteX894" fmla="*/ 396808 w 1967342"/>
              <a:gd name="connsiteY894" fmla="*/ 256470 h 442564"/>
              <a:gd name="connsiteX895" fmla="*/ 394309 w 1967342"/>
              <a:gd name="connsiteY895" fmla="*/ 269429 h 442564"/>
              <a:gd name="connsiteX896" fmla="*/ 401810 w 1967342"/>
              <a:gd name="connsiteY896" fmla="*/ 273964 h 442564"/>
              <a:gd name="connsiteX897" fmla="*/ 410401 w 1967342"/>
              <a:gd name="connsiteY897" fmla="*/ 273441 h 442564"/>
              <a:gd name="connsiteX898" fmla="*/ 415002 w 1967342"/>
              <a:gd name="connsiteY898" fmla="*/ 267444 h 442564"/>
              <a:gd name="connsiteX899" fmla="*/ 413738 w 1967342"/>
              <a:gd name="connsiteY899" fmla="*/ 259965 h 442564"/>
              <a:gd name="connsiteX900" fmla="*/ 406389 w 1967342"/>
              <a:gd name="connsiteY900" fmla="*/ 255473 h 442564"/>
              <a:gd name="connsiteX901" fmla="*/ 46948 w 1967342"/>
              <a:gd name="connsiteY901" fmla="*/ 254056 h 442564"/>
              <a:gd name="connsiteX902" fmla="*/ 25818 w 1967342"/>
              <a:gd name="connsiteY902" fmla="*/ 258177 h 442564"/>
              <a:gd name="connsiteX903" fmla="*/ 26211 w 1967342"/>
              <a:gd name="connsiteY903" fmla="*/ 260205 h 442564"/>
              <a:gd name="connsiteX904" fmla="*/ 26603 w 1967342"/>
              <a:gd name="connsiteY904" fmla="*/ 262233 h 442564"/>
              <a:gd name="connsiteX905" fmla="*/ 47733 w 1967342"/>
              <a:gd name="connsiteY905" fmla="*/ 258133 h 442564"/>
              <a:gd name="connsiteX906" fmla="*/ 47340 w 1967342"/>
              <a:gd name="connsiteY906" fmla="*/ 256084 h 442564"/>
              <a:gd name="connsiteX907" fmla="*/ 92826 w 1967342"/>
              <a:gd name="connsiteY907" fmla="*/ 253838 h 442564"/>
              <a:gd name="connsiteX908" fmla="*/ 117445 w 1967342"/>
              <a:gd name="connsiteY908" fmla="*/ 257742 h 442564"/>
              <a:gd name="connsiteX909" fmla="*/ 176538 w 1967342"/>
              <a:gd name="connsiteY909" fmla="*/ 257262 h 442564"/>
              <a:gd name="connsiteX910" fmla="*/ 185107 w 1967342"/>
              <a:gd name="connsiteY910" fmla="*/ 258657 h 442564"/>
              <a:gd name="connsiteX911" fmla="*/ 203925 w 1967342"/>
              <a:gd name="connsiteY911" fmla="*/ 260838 h 442564"/>
              <a:gd name="connsiteX912" fmla="*/ 198147 w 1967342"/>
              <a:gd name="connsiteY912" fmla="*/ 284192 h 442564"/>
              <a:gd name="connsiteX913" fmla="*/ 221282 w 1967342"/>
              <a:gd name="connsiteY913" fmla="*/ 288117 h 442564"/>
              <a:gd name="connsiteX914" fmla="*/ 244396 w 1967342"/>
              <a:gd name="connsiteY914" fmla="*/ 284192 h 442564"/>
              <a:gd name="connsiteX915" fmla="*/ 238618 w 1967342"/>
              <a:gd name="connsiteY915" fmla="*/ 260860 h 442564"/>
              <a:gd name="connsiteX916" fmla="*/ 257436 w 1967342"/>
              <a:gd name="connsiteY916" fmla="*/ 258679 h 442564"/>
              <a:gd name="connsiteX917" fmla="*/ 266027 w 1967342"/>
              <a:gd name="connsiteY917" fmla="*/ 257284 h 442564"/>
              <a:gd name="connsiteX918" fmla="*/ 325120 w 1967342"/>
              <a:gd name="connsiteY918" fmla="*/ 257763 h 442564"/>
              <a:gd name="connsiteX919" fmla="*/ 325207 w 1967342"/>
              <a:gd name="connsiteY919" fmla="*/ 257742 h 442564"/>
              <a:gd name="connsiteX920" fmla="*/ 349804 w 1967342"/>
              <a:gd name="connsiteY920" fmla="*/ 253838 h 442564"/>
              <a:gd name="connsiteX921" fmla="*/ 334322 w 1967342"/>
              <a:gd name="connsiteY921" fmla="*/ 271108 h 442564"/>
              <a:gd name="connsiteX922" fmla="*/ 236764 w 1967342"/>
              <a:gd name="connsiteY922" fmla="*/ 288989 h 442564"/>
              <a:gd name="connsiteX923" fmla="*/ 243022 w 1967342"/>
              <a:gd name="connsiteY923" fmla="*/ 314021 h 442564"/>
              <a:gd name="connsiteX924" fmla="*/ 221217 w 1967342"/>
              <a:gd name="connsiteY924" fmla="*/ 318731 h 442564"/>
              <a:gd name="connsiteX925" fmla="*/ 199411 w 1967342"/>
              <a:gd name="connsiteY925" fmla="*/ 314021 h 442564"/>
              <a:gd name="connsiteX926" fmla="*/ 205670 w 1967342"/>
              <a:gd name="connsiteY926" fmla="*/ 288989 h 442564"/>
              <a:gd name="connsiteX927" fmla="*/ 108308 w 1967342"/>
              <a:gd name="connsiteY927" fmla="*/ 271108 h 442564"/>
              <a:gd name="connsiteX928" fmla="*/ 92826 w 1967342"/>
              <a:gd name="connsiteY928" fmla="*/ 253838 h 442564"/>
              <a:gd name="connsiteX929" fmla="*/ 821326 w 1967342"/>
              <a:gd name="connsiteY929" fmla="*/ 241793 h 442564"/>
              <a:gd name="connsiteX930" fmla="*/ 828928 w 1967342"/>
              <a:gd name="connsiteY930" fmla="*/ 251296 h 442564"/>
              <a:gd name="connsiteX931" fmla="*/ 836986 w 1967342"/>
              <a:gd name="connsiteY931" fmla="*/ 249320 h 442564"/>
              <a:gd name="connsiteX932" fmla="*/ 846337 w 1967342"/>
              <a:gd name="connsiteY932" fmla="*/ 249320 h 442564"/>
              <a:gd name="connsiteX933" fmla="*/ 849606 w 1967342"/>
              <a:gd name="connsiteY933" fmla="*/ 250840 h 442564"/>
              <a:gd name="connsiteX934" fmla="*/ 848845 w 1967342"/>
              <a:gd name="connsiteY934" fmla="*/ 256161 h 442564"/>
              <a:gd name="connsiteX935" fmla="*/ 847946 w 1967342"/>
              <a:gd name="connsiteY935" fmla="*/ 262008 h 442564"/>
              <a:gd name="connsiteX936" fmla="*/ 843904 w 1967342"/>
              <a:gd name="connsiteY936" fmla="*/ 266424 h 442564"/>
              <a:gd name="connsiteX937" fmla="*/ 839723 w 1967342"/>
              <a:gd name="connsiteY937" fmla="*/ 269540 h 442564"/>
              <a:gd name="connsiteX938" fmla="*/ 836759 w 1967342"/>
              <a:gd name="connsiteY938" fmla="*/ 277979 h 442564"/>
              <a:gd name="connsiteX939" fmla="*/ 830828 w 1967342"/>
              <a:gd name="connsiteY939" fmla="*/ 282008 h 442564"/>
              <a:gd name="connsiteX940" fmla="*/ 823987 w 1967342"/>
              <a:gd name="connsiteY940" fmla="*/ 282616 h 442564"/>
              <a:gd name="connsiteX941" fmla="*/ 814940 w 1967342"/>
              <a:gd name="connsiteY941" fmla="*/ 286417 h 442564"/>
              <a:gd name="connsiteX942" fmla="*/ 804145 w 1967342"/>
              <a:gd name="connsiteY942" fmla="*/ 277523 h 442564"/>
              <a:gd name="connsiteX943" fmla="*/ 805285 w 1967342"/>
              <a:gd name="connsiteY943" fmla="*/ 270833 h 442564"/>
              <a:gd name="connsiteX944" fmla="*/ 803689 w 1967342"/>
              <a:gd name="connsiteY944" fmla="*/ 265512 h 442564"/>
              <a:gd name="connsiteX945" fmla="*/ 806958 w 1967342"/>
              <a:gd name="connsiteY945" fmla="*/ 259278 h 442564"/>
              <a:gd name="connsiteX946" fmla="*/ 815244 w 1967342"/>
              <a:gd name="connsiteY946" fmla="*/ 245062 h 442564"/>
              <a:gd name="connsiteX947" fmla="*/ 821326 w 1967342"/>
              <a:gd name="connsiteY947" fmla="*/ 241793 h 442564"/>
              <a:gd name="connsiteX948" fmla="*/ 44440 w 1967342"/>
              <a:gd name="connsiteY948" fmla="*/ 233668 h 442564"/>
              <a:gd name="connsiteX949" fmla="*/ 23071 w 1967342"/>
              <a:gd name="connsiteY949" fmla="*/ 236306 h 442564"/>
              <a:gd name="connsiteX950" fmla="*/ 24902 w 1967342"/>
              <a:gd name="connsiteY950" fmla="*/ 251308 h 442564"/>
              <a:gd name="connsiteX951" fmla="*/ 26800 w 1967342"/>
              <a:gd name="connsiteY951" fmla="*/ 251090 h 442564"/>
              <a:gd name="connsiteX952" fmla="*/ 28697 w 1967342"/>
              <a:gd name="connsiteY952" fmla="*/ 250850 h 442564"/>
              <a:gd name="connsiteX953" fmla="*/ 27367 w 1967342"/>
              <a:gd name="connsiteY953" fmla="*/ 239948 h 442564"/>
              <a:gd name="connsiteX954" fmla="*/ 32927 w 1967342"/>
              <a:gd name="connsiteY954" fmla="*/ 239250 h 442564"/>
              <a:gd name="connsiteX955" fmla="*/ 34104 w 1967342"/>
              <a:gd name="connsiteY955" fmla="*/ 248866 h 442564"/>
              <a:gd name="connsiteX956" fmla="*/ 35958 w 1967342"/>
              <a:gd name="connsiteY956" fmla="*/ 248648 h 442564"/>
              <a:gd name="connsiteX957" fmla="*/ 37790 w 1967342"/>
              <a:gd name="connsiteY957" fmla="*/ 248430 h 442564"/>
              <a:gd name="connsiteX958" fmla="*/ 36612 w 1967342"/>
              <a:gd name="connsiteY958" fmla="*/ 238814 h 442564"/>
              <a:gd name="connsiteX959" fmla="*/ 41148 w 1967342"/>
              <a:gd name="connsiteY959" fmla="*/ 238247 h 442564"/>
              <a:gd name="connsiteX960" fmla="*/ 42412 w 1967342"/>
              <a:gd name="connsiteY960" fmla="*/ 248605 h 442564"/>
              <a:gd name="connsiteX961" fmla="*/ 44331 w 1967342"/>
              <a:gd name="connsiteY961" fmla="*/ 248386 h 442564"/>
              <a:gd name="connsiteX962" fmla="*/ 46206 w 1967342"/>
              <a:gd name="connsiteY962" fmla="*/ 248147 h 442564"/>
              <a:gd name="connsiteX963" fmla="*/ 404819 w 1967342"/>
              <a:gd name="connsiteY963" fmla="*/ 230026 h 442564"/>
              <a:gd name="connsiteX964" fmla="*/ 399302 w 1967342"/>
              <a:gd name="connsiteY964" fmla="*/ 232207 h 442564"/>
              <a:gd name="connsiteX965" fmla="*/ 399302 w 1967342"/>
              <a:gd name="connsiteY965" fmla="*/ 245290 h 442564"/>
              <a:gd name="connsiteX966" fmla="*/ 415787 w 1967342"/>
              <a:gd name="connsiteY966" fmla="*/ 246838 h 442564"/>
              <a:gd name="connsiteX967" fmla="*/ 419407 w 1967342"/>
              <a:gd name="connsiteY967" fmla="*/ 240297 h 442564"/>
              <a:gd name="connsiteX968" fmla="*/ 416878 w 1967342"/>
              <a:gd name="connsiteY968" fmla="*/ 234387 h 442564"/>
              <a:gd name="connsiteX969" fmla="*/ 416551 w 1967342"/>
              <a:gd name="connsiteY969" fmla="*/ 234213 h 442564"/>
              <a:gd name="connsiteX970" fmla="*/ 419363 w 1967342"/>
              <a:gd name="connsiteY970" fmla="*/ 234038 h 442564"/>
              <a:gd name="connsiteX971" fmla="*/ 419560 w 1967342"/>
              <a:gd name="connsiteY971" fmla="*/ 231313 h 442564"/>
              <a:gd name="connsiteX972" fmla="*/ 407981 w 1967342"/>
              <a:gd name="connsiteY972" fmla="*/ 230310 h 442564"/>
              <a:gd name="connsiteX973" fmla="*/ 407261 w 1967342"/>
              <a:gd name="connsiteY973" fmla="*/ 238574 h 442564"/>
              <a:gd name="connsiteX974" fmla="*/ 410968 w 1967342"/>
              <a:gd name="connsiteY974" fmla="*/ 238901 h 442564"/>
              <a:gd name="connsiteX975" fmla="*/ 411361 w 1967342"/>
              <a:gd name="connsiteY975" fmla="*/ 234235 h 442564"/>
              <a:gd name="connsiteX976" fmla="*/ 413912 w 1967342"/>
              <a:gd name="connsiteY976" fmla="*/ 235543 h 442564"/>
              <a:gd name="connsiteX977" fmla="*/ 415569 w 1967342"/>
              <a:gd name="connsiteY977" fmla="*/ 239446 h 442564"/>
              <a:gd name="connsiteX978" fmla="*/ 413389 w 1967342"/>
              <a:gd name="connsiteY978" fmla="*/ 243546 h 442564"/>
              <a:gd name="connsiteX979" fmla="*/ 407698 w 1967342"/>
              <a:gd name="connsiteY979" fmla="*/ 244505 h 442564"/>
              <a:gd name="connsiteX980" fmla="*/ 402224 w 1967342"/>
              <a:gd name="connsiteY980" fmla="*/ 242499 h 442564"/>
              <a:gd name="connsiteX981" fmla="*/ 400567 w 1967342"/>
              <a:gd name="connsiteY981" fmla="*/ 238138 h 442564"/>
              <a:gd name="connsiteX982" fmla="*/ 401875 w 1967342"/>
              <a:gd name="connsiteY982" fmla="*/ 235369 h 442564"/>
              <a:gd name="connsiteX983" fmla="*/ 404470 w 1967342"/>
              <a:gd name="connsiteY983" fmla="*/ 234147 h 442564"/>
              <a:gd name="connsiteX984" fmla="*/ 106978 w 1967342"/>
              <a:gd name="connsiteY984" fmla="*/ 223332 h 442564"/>
              <a:gd name="connsiteX985" fmla="*/ 120629 w 1967342"/>
              <a:gd name="connsiteY985" fmla="*/ 224815 h 442564"/>
              <a:gd name="connsiteX986" fmla="*/ 132469 w 1967342"/>
              <a:gd name="connsiteY986" fmla="*/ 224815 h 442564"/>
              <a:gd name="connsiteX987" fmla="*/ 146032 w 1967342"/>
              <a:gd name="connsiteY987" fmla="*/ 224684 h 442564"/>
              <a:gd name="connsiteX988" fmla="*/ 166507 w 1967342"/>
              <a:gd name="connsiteY988" fmla="*/ 225208 h 442564"/>
              <a:gd name="connsiteX989" fmla="*/ 188640 w 1967342"/>
              <a:gd name="connsiteY989" fmla="*/ 230354 h 442564"/>
              <a:gd name="connsiteX990" fmla="*/ 204274 w 1967342"/>
              <a:gd name="connsiteY990" fmla="*/ 231422 h 442564"/>
              <a:gd name="connsiteX991" fmla="*/ 198997 w 1967342"/>
              <a:gd name="connsiteY991" fmla="*/ 253860 h 442564"/>
              <a:gd name="connsiteX992" fmla="*/ 220803 w 1967342"/>
              <a:gd name="connsiteY992" fmla="*/ 256433 h 442564"/>
              <a:gd name="connsiteX993" fmla="*/ 221043 w 1967342"/>
              <a:gd name="connsiteY993" fmla="*/ 256433 h 442564"/>
              <a:gd name="connsiteX994" fmla="*/ 221326 w 1967342"/>
              <a:gd name="connsiteY994" fmla="*/ 256433 h 442564"/>
              <a:gd name="connsiteX995" fmla="*/ 243284 w 1967342"/>
              <a:gd name="connsiteY995" fmla="*/ 253816 h 442564"/>
              <a:gd name="connsiteX996" fmla="*/ 238007 w 1967342"/>
              <a:gd name="connsiteY996" fmla="*/ 231379 h 442564"/>
              <a:gd name="connsiteX997" fmla="*/ 253642 w 1967342"/>
              <a:gd name="connsiteY997" fmla="*/ 230310 h 442564"/>
              <a:gd name="connsiteX998" fmla="*/ 275862 w 1967342"/>
              <a:gd name="connsiteY998" fmla="*/ 225229 h 442564"/>
              <a:gd name="connsiteX999" fmla="*/ 296337 w 1967342"/>
              <a:gd name="connsiteY999" fmla="*/ 224706 h 442564"/>
              <a:gd name="connsiteX1000" fmla="*/ 309900 w 1967342"/>
              <a:gd name="connsiteY1000" fmla="*/ 224837 h 442564"/>
              <a:gd name="connsiteX1001" fmla="*/ 321740 w 1967342"/>
              <a:gd name="connsiteY1001" fmla="*/ 224837 h 442564"/>
              <a:gd name="connsiteX1002" fmla="*/ 321740 w 1967342"/>
              <a:gd name="connsiteY1002" fmla="*/ 224815 h 442564"/>
              <a:gd name="connsiteX1003" fmla="*/ 335391 w 1967342"/>
              <a:gd name="connsiteY1003" fmla="*/ 223332 h 442564"/>
              <a:gd name="connsiteX1004" fmla="*/ 322307 w 1967342"/>
              <a:gd name="connsiteY1004" fmla="*/ 236219 h 442564"/>
              <a:gd name="connsiteX1005" fmla="*/ 303271 w 1967342"/>
              <a:gd name="connsiteY1005" fmla="*/ 244942 h 442564"/>
              <a:gd name="connsiteX1006" fmla="*/ 256804 w 1967342"/>
              <a:gd name="connsiteY1006" fmla="*/ 255212 h 442564"/>
              <a:gd name="connsiteX1007" fmla="*/ 236067 w 1967342"/>
              <a:gd name="connsiteY1007" fmla="*/ 257545 h 442564"/>
              <a:gd name="connsiteX1008" fmla="*/ 234061 w 1967342"/>
              <a:gd name="connsiteY1008" fmla="*/ 257741 h 442564"/>
              <a:gd name="connsiteX1009" fmla="*/ 239883 w 1967342"/>
              <a:gd name="connsiteY1009" fmla="*/ 281357 h 442564"/>
              <a:gd name="connsiteX1010" fmla="*/ 221108 w 1967342"/>
              <a:gd name="connsiteY1010" fmla="*/ 284540 h 442564"/>
              <a:gd name="connsiteX1011" fmla="*/ 202312 w 1967342"/>
              <a:gd name="connsiteY1011" fmla="*/ 281357 h 442564"/>
              <a:gd name="connsiteX1012" fmla="*/ 208156 w 1967342"/>
              <a:gd name="connsiteY1012" fmla="*/ 257741 h 442564"/>
              <a:gd name="connsiteX1013" fmla="*/ 206128 w 1967342"/>
              <a:gd name="connsiteY1013" fmla="*/ 257545 h 442564"/>
              <a:gd name="connsiteX1014" fmla="*/ 185391 w 1967342"/>
              <a:gd name="connsiteY1014" fmla="*/ 255212 h 442564"/>
              <a:gd name="connsiteX1015" fmla="*/ 139098 w 1967342"/>
              <a:gd name="connsiteY1015" fmla="*/ 244942 h 442564"/>
              <a:gd name="connsiteX1016" fmla="*/ 120062 w 1967342"/>
              <a:gd name="connsiteY1016" fmla="*/ 236219 h 442564"/>
              <a:gd name="connsiteX1017" fmla="*/ 106978 w 1967342"/>
              <a:gd name="connsiteY1017" fmla="*/ 223332 h 442564"/>
              <a:gd name="connsiteX1018" fmla="*/ 922737 w 1967342"/>
              <a:gd name="connsiteY1018" fmla="*/ 223092 h 442564"/>
              <a:gd name="connsiteX1019" fmla="*/ 928820 w 1967342"/>
              <a:gd name="connsiteY1019" fmla="*/ 224461 h 442564"/>
              <a:gd name="connsiteX1020" fmla="*/ 934977 w 1967342"/>
              <a:gd name="connsiteY1020" fmla="*/ 227653 h 442564"/>
              <a:gd name="connsiteX1021" fmla="*/ 941135 w 1967342"/>
              <a:gd name="connsiteY1021" fmla="*/ 228186 h 442564"/>
              <a:gd name="connsiteX1022" fmla="*/ 947216 w 1967342"/>
              <a:gd name="connsiteY1022" fmla="*/ 230086 h 442564"/>
              <a:gd name="connsiteX1023" fmla="*/ 952462 w 1967342"/>
              <a:gd name="connsiteY1023" fmla="*/ 229250 h 442564"/>
              <a:gd name="connsiteX1024" fmla="*/ 964929 w 1967342"/>
              <a:gd name="connsiteY1024" fmla="*/ 240273 h 442564"/>
              <a:gd name="connsiteX1025" fmla="*/ 964245 w 1967342"/>
              <a:gd name="connsiteY1025" fmla="*/ 240425 h 442564"/>
              <a:gd name="connsiteX1026" fmla="*/ 967514 w 1967342"/>
              <a:gd name="connsiteY1026" fmla="*/ 245214 h 442564"/>
              <a:gd name="connsiteX1027" fmla="*/ 967514 w 1967342"/>
              <a:gd name="connsiteY1027" fmla="*/ 251448 h 442564"/>
              <a:gd name="connsiteX1028" fmla="*/ 963104 w 1967342"/>
              <a:gd name="connsiteY1028" fmla="*/ 257226 h 442564"/>
              <a:gd name="connsiteX1029" fmla="*/ 959684 w 1967342"/>
              <a:gd name="connsiteY1029" fmla="*/ 264220 h 442564"/>
              <a:gd name="connsiteX1030" fmla="*/ 955655 w 1967342"/>
              <a:gd name="connsiteY1030" fmla="*/ 268933 h 442564"/>
              <a:gd name="connsiteX1031" fmla="*/ 948661 w 1967342"/>
              <a:gd name="connsiteY1031" fmla="*/ 271745 h 442564"/>
              <a:gd name="connsiteX1032" fmla="*/ 942731 w 1967342"/>
              <a:gd name="connsiteY1032" fmla="*/ 271745 h 442564"/>
              <a:gd name="connsiteX1033" fmla="*/ 936498 w 1967342"/>
              <a:gd name="connsiteY1033" fmla="*/ 274710 h 442564"/>
              <a:gd name="connsiteX1034" fmla="*/ 931632 w 1967342"/>
              <a:gd name="connsiteY1034" fmla="*/ 269541 h 442564"/>
              <a:gd name="connsiteX1035" fmla="*/ 931632 w 1967342"/>
              <a:gd name="connsiteY1035" fmla="*/ 262700 h 442564"/>
              <a:gd name="connsiteX1036" fmla="*/ 926614 w 1967342"/>
              <a:gd name="connsiteY1036" fmla="*/ 253500 h 442564"/>
              <a:gd name="connsiteX1037" fmla="*/ 922585 w 1967342"/>
              <a:gd name="connsiteY1037" fmla="*/ 245518 h 442564"/>
              <a:gd name="connsiteX1038" fmla="*/ 920229 w 1967342"/>
              <a:gd name="connsiteY1038" fmla="*/ 236624 h 442564"/>
              <a:gd name="connsiteX1039" fmla="*/ 920685 w 1967342"/>
              <a:gd name="connsiteY1039" fmla="*/ 231151 h 442564"/>
              <a:gd name="connsiteX1040" fmla="*/ 922737 w 1967342"/>
              <a:gd name="connsiteY1040" fmla="*/ 223092 h 442564"/>
              <a:gd name="connsiteX1041" fmla="*/ 35630 w 1967342"/>
              <a:gd name="connsiteY1041" fmla="*/ 215351 h 442564"/>
              <a:gd name="connsiteX1042" fmla="*/ 40362 w 1967342"/>
              <a:gd name="connsiteY1042" fmla="*/ 215351 h 442564"/>
              <a:gd name="connsiteX1043" fmla="*/ 40362 w 1967342"/>
              <a:gd name="connsiteY1043" fmla="*/ 219930 h 442564"/>
              <a:gd name="connsiteX1044" fmla="*/ 39773 w 1967342"/>
              <a:gd name="connsiteY1044" fmla="*/ 222351 h 442564"/>
              <a:gd name="connsiteX1045" fmla="*/ 38116 w 1967342"/>
              <a:gd name="connsiteY1045" fmla="*/ 223136 h 442564"/>
              <a:gd name="connsiteX1046" fmla="*/ 36219 w 1967342"/>
              <a:gd name="connsiteY1046" fmla="*/ 222416 h 442564"/>
              <a:gd name="connsiteX1047" fmla="*/ 35630 w 1967342"/>
              <a:gd name="connsiteY1047" fmla="*/ 220083 h 442564"/>
              <a:gd name="connsiteX1048" fmla="*/ 26276 w 1967342"/>
              <a:gd name="connsiteY1048" fmla="*/ 215068 h 442564"/>
              <a:gd name="connsiteX1049" fmla="*/ 32011 w 1967342"/>
              <a:gd name="connsiteY1049" fmla="*/ 215177 h 442564"/>
              <a:gd name="connsiteX1050" fmla="*/ 32011 w 1967342"/>
              <a:gd name="connsiteY1050" fmla="*/ 220105 h 442564"/>
              <a:gd name="connsiteX1051" fmla="*/ 31313 w 1967342"/>
              <a:gd name="connsiteY1051" fmla="*/ 222591 h 442564"/>
              <a:gd name="connsiteX1052" fmla="*/ 29285 w 1967342"/>
              <a:gd name="connsiteY1052" fmla="*/ 223376 h 442564"/>
              <a:gd name="connsiteX1053" fmla="*/ 26996 w 1967342"/>
              <a:gd name="connsiteY1053" fmla="*/ 222526 h 442564"/>
              <a:gd name="connsiteX1054" fmla="*/ 26276 w 1967342"/>
              <a:gd name="connsiteY1054" fmla="*/ 220084 h 442564"/>
              <a:gd name="connsiteX1055" fmla="*/ 22678 w 1967342"/>
              <a:gd name="connsiteY1055" fmla="*/ 211034 h 442564"/>
              <a:gd name="connsiteX1056" fmla="*/ 22678 w 1967342"/>
              <a:gd name="connsiteY1056" fmla="*/ 213018 h 442564"/>
              <a:gd name="connsiteX1057" fmla="*/ 22657 w 1967342"/>
              <a:gd name="connsiteY1057" fmla="*/ 220018 h 442564"/>
              <a:gd name="connsiteX1058" fmla="*/ 24270 w 1967342"/>
              <a:gd name="connsiteY1058" fmla="*/ 225556 h 442564"/>
              <a:gd name="connsiteX1059" fmla="*/ 29264 w 1967342"/>
              <a:gd name="connsiteY1059" fmla="*/ 227519 h 442564"/>
              <a:gd name="connsiteX1060" fmla="*/ 33428 w 1967342"/>
              <a:gd name="connsiteY1060" fmla="*/ 225687 h 442564"/>
              <a:gd name="connsiteX1061" fmla="*/ 34148 w 1967342"/>
              <a:gd name="connsiteY1061" fmla="*/ 224466 h 442564"/>
              <a:gd name="connsiteX1062" fmla="*/ 38509 w 1967342"/>
              <a:gd name="connsiteY1062" fmla="*/ 227017 h 442564"/>
              <a:gd name="connsiteX1063" fmla="*/ 42543 w 1967342"/>
              <a:gd name="connsiteY1063" fmla="*/ 225469 h 442564"/>
              <a:gd name="connsiteX1064" fmla="*/ 44048 w 1967342"/>
              <a:gd name="connsiteY1064" fmla="*/ 220999 h 442564"/>
              <a:gd name="connsiteX1065" fmla="*/ 44200 w 1967342"/>
              <a:gd name="connsiteY1065" fmla="*/ 213389 h 442564"/>
              <a:gd name="connsiteX1066" fmla="*/ 44200 w 1967342"/>
              <a:gd name="connsiteY1066" fmla="*/ 211426 h 442564"/>
              <a:gd name="connsiteX1067" fmla="*/ 398365 w 1967342"/>
              <a:gd name="connsiteY1067" fmla="*/ 207196 h 442564"/>
              <a:gd name="connsiteX1068" fmla="*/ 398365 w 1967342"/>
              <a:gd name="connsiteY1068" fmla="*/ 209551 h 442564"/>
              <a:gd name="connsiteX1069" fmla="*/ 398365 w 1967342"/>
              <a:gd name="connsiteY1069" fmla="*/ 211884 h 442564"/>
              <a:gd name="connsiteX1070" fmla="*/ 407807 w 1967342"/>
              <a:gd name="connsiteY1070" fmla="*/ 215417 h 442564"/>
              <a:gd name="connsiteX1071" fmla="*/ 398626 w 1967342"/>
              <a:gd name="connsiteY1071" fmla="*/ 219778 h 442564"/>
              <a:gd name="connsiteX1072" fmla="*/ 398626 w 1967342"/>
              <a:gd name="connsiteY1072" fmla="*/ 222242 h 442564"/>
              <a:gd name="connsiteX1073" fmla="*/ 398626 w 1967342"/>
              <a:gd name="connsiteY1073" fmla="*/ 224706 h 442564"/>
              <a:gd name="connsiteX1074" fmla="*/ 411710 w 1967342"/>
              <a:gd name="connsiteY1074" fmla="*/ 217314 h 442564"/>
              <a:gd name="connsiteX1075" fmla="*/ 419800 w 1967342"/>
              <a:gd name="connsiteY1075" fmla="*/ 217030 h 442564"/>
              <a:gd name="connsiteX1076" fmla="*/ 419800 w 1967342"/>
              <a:gd name="connsiteY1076" fmla="*/ 214959 h 442564"/>
              <a:gd name="connsiteX1077" fmla="*/ 419800 w 1967342"/>
              <a:gd name="connsiteY1077" fmla="*/ 212909 h 442564"/>
              <a:gd name="connsiteX1078" fmla="*/ 411622 w 1967342"/>
              <a:gd name="connsiteY1078" fmla="*/ 213192 h 442564"/>
              <a:gd name="connsiteX1079" fmla="*/ 322242 w 1967342"/>
              <a:gd name="connsiteY1079" fmla="*/ 189337 h 442564"/>
              <a:gd name="connsiteX1080" fmla="*/ 309355 w 1967342"/>
              <a:gd name="connsiteY1080" fmla="*/ 203489 h 442564"/>
              <a:gd name="connsiteX1081" fmla="*/ 290362 w 1967342"/>
              <a:gd name="connsiteY1081" fmla="*/ 215787 h 442564"/>
              <a:gd name="connsiteX1082" fmla="*/ 252922 w 1967342"/>
              <a:gd name="connsiteY1082" fmla="*/ 226799 h 442564"/>
              <a:gd name="connsiteX1083" fmla="*/ 236765 w 1967342"/>
              <a:gd name="connsiteY1083" fmla="*/ 227824 h 442564"/>
              <a:gd name="connsiteX1084" fmla="*/ 233428 w 1967342"/>
              <a:gd name="connsiteY1084" fmla="*/ 227824 h 442564"/>
              <a:gd name="connsiteX1085" fmla="*/ 238836 w 1967342"/>
              <a:gd name="connsiteY1085" fmla="*/ 250785 h 442564"/>
              <a:gd name="connsiteX1086" fmla="*/ 221392 w 1967342"/>
              <a:gd name="connsiteY1086" fmla="*/ 252966 h 442564"/>
              <a:gd name="connsiteX1087" fmla="*/ 221174 w 1967342"/>
              <a:gd name="connsiteY1087" fmla="*/ 252966 h 442564"/>
              <a:gd name="connsiteX1088" fmla="*/ 220934 w 1967342"/>
              <a:gd name="connsiteY1088" fmla="*/ 252966 h 442564"/>
              <a:gd name="connsiteX1089" fmla="*/ 203489 w 1967342"/>
              <a:gd name="connsiteY1089" fmla="*/ 250785 h 442564"/>
              <a:gd name="connsiteX1090" fmla="*/ 208919 w 1967342"/>
              <a:gd name="connsiteY1090" fmla="*/ 227868 h 442564"/>
              <a:gd name="connsiteX1091" fmla="*/ 205583 w 1967342"/>
              <a:gd name="connsiteY1091" fmla="*/ 227868 h 442564"/>
              <a:gd name="connsiteX1092" fmla="*/ 189425 w 1967342"/>
              <a:gd name="connsiteY1092" fmla="*/ 226843 h 442564"/>
              <a:gd name="connsiteX1093" fmla="*/ 151985 w 1967342"/>
              <a:gd name="connsiteY1093" fmla="*/ 215831 h 442564"/>
              <a:gd name="connsiteX1094" fmla="*/ 132949 w 1967342"/>
              <a:gd name="connsiteY1094" fmla="*/ 203511 h 442564"/>
              <a:gd name="connsiteX1095" fmla="*/ 120105 w 1967342"/>
              <a:gd name="connsiteY1095" fmla="*/ 189381 h 442564"/>
              <a:gd name="connsiteX1096" fmla="*/ 133581 w 1967342"/>
              <a:gd name="connsiteY1096" fmla="*/ 190907 h 442564"/>
              <a:gd name="connsiteX1097" fmla="*/ 138814 w 1967342"/>
              <a:gd name="connsiteY1097" fmla="*/ 191147 h 442564"/>
              <a:gd name="connsiteX1098" fmla="*/ 163411 w 1967342"/>
              <a:gd name="connsiteY1098" fmla="*/ 192434 h 442564"/>
              <a:gd name="connsiteX1099" fmla="*/ 166158 w 1967342"/>
              <a:gd name="connsiteY1099" fmla="*/ 193895 h 442564"/>
              <a:gd name="connsiteX1100" fmla="*/ 193939 w 1967342"/>
              <a:gd name="connsiteY1100" fmla="*/ 202770 h 442564"/>
              <a:gd name="connsiteX1101" fmla="*/ 198910 w 1967342"/>
              <a:gd name="connsiteY1101" fmla="*/ 203097 h 442564"/>
              <a:gd name="connsiteX1102" fmla="*/ 205016 w 1967342"/>
              <a:gd name="connsiteY1102" fmla="*/ 202770 h 442564"/>
              <a:gd name="connsiteX1103" fmla="*/ 200219 w 1967342"/>
              <a:gd name="connsiteY1103" fmla="*/ 222721 h 442564"/>
              <a:gd name="connsiteX1104" fmla="*/ 221283 w 1967342"/>
              <a:gd name="connsiteY1104" fmla="*/ 224052 h 442564"/>
              <a:gd name="connsiteX1105" fmla="*/ 242325 w 1967342"/>
              <a:gd name="connsiteY1105" fmla="*/ 222721 h 442564"/>
              <a:gd name="connsiteX1106" fmla="*/ 237550 w 1967342"/>
              <a:gd name="connsiteY1106" fmla="*/ 202770 h 442564"/>
              <a:gd name="connsiteX1107" fmla="*/ 243633 w 1967342"/>
              <a:gd name="connsiteY1107" fmla="*/ 203097 h 442564"/>
              <a:gd name="connsiteX1108" fmla="*/ 248605 w 1967342"/>
              <a:gd name="connsiteY1108" fmla="*/ 202770 h 442564"/>
              <a:gd name="connsiteX1109" fmla="*/ 276407 w 1967342"/>
              <a:gd name="connsiteY1109" fmla="*/ 193895 h 442564"/>
              <a:gd name="connsiteX1110" fmla="*/ 279154 w 1967342"/>
              <a:gd name="connsiteY1110" fmla="*/ 192434 h 442564"/>
              <a:gd name="connsiteX1111" fmla="*/ 303751 w 1967342"/>
              <a:gd name="connsiteY1111" fmla="*/ 191147 h 442564"/>
              <a:gd name="connsiteX1112" fmla="*/ 308962 w 1967342"/>
              <a:gd name="connsiteY1112" fmla="*/ 190907 h 442564"/>
              <a:gd name="connsiteX1113" fmla="*/ 308744 w 1967342"/>
              <a:gd name="connsiteY1113" fmla="*/ 190864 h 442564"/>
              <a:gd name="connsiteX1114" fmla="*/ 322242 w 1967342"/>
              <a:gd name="connsiteY1114" fmla="*/ 189337 h 442564"/>
              <a:gd name="connsiteX1115" fmla="*/ 900919 w 1967342"/>
              <a:gd name="connsiteY1115" fmla="*/ 179001 h 442564"/>
              <a:gd name="connsiteX1116" fmla="*/ 895293 w 1967342"/>
              <a:gd name="connsiteY1116" fmla="*/ 179761 h 442564"/>
              <a:gd name="connsiteX1117" fmla="*/ 889517 w 1967342"/>
              <a:gd name="connsiteY1117" fmla="*/ 181661 h 442564"/>
              <a:gd name="connsiteX1118" fmla="*/ 885183 w 1967342"/>
              <a:gd name="connsiteY1118" fmla="*/ 184398 h 442564"/>
              <a:gd name="connsiteX1119" fmla="*/ 873932 w 1967342"/>
              <a:gd name="connsiteY1119" fmla="*/ 189263 h 442564"/>
              <a:gd name="connsiteX1120" fmla="*/ 870511 w 1967342"/>
              <a:gd name="connsiteY1120" fmla="*/ 195041 h 442564"/>
              <a:gd name="connsiteX1121" fmla="*/ 875376 w 1967342"/>
              <a:gd name="connsiteY1121" fmla="*/ 199906 h 442564"/>
              <a:gd name="connsiteX1122" fmla="*/ 883966 w 1967342"/>
              <a:gd name="connsiteY1122" fmla="*/ 197246 h 442564"/>
              <a:gd name="connsiteX1123" fmla="*/ 892025 w 1967342"/>
              <a:gd name="connsiteY1123" fmla="*/ 191012 h 442564"/>
              <a:gd name="connsiteX1124" fmla="*/ 898715 w 1967342"/>
              <a:gd name="connsiteY1124" fmla="*/ 185083 h 442564"/>
              <a:gd name="connsiteX1125" fmla="*/ 900919 w 1967342"/>
              <a:gd name="connsiteY1125" fmla="*/ 179001 h 442564"/>
              <a:gd name="connsiteX1126" fmla="*/ 1167980 w 1967342"/>
              <a:gd name="connsiteY1126" fmla="*/ 166762 h 442564"/>
              <a:gd name="connsiteX1127" fmla="*/ 1159085 w 1967342"/>
              <a:gd name="connsiteY1127" fmla="*/ 168282 h 442564"/>
              <a:gd name="connsiteX1128" fmla="*/ 1156956 w 1967342"/>
              <a:gd name="connsiteY1128" fmla="*/ 172995 h 442564"/>
              <a:gd name="connsiteX1129" fmla="*/ 1157641 w 1967342"/>
              <a:gd name="connsiteY1129" fmla="*/ 177405 h 442564"/>
              <a:gd name="connsiteX1130" fmla="*/ 1165243 w 1967342"/>
              <a:gd name="connsiteY1130" fmla="*/ 178240 h 442564"/>
              <a:gd name="connsiteX1131" fmla="*/ 1165319 w 1967342"/>
              <a:gd name="connsiteY1131" fmla="*/ 178240 h 442564"/>
              <a:gd name="connsiteX1132" fmla="*/ 1170412 w 1967342"/>
              <a:gd name="connsiteY1132" fmla="*/ 169422 h 442564"/>
              <a:gd name="connsiteX1133" fmla="*/ 1170430 w 1967342"/>
              <a:gd name="connsiteY1133" fmla="*/ 169020 h 442564"/>
              <a:gd name="connsiteX1134" fmla="*/ 1167980 w 1967342"/>
              <a:gd name="connsiteY1134" fmla="*/ 166762 h 442564"/>
              <a:gd name="connsiteX1135" fmla="*/ 1194586 w 1967342"/>
              <a:gd name="connsiteY1135" fmla="*/ 158855 h 442564"/>
              <a:gd name="connsiteX1136" fmla="*/ 1187669 w 1967342"/>
              <a:gd name="connsiteY1136" fmla="*/ 161136 h 442564"/>
              <a:gd name="connsiteX1137" fmla="*/ 1186832 w 1967342"/>
              <a:gd name="connsiteY1137" fmla="*/ 168054 h 442564"/>
              <a:gd name="connsiteX1138" fmla="*/ 1191089 w 1967342"/>
              <a:gd name="connsiteY1138" fmla="*/ 171930 h 442564"/>
              <a:gd name="connsiteX1139" fmla="*/ 1198691 w 1967342"/>
              <a:gd name="connsiteY1139" fmla="*/ 166229 h 442564"/>
              <a:gd name="connsiteX1140" fmla="*/ 1198996 w 1967342"/>
              <a:gd name="connsiteY1140" fmla="*/ 166229 h 442564"/>
              <a:gd name="connsiteX1141" fmla="*/ 1198996 w 1967342"/>
              <a:gd name="connsiteY1141" fmla="*/ 160452 h 442564"/>
              <a:gd name="connsiteX1142" fmla="*/ 1194586 w 1967342"/>
              <a:gd name="connsiteY1142" fmla="*/ 158855 h 442564"/>
              <a:gd name="connsiteX1143" fmla="*/ 916580 w 1967342"/>
              <a:gd name="connsiteY1143" fmla="*/ 150112 h 442564"/>
              <a:gd name="connsiteX1144" fmla="*/ 923117 w 1967342"/>
              <a:gd name="connsiteY1144" fmla="*/ 152622 h 442564"/>
              <a:gd name="connsiteX1145" fmla="*/ 930719 w 1967342"/>
              <a:gd name="connsiteY1145" fmla="*/ 152622 h 442564"/>
              <a:gd name="connsiteX1146" fmla="*/ 941438 w 1967342"/>
              <a:gd name="connsiteY1146" fmla="*/ 159615 h 442564"/>
              <a:gd name="connsiteX1147" fmla="*/ 944403 w 1967342"/>
              <a:gd name="connsiteY1147" fmla="*/ 168510 h 442564"/>
              <a:gd name="connsiteX1148" fmla="*/ 944403 w 1967342"/>
              <a:gd name="connsiteY1148" fmla="*/ 175428 h 442564"/>
              <a:gd name="connsiteX1149" fmla="*/ 935356 w 1967342"/>
              <a:gd name="connsiteY1149" fmla="*/ 184626 h 442564"/>
              <a:gd name="connsiteX1150" fmla="*/ 935052 w 1967342"/>
              <a:gd name="connsiteY1150" fmla="*/ 184626 h 442564"/>
              <a:gd name="connsiteX1151" fmla="*/ 930719 w 1967342"/>
              <a:gd name="connsiteY1151" fmla="*/ 192228 h 442564"/>
              <a:gd name="connsiteX1152" fmla="*/ 916503 w 1967342"/>
              <a:gd name="connsiteY1152" fmla="*/ 217011 h 442564"/>
              <a:gd name="connsiteX1153" fmla="*/ 910269 w 1967342"/>
              <a:gd name="connsiteY1153" fmla="*/ 224993 h 442564"/>
              <a:gd name="connsiteX1154" fmla="*/ 905632 w 1967342"/>
              <a:gd name="connsiteY1154" fmla="*/ 225601 h 442564"/>
              <a:gd name="connsiteX1155" fmla="*/ 901223 w 1967342"/>
              <a:gd name="connsiteY1155" fmla="*/ 230543 h 442564"/>
              <a:gd name="connsiteX1156" fmla="*/ 902668 w 1967342"/>
              <a:gd name="connsiteY1156" fmla="*/ 239589 h 442564"/>
              <a:gd name="connsiteX1157" fmla="*/ 902668 w 1967342"/>
              <a:gd name="connsiteY1157" fmla="*/ 279804 h 442564"/>
              <a:gd name="connsiteX1158" fmla="*/ 895066 w 1967342"/>
              <a:gd name="connsiteY1158" fmla="*/ 291207 h 442564"/>
              <a:gd name="connsiteX1159" fmla="*/ 886931 w 1967342"/>
              <a:gd name="connsiteY1159" fmla="*/ 299341 h 442564"/>
              <a:gd name="connsiteX1160" fmla="*/ 879329 w 1967342"/>
              <a:gd name="connsiteY1160" fmla="*/ 303218 h 442564"/>
              <a:gd name="connsiteX1161" fmla="*/ 875909 w 1967342"/>
              <a:gd name="connsiteY1161" fmla="*/ 300861 h 442564"/>
              <a:gd name="connsiteX1162" fmla="*/ 870587 w 1967342"/>
              <a:gd name="connsiteY1162" fmla="*/ 298505 h 442564"/>
              <a:gd name="connsiteX1163" fmla="*/ 866406 w 1967342"/>
              <a:gd name="connsiteY1163" fmla="*/ 295236 h 442564"/>
              <a:gd name="connsiteX1164" fmla="*/ 859412 w 1967342"/>
              <a:gd name="connsiteY1164" fmla="*/ 291815 h 442564"/>
              <a:gd name="connsiteX1165" fmla="*/ 855611 w 1967342"/>
              <a:gd name="connsiteY1165" fmla="*/ 284669 h 442564"/>
              <a:gd name="connsiteX1166" fmla="*/ 844892 w 1967342"/>
              <a:gd name="connsiteY1166" fmla="*/ 273722 h 442564"/>
              <a:gd name="connsiteX1167" fmla="*/ 851734 w 1967342"/>
              <a:gd name="connsiteY1167" fmla="*/ 270910 h 442564"/>
              <a:gd name="connsiteX1168" fmla="*/ 861844 w 1967342"/>
              <a:gd name="connsiteY1168" fmla="*/ 274406 h 442564"/>
              <a:gd name="connsiteX1169" fmla="*/ 869979 w 1967342"/>
              <a:gd name="connsiteY1169" fmla="*/ 264904 h 442564"/>
              <a:gd name="connsiteX1170" fmla="*/ 869979 w 1967342"/>
              <a:gd name="connsiteY1170" fmla="*/ 258290 h 442564"/>
              <a:gd name="connsiteX1171" fmla="*/ 869979 w 1967342"/>
              <a:gd name="connsiteY1171" fmla="*/ 249244 h 442564"/>
              <a:gd name="connsiteX1172" fmla="*/ 871423 w 1967342"/>
              <a:gd name="connsiteY1172" fmla="*/ 237156 h 442564"/>
              <a:gd name="connsiteX1173" fmla="*/ 869219 w 1967342"/>
              <a:gd name="connsiteY1173" fmla="*/ 233051 h 442564"/>
              <a:gd name="connsiteX1174" fmla="*/ 862681 w 1967342"/>
              <a:gd name="connsiteY1174" fmla="*/ 231226 h 442564"/>
              <a:gd name="connsiteX1175" fmla="*/ 857511 w 1967342"/>
              <a:gd name="connsiteY1175" fmla="*/ 232139 h 442564"/>
              <a:gd name="connsiteX1176" fmla="*/ 849225 w 1967342"/>
              <a:gd name="connsiteY1176" fmla="*/ 231379 h 442564"/>
              <a:gd name="connsiteX1177" fmla="*/ 846260 w 1967342"/>
              <a:gd name="connsiteY1177" fmla="*/ 228718 h 442564"/>
              <a:gd name="connsiteX1178" fmla="*/ 844587 w 1967342"/>
              <a:gd name="connsiteY1178" fmla="*/ 222636 h 442564"/>
              <a:gd name="connsiteX1179" fmla="*/ 843144 w 1967342"/>
              <a:gd name="connsiteY1179" fmla="*/ 219367 h 442564"/>
              <a:gd name="connsiteX1180" fmla="*/ 842383 w 1967342"/>
              <a:gd name="connsiteY1180" fmla="*/ 212982 h 442564"/>
              <a:gd name="connsiteX1181" fmla="*/ 840330 w 1967342"/>
              <a:gd name="connsiteY1181" fmla="*/ 203632 h 442564"/>
              <a:gd name="connsiteX1182" fmla="*/ 838354 w 1967342"/>
              <a:gd name="connsiteY1182" fmla="*/ 191620 h 442564"/>
              <a:gd name="connsiteX1183" fmla="*/ 837746 w 1967342"/>
              <a:gd name="connsiteY1183" fmla="*/ 179457 h 442564"/>
              <a:gd name="connsiteX1184" fmla="*/ 845348 w 1967342"/>
              <a:gd name="connsiteY1184" fmla="*/ 165697 h 442564"/>
              <a:gd name="connsiteX1185" fmla="*/ 852342 w 1967342"/>
              <a:gd name="connsiteY1185" fmla="*/ 162580 h 442564"/>
              <a:gd name="connsiteX1186" fmla="*/ 858575 w 1967342"/>
              <a:gd name="connsiteY1186" fmla="*/ 165849 h 442564"/>
              <a:gd name="connsiteX1187" fmla="*/ 861540 w 1967342"/>
              <a:gd name="connsiteY1187" fmla="*/ 169802 h 442564"/>
              <a:gd name="connsiteX1188" fmla="*/ 874464 w 1967342"/>
              <a:gd name="connsiteY1188" fmla="*/ 166001 h 442564"/>
              <a:gd name="connsiteX1189" fmla="*/ 884042 w 1967342"/>
              <a:gd name="connsiteY1189" fmla="*/ 163416 h 442564"/>
              <a:gd name="connsiteX1190" fmla="*/ 891036 w 1967342"/>
              <a:gd name="connsiteY1190" fmla="*/ 160908 h 442564"/>
              <a:gd name="connsiteX1191" fmla="*/ 896510 w 1967342"/>
              <a:gd name="connsiteY1191" fmla="*/ 159311 h 442564"/>
              <a:gd name="connsiteX1192" fmla="*/ 904112 w 1967342"/>
              <a:gd name="connsiteY1192" fmla="*/ 156346 h 442564"/>
              <a:gd name="connsiteX1193" fmla="*/ 908446 w 1967342"/>
              <a:gd name="connsiteY1193" fmla="*/ 153534 h 442564"/>
              <a:gd name="connsiteX1194" fmla="*/ 912246 w 1967342"/>
              <a:gd name="connsiteY1194" fmla="*/ 151557 h 442564"/>
              <a:gd name="connsiteX1195" fmla="*/ 916580 w 1967342"/>
              <a:gd name="connsiteY1195" fmla="*/ 150112 h 442564"/>
              <a:gd name="connsiteX1196" fmla="*/ 1165699 w 1967342"/>
              <a:gd name="connsiteY1196" fmla="*/ 137646 h 442564"/>
              <a:gd name="connsiteX1197" fmla="*/ 1158097 w 1967342"/>
              <a:gd name="connsiteY1197" fmla="*/ 142891 h 442564"/>
              <a:gd name="connsiteX1198" fmla="*/ 1158933 w 1967342"/>
              <a:gd name="connsiteY1198" fmla="*/ 150493 h 442564"/>
              <a:gd name="connsiteX1199" fmla="*/ 1162201 w 1967342"/>
              <a:gd name="connsiteY1199" fmla="*/ 152470 h 442564"/>
              <a:gd name="connsiteX1200" fmla="*/ 1170868 w 1967342"/>
              <a:gd name="connsiteY1200" fmla="*/ 144260 h 442564"/>
              <a:gd name="connsiteX1201" fmla="*/ 1171248 w 1967342"/>
              <a:gd name="connsiteY1201" fmla="*/ 144031 h 442564"/>
              <a:gd name="connsiteX1202" fmla="*/ 1165699 w 1967342"/>
              <a:gd name="connsiteY1202" fmla="*/ 137646 h 442564"/>
              <a:gd name="connsiteX1203" fmla="*/ 1206750 w 1967342"/>
              <a:gd name="connsiteY1203" fmla="*/ 126470 h 442564"/>
              <a:gd name="connsiteX1204" fmla="*/ 1189341 w 1967342"/>
              <a:gd name="connsiteY1204" fmla="*/ 133312 h 442564"/>
              <a:gd name="connsiteX1205" fmla="*/ 1191850 w 1967342"/>
              <a:gd name="connsiteY1205" fmla="*/ 141522 h 442564"/>
              <a:gd name="connsiteX1206" fmla="*/ 1201200 w 1967342"/>
              <a:gd name="connsiteY1206" fmla="*/ 142054 h 442564"/>
              <a:gd name="connsiteX1207" fmla="*/ 1207434 w 1967342"/>
              <a:gd name="connsiteY1207" fmla="*/ 133160 h 442564"/>
              <a:gd name="connsiteX1208" fmla="*/ 1206750 w 1967342"/>
              <a:gd name="connsiteY1208" fmla="*/ 126470 h 442564"/>
              <a:gd name="connsiteX1209" fmla="*/ 1455187 w 1967342"/>
              <a:gd name="connsiteY1209" fmla="*/ 124722 h 442564"/>
              <a:gd name="connsiteX1210" fmla="*/ 1460280 w 1967342"/>
              <a:gd name="connsiteY1210" fmla="*/ 127687 h 442564"/>
              <a:gd name="connsiteX1211" fmla="*/ 1467882 w 1967342"/>
              <a:gd name="connsiteY1211" fmla="*/ 134757 h 442564"/>
              <a:gd name="connsiteX1212" fmla="*/ 1470162 w 1967342"/>
              <a:gd name="connsiteY1212" fmla="*/ 141751 h 442564"/>
              <a:gd name="connsiteX1213" fmla="*/ 1473127 w 1967342"/>
              <a:gd name="connsiteY1213" fmla="*/ 146388 h 442564"/>
              <a:gd name="connsiteX1214" fmla="*/ 1461344 w 1967342"/>
              <a:gd name="connsiteY1214" fmla="*/ 157335 h 442564"/>
              <a:gd name="connsiteX1215" fmla="*/ 1452070 w 1967342"/>
              <a:gd name="connsiteY1215" fmla="*/ 164937 h 442564"/>
              <a:gd name="connsiteX1216" fmla="*/ 1444924 w 1967342"/>
              <a:gd name="connsiteY1216" fmla="*/ 169727 h 442564"/>
              <a:gd name="connsiteX1217" fmla="*/ 1430708 w 1967342"/>
              <a:gd name="connsiteY1217" fmla="*/ 179686 h 442564"/>
              <a:gd name="connsiteX1218" fmla="*/ 1434129 w 1967342"/>
              <a:gd name="connsiteY1218" fmla="*/ 191545 h 442564"/>
              <a:gd name="connsiteX1219" fmla="*/ 1431772 w 1967342"/>
              <a:gd name="connsiteY1219" fmla="*/ 197018 h 442564"/>
              <a:gd name="connsiteX1220" fmla="*/ 1429872 w 1967342"/>
              <a:gd name="connsiteY1220" fmla="*/ 202035 h 442564"/>
              <a:gd name="connsiteX1221" fmla="*/ 1428427 w 1967342"/>
              <a:gd name="connsiteY1221" fmla="*/ 207357 h 442564"/>
              <a:gd name="connsiteX1222" fmla="*/ 1427439 w 1967342"/>
              <a:gd name="connsiteY1222" fmla="*/ 212982 h 442564"/>
              <a:gd name="connsiteX1223" fmla="*/ 1428199 w 1967342"/>
              <a:gd name="connsiteY1223" fmla="*/ 227578 h 442564"/>
              <a:gd name="connsiteX1224" fmla="*/ 1454503 w 1967342"/>
              <a:gd name="connsiteY1224" fmla="*/ 226970 h 442564"/>
              <a:gd name="connsiteX1225" fmla="*/ 1461345 w 1967342"/>
              <a:gd name="connsiteY1225" fmla="*/ 224310 h 442564"/>
              <a:gd name="connsiteX1226" fmla="*/ 1467882 w 1967342"/>
              <a:gd name="connsiteY1226" fmla="*/ 223625 h 442564"/>
              <a:gd name="connsiteX1227" fmla="*/ 1475029 w 1967342"/>
              <a:gd name="connsiteY1227" fmla="*/ 225526 h 442564"/>
              <a:gd name="connsiteX1228" fmla="*/ 1482022 w 1967342"/>
              <a:gd name="connsiteY1228" fmla="*/ 229403 h 442564"/>
              <a:gd name="connsiteX1229" fmla="*/ 1491144 w 1967342"/>
              <a:gd name="connsiteY1229" fmla="*/ 237005 h 442564"/>
              <a:gd name="connsiteX1230" fmla="*/ 1491981 w 1967342"/>
              <a:gd name="connsiteY1230" fmla="*/ 243239 h 442564"/>
              <a:gd name="connsiteX1231" fmla="*/ 1490688 w 1967342"/>
              <a:gd name="connsiteY1231" fmla="*/ 243390 h 442564"/>
              <a:gd name="connsiteX1232" fmla="*/ 1491600 w 1967342"/>
              <a:gd name="connsiteY1232" fmla="*/ 245671 h 442564"/>
              <a:gd name="connsiteX1233" fmla="*/ 1492209 w 1967342"/>
              <a:gd name="connsiteY1233" fmla="*/ 249016 h 442564"/>
              <a:gd name="connsiteX1234" fmla="*/ 1489928 w 1967342"/>
              <a:gd name="connsiteY1234" fmla="*/ 254414 h 442564"/>
              <a:gd name="connsiteX1235" fmla="*/ 1485367 w 1967342"/>
              <a:gd name="connsiteY1235" fmla="*/ 259051 h 442564"/>
              <a:gd name="connsiteX1236" fmla="*/ 1476472 w 1967342"/>
              <a:gd name="connsiteY1236" fmla="*/ 259583 h 442564"/>
              <a:gd name="connsiteX1237" fmla="*/ 1466818 w 1967342"/>
              <a:gd name="connsiteY1237" fmla="*/ 257911 h 442564"/>
              <a:gd name="connsiteX1238" fmla="*/ 1456935 w 1967342"/>
              <a:gd name="connsiteY1238" fmla="*/ 258747 h 442564"/>
              <a:gd name="connsiteX1239" fmla="*/ 1440591 w 1967342"/>
              <a:gd name="connsiteY1239" fmla="*/ 257378 h 442564"/>
              <a:gd name="connsiteX1240" fmla="*/ 1425386 w 1967342"/>
              <a:gd name="connsiteY1240" fmla="*/ 257378 h 442564"/>
              <a:gd name="connsiteX1241" fmla="*/ 1410182 w 1967342"/>
              <a:gd name="connsiteY1241" fmla="*/ 258595 h 442564"/>
              <a:gd name="connsiteX1242" fmla="*/ 1395662 w 1967342"/>
              <a:gd name="connsiteY1242" fmla="*/ 260647 h 442564"/>
              <a:gd name="connsiteX1243" fmla="*/ 1379166 w 1967342"/>
              <a:gd name="connsiteY1243" fmla="*/ 260267 h 442564"/>
              <a:gd name="connsiteX1244" fmla="*/ 1349898 w 1967342"/>
              <a:gd name="connsiteY1244" fmla="*/ 266273 h 442564"/>
              <a:gd name="connsiteX1245" fmla="*/ 1314016 w 1967342"/>
              <a:gd name="connsiteY1245" fmla="*/ 279957 h 442564"/>
              <a:gd name="connsiteX1246" fmla="*/ 1300332 w 1967342"/>
              <a:gd name="connsiteY1246" fmla="*/ 267033 h 442564"/>
              <a:gd name="connsiteX1247" fmla="*/ 1300332 w 1967342"/>
              <a:gd name="connsiteY1247" fmla="*/ 259431 h 442564"/>
              <a:gd name="connsiteX1248" fmla="*/ 1299496 w 1967342"/>
              <a:gd name="connsiteY1248" fmla="*/ 250157 h 442564"/>
              <a:gd name="connsiteX1249" fmla="*/ 1314700 w 1967342"/>
              <a:gd name="connsiteY1249" fmla="*/ 241870 h 442564"/>
              <a:gd name="connsiteX1250" fmla="*/ 1323519 w 1967342"/>
              <a:gd name="connsiteY1250" fmla="*/ 242706 h 442564"/>
              <a:gd name="connsiteX1251" fmla="*/ 1341764 w 1967342"/>
              <a:gd name="connsiteY1251" fmla="*/ 235788 h 442564"/>
              <a:gd name="connsiteX1252" fmla="*/ 1349366 w 1967342"/>
              <a:gd name="connsiteY1252" fmla="*/ 234345 h 442564"/>
              <a:gd name="connsiteX1253" fmla="*/ 1369359 w 1967342"/>
              <a:gd name="connsiteY1253" fmla="*/ 225982 h 442564"/>
              <a:gd name="connsiteX1254" fmla="*/ 1385019 w 1967342"/>
              <a:gd name="connsiteY1254" fmla="*/ 199223 h 442564"/>
              <a:gd name="connsiteX1255" fmla="*/ 1386616 w 1967342"/>
              <a:gd name="connsiteY1255" fmla="*/ 190253 h 442564"/>
              <a:gd name="connsiteX1256" fmla="*/ 1385019 w 1967342"/>
              <a:gd name="connsiteY1256" fmla="*/ 183182 h 442564"/>
              <a:gd name="connsiteX1257" fmla="*/ 1377417 w 1967342"/>
              <a:gd name="connsiteY1257" fmla="*/ 184398 h 442564"/>
              <a:gd name="connsiteX1258" fmla="*/ 1367459 w 1967342"/>
              <a:gd name="connsiteY1258" fmla="*/ 185083 h 442564"/>
              <a:gd name="connsiteX1259" fmla="*/ 1364418 w 1967342"/>
              <a:gd name="connsiteY1259" fmla="*/ 176037 h 442564"/>
              <a:gd name="connsiteX1260" fmla="*/ 1358488 w 1967342"/>
              <a:gd name="connsiteY1260" fmla="*/ 165165 h 442564"/>
              <a:gd name="connsiteX1261" fmla="*/ 1356968 w 1967342"/>
              <a:gd name="connsiteY1261" fmla="*/ 156423 h 442564"/>
              <a:gd name="connsiteX1262" fmla="*/ 1356208 w 1967342"/>
              <a:gd name="connsiteY1262" fmla="*/ 147985 h 442564"/>
              <a:gd name="connsiteX1263" fmla="*/ 1363810 w 1967342"/>
              <a:gd name="connsiteY1263" fmla="*/ 141675 h 442564"/>
              <a:gd name="connsiteX1264" fmla="*/ 1377190 w 1967342"/>
              <a:gd name="connsiteY1264" fmla="*/ 144868 h 442564"/>
              <a:gd name="connsiteX1265" fmla="*/ 1409118 w 1967342"/>
              <a:gd name="connsiteY1265" fmla="*/ 139547 h 442564"/>
              <a:gd name="connsiteX1266" fmla="*/ 1414668 w 1967342"/>
              <a:gd name="connsiteY1266" fmla="*/ 138026 h 442564"/>
              <a:gd name="connsiteX1267" fmla="*/ 1418621 w 1967342"/>
              <a:gd name="connsiteY1267" fmla="*/ 136506 h 442564"/>
              <a:gd name="connsiteX1268" fmla="*/ 1442567 w 1967342"/>
              <a:gd name="connsiteY1268" fmla="*/ 126395 h 442564"/>
              <a:gd name="connsiteX1269" fmla="*/ 1449333 w 1967342"/>
              <a:gd name="connsiteY1269" fmla="*/ 125559 h 442564"/>
              <a:gd name="connsiteX1270" fmla="*/ 1455187 w 1967342"/>
              <a:gd name="connsiteY1270" fmla="*/ 124722 h 442564"/>
              <a:gd name="connsiteX1271" fmla="*/ 1118870 w 1967342"/>
              <a:gd name="connsiteY1271" fmla="*/ 115904 h 442564"/>
              <a:gd name="connsiteX1272" fmla="*/ 1125712 w 1967342"/>
              <a:gd name="connsiteY1272" fmla="*/ 124874 h 442564"/>
              <a:gd name="connsiteX1273" fmla="*/ 1124115 w 1967342"/>
              <a:gd name="connsiteY1273" fmla="*/ 133920 h 442564"/>
              <a:gd name="connsiteX1274" fmla="*/ 1120998 w 1967342"/>
              <a:gd name="connsiteY1274" fmla="*/ 144259 h 442564"/>
              <a:gd name="connsiteX1275" fmla="*/ 1115373 w 1967342"/>
              <a:gd name="connsiteY1275" fmla="*/ 151861 h 442564"/>
              <a:gd name="connsiteX1276" fmla="*/ 1106023 w 1967342"/>
              <a:gd name="connsiteY1276" fmla="*/ 162200 h 442564"/>
              <a:gd name="connsiteX1277" fmla="*/ 1105035 w 1967342"/>
              <a:gd name="connsiteY1277" fmla="*/ 173679 h 442564"/>
              <a:gd name="connsiteX1278" fmla="*/ 1105719 w 1967342"/>
              <a:gd name="connsiteY1278" fmla="*/ 181281 h 442564"/>
              <a:gd name="connsiteX1279" fmla="*/ 1111800 w 1967342"/>
              <a:gd name="connsiteY1279" fmla="*/ 181281 h 442564"/>
              <a:gd name="connsiteX1280" fmla="*/ 1113777 w 1967342"/>
              <a:gd name="connsiteY1280" fmla="*/ 186830 h 442564"/>
              <a:gd name="connsiteX1281" fmla="*/ 1117502 w 1967342"/>
              <a:gd name="connsiteY1281" fmla="*/ 195725 h 442564"/>
              <a:gd name="connsiteX1282" fmla="*/ 1116210 w 1967342"/>
              <a:gd name="connsiteY1282" fmla="*/ 199298 h 442564"/>
              <a:gd name="connsiteX1283" fmla="*/ 1098649 w 1967342"/>
              <a:gd name="connsiteY1283" fmla="*/ 216175 h 442564"/>
              <a:gd name="connsiteX1284" fmla="*/ 1099485 w 1967342"/>
              <a:gd name="connsiteY1284" fmla="*/ 223093 h 442564"/>
              <a:gd name="connsiteX1285" fmla="*/ 1106175 w 1967342"/>
              <a:gd name="connsiteY1285" fmla="*/ 223093 h 442564"/>
              <a:gd name="connsiteX1286" fmla="*/ 1105947 w 1967342"/>
              <a:gd name="connsiteY1286" fmla="*/ 223548 h 442564"/>
              <a:gd name="connsiteX1287" fmla="*/ 1112028 w 1967342"/>
              <a:gd name="connsiteY1287" fmla="*/ 227502 h 442564"/>
              <a:gd name="connsiteX1288" fmla="*/ 1113853 w 1967342"/>
              <a:gd name="connsiteY1288" fmla="*/ 234040 h 442564"/>
              <a:gd name="connsiteX1289" fmla="*/ 1096749 w 1967342"/>
              <a:gd name="connsiteY1289" fmla="*/ 254565 h 442564"/>
              <a:gd name="connsiteX1290" fmla="*/ 1068849 w 1967342"/>
              <a:gd name="connsiteY1290" fmla="*/ 268477 h 442564"/>
              <a:gd name="connsiteX1291" fmla="*/ 1055241 w 1967342"/>
              <a:gd name="connsiteY1291" fmla="*/ 280640 h 442564"/>
              <a:gd name="connsiteX1292" fmla="*/ 1049844 w 1967342"/>
              <a:gd name="connsiteY1292" fmla="*/ 280640 h 442564"/>
              <a:gd name="connsiteX1293" fmla="*/ 1042242 w 1967342"/>
              <a:gd name="connsiteY1293" fmla="*/ 278511 h 442564"/>
              <a:gd name="connsiteX1294" fmla="*/ 1038973 w 1967342"/>
              <a:gd name="connsiteY1294" fmla="*/ 271822 h 442564"/>
              <a:gd name="connsiteX1295" fmla="*/ 1034259 w 1967342"/>
              <a:gd name="connsiteY1295" fmla="*/ 265056 h 442564"/>
              <a:gd name="connsiteX1296" fmla="*/ 1032131 w 1967342"/>
              <a:gd name="connsiteY1296" fmla="*/ 252740 h 442564"/>
              <a:gd name="connsiteX1297" fmla="*/ 1044218 w 1967342"/>
              <a:gd name="connsiteY1297" fmla="*/ 241109 h 442564"/>
              <a:gd name="connsiteX1298" fmla="*/ 1051136 w 1967342"/>
              <a:gd name="connsiteY1298" fmla="*/ 236016 h 442564"/>
              <a:gd name="connsiteX1299" fmla="*/ 1056077 w 1967342"/>
              <a:gd name="connsiteY1299" fmla="*/ 230922 h 442564"/>
              <a:gd name="connsiteX1300" fmla="*/ 1057370 w 1967342"/>
              <a:gd name="connsiteY1300" fmla="*/ 225981 h 442564"/>
              <a:gd name="connsiteX1301" fmla="*/ 1058813 w 1967342"/>
              <a:gd name="connsiteY1301" fmla="*/ 219595 h 442564"/>
              <a:gd name="connsiteX1302" fmla="*/ 1056533 w 1967342"/>
              <a:gd name="connsiteY1302" fmla="*/ 214503 h 442564"/>
              <a:gd name="connsiteX1303" fmla="*/ 1053796 w 1967342"/>
              <a:gd name="connsiteY1303" fmla="*/ 210093 h 442564"/>
              <a:gd name="connsiteX1304" fmla="*/ 1048323 w 1967342"/>
              <a:gd name="connsiteY1304" fmla="*/ 200591 h 442564"/>
              <a:gd name="connsiteX1305" fmla="*/ 1057066 w 1967342"/>
              <a:gd name="connsiteY1305" fmla="*/ 191544 h 442564"/>
              <a:gd name="connsiteX1306" fmla="*/ 1062919 w 1967342"/>
              <a:gd name="connsiteY1306" fmla="*/ 191544 h 442564"/>
              <a:gd name="connsiteX1307" fmla="*/ 1071130 w 1967342"/>
              <a:gd name="connsiteY1307" fmla="*/ 184778 h 442564"/>
              <a:gd name="connsiteX1308" fmla="*/ 1072954 w 1967342"/>
              <a:gd name="connsiteY1308" fmla="*/ 172311 h 442564"/>
              <a:gd name="connsiteX1309" fmla="*/ 1066568 w 1967342"/>
              <a:gd name="connsiteY1309" fmla="*/ 166381 h 442564"/>
              <a:gd name="connsiteX1310" fmla="*/ 1058966 w 1967342"/>
              <a:gd name="connsiteY1310" fmla="*/ 163644 h 442564"/>
              <a:gd name="connsiteX1311" fmla="*/ 1054177 w 1967342"/>
              <a:gd name="connsiteY1311" fmla="*/ 158399 h 442564"/>
              <a:gd name="connsiteX1312" fmla="*/ 1050224 w 1967342"/>
              <a:gd name="connsiteY1312" fmla="*/ 155738 h 442564"/>
              <a:gd name="connsiteX1313" fmla="*/ 1048095 w 1967342"/>
              <a:gd name="connsiteY1313" fmla="*/ 146844 h 442564"/>
              <a:gd name="connsiteX1314" fmla="*/ 1052200 w 1967342"/>
              <a:gd name="connsiteY1314" fmla="*/ 144259 h 442564"/>
              <a:gd name="connsiteX1315" fmla="*/ 1055317 w 1967342"/>
              <a:gd name="connsiteY1315" fmla="*/ 139470 h 442564"/>
              <a:gd name="connsiteX1316" fmla="*/ 1061931 w 1967342"/>
              <a:gd name="connsiteY1316" fmla="*/ 135593 h 442564"/>
              <a:gd name="connsiteX1317" fmla="*/ 1070598 w 1967342"/>
              <a:gd name="connsiteY1317" fmla="*/ 134605 h 442564"/>
              <a:gd name="connsiteX1318" fmla="*/ 1108151 w 1967342"/>
              <a:gd name="connsiteY1318" fmla="*/ 116664 h 442564"/>
              <a:gd name="connsiteX1319" fmla="*/ 1118870 w 1967342"/>
              <a:gd name="connsiteY1319" fmla="*/ 115904 h 442564"/>
              <a:gd name="connsiteX1320" fmla="*/ 1643566 w 1967342"/>
              <a:gd name="connsiteY1320" fmla="*/ 115600 h 442564"/>
              <a:gd name="connsiteX1321" fmla="*/ 1654589 w 1967342"/>
              <a:gd name="connsiteY1321" fmla="*/ 116055 h 442564"/>
              <a:gd name="connsiteX1322" fmla="*/ 1663407 w 1967342"/>
              <a:gd name="connsiteY1322" fmla="*/ 123278 h 442564"/>
              <a:gd name="connsiteX1323" fmla="*/ 1665460 w 1967342"/>
              <a:gd name="connsiteY1323" fmla="*/ 129511 h 442564"/>
              <a:gd name="connsiteX1324" fmla="*/ 1666676 w 1967342"/>
              <a:gd name="connsiteY1324" fmla="*/ 135517 h 442564"/>
              <a:gd name="connsiteX1325" fmla="*/ 1662039 w 1967342"/>
              <a:gd name="connsiteY1325" fmla="*/ 146692 h 442564"/>
              <a:gd name="connsiteX1326" fmla="*/ 1662039 w 1967342"/>
              <a:gd name="connsiteY1326" fmla="*/ 153229 h 442564"/>
              <a:gd name="connsiteX1327" fmla="*/ 1666525 w 1967342"/>
              <a:gd name="connsiteY1327" fmla="*/ 152090 h 442564"/>
              <a:gd name="connsiteX1328" fmla="*/ 1672150 w 1967342"/>
              <a:gd name="connsiteY1328" fmla="*/ 149580 h 442564"/>
              <a:gd name="connsiteX1329" fmla="*/ 1678764 w 1967342"/>
              <a:gd name="connsiteY1329" fmla="*/ 147300 h 442564"/>
              <a:gd name="connsiteX1330" fmla="*/ 1686366 w 1967342"/>
              <a:gd name="connsiteY1330" fmla="*/ 141827 h 442564"/>
              <a:gd name="connsiteX1331" fmla="*/ 1698225 w 1967342"/>
              <a:gd name="connsiteY1331" fmla="*/ 141827 h 442564"/>
              <a:gd name="connsiteX1332" fmla="*/ 1708564 w 1967342"/>
              <a:gd name="connsiteY1332" fmla="*/ 145172 h 442564"/>
              <a:gd name="connsiteX1333" fmla="*/ 1715709 w 1967342"/>
              <a:gd name="connsiteY1333" fmla="*/ 158779 h 442564"/>
              <a:gd name="connsiteX1334" fmla="*/ 1712973 w 1967342"/>
              <a:gd name="connsiteY1334" fmla="*/ 162200 h 442564"/>
              <a:gd name="connsiteX1335" fmla="*/ 1707272 w 1967342"/>
              <a:gd name="connsiteY1335" fmla="*/ 166457 h 442564"/>
              <a:gd name="connsiteX1336" fmla="*/ 1694119 w 1967342"/>
              <a:gd name="connsiteY1336" fmla="*/ 172082 h 442564"/>
              <a:gd name="connsiteX1337" fmla="*/ 1686517 w 1967342"/>
              <a:gd name="connsiteY1337" fmla="*/ 175352 h 442564"/>
              <a:gd name="connsiteX1338" fmla="*/ 1677700 w 1967342"/>
              <a:gd name="connsiteY1338" fmla="*/ 176492 h 442564"/>
              <a:gd name="connsiteX1339" fmla="*/ 1664168 w 1967342"/>
              <a:gd name="connsiteY1339" fmla="*/ 181661 h 442564"/>
              <a:gd name="connsiteX1340" fmla="*/ 1659682 w 1967342"/>
              <a:gd name="connsiteY1340" fmla="*/ 188199 h 442564"/>
              <a:gd name="connsiteX1341" fmla="*/ 1661279 w 1967342"/>
              <a:gd name="connsiteY1341" fmla="*/ 198690 h 442564"/>
              <a:gd name="connsiteX1342" fmla="*/ 1683629 w 1967342"/>
              <a:gd name="connsiteY1342" fmla="*/ 221496 h 442564"/>
              <a:gd name="connsiteX1343" fmla="*/ 1700125 w 1967342"/>
              <a:gd name="connsiteY1343" fmla="*/ 240121 h 442564"/>
              <a:gd name="connsiteX1344" fmla="*/ 1717078 w 1967342"/>
              <a:gd name="connsiteY1344" fmla="*/ 251752 h 442564"/>
              <a:gd name="connsiteX1345" fmla="*/ 1726809 w 1967342"/>
              <a:gd name="connsiteY1345" fmla="*/ 255554 h 442564"/>
              <a:gd name="connsiteX1346" fmla="*/ 1734411 w 1967342"/>
              <a:gd name="connsiteY1346" fmla="*/ 260343 h 442564"/>
              <a:gd name="connsiteX1347" fmla="*/ 1751211 w 1967342"/>
              <a:gd name="connsiteY1347" fmla="*/ 266576 h 442564"/>
              <a:gd name="connsiteX1348" fmla="*/ 1756989 w 1967342"/>
              <a:gd name="connsiteY1348" fmla="*/ 269237 h 442564"/>
              <a:gd name="connsiteX1349" fmla="*/ 1756381 w 1967342"/>
              <a:gd name="connsiteY1349" fmla="*/ 269997 h 442564"/>
              <a:gd name="connsiteX1350" fmla="*/ 1754556 w 1967342"/>
              <a:gd name="connsiteY1350" fmla="*/ 274407 h 442564"/>
              <a:gd name="connsiteX1351" fmla="*/ 1753720 w 1967342"/>
              <a:gd name="connsiteY1351" fmla="*/ 280640 h 442564"/>
              <a:gd name="connsiteX1352" fmla="*/ 1744066 w 1967342"/>
              <a:gd name="connsiteY1352" fmla="*/ 285658 h 442564"/>
              <a:gd name="connsiteX1353" fmla="*/ 1740113 w 1967342"/>
              <a:gd name="connsiteY1353" fmla="*/ 288927 h 442564"/>
              <a:gd name="connsiteX1354" fmla="*/ 1736159 w 1967342"/>
              <a:gd name="connsiteY1354" fmla="*/ 289763 h 442564"/>
              <a:gd name="connsiteX1355" fmla="*/ 1727264 w 1967342"/>
              <a:gd name="connsiteY1355" fmla="*/ 289231 h 442564"/>
              <a:gd name="connsiteX1356" fmla="*/ 1718066 w 1967342"/>
              <a:gd name="connsiteY1356" fmla="*/ 289231 h 442564"/>
              <a:gd name="connsiteX1357" fmla="*/ 1710008 w 1967342"/>
              <a:gd name="connsiteY1357" fmla="*/ 287711 h 442564"/>
              <a:gd name="connsiteX1358" fmla="*/ 1697389 w 1967342"/>
              <a:gd name="connsiteY1358" fmla="*/ 285962 h 442564"/>
              <a:gd name="connsiteX1359" fmla="*/ 1690243 w 1967342"/>
              <a:gd name="connsiteY1359" fmla="*/ 281021 h 442564"/>
              <a:gd name="connsiteX1360" fmla="*/ 1679296 w 1967342"/>
              <a:gd name="connsiteY1360" fmla="*/ 261483 h 442564"/>
              <a:gd name="connsiteX1361" fmla="*/ 1666904 w 1967342"/>
              <a:gd name="connsiteY1361" fmla="*/ 245747 h 442564"/>
              <a:gd name="connsiteX1362" fmla="*/ 1659302 w 1967342"/>
              <a:gd name="connsiteY1362" fmla="*/ 237156 h 442564"/>
              <a:gd name="connsiteX1363" fmla="*/ 1642045 w 1967342"/>
              <a:gd name="connsiteY1363" fmla="*/ 221952 h 442564"/>
              <a:gd name="connsiteX1364" fmla="*/ 1630110 w 1967342"/>
              <a:gd name="connsiteY1364" fmla="*/ 240045 h 442564"/>
              <a:gd name="connsiteX1365" fmla="*/ 1612854 w 1967342"/>
              <a:gd name="connsiteY1365" fmla="*/ 256922 h 442564"/>
              <a:gd name="connsiteX1366" fmla="*/ 1595141 w 1967342"/>
              <a:gd name="connsiteY1366" fmla="*/ 267717 h 442564"/>
              <a:gd name="connsiteX1367" fmla="*/ 1581990 w 1967342"/>
              <a:gd name="connsiteY1367" fmla="*/ 274863 h 442564"/>
              <a:gd name="connsiteX1368" fmla="*/ 1569902 w 1967342"/>
              <a:gd name="connsiteY1368" fmla="*/ 277980 h 442564"/>
              <a:gd name="connsiteX1369" fmla="*/ 1563288 w 1967342"/>
              <a:gd name="connsiteY1369" fmla="*/ 279196 h 442564"/>
              <a:gd name="connsiteX1370" fmla="*/ 1558803 w 1967342"/>
              <a:gd name="connsiteY1370" fmla="*/ 275319 h 442564"/>
              <a:gd name="connsiteX1371" fmla="*/ 1555382 w 1967342"/>
              <a:gd name="connsiteY1371" fmla="*/ 268477 h 442564"/>
              <a:gd name="connsiteX1372" fmla="*/ 1549604 w 1967342"/>
              <a:gd name="connsiteY1372" fmla="*/ 266501 h 442564"/>
              <a:gd name="connsiteX1373" fmla="*/ 1553329 w 1967342"/>
              <a:gd name="connsiteY1373" fmla="*/ 262168 h 442564"/>
              <a:gd name="connsiteX1374" fmla="*/ 1561844 w 1967342"/>
              <a:gd name="connsiteY1374" fmla="*/ 257150 h 442564"/>
              <a:gd name="connsiteX1375" fmla="*/ 1567698 w 1967342"/>
              <a:gd name="connsiteY1375" fmla="*/ 252817 h 442564"/>
              <a:gd name="connsiteX1376" fmla="*/ 1571803 w 1967342"/>
              <a:gd name="connsiteY1376" fmla="*/ 250992 h 442564"/>
              <a:gd name="connsiteX1377" fmla="*/ 1599170 w 1967342"/>
              <a:gd name="connsiteY1377" fmla="*/ 224765 h 442564"/>
              <a:gd name="connsiteX1378" fmla="*/ 1609737 w 1967342"/>
              <a:gd name="connsiteY1378" fmla="*/ 206216 h 442564"/>
              <a:gd name="connsiteX1379" fmla="*/ 1611941 w 1967342"/>
              <a:gd name="connsiteY1379" fmla="*/ 198614 h 442564"/>
              <a:gd name="connsiteX1380" fmla="*/ 1606468 w 1967342"/>
              <a:gd name="connsiteY1380" fmla="*/ 198614 h 442564"/>
              <a:gd name="connsiteX1381" fmla="*/ 1602286 w 1967342"/>
              <a:gd name="connsiteY1381" fmla="*/ 198614 h 442564"/>
              <a:gd name="connsiteX1382" fmla="*/ 1596661 w 1967342"/>
              <a:gd name="connsiteY1382" fmla="*/ 200135 h 442564"/>
              <a:gd name="connsiteX1383" fmla="*/ 1591264 w 1967342"/>
              <a:gd name="connsiteY1383" fmla="*/ 200135 h 442564"/>
              <a:gd name="connsiteX1384" fmla="*/ 1582977 w 1967342"/>
              <a:gd name="connsiteY1384" fmla="*/ 196257 h 442564"/>
              <a:gd name="connsiteX1385" fmla="*/ 1573322 w 1967342"/>
              <a:gd name="connsiteY1385" fmla="*/ 184246 h 442564"/>
              <a:gd name="connsiteX1386" fmla="*/ 1575907 w 1967342"/>
              <a:gd name="connsiteY1386" fmla="*/ 176644 h 442564"/>
              <a:gd name="connsiteX1387" fmla="*/ 1580469 w 1967342"/>
              <a:gd name="connsiteY1387" fmla="*/ 171931 h 442564"/>
              <a:gd name="connsiteX1388" fmla="*/ 1586247 w 1967342"/>
              <a:gd name="connsiteY1388" fmla="*/ 169726 h 442564"/>
              <a:gd name="connsiteX1389" fmla="*/ 1591111 w 1967342"/>
              <a:gd name="connsiteY1389" fmla="*/ 166533 h 442564"/>
              <a:gd name="connsiteX1390" fmla="*/ 1602971 w 1967342"/>
              <a:gd name="connsiteY1390" fmla="*/ 166533 h 442564"/>
              <a:gd name="connsiteX1391" fmla="*/ 1622508 w 1967342"/>
              <a:gd name="connsiteY1391" fmla="*/ 159615 h 442564"/>
              <a:gd name="connsiteX1392" fmla="*/ 1626233 w 1967342"/>
              <a:gd name="connsiteY1392" fmla="*/ 141598 h 442564"/>
              <a:gd name="connsiteX1393" fmla="*/ 1627525 w 1967342"/>
              <a:gd name="connsiteY1393" fmla="*/ 130196 h 442564"/>
              <a:gd name="connsiteX1394" fmla="*/ 1626994 w 1967342"/>
              <a:gd name="connsiteY1394" fmla="*/ 120388 h 442564"/>
              <a:gd name="connsiteX1395" fmla="*/ 1630035 w 1967342"/>
              <a:gd name="connsiteY1395" fmla="*/ 116892 h 442564"/>
              <a:gd name="connsiteX1396" fmla="*/ 1637637 w 1967342"/>
              <a:gd name="connsiteY1396" fmla="*/ 117500 h 442564"/>
              <a:gd name="connsiteX1397" fmla="*/ 1643566 w 1967342"/>
              <a:gd name="connsiteY1397" fmla="*/ 115600 h 442564"/>
              <a:gd name="connsiteX1398" fmla="*/ 591287 w 1967342"/>
              <a:gd name="connsiteY1398" fmla="*/ 113167 h 442564"/>
              <a:gd name="connsiteX1399" fmla="*/ 596912 w 1967342"/>
              <a:gd name="connsiteY1399" fmla="*/ 116284 h 442564"/>
              <a:gd name="connsiteX1400" fmla="*/ 605882 w 1967342"/>
              <a:gd name="connsiteY1400" fmla="*/ 117272 h 442564"/>
              <a:gd name="connsiteX1401" fmla="*/ 615005 w 1967342"/>
              <a:gd name="connsiteY1401" fmla="*/ 117272 h 442564"/>
              <a:gd name="connsiteX1402" fmla="*/ 620935 w 1967342"/>
              <a:gd name="connsiteY1402" fmla="*/ 118793 h 442564"/>
              <a:gd name="connsiteX1403" fmla="*/ 626180 w 1967342"/>
              <a:gd name="connsiteY1403" fmla="*/ 121301 h 442564"/>
              <a:gd name="connsiteX1404" fmla="*/ 631806 w 1967342"/>
              <a:gd name="connsiteY1404" fmla="*/ 130044 h 442564"/>
              <a:gd name="connsiteX1405" fmla="*/ 630817 w 1967342"/>
              <a:gd name="connsiteY1405" fmla="*/ 130424 h 442564"/>
              <a:gd name="connsiteX1406" fmla="*/ 630361 w 1967342"/>
              <a:gd name="connsiteY1406" fmla="*/ 136201 h 442564"/>
              <a:gd name="connsiteX1407" fmla="*/ 630361 w 1967342"/>
              <a:gd name="connsiteY1407" fmla="*/ 145020 h 442564"/>
              <a:gd name="connsiteX1408" fmla="*/ 625876 w 1967342"/>
              <a:gd name="connsiteY1408" fmla="*/ 154599 h 442564"/>
              <a:gd name="connsiteX1409" fmla="*/ 624584 w 1967342"/>
              <a:gd name="connsiteY1409" fmla="*/ 164481 h 442564"/>
              <a:gd name="connsiteX1410" fmla="*/ 623595 w 1967342"/>
              <a:gd name="connsiteY1410" fmla="*/ 182422 h 442564"/>
              <a:gd name="connsiteX1411" fmla="*/ 621998 w 1967342"/>
              <a:gd name="connsiteY1411" fmla="*/ 193369 h 442564"/>
              <a:gd name="connsiteX1412" fmla="*/ 621314 w 1967342"/>
              <a:gd name="connsiteY1412" fmla="*/ 202643 h 442564"/>
              <a:gd name="connsiteX1413" fmla="*/ 623443 w 1967342"/>
              <a:gd name="connsiteY1413" fmla="*/ 208953 h 442564"/>
              <a:gd name="connsiteX1414" fmla="*/ 624051 w 1967342"/>
              <a:gd name="connsiteY1414" fmla="*/ 212602 h 442564"/>
              <a:gd name="connsiteX1415" fmla="*/ 625268 w 1967342"/>
              <a:gd name="connsiteY1415" fmla="*/ 218304 h 442564"/>
              <a:gd name="connsiteX1416" fmla="*/ 621847 w 1967342"/>
              <a:gd name="connsiteY1416" fmla="*/ 230543 h 442564"/>
              <a:gd name="connsiteX1417" fmla="*/ 617514 w 1967342"/>
              <a:gd name="connsiteY1417" fmla="*/ 237233 h 442564"/>
              <a:gd name="connsiteX1418" fmla="*/ 604590 w 1967342"/>
              <a:gd name="connsiteY1418" fmla="*/ 244835 h 442564"/>
              <a:gd name="connsiteX1419" fmla="*/ 593263 w 1967342"/>
              <a:gd name="connsiteY1419" fmla="*/ 255553 h 442564"/>
              <a:gd name="connsiteX1420" fmla="*/ 581328 w 1967342"/>
              <a:gd name="connsiteY1420" fmla="*/ 260951 h 442564"/>
              <a:gd name="connsiteX1421" fmla="*/ 566124 w 1967342"/>
              <a:gd name="connsiteY1421" fmla="*/ 269998 h 442564"/>
              <a:gd name="connsiteX1422" fmla="*/ 556773 w 1967342"/>
              <a:gd name="connsiteY1422" fmla="*/ 273951 h 442564"/>
              <a:gd name="connsiteX1423" fmla="*/ 542177 w 1967342"/>
              <a:gd name="connsiteY1423" fmla="*/ 284442 h 442564"/>
              <a:gd name="connsiteX1424" fmla="*/ 532826 w 1967342"/>
              <a:gd name="connsiteY1424" fmla="*/ 276004 h 442564"/>
              <a:gd name="connsiteX1425" fmla="*/ 526821 w 1967342"/>
              <a:gd name="connsiteY1425" fmla="*/ 271367 h 442564"/>
              <a:gd name="connsiteX1426" fmla="*/ 525148 w 1967342"/>
              <a:gd name="connsiteY1426" fmla="*/ 263765 h 442564"/>
              <a:gd name="connsiteX1427" fmla="*/ 523019 w 1967342"/>
              <a:gd name="connsiteY1427" fmla="*/ 257151 h 442564"/>
              <a:gd name="connsiteX1428" fmla="*/ 526668 w 1967342"/>
              <a:gd name="connsiteY1428" fmla="*/ 252133 h 442564"/>
              <a:gd name="connsiteX1429" fmla="*/ 532294 w 1967342"/>
              <a:gd name="connsiteY1429" fmla="*/ 251600 h 442564"/>
              <a:gd name="connsiteX1430" fmla="*/ 541037 w 1967342"/>
              <a:gd name="connsiteY1430" fmla="*/ 246431 h 442564"/>
              <a:gd name="connsiteX1431" fmla="*/ 550387 w 1967342"/>
              <a:gd name="connsiteY1431" fmla="*/ 242859 h 442564"/>
              <a:gd name="connsiteX1432" fmla="*/ 566580 w 1967342"/>
              <a:gd name="connsiteY1432" fmla="*/ 233888 h 442564"/>
              <a:gd name="connsiteX1433" fmla="*/ 574182 w 1967342"/>
              <a:gd name="connsiteY1433" fmla="*/ 226286 h 442564"/>
              <a:gd name="connsiteX1434" fmla="*/ 573726 w 1967342"/>
              <a:gd name="connsiteY1434" fmla="*/ 209105 h 442564"/>
              <a:gd name="connsiteX1435" fmla="*/ 569697 w 1967342"/>
              <a:gd name="connsiteY1435" fmla="*/ 206673 h 442564"/>
              <a:gd name="connsiteX1436" fmla="*/ 562095 w 1967342"/>
              <a:gd name="connsiteY1436" fmla="*/ 207661 h 442564"/>
              <a:gd name="connsiteX1437" fmla="*/ 554949 w 1967342"/>
              <a:gd name="connsiteY1437" fmla="*/ 210245 h 442564"/>
              <a:gd name="connsiteX1438" fmla="*/ 549551 w 1967342"/>
              <a:gd name="connsiteY1438" fmla="*/ 210930 h 442564"/>
              <a:gd name="connsiteX1439" fmla="*/ 546054 w 1967342"/>
              <a:gd name="connsiteY1439" fmla="*/ 207965 h 442564"/>
              <a:gd name="connsiteX1440" fmla="*/ 544458 w 1967342"/>
              <a:gd name="connsiteY1440" fmla="*/ 199147 h 442564"/>
              <a:gd name="connsiteX1441" fmla="*/ 542937 w 1967342"/>
              <a:gd name="connsiteY1441" fmla="*/ 192989 h 442564"/>
              <a:gd name="connsiteX1442" fmla="*/ 543622 w 1967342"/>
              <a:gd name="connsiteY1442" fmla="*/ 180522 h 442564"/>
              <a:gd name="connsiteX1443" fmla="*/ 551224 w 1967342"/>
              <a:gd name="connsiteY1443" fmla="*/ 173299 h 442564"/>
              <a:gd name="connsiteX1444" fmla="*/ 561334 w 1967342"/>
              <a:gd name="connsiteY1444" fmla="*/ 170107 h 442564"/>
              <a:gd name="connsiteX1445" fmla="*/ 568936 w 1967342"/>
              <a:gd name="connsiteY1445" fmla="*/ 169575 h 442564"/>
              <a:gd name="connsiteX1446" fmla="*/ 579124 w 1967342"/>
              <a:gd name="connsiteY1446" fmla="*/ 164938 h 442564"/>
              <a:gd name="connsiteX1447" fmla="*/ 584065 w 1967342"/>
              <a:gd name="connsiteY1447" fmla="*/ 155663 h 442564"/>
              <a:gd name="connsiteX1448" fmla="*/ 587181 w 1967342"/>
              <a:gd name="connsiteY1448" fmla="*/ 135669 h 442564"/>
              <a:gd name="connsiteX1449" fmla="*/ 582088 w 1967342"/>
              <a:gd name="connsiteY1449" fmla="*/ 122746 h 442564"/>
              <a:gd name="connsiteX1450" fmla="*/ 582088 w 1967342"/>
              <a:gd name="connsiteY1450" fmla="*/ 119097 h 442564"/>
              <a:gd name="connsiteX1451" fmla="*/ 587790 w 1967342"/>
              <a:gd name="connsiteY1451" fmla="*/ 114687 h 442564"/>
              <a:gd name="connsiteX1452" fmla="*/ 591287 w 1967342"/>
              <a:gd name="connsiteY1452" fmla="*/ 113167 h 442564"/>
              <a:gd name="connsiteX1453" fmla="*/ 699236 w 1967342"/>
              <a:gd name="connsiteY1453" fmla="*/ 103056 h 442564"/>
              <a:gd name="connsiteX1454" fmla="*/ 704785 w 1967342"/>
              <a:gd name="connsiteY1454" fmla="*/ 106325 h 442564"/>
              <a:gd name="connsiteX1455" fmla="*/ 709422 w 1967342"/>
              <a:gd name="connsiteY1455" fmla="*/ 107389 h 442564"/>
              <a:gd name="connsiteX1456" fmla="*/ 712996 w 1967342"/>
              <a:gd name="connsiteY1456" fmla="*/ 111418 h 442564"/>
              <a:gd name="connsiteX1457" fmla="*/ 715884 w 1967342"/>
              <a:gd name="connsiteY1457" fmla="*/ 122593 h 442564"/>
              <a:gd name="connsiteX1458" fmla="*/ 707598 w 1967342"/>
              <a:gd name="connsiteY1458" fmla="*/ 137798 h 442564"/>
              <a:gd name="connsiteX1459" fmla="*/ 706002 w 1967342"/>
              <a:gd name="connsiteY1459" fmla="*/ 145400 h 442564"/>
              <a:gd name="connsiteX1460" fmla="*/ 712843 w 1967342"/>
              <a:gd name="connsiteY1460" fmla="*/ 147756 h 442564"/>
              <a:gd name="connsiteX1461" fmla="*/ 719685 w 1967342"/>
              <a:gd name="connsiteY1461" fmla="*/ 143879 h 442564"/>
              <a:gd name="connsiteX1462" fmla="*/ 730708 w 1967342"/>
              <a:gd name="connsiteY1462" fmla="*/ 147756 h 442564"/>
              <a:gd name="connsiteX1463" fmla="*/ 736866 w 1967342"/>
              <a:gd name="connsiteY1463" fmla="*/ 159236 h 442564"/>
              <a:gd name="connsiteX1464" fmla="*/ 738158 w 1967342"/>
              <a:gd name="connsiteY1464" fmla="*/ 167446 h 442564"/>
              <a:gd name="connsiteX1465" fmla="*/ 734433 w 1967342"/>
              <a:gd name="connsiteY1465" fmla="*/ 171703 h 442564"/>
              <a:gd name="connsiteX1466" fmla="*/ 726831 w 1967342"/>
              <a:gd name="connsiteY1466" fmla="*/ 173679 h 442564"/>
              <a:gd name="connsiteX1467" fmla="*/ 720218 w 1967342"/>
              <a:gd name="connsiteY1467" fmla="*/ 178316 h 442564"/>
              <a:gd name="connsiteX1468" fmla="*/ 710943 w 1967342"/>
              <a:gd name="connsiteY1468" fmla="*/ 183486 h 442564"/>
              <a:gd name="connsiteX1469" fmla="*/ 696195 w 1967342"/>
              <a:gd name="connsiteY1469" fmla="*/ 190632 h 442564"/>
              <a:gd name="connsiteX1470" fmla="*/ 691102 w 1967342"/>
              <a:gd name="connsiteY1470" fmla="*/ 206900 h 442564"/>
              <a:gd name="connsiteX1471" fmla="*/ 691634 w 1967342"/>
              <a:gd name="connsiteY1471" fmla="*/ 214502 h 442564"/>
              <a:gd name="connsiteX1472" fmla="*/ 695739 w 1967342"/>
              <a:gd name="connsiteY1472" fmla="*/ 227958 h 442564"/>
              <a:gd name="connsiteX1473" fmla="*/ 706990 w 1967342"/>
              <a:gd name="connsiteY1473" fmla="*/ 232975 h 442564"/>
              <a:gd name="connsiteX1474" fmla="*/ 715048 w 1967342"/>
              <a:gd name="connsiteY1474" fmla="*/ 234040 h 442564"/>
              <a:gd name="connsiteX1475" fmla="*/ 720749 w 1967342"/>
              <a:gd name="connsiteY1475" fmla="*/ 235256 h 442564"/>
              <a:gd name="connsiteX1476" fmla="*/ 726375 w 1967342"/>
              <a:gd name="connsiteY1476" fmla="*/ 237461 h 442564"/>
              <a:gd name="connsiteX1477" fmla="*/ 735194 w 1967342"/>
              <a:gd name="connsiteY1477" fmla="*/ 238373 h 442564"/>
              <a:gd name="connsiteX1478" fmla="*/ 735574 w 1967342"/>
              <a:gd name="connsiteY1478" fmla="*/ 238525 h 442564"/>
              <a:gd name="connsiteX1479" fmla="*/ 740515 w 1967342"/>
              <a:gd name="connsiteY1479" fmla="*/ 249852 h 442564"/>
              <a:gd name="connsiteX1480" fmla="*/ 736106 w 1967342"/>
              <a:gd name="connsiteY1480" fmla="*/ 262471 h 442564"/>
              <a:gd name="connsiteX1481" fmla="*/ 732457 w 1967342"/>
              <a:gd name="connsiteY1481" fmla="*/ 270758 h 442564"/>
              <a:gd name="connsiteX1482" fmla="*/ 722954 w 1967342"/>
              <a:gd name="connsiteY1482" fmla="*/ 272202 h 442564"/>
              <a:gd name="connsiteX1483" fmla="*/ 713604 w 1967342"/>
              <a:gd name="connsiteY1483" fmla="*/ 274406 h 442564"/>
              <a:gd name="connsiteX1484" fmla="*/ 707066 w 1967342"/>
              <a:gd name="connsiteY1484" fmla="*/ 271594 h 442564"/>
              <a:gd name="connsiteX1485" fmla="*/ 696955 w 1967342"/>
              <a:gd name="connsiteY1485" fmla="*/ 270606 h 442564"/>
              <a:gd name="connsiteX1486" fmla="*/ 686996 w 1967342"/>
              <a:gd name="connsiteY1486" fmla="*/ 270606 h 442564"/>
              <a:gd name="connsiteX1487" fmla="*/ 678558 w 1967342"/>
              <a:gd name="connsiteY1487" fmla="*/ 268173 h 442564"/>
              <a:gd name="connsiteX1488" fmla="*/ 666243 w 1967342"/>
              <a:gd name="connsiteY1488" fmla="*/ 267489 h 442564"/>
              <a:gd name="connsiteX1489" fmla="*/ 660009 w 1967342"/>
              <a:gd name="connsiteY1489" fmla="*/ 264068 h 442564"/>
              <a:gd name="connsiteX1490" fmla="*/ 654232 w 1967342"/>
              <a:gd name="connsiteY1490" fmla="*/ 254793 h 442564"/>
              <a:gd name="connsiteX1491" fmla="*/ 653471 w 1967342"/>
              <a:gd name="connsiteY1491" fmla="*/ 243998 h 442564"/>
              <a:gd name="connsiteX1492" fmla="*/ 650810 w 1967342"/>
              <a:gd name="connsiteY1492" fmla="*/ 231151 h 442564"/>
              <a:gd name="connsiteX1493" fmla="*/ 650279 w 1967342"/>
              <a:gd name="connsiteY1493" fmla="*/ 223093 h 442564"/>
              <a:gd name="connsiteX1494" fmla="*/ 649291 w 1967342"/>
              <a:gd name="connsiteY1494" fmla="*/ 215491 h 442564"/>
              <a:gd name="connsiteX1495" fmla="*/ 648073 w 1967342"/>
              <a:gd name="connsiteY1495" fmla="*/ 203556 h 442564"/>
              <a:gd name="connsiteX1496" fmla="*/ 651267 w 1967342"/>
              <a:gd name="connsiteY1496" fmla="*/ 184322 h 442564"/>
              <a:gd name="connsiteX1497" fmla="*/ 653928 w 1967342"/>
              <a:gd name="connsiteY1497" fmla="*/ 178316 h 442564"/>
              <a:gd name="connsiteX1498" fmla="*/ 656208 w 1967342"/>
              <a:gd name="connsiteY1498" fmla="*/ 168434 h 442564"/>
              <a:gd name="connsiteX1499" fmla="*/ 658336 w 1967342"/>
              <a:gd name="connsiteY1499" fmla="*/ 158324 h 442564"/>
              <a:gd name="connsiteX1500" fmla="*/ 659250 w 1967342"/>
              <a:gd name="connsiteY1500" fmla="*/ 142587 h 442564"/>
              <a:gd name="connsiteX1501" fmla="*/ 661530 w 1967342"/>
              <a:gd name="connsiteY1501" fmla="*/ 133008 h 442564"/>
              <a:gd name="connsiteX1502" fmla="*/ 664799 w 1967342"/>
              <a:gd name="connsiteY1502" fmla="*/ 117804 h 442564"/>
              <a:gd name="connsiteX1503" fmla="*/ 665179 w 1967342"/>
              <a:gd name="connsiteY1503" fmla="*/ 107389 h 442564"/>
              <a:gd name="connsiteX1504" fmla="*/ 671184 w 1967342"/>
              <a:gd name="connsiteY1504" fmla="*/ 103132 h 442564"/>
              <a:gd name="connsiteX1505" fmla="*/ 678786 w 1967342"/>
              <a:gd name="connsiteY1505" fmla="*/ 104729 h 442564"/>
              <a:gd name="connsiteX1506" fmla="*/ 685552 w 1967342"/>
              <a:gd name="connsiteY1506" fmla="*/ 103285 h 442564"/>
              <a:gd name="connsiteX1507" fmla="*/ 691634 w 1967342"/>
              <a:gd name="connsiteY1507" fmla="*/ 104501 h 442564"/>
              <a:gd name="connsiteX1508" fmla="*/ 699236 w 1967342"/>
              <a:gd name="connsiteY1508" fmla="*/ 103056 h 442564"/>
              <a:gd name="connsiteX1509" fmla="*/ 221064 w 1967342"/>
              <a:gd name="connsiteY1509" fmla="*/ 102617 h 442564"/>
              <a:gd name="connsiteX1510" fmla="*/ 216703 w 1967342"/>
              <a:gd name="connsiteY1510" fmla="*/ 108788 h 442564"/>
              <a:gd name="connsiteX1511" fmla="*/ 216703 w 1967342"/>
              <a:gd name="connsiteY1511" fmla="*/ 109093 h 442564"/>
              <a:gd name="connsiteX1512" fmla="*/ 213018 w 1967342"/>
              <a:gd name="connsiteY1512" fmla="*/ 128129 h 442564"/>
              <a:gd name="connsiteX1513" fmla="*/ 212735 w 1967342"/>
              <a:gd name="connsiteY1513" fmla="*/ 129547 h 442564"/>
              <a:gd name="connsiteX1514" fmla="*/ 210031 w 1967342"/>
              <a:gd name="connsiteY1514" fmla="*/ 129547 h 442564"/>
              <a:gd name="connsiteX1515" fmla="*/ 143699 w 1967342"/>
              <a:gd name="connsiteY1515" fmla="*/ 119974 h 442564"/>
              <a:gd name="connsiteX1516" fmla="*/ 149477 w 1967342"/>
              <a:gd name="connsiteY1516" fmla="*/ 134213 h 442564"/>
              <a:gd name="connsiteX1517" fmla="*/ 165242 w 1967342"/>
              <a:gd name="connsiteY1517" fmla="*/ 144069 h 442564"/>
              <a:gd name="connsiteX1518" fmla="*/ 166551 w 1967342"/>
              <a:gd name="connsiteY1518" fmla="*/ 144331 h 442564"/>
              <a:gd name="connsiteX1519" fmla="*/ 166551 w 1967342"/>
              <a:gd name="connsiteY1519" fmla="*/ 145661 h 442564"/>
              <a:gd name="connsiteX1520" fmla="*/ 166638 w 1967342"/>
              <a:gd name="connsiteY1520" fmla="*/ 145661 h 442564"/>
              <a:gd name="connsiteX1521" fmla="*/ 172416 w 1967342"/>
              <a:gd name="connsiteY1521" fmla="*/ 157305 h 442564"/>
              <a:gd name="connsiteX1522" fmla="*/ 184606 w 1967342"/>
              <a:gd name="connsiteY1522" fmla="*/ 161165 h 442564"/>
              <a:gd name="connsiteX1523" fmla="*/ 186241 w 1967342"/>
              <a:gd name="connsiteY1523" fmla="*/ 161165 h 442564"/>
              <a:gd name="connsiteX1524" fmla="*/ 187615 w 1967342"/>
              <a:gd name="connsiteY1524" fmla="*/ 160990 h 442564"/>
              <a:gd name="connsiteX1525" fmla="*/ 188095 w 1967342"/>
              <a:gd name="connsiteY1525" fmla="*/ 162277 h 442564"/>
              <a:gd name="connsiteX1526" fmla="*/ 197209 w 1967342"/>
              <a:gd name="connsiteY1526" fmla="*/ 169821 h 442564"/>
              <a:gd name="connsiteX1527" fmla="*/ 201876 w 1967342"/>
              <a:gd name="connsiteY1527" fmla="*/ 170519 h 442564"/>
              <a:gd name="connsiteX1528" fmla="*/ 207916 w 1967342"/>
              <a:gd name="connsiteY1528" fmla="*/ 169473 h 442564"/>
              <a:gd name="connsiteX1529" fmla="*/ 211121 w 1967342"/>
              <a:gd name="connsiteY1529" fmla="*/ 168142 h 442564"/>
              <a:gd name="connsiteX1530" fmla="*/ 206411 w 1967342"/>
              <a:gd name="connsiteY1530" fmla="*/ 187397 h 442564"/>
              <a:gd name="connsiteX1531" fmla="*/ 236067 w 1967342"/>
              <a:gd name="connsiteY1531" fmla="*/ 187397 h 442564"/>
              <a:gd name="connsiteX1532" fmla="*/ 231335 w 1967342"/>
              <a:gd name="connsiteY1532" fmla="*/ 168121 h 442564"/>
              <a:gd name="connsiteX1533" fmla="*/ 234562 w 1967342"/>
              <a:gd name="connsiteY1533" fmla="*/ 169473 h 442564"/>
              <a:gd name="connsiteX1534" fmla="*/ 240580 w 1967342"/>
              <a:gd name="connsiteY1534" fmla="*/ 170519 h 442564"/>
              <a:gd name="connsiteX1535" fmla="*/ 245247 w 1967342"/>
              <a:gd name="connsiteY1535" fmla="*/ 169821 h 442564"/>
              <a:gd name="connsiteX1536" fmla="*/ 254361 w 1967342"/>
              <a:gd name="connsiteY1536" fmla="*/ 162277 h 442564"/>
              <a:gd name="connsiteX1537" fmla="*/ 254841 w 1967342"/>
              <a:gd name="connsiteY1537" fmla="*/ 160990 h 442564"/>
              <a:gd name="connsiteX1538" fmla="*/ 256215 w 1967342"/>
              <a:gd name="connsiteY1538" fmla="*/ 161165 h 442564"/>
              <a:gd name="connsiteX1539" fmla="*/ 257850 w 1967342"/>
              <a:gd name="connsiteY1539" fmla="*/ 161165 h 442564"/>
              <a:gd name="connsiteX1540" fmla="*/ 270040 w 1967342"/>
              <a:gd name="connsiteY1540" fmla="*/ 157305 h 442564"/>
              <a:gd name="connsiteX1541" fmla="*/ 275818 w 1967342"/>
              <a:gd name="connsiteY1541" fmla="*/ 145639 h 442564"/>
              <a:gd name="connsiteX1542" fmla="*/ 275818 w 1967342"/>
              <a:gd name="connsiteY1542" fmla="*/ 144331 h 442564"/>
              <a:gd name="connsiteX1543" fmla="*/ 277126 w 1967342"/>
              <a:gd name="connsiteY1543" fmla="*/ 144069 h 442564"/>
              <a:gd name="connsiteX1544" fmla="*/ 292870 w 1967342"/>
              <a:gd name="connsiteY1544" fmla="*/ 134213 h 442564"/>
              <a:gd name="connsiteX1545" fmla="*/ 298648 w 1967342"/>
              <a:gd name="connsiteY1545" fmla="*/ 119974 h 442564"/>
              <a:gd name="connsiteX1546" fmla="*/ 232381 w 1967342"/>
              <a:gd name="connsiteY1546" fmla="*/ 129547 h 442564"/>
              <a:gd name="connsiteX1547" fmla="*/ 229678 w 1967342"/>
              <a:gd name="connsiteY1547" fmla="*/ 129547 h 442564"/>
              <a:gd name="connsiteX1548" fmla="*/ 229394 w 1967342"/>
              <a:gd name="connsiteY1548" fmla="*/ 128129 h 442564"/>
              <a:gd name="connsiteX1549" fmla="*/ 225709 w 1967342"/>
              <a:gd name="connsiteY1549" fmla="*/ 109093 h 442564"/>
              <a:gd name="connsiteX1550" fmla="*/ 225709 w 1967342"/>
              <a:gd name="connsiteY1550" fmla="*/ 108788 h 442564"/>
              <a:gd name="connsiteX1551" fmla="*/ 221348 w 1967342"/>
              <a:gd name="connsiteY1551" fmla="*/ 102617 h 442564"/>
              <a:gd name="connsiteX1552" fmla="*/ 255365 w 1967342"/>
              <a:gd name="connsiteY1552" fmla="*/ 101854 h 442564"/>
              <a:gd name="connsiteX1553" fmla="*/ 263891 w 1967342"/>
              <a:gd name="connsiteY1553" fmla="*/ 107371 h 442564"/>
              <a:gd name="connsiteX1554" fmla="*/ 253773 w 1967342"/>
              <a:gd name="connsiteY1554" fmla="*/ 107916 h 442564"/>
              <a:gd name="connsiteX1555" fmla="*/ 246228 w 1967342"/>
              <a:gd name="connsiteY1555" fmla="*/ 102421 h 442564"/>
              <a:gd name="connsiteX1556" fmla="*/ 255365 w 1967342"/>
              <a:gd name="connsiteY1556" fmla="*/ 101854 h 442564"/>
              <a:gd name="connsiteX1557" fmla="*/ 1217772 w 1967342"/>
              <a:gd name="connsiteY1557" fmla="*/ 100927 h 442564"/>
              <a:gd name="connsiteX1558" fmla="*/ 1225375 w 1967342"/>
              <a:gd name="connsiteY1558" fmla="*/ 103892 h 442564"/>
              <a:gd name="connsiteX1559" fmla="*/ 1240579 w 1967342"/>
              <a:gd name="connsiteY1559" fmla="*/ 105032 h 442564"/>
              <a:gd name="connsiteX1560" fmla="*/ 1241263 w 1967342"/>
              <a:gd name="connsiteY1560" fmla="*/ 105413 h 442564"/>
              <a:gd name="connsiteX1561" fmla="*/ 1243848 w 1967342"/>
              <a:gd name="connsiteY1561" fmla="*/ 111646 h 442564"/>
              <a:gd name="connsiteX1562" fmla="*/ 1249093 w 1967342"/>
              <a:gd name="connsiteY1562" fmla="*/ 122289 h 442564"/>
              <a:gd name="connsiteX1563" fmla="*/ 1244836 w 1967342"/>
              <a:gd name="connsiteY1563" fmla="*/ 131336 h 442564"/>
              <a:gd name="connsiteX1564" fmla="*/ 1242860 w 1967342"/>
              <a:gd name="connsiteY1564" fmla="*/ 139698 h 442564"/>
              <a:gd name="connsiteX1565" fmla="*/ 1235258 w 1967342"/>
              <a:gd name="connsiteY1565" fmla="*/ 153154 h 442564"/>
              <a:gd name="connsiteX1566" fmla="*/ 1228415 w 1967342"/>
              <a:gd name="connsiteY1566" fmla="*/ 160756 h 442564"/>
              <a:gd name="connsiteX1567" fmla="*/ 1213211 w 1967342"/>
              <a:gd name="connsiteY1567" fmla="*/ 192532 h 442564"/>
              <a:gd name="connsiteX1568" fmla="*/ 1208118 w 1967342"/>
              <a:gd name="connsiteY1568" fmla="*/ 197626 h 442564"/>
              <a:gd name="connsiteX1569" fmla="*/ 1201884 w 1967342"/>
              <a:gd name="connsiteY1569" fmla="*/ 197626 h 442564"/>
              <a:gd name="connsiteX1570" fmla="*/ 1195346 w 1967342"/>
              <a:gd name="connsiteY1570" fmla="*/ 199754 h 442564"/>
              <a:gd name="connsiteX1571" fmla="*/ 1185616 w 1967342"/>
              <a:gd name="connsiteY1571" fmla="*/ 202719 h 442564"/>
              <a:gd name="connsiteX1572" fmla="*/ 1185616 w 1967342"/>
              <a:gd name="connsiteY1572" fmla="*/ 210321 h 442564"/>
              <a:gd name="connsiteX1573" fmla="*/ 1193218 w 1967342"/>
              <a:gd name="connsiteY1573" fmla="*/ 208952 h 442564"/>
              <a:gd name="connsiteX1574" fmla="*/ 1199148 w 1967342"/>
              <a:gd name="connsiteY1574" fmla="*/ 206216 h 442564"/>
              <a:gd name="connsiteX1575" fmla="*/ 1207358 w 1967342"/>
              <a:gd name="connsiteY1575" fmla="*/ 208801 h 442564"/>
              <a:gd name="connsiteX1576" fmla="*/ 1210627 w 1967342"/>
              <a:gd name="connsiteY1576" fmla="*/ 212601 h 442564"/>
              <a:gd name="connsiteX1577" fmla="*/ 1212756 w 1967342"/>
              <a:gd name="connsiteY1577" fmla="*/ 222940 h 442564"/>
              <a:gd name="connsiteX1578" fmla="*/ 1211463 w 1967342"/>
              <a:gd name="connsiteY1578" fmla="*/ 227197 h 442564"/>
              <a:gd name="connsiteX1579" fmla="*/ 1203861 w 1967342"/>
              <a:gd name="connsiteY1579" fmla="*/ 232443 h 442564"/>
              <a:gd name="connsiteX1580" fmla="*/ 1195346 w 1967342"/>
              <a:gd name="connsiteY1580" fmla="*/ 235560 h 442564"/>
              <a:gd name="connsiteX1581" fmla="*/ 1192686 w 1967342"/>
              <a:gd name="connsiteY1581" fmla="*/ 240501 h 442564"/>
              <a:gd name="connsiteX1582" fmla="*/ 1196791 w 1967342"/>
              <a:gd name="connsiteY1582" fmla="*/ 243770 h 442564"/>
              <a:gd name="connsiteX1583" fmla="*/ 1208118 w 1967342"/>
              <a:gd name="connsiteY1583" fmla="*/ 241642 h 442564"/>
              <a:gd name="connsiteX1584" fmla="*/ 1216633 w 1967342"/>
              <a:gd name="connsiteY1584" fmla="*/ 241642 h 442564"/>
              <a:gd name="connsiteX1585" fmla="*/ 1227123 w 1967342"/>
              <a:gd name="connsiteY1585" fmla="*/ 239513 h 442564"/>
              <a:gd name="connsiteX1586" fmla="*/ 1236321 w 1967342"/>
              <a:gd name="connsiteY1586" fmla="*/ 239513 h 442564"/>
              <a:gd name="connsiteX1587" fmla="*/ 1243924 w 1967342"/>
              <a:gd name="connsiteY1587" fmla="*/ 251448 h 442564"/>
              <a:gd name="connsiteX1588" fmla="*/ 1230468 w 1967342"/>
              <a:gd name="connsiteY1588" fmla="*/ 270834 h 442564"/>
              <a:gd name="connsiteX1589" fmla="*/ 1218229 w 1967342"/>
              <a:gd name="connsiteY1589" fmla="*/ 268705 h 442564"/>
              <a:gd name="connsiteX1590" fmla="*/ 1198007 w 1967342"/>
              <a:gd name="connsiteY1590" fmla="*/ 269541 h 442564"/>
              <a:gd name="connsiteX1591" fmla="*/ 1186984 w 1967342"/>
              <a:gd name="connsiteY1591" fmla="*/ 268857 h 442564"/>
              <a:gd name="connsiteX1592" fmla="*/ 1177330 w 1967342"/>
              <a:gd name="connsiteY1592" fmla="*/ 269846 h 442564"/>
              <a:gd name="connsiteX1593" fmla="*/ 1166535 w 1967342"/>
              <a:gd name="connsiteY1593" fmla="*/ 271670 h 442564"/>
              <a:gd name="connsiteX1594" fmla="*/ 1153384 w 1967342"/>
              <a:gd name="connsiteY1594" fmla="*/ 274254 h 442564"/>
              <a:gd name="connsiteX1595" fmla="*/ 1139776 w 1967342"/>
              <a:gd name="connsiteY1595" fmla="*/ 275622 h 442564"/>
              <a:gd name="connsiteX1596" fmla="*/ 1125788 w 1967342"/>
              <a:gd name="connsiteY1596" fmla="*/ 279880 h 442564"/>
              <a:gd name="connsiteX1597" fmla="*/ 1116970 w 1967342"/>
              <a:gd name="connsiteY1597" fmla="*/ 275242 h 442564"/>
              <a:gd name="connsiteX1598" fmla="*/ 1114994 w 1967342"/>
              <a:gd name="connsiteY1598" fmla="*/ 263459 h 442564"/>
              <a:gd name="connsiteX1599" fmla="*/ 1115448 w 1967342"/>
              <a:gd name="connsiteY1599" fmla="*/ 258062 h 442564"/>
              <a:gd name="connsiteX1600" fmla="*/ 1118413 w 1967342"/>
              <a:gd name="connsiteY1600" fmla="*/ 251828 h 442564"/>
              <a:gd name="connsiteX1601" fmla="*/ 1121683 w 1967342"/>
              <a:gd name="connsiteY1601" fmla="*/ 249168 h 442564"/>
              <a:gd name="connsiteX1602" fmla="*/ 1125788 w 1967342"/>
              <a:gd name="connsiteY1602" fmla="*/ 251144 h 442564"/>
              <a:gd name="connsiteX1603" fmla="*/ 1137800 w 1967342"/>
              <a:gd name="connsiteY1603" fmla="*/ 247039 h 442564"/>
              <a:gd name="connsiteX1604" fmla="*/ 1153004 w 1967342"/>
              <a:gd name="connsiteY1604" fmla="*/ 240350 h 442564"/>
              <a:gd name="connsiteX1605" fmla="*/ 1150495 w 1967342"/>
              <a:gd name="connsiteY1605" fmla="*/ 236092 h 442564"/>
              <a:gd name="connsiteX1606" fmla="*/ 1144261 w 1967342"/>
              <a:gd name="connsiteY1606" fmla="*/ 235256 h 442564"/>
              <a:gd name="connsiteX1607" fmla="*/ 1139015 w 1967342"/>
              <a:gd name="connsiteY1607" fmla="*/ 232595 h 442564"/>
              <a:gd name="connsiteX1608" fmla="*/ 1139015 w 1967342"/>
              <a:gd name="connsiteY1608" fmla="*/ 227502 h 442564"/>
              <a:gd name="connsiteX1609" fmla="*/ 1139700 w 1967342"/>
              <a:gd name="connsiteY1609" fmla="*/ 221268 h 442564"/>
              <a:gd name="connsiteX1610" fmla="*/ 1143121 w 1967342"/>
              <a:gd name="connsiteY1610" fmla="*/ 216707 h 442564"/>
              <a:gd name="connsiteX1611" fmla="*/ 1146617 w 1967342"/>
              <a:gd name="connsiteY1611" fmla="*/ 217847 h 442564"/>
              <a:gd name="connsiteX1612" fmla="*/ 1150343 w 1967342"/>
              <a:gd name="connsiteY1612" fmla="*/ 217163 h 442564"/>
              <a:gd name="connsiteX1613" fmla="*/ 1153992 w 1967342"/>
              <a:gd name="connsiteY1613" fmla="*/ 217163 h 442564"/>
              <a:gd name="connsiteX1614" fmla="*/ 1157261 w 1967342"/>
              <a:gd name="connsiteY1614" fmla="*/ 214198 h 442564"/>
              <a:gd name="connsiteX1615" fmla="*/ 1158097 w 1967342"/>
              <a:gd name="connsiteY1615" fmla="*/ 206596 h 442564"/>
              <a:gd name="connsiteX1616" fmla="*/ 1153611 w 1967342"/>
              <a:gd name="connsiteY1616" fmla="*/ 205987 h 442564"/>
              <a:gd name="connsiteX1617" fmla="*/ 1147909 w 1967342"/>
              <a:gd name="connsiteY1617" fmla="*/ 207585 h 442564"/>
              <a:gd name="connsiteX1618" fmla="*/ 1142664 w 1967342"/>
              <a:gd name="connsiteY1618" fmla="*/ 208724 h 442564"/>
              <a:gd name="connsiteX1619" fmla="*/ 1138407 w 1967342"/>
              <a:gd name="connsiteY1619" fmla="*/ 208116 h 442564"/>
              <a:gd name="connsiteX1620" fmla="*/ 1136278 w 1967342"/>
              <a:gd name="connsiteY1620" fmla="*/ 204771 h 442564"/>
              <a:gd name="connsiteX1621" fmla="*/ 1134606 w 1967342"/>
              <a:gd name="connsiteY1621" fmla="*/ 199906 h 442564"/>
              <a:gd name="connsiteX1622" fmla="*/ 1130806 w 1967342"/>
              <a:gd name="connsiteY1622" fmla="*/ 192836 h 442564"/>
              <a:gd name="connsiteX1623" fmla="*/ 1128676 w 1967342"/>
              <a:gd name="connsiteY1623" fmla="*/ 185234 h 442564"/>
              <a:gd name="connsiteX1624" fmla="*/ 1132782 w 1967342"/>
              <a:gd name="connsiteY1624" fmla="*/ 173299 h 442564"/>
              <a:gd name="connsiteX1625" fmla="*/ 1130805 w 1967342"/>
              <a:gd name="connsiteY1625" fmla="*/ 154066 h 442564"/>
              <a:gd name="connsiteX1626" fmla="*/ 1128372 w 1967342"/>
              <a:gd name="connsiteY1626" fmla="*/ 145856 h 442564"/>
              <a:gd name="connsiteX1627" fmla="*/ 1129360 w 1967342"/>
              <a:gd name="connsiteY1627" fmla="*/ 139622 h 442564"/>
              <a:gd name="connsiteX1628" fmla="*/ 1131490 w 1967342"/>
              <a:gd name="connsiteY1628" fmla="*/ 128979 h 442564"/>
              <a:gd name="connsiteX1629" fmla="*/ 1136735 w 1967342"/>
              <a:gd name="connsiteY1629" fmla="*/ 118184 h 442564"/>
              <a:gd name="connsiteX1630" fmla="*/ 1143501 w 1967342"/>
              <a:gd name="connsiteY1630" fmla="*/ 122289 h 442564"/>
              <a:gd name="connsiteX1631" fmla="*/ 1149886 w 1967342"/>
              <a:gd name="connsiteY1631" fmla="*/ 121605 h 442564"/>
              <a:gd name="connsiteX1632" fmla="*/ 1158249 w 1967342"/>
              <a:gd name="connsiteY1632" fmla="*/ 118944 h 442564"/>
              <a:gd name="connsiteX1633" fmla="*/ 1172540 w 1967342"/>
              <a:gd name="connsiteY1633" fmla="*/ 113091 h 442564"/>
              <a:gd name="connsiteX1634" fmla="*/ 1183868 w 1967342"/>
              <a:gd name="connsiteY1634" fmla="*/ 111950 h 442564"/>
              <a:gd name="connsiteX1635" fmla="*/ 1217772 w 1967342"/>
              <a:gd name="connsiteY1635" fmla="*/ 100927 h 442564"/>
              <a:gd name="connsiteX1636" fmla="*/ 72089 w 1967342"/>
              <a:gd name="connsiteY1636" fmla="*/ 92216 h 442564"/>
              <a:gd name="connsiteX1637" fmla="*/ 71195 w 1967342"/>
              <a:gd name="connsiteY1637" fmla="*/ 92565 h 442564"/>
              <a:gd name="connsiteX1638" fmla="*/ 70345 w 1967342"/>
              <a:gd name="connsiteY1638" fmla="*/ 93110 h 442564"/>
              <a:gd name="connsiteX1639" fmla="*/ 69342 w 1967342"/>
              <a:gd name="connsiteY1639" fmla="*/ 94244 h 442564"/>
              <a:gd name="connsiteX1640" fmla="*/ 68208 w 1967342"/>
              <a:gd name="connsiteY1640" fmla="*/ 95203 h 442564"/>
              <a:gd name="connsiteX1641" fmla="*/ 67205 w 1967342"/>
              <a:gd name="connsiteY1641" fmla="*/ 95530 h 442564"/>
              <a:gd name="connsiteX1642" fmla="*/ 66987 w 1967342"/>
              <a:gd name="connsiteY1642" fmla="*/ 96119 h 442564"/>
              <a:gd name="connsiteX1643" fmla="*/ 66965 w 1967342"/>
              <a:gd name="connsiteY1643" fmla="*/ 96119 h 442564"/>
              <a:gd name="connsiteX1644" fmla="*/ 66856 w 1967342"/>
              <a:gd name="connsiteY1644" fmla="*/ 97253 h 442564"/>
              <a:gd name="connsiteX1645" fmla="*/ 67292 w 1967342"/>
              <a:gd name="connsiteY1645" fmla="*/ 97689 h 442564"/>
              <a:gd name="connsiteX1646" fmla="*/ 69473 w 1967342"/>
              <a:gd name="connsiteY1646" fmla="*/ 98517 h 442564"/>
              <a:gd name="connsiteX1647" fmla="*/ 71523 w 1967342"/>
              <a:gd name="connsiteY1647" fmla="*/ 101134 h 442564"/>
              <a:gd name="connsiteX1648" fmla="*/ 72089 w 1967342"/>
              <a:gd name="connsiteY1648" fmla="*/ 102770 h 442564"/>
              <a:gd name="connsiteX1649" fmla="*/ 71501 w 1967342"/>
              <a:gd name="connsiteY1649" fmla="*/ 104536 h 442564"/>
              <a:gd name="connsiteX1650" fmla="*/ 70738 w 1967342"/>
              <a:gd name="connsiteY1650" fmla="*/ 105473 h 442564"/>
              <a:gd name="connsiteX1651" fmla="*/ 69974 w 1967342"/>
              <a:gd name="connsiteY1651" fmla="*/ 107065 h 442564"/>
              <a:gd name="connsiteX1652" fmla="*/ 69974 w 1967342"/>
              <a:gd name="connsiteY1652" fmla="*/ 108766 h 442564"/>
              <a:gd name="connsiteX1653" fmla="*/ 71414 w 1967342"/>
              <a:gd name="connsiteY1653" fmla="*/ 110249 h 442564"/>
              <a:gd name="connsiteX1654" fmla="*/ 72308 w 1967342"/>
              <a:gd name="connsiteY1654" fmla="*/ 110750 h 442564"/>
              <a:gd name="connsiteX1655" fmla="*/ 73550 w 1967342"/>
              <a:gd name="connsiteY1655" fmla="*/ 111557 h 442564"/>
              <a:gd name="connsiteX1656" fmla="*/ 74314 w 1967342"/>
              <a:gd name="connsiteY1656" fmla="*/ 111557 h 442564"/>
              <a:gd name="connsiteX1657" fmla="*/ 74837 w 1967342"/>
              <a:gd name="connsiteY1657" fmla="*/ 110816 h 442564"/>
              <a:gd name="connsiteX1658" fmla="*/ 75317 w 1967342"/>
              <a:gd name="connsiteY1658" fmla="*/ 109660 h 442564"/>
              <a:gd name="connsiteX1659" fmla="*/ 76058 w 1967342"/>
              <a:gd name="connsiteY1659" fmla="*/ 108635 h 442564"/>
              <a:gd name="connsiteX1660" fmla="*/ 76799 w 1967342"/>
              <a:gd name="connsiteY1660" fmla="*/ 108417 h 442564"/>
              <a:gd name="connsiteX1661" fmla="*/ 78980 w 1967342"/>
              <a:gd name="connsiteY1661" fmla="*/ 110292 h 442564"/>
              <a:gd name="connsiteX1662" fmla="*/ 78980 w 1967342"/>
              <a:gd name="connsiteY1662" fmla="*/ 112037 h 442564"/>
              <a:gd name="connsiteX1663" fmla="*/ 78260 w 1967342"/>
              <a:gd name="connsiteY1663" fmla="*/ 115002 h 442564"/>
              <a:gd name="connsiteX1664" fmla="*/ 77628 w 1967342"/>
              <a:gd name="connsiteY1664" fmla="*/ 116529 h 442564"/>
              <a:gd name="connsiteX1665" fmla="*/ 77257 w 1967342"/>
              <a:gd name="connsiteY1665" fmla="*/ 118164 h 442564"/>
              <a:gd name="connsiteX1666" fmla="*/ 76690 w 1967342"/>
              <a:gd name="connsiteY1666" fmla="*/ 118906 h 442564"/>
              <a:gd name="connsiteX1667" fmla="*/ 76909 w 1967342"/>
              <a:gd name="connsiteY1667" fmla="*/ 119909 h 442564"/>
              <a:gd name="connsiteX1668" fmla="*/ 77933 w 1967342"/>
              <a:gd name="connsiteY1668" fmla="*/ 120388 h 442564"/>
              <a:gd name="connsiteX1669" fmla="*/ 79024 w 1967342"/>
              <a:gd name="connsiteY1669" fmla="*/ 121043 h 442564"/>
              <a:gd name="connsiteX1670" fmla="*/ 80267 w 1967342"/>
              <a:gd name="connsiteY1670" fmla="*/ 120824 h 442564"/>
              <a:gd name="connsiteX1671" fmla="*/ 82338 w 1967342"/>
              <a:gd name="connsiteY1671" fmla="*/ 120672 h 442564"/>
              <a:gd name="connsiteX1672" fmla="*/ 82709 w 1967342"/>
              <a:gd name="connsiteY1672" fmla="*/ 117728 h 442564"/>
              <a:gd name="connsiteX1673" fmla="*/ 83276 w 1967342"/>
              <a:gd name="connsiteY1673" fmla="*/ 116136 h 442564"/>
              <a:gd name="connsiteX1674" fmla="*/ 83930 w 1967342"/>
              <a:gd name="connsiteY1674" fmla="*/ 113280 h 442564"/>
              <a:gd name="connsiteX1675" fmla="*/ 84606 w 1967342"/>
              <a:gd name="connsiteY1675" fmla="*/ 111230 h 442564"/>
              <a:gd name="connsiteX1676" fmla="*/ 84606 w 1967342"/>
              <a:gd name="connsiteY1676" fmla="*/ 108657 h 442564"/>
              <a:gd name="connsiteX1677" fmla="*/ 85107 w 1967342"/>
              <a:gd name="connsiteY1677" fmla="*/ 106215 h 442564"/>
              <a:gd name="connsiteX1678" fmla="*/ 84780 w 1967342"/>
              <a:gd name="connsiteY1678" fmla="*/ 104950 h 442564"/>
              <a:gd name="connsiteX1679" fmla="*/ 83690 w 1967342"/>
              <a:gd name="connsiteY1679" fmla="*/ 103140 h 442564"/>
              <a:gd name="connsiteX1680" fmla="*/ 82883 w 1967342"/>
              <a:gd name="connsiteY1680" fmla="*/ 102661 h 442564"/>
              <a:gd name="connsiteX1681" fmla="*/ 82360 w 1967342"/>
              <a:gd name="connsiteY1681" fmla="*/ 102312 h 442564"/>
              <a:gd name="connsiteX1682" fmla="*/ 81379 w 1967342"/>
              <a:gd name="connsiteY1682" fmla="*/ 101854 h 442564"/>
              <a:gd name="connsiteX1683" fmla="*/ 80332 w 1967342"/>
              <a:gd name="connsiteY1683" fmla="*/ 100742 h 442564"/>
              <a:gd name="connsiteX1684" fmla="*/ 79198 w 1967342"/>
              <a:gd name="connsiteY1684" fmla="*/ 99324 h 442564"/>
              <a:gd name="connsiteX1685" fmla="*/ 77148 w 1967342"/>
              <a:gd name="connsiteY1685" fmla="*/ 97144 h 442564"/>
              <a:gd name="connsiteX1686" fmla="*/ 76080 w 1967342"/>
              <a:gd name="connsiteY1686" fmla="*/ 95879 h 442564"/>
              <a:gd name="connsiteX1687" fmla="*/ 75448 w 1967342"/>
              <a:gd name="connsiteY1687" fmla="*/ 94265 h 442564"/>
              <a:gd name="connsiteX1688" fmla="*/ 74423 w 1967342"/>
              <a:gd name="connsiteY1688" fmla="*/ 93219 h 442564"/>
              <a:gd name="connsiteX1689" fmla="*/ 73769 w 1967342"/>
              <a:gd name="connsiteY1689" fmla="*/ 92521 h 442564"/>
              <a:gd name="connsiteX1690" fmla="*/ 72089 w 1967342"/>
              <a:gd name="connsiteY1690" fmla="*/ 92216 h 442564"/>
              <a:gd name="connsiteX1691" fmla="*/ 264735 w 1967342"/>
              <a:gd name="connsiteY1691" fmla="*/ 92131 h 442564"/>
              <a:gd name="connsiteX1692" fmla="*/ 273442 w 1967342"/>
              <a:gd name="connsiteY1692" fmla="*/ 93329 h 442564"/>
              <a:gd name="connsiteX1693" fmla="*/ 265155 w 1967342"/>
              <a:gd name="connsiteY1693" fmla="*/ 97995 h 442564"/>
              <a:gd name="connsiteX1694" fmla="*/ 256302 w 1967342"/>
              <a:gd name="connsiteY1694" fmla="*/ 95204 h 442564"/>
              <a:gd name="connsiteX1695" fmla="*/ 264719 w 1967342"/>
              <a:gd name="connsiteY1695" fmla="*/ 92129 h 442564"/>
              <a:gd name="connsiteX1696" fmla="*/ 264741 w 1967342"/>
              <a:gd name="connsiteY1696" fmla="*/ 92129 h 442564"/>
              <a:gd name="connsiteX1697" fmla="*/ 264735 w 1967342"/>
              <a:gd name="connsiteY1697" fmla="*/ 92131 h 442564"/>
              <a:gd name="connsiteX1698" fmla="*/ 368818 w 1967342"/>
              <a:gd name="connsiteY1698" fmla="*/ 81880 h 442564"/>
              <a:gd name="connsiteX1699" fmla="*/ 367641 w 1967342"/>
              <a:gd name="connsiteY1699" fmla="*/ 82142 h 442564"/>
              <a:gd name="connsiteX1700" fmla="*/ 366507 w 1967342"/>
              <a:gd name="connsiteY1700" fmla="*/ 83581 h 442564"/>
              <a:gd name="connsiteX1701" fmla="*/ 364326 w 1967342"/>
              <a:gd name="connsiteY1701" fmla="*/ 85892 h 442564"/>
              <a:gd name="connsiteX1702" fmla="*/ 362015 w 1967342"/>
              <a:gd name="connsiteY1702" fmla="*/ 87767 h 442564"/>
              <a:gd name="connsiteX1703" fmla="*/ 361099 w 1967342"/>
              <a:gd name="connsiteY1703" fmla="*/ 88945 h 442564"/>
              <a:gd name="connsiteX1704" fmla="*/ 360641 w 1967342"/>
              <a:gd name="connsiteY1704" fmla="*/ 89883 h 442564"/>
              <a:gd name="connsiteX1705" fmla="*/ 359943 w 1967342"/>
              <a:gd name="connsiteY1705" fmla="*/ 89883 h 442564"/>
              <a:gd name="connsiteX1706" fmla="*/ 358548 w 1967342"/>
              <a:gd name="connsiteY1706" fmla="*/ 89228 h 442564"/>
              <a:gd name="connsiteX1707" fmla="*/ 358387 w 1967342"/>
              <a:gd name="connsiteY1707" fmla="*/ 89067 h 442564"/>
              <a:gd name="connsiteX1708" fmla="*/ 358548 w 1967342"/>
              <a:gd name="connsiteY1708" fmla="*/ 88313 h 442564"/>
              <a:gd name="connsiteX1709" fmla="*/ 359878 w 1967342"/>
              <a:gd name="connsiteY1709" fmla="*/ 86590 h 442564"/>
              <a:gd name="connsiteX1710" fmla="*/ 359529 w 1967342"/>
              <a:gd name="connsiteY1710" fmla="*/ 86263 h 442564"/>
              <a:gd name="connsiteX1711" fmla="*/ 356346 w 1967342"/>
              <a:gd name="connsiteY1711" fmla="*/ 86939 h 442564"/>
              <a:gd name="connsiteX1712" fmla="*/ 355561 w 1967342"/>
              <a:gd name="connsiteY1712" fmla="*/ 86743 h 442564"/>
              <a:gd name="connsiteX1713" fmla="*/ 354579 w 1967342"/>
              <a:gd name="connsiteY1713" fmla="*/ 87135 h 442564"/>
              <a:gd name="connsiteX1714" fmla="*/ 352791 w 1967342"/>
              <a:gd name="connsiteY1714" fmla="*/ 88749 h 442564"/>
              <a:gd name="connsiteX1715" fmla="*/ 351570 w 1967342"/>
              <a:gd name="connsiteY1715" fmla="*/ 90929 h 442564"/>
              <a:gd name="connsiteX1716" fmla="*/ 351963 w 1967342"/>
              <a:gd name="connsiteY1716" fmla="*/ 91954 h 442564"/>
              <a:gd name="connsiteX1717" fmla="*/ 355190 w 1967342"/>
              <a:gd name="connsiteY1717" fmla="*/ 92499 h 442564"/>
              <a:gd name="connsiteX1718" fmla="*/ 356128 w 1967342"/>
              <a:gd name="connsiteY1718" fmla="*/ 92499 h 442564"/>
              <a:gd name="connsiteX1719" fmla="*/ 358308 w 1967342"/>
              <a:gd name="connsiteY1719" fmla="*/ 92303 h 442564"/>
              <a:gd name="connsiteX1720" fmla="*/ 360205 w 1967342"/>
              <a:gd name="connsiteY1720" fmla="*/ 93328 h 442564"/>
              <a:gd name="connsiteX1721" fmla="*/ 361623 w 1967342"/>
              <a:gd name="connsiteY1721" fmla="*/ 94353 h 442564"/>
              <a:gd name="connsiteX1722" fmla="*/ 363367 w 1967342"/>
              <a:gd name="connsiteY1722" fmla="*/ 95792 h 442564"/>
              <a:gd name="connsiteX1723" fmla="*/ 364544 w 1967342"/>
              <a:gd name="connsiteY1723" fmla="*/ 96620 h 442564"/>
              <a:gd name="connsiteX1724" fmla="*/ 365722 w 1967342"/>
              <a:gd name="connsiteY1724" fmla="*/ 97405 h 442564"/>
              <a:gd name="connsiteX1725" fmla="*/ 367903 w 1967342"/>
              <a:gd name="connsiteY1725" fmla="*/ 99237 h 442564"/>
              <a:gd name="connsiteX1726" fmla="*/ 369276 w 1967342"/>
              <a:gd name="connsiteY1726" fmla="*/ 100349 h 442564"/>
              <a:gd name="connsiteX1727" fmla="*/ 370563 w 1967342"/>
              <a:gd name="connsiteY1727" fmla="*/ 101439 h 442564"/>
              <a:gd name="connsiteX1728" fmla="*/ 369102 w 1967342"/>
              <a:gd name="connsiteY1728" fmla="*/ 101832 h 442564"/>
              <a:gd name="connsiteX1729" fmla="*/ 367772 w 1967342"/>
              <a:gd name="connsiteY1729" fmla="*/ 101330 h 442564"/>
              <a:gd name="connsiteX1730" fmla="*/ 367205 w 1967342"/>
              <a:gd name="connsiteY1730" fmla="*/ 100284 h 442564"/>
              <a:gd name="connsiteX1731" fmla="*/ 366398 w 1967342"/>
              <a:gd name="connsiteY1731" fmla="*/ 99521 h 442564"/>
              <a:gd name="connsiteX1732" fmla="*/ 365482 w 1967342"/>
              <a:gd name="connsiteY1732" fmla="*/ 98517 h 442564"/>
              <a:gd name="connsiteX1733" fmla="*/ 364784 w 1967342"/>
              <a:gd name="connsiteY1733" fmla="*/ 98365 h 442564"/>
              <a:gd name="connsiteX1734" fmla="*/ 363868 w 1967342"/>
              <a:gd name="connsiteY1734" fmla="*/ 97885 h 442564"/>
              <a:gd name="connsiteX1735" fmla="*/ 362909 w 1967342"/>
              <a:gd name="connsiteY1735" fmla="*/ 97187 h 442564"/>
              <a:gd name="connsiteX1736" fmla="*/ 361579 w 1967342"/>
              <a:gd name="connsiteY1736" fmla="*/ 96293 h 442564"/>
              <a:gd name="connsiteX1737" fmla="*/ 360554 w 1967342"/>
              <a:gd name="connsiteY1737" fmla="*/ 95399 h 442564"/>
              <a:gd name="connsiteX1738" fmla="*/ 359922 w 1967342"/>
              <a:gd name="connsiteY1738" fmla="*/ 95247 h 442564"/>
              <a:gd name="connsiteX1739" fmla="*/ 358831 w 1967342"/>
              <a:gd name="connsiteY1739" fmla="*/ 94222 h 442564"/>
              <a:gd name="connsiteX1740" fmla="*/ 356302 w 1967342"/>
              <a:gd name="connsiteY1740" fmla="*/ 95159 h 442564"/>
              <a:gd name="connsiteX1741" fmla="*/ 355124 w 1967342"/>
              <a:gd name="connsiteY1741" fmla="*/ 95879 h 442564"/>
              <a:gd name="connsiteX1742" fmla="*/ 354710 w 1967342"/>
              <a:gd name="connsiteY1742" fmla="*/ 96773 h 442564"/>
              <a:gd name="connsiteX1743" fmla="*/ 355386 w 1967342"/>
              <a:gd name="connsiteY1743" fmla="*/ 97514 h 442564"/>
              <a:gd name="connsiteX1744" fmla="*/ 356651 w 1967342"/>
              <a:gd name="connsiteY1744" fmla="*/ 97972 h 442564"/>
              <a:gd name="connsiteX1745" fmla="*/ 357872 w 1967342"/>
              <a:gd name="connsiteY1745" fmla="*/ 98256 h 442564"/>
              <a:gd name="connsiteX1746" fmla="*/ 358439 w 1967342"/>
              <a:gd name="connsiteY1746" fmla="*/ 99019 h 442564"/>
              <a:gd name="connsiteX1747" fmla="*/ 357261 w 1967342"/>
              <a:gd name="connsiteY1747" fmla="*/ 99499 h 442564"/>
              <a:gd name="connsiteX1748" fmla="*/ 356258 w 1967342"/>
              <a:gd name="connsiteY1748" fmla="*/ 100196 h 442564"/>
              <a:gd name="connsiteX1749" fmla="*/ 355604 w 1967342"/>
              <a:gd name="connsiteY1749" fmla="*/ 100327 h 442564"/>
              <a:gd name="connsiteX1750" fmla="*/ 354558 w 1967342"/>
              <a:gd name="connsiteY1750" fmla="*/ 99957 h 442564"/>
              <a:gd name="connsiteX1751" fmla="*/ 353118 w 1967342"/>
              <a:gd name="connsiteY1751" fmla="*/ 99063 h 442564"/>
              <a:gd name="connsiteX1752" fmla="*/ 351592 w 1967342"/>
              <a:gd name="connsiteY1752" fmla="*/ 98648 h 442564"/>
              <a:gd name="connsiteX1753" fmla="*/ 350916 w 1967342"/>
              <a:gd name="connsiteY1753" fmla="*/ 97405 h 442564"/>
              <a:gd name="connsiteX1754" fmla="*/ 348735 w 1967342"/>
              <a:gd name="connsiteY1754" fmla="*/ 96838 h 442564"/>
              <a:gd name="connsiteX1755" fmla="*/ 347405 w 1967342"/>
              <a:gd name="connsiteY1755" fmla="*/ 97667 h 442564"/>
              <a:gd name="connsiteX1756" fmla="*/ 346686 w 1967342"/>
              <a:gd name="connsiteY1756" fmla="*/ 98539 h 442564"/>
              <a:gd name="connsiteX1757" fmla="*/ 346947 w 1967342"/>
              <a:gd name="connsiteY1757" fmla="*/ 99281 h 442564"/>
              <a:gd name="connsiteX1758" fmla="*/ 347711 w 1967342"/>
              <a:gd name="connsiteY1758" fmla="*/ 100654 h 442564"/>
              <a:gd name="connsiteX1759" fmla="*/ 349346 w 1967342"/>
              <a:gd name="connsiteY1759" fmla="*/ 101483 h 442564"/>
              <a:gd name="connsiteX1760" fmla="*/ 351025 w 1967342"/>
              <a:gd name="connsiteY1760" fmla="*/ 102770 h 442564"/>
              <a:gd name="connsiteX1761" fmla="*/ 352682 w 1967342"/>
              <a:gd name="connsiteY1761" fmla="*/ 104012 h 442564"/>
              <a:gd name="connsiteX1762" fmla="*/ 352464 w 1967342"/>
              <a:gd name="connsiteY1762" fmla="*/ 105037 h 442564"/>
              <a:gd name="connsiteX1763" fmla="*/ 348256 w 1967342"/>
              <a:gd name="connsiteY1763" fmla="*/ 105975 h 442564"/>
              <a:gd name="connsiteX1764" fmla="*/ 346075 w 1967342"/>
              <a:gd name="connsiteY1764" fmla="*/ 104318 h 442564"/>
              <a:gd name="connsiteX1765" fmla="*/ 344898 w 1967342"/>
              <a:gd name="connsiteY1765" fmla="*/ 103860 h 442564"/>
              <a:gd name="connsiteX1766" fmla="*/ 344898 w 1967342"/>
              <a:gd name="connsiteY1766" fmla="*/ 106804 h 442564"/>
              <a:gd name="connsiteX1767" fmla="*/ 343720 w 1967342"/>
              <a:gd name="connsiteY1767" fmla="*/ 107850 h 442564"/>
              <a:gd name="connsiteX1768" fmla="*/ 345225 w 1967342"/>
              <a:gd name="connsiteY1768" fmla="*/ 109486 h 442564"/>
              <a:gd name="connsiteX1769" fmla="*/ 346511 w 1967342"/>
              <a:gd name="connsiteY1769" fmla="*/ 110271 h 442564"/>
              <a:gd name="connsiteX1770" fmla="*/ 348256 w 1967342"/>
              <a:gd name="connsiteY1770" fmla="*/ 111165 h 442564"/>
              <a:gd name="connsiteX1771" fmla="*/ 350872 w 1967342"/>
              <a:gd name="connsiteY1771" fmla="*/ 110423 h 442564"/>
              <a:gd name="connsiteX1772" fmla="*/ 352137 w 1967342"/>
              <a:gd name="connsiteY1772" fmla="*/ 110140 h 442564"/>
              <a:gd name="connsiteX1773" fmla="*/ 353620 w 1967342"/>
              <a:gd name="connsiteY1773" fmla="*/ 109246 h 442564"/>
              <a:gd name="connsiteX1774" fmla="*/ 354819 w 1967342"/>
              <a:gd name="connsiteY1774" fmla="*/ 108374 h 442564"/>
              <a:gd name="connsiteX1775" fmla="*/ 355997 w 1967342"/>
              <a:gd name="connsiteY1775" fmla="*/ 107109 h 442564"/>
              <a:gd name="connsiteX1776" fmla="*/ 358526 w 1967342"/>
              <a:gd name="connsiteY1776" fmla="*/ 108156 h 442564"/>
              <a:gd name="connsiteX1777" fmla="*/ 359529 w 1967342"/>
              <a:gd name="connsiteY1777" fmla="*/ 108701 h 442564"/>
              <a:gd name="connsiteX1778" fmla="*/ 360837 w 1967342"/>
              <a:gd name="connsiteY1778" fmla="*/ 109660 h 442564"/>
              <a:gd name="connsiteX1779" fmla="*/ 362015 w 1967342"/>
              <a:gd name="connsiteY1779" fmla="*/ 109791 h 442564"/>
              <a:gd name="connsiteX1780" fmla="*/ 363432 w 1967342"/>
              <a:gd name="connsiteY1780" fmla="*/ 109006 h 442564"/>
              <a:gd name="connsiteX1781" fmla="*/ 363432 w 1967342"/>
              <a:gd name="connsiteY1781" fmla="*/ 108156 h 442564"/>
              <a:gd name="connsiteX1782" fmla="*/ 362844 w 1967342"/>
              <a:gd name="connsiteY1782" fmla="*/ 106607 h 442564"/>
              <a:gd name="connsiteX1783" fmla="*/ 362364 w 1967342"/>
              <a:gd name="connsiteY1783" fmla="*/ 104950 h 442564"/>
              <a:gd name="connsiteX1784" fmla="*/ 361426 w 1967342"/>
              <a:gd name="connsiteY1784" fmla="*/ 104623 h 442564"/>
              <a:gd name="connsiteX1785" fmla="*/ 360096 w 1967342"/>
              <a:gd name="connsiteY1785" fmla="*/ 103991 h 442564"/>
              <a:gd name="connsiteX1786" fmla="*/ 359682 w 1967342"/>
              <a:gd name="connsiteY1786" fmla="*/ 103336 h 442564"/>
              <a:gd name="connsiteX1787" fmla="*/ 360947 w 1967342"/>
              <a:gd name="connsiteY1787" fmla="*/ 102508 h 442564"/>
              <a:gd name="connsiteX1788" fmla="*/ 362865 w 1967342"/>
              <a:gd name="connsiteY1788" fmla="*/ 102508 h 442564"/>
              <a:gd name="connsiteX1789" fmla="*/ 364283 w 1967342"/>
              <a:gd name="connsiteY1789" fmla="*/ 102508 h 442564"/>
              <a:gd name="connsiteX1790" fmla="*/ 367532 w 1967342"/>
              <a:gd name="connsiteY1790" fmla="*/ 103184 h 442564"/>
              <a:gd name="connsiteX1791" fmla="*/ 368622 w 1967342"/>
              <a:gd name="connsiteY1791" fmla="*/ 104318 h 442564"/>
              <a:gd name="connsiteX1792" fmla="*/ 369363 w 1967342"/>
              <a:gd name="connsiteY1792" fmla="*/ 105277 h 442564"/>
              <a:gd name="connsiteX1793" fmla="*/ 370345 w 1967342"/>
              <a:gd name="connsiteY1793" fmla="*/ 105713 h 442564"/>
              <a:gd name="connsiteX1794" fmla="*/ 373114 w 1967342"/>
              <a:gd name="connsiteY1794" fmla="*/ 107458 h 442564"/>
              <a:gd name="connsiteX1795" fmla="*/ 375033 w 1967342"/>
              <a:gd name="connsiteY1795" fmla="*/ 106455 h 442564"/>
              <a:gd name="connsiteX1796" fmla="*/ 376363 w 1967342"/>
              <a:gd name="connsiteY1796" fmla="*/ 104470 h 442564"/>
              <a:gd name="connsiteX1797" fmla="*/ 375927 w 1967342"/>
              <a:gd name="connsiteY1797" fmla="*/ 103489 h 442564"/>
              <a:gd name="connsiteX1798" fmla="*/ 375513 w 1967342"/>
              <a:gd name="connsiteY1798" fmla="*/ 102661 h 442564"/>
              <a:gd name="connsiteX1799" fmla="*/ 375513 w 1967342"/>
              <a:gd name="connsiteY1799" fmla="*/ 101679 h 442564"/>
              <a:gd name="connsiteX1800" fmla="*/ 374815 w 1967342"/>
              <a:gd name="connsiteY1800" fmla="*/ 101003 h 442564"/>
              <a:gd name="connsiteX1801" fmla="*/ 373267 w 1967342"/>
              <a:gd name="connsiteY1801" fmla="*/ 100502 h 442564"/>
              <a:gd name="connsiteX1802" fmla="*/ 372940 w 1967342"/>
              <a:gd name="connsiteY1802" fmla="*/ 99804 h 442564"/>
              <a:gd name="connsiteX1803" fmla="*/ 374270 w 1967342"/>
              <a:gd name="connsiteY1803" fmla="*/ 98932 h 442564"/>
              <a:gd name="connsiteX1804" fmla="*/ 375382 w 1967342"/>
              <a:gd name="connsiteY1804" fmla="*/ 98321 h 442564"/>
              <a:gd name="connsiteX1805" fmla="*/ 376407 w 1967342"/>
              <a:gd name="connsiteY1805" fmla="*/ 97863 h 442564"/>
              <a:gd name="connsiteX1806" fmla="*/ 379481 w 1967342"/>
              <a:gd name="connsiteY1806" fmla="*/ 96729 h 442564"/>
              <a:gd name="connsiteX1807" fmla="*/ 381531 w 1967342"/>
              <a:gd name="connsiteY1807" fmla="*/ 96991 h 442564"/>
              <a:gd name="connsiteX1808" fmla="*/ 382730 w 1967342"/>
              <a:gd name="connsiteY1808" fmla="*/ 96053 h 442564"/>
              <a:gd name="connsiteX1809" fmla="*/ 383166 w 1967342"/>
              <a:gd name="connsiteY1809" fmla="*/ 95247 h 442564"/>
              <a:gd name="connsiteX1810" fmla="*/ 382883 w 1967342"/>
              <a:gd name="connsiteY1810" fmla="*/ 93895 h 442564"/>
              <a:gd name="connsiteX1811" fmla="*/ 382054 w 1967342"/>
              <a:gd name="connsiteY1811" fmla="*/ 93175 h 442564"/>
              <a:gd name="connsiteX1812" fmla="*/ 381487 w 1967342"/>
              <a:gd name="connsiteY1812" fmla="*/ 93175 h 442564"/>
              <a:gd name="connsiteX1813" fmla="*/ 377606 w 1967342"/>
              <a:gd name="connsiteY1813" fmla="*/ 91823 h 442564"/>
              <a:gd name="connsiteX1814" fmla="*/ 376821 w 1967342"/>
              <a:gd name="connsiteY1814" fmla="*/ 93546 h 442564"/>
              <a:gd name="connsiteX1815" fmla="*/ 375949 w 1967342"/>
              <a:gd name="connsiteY1815" fmla="*/ 94004 h 442564"/>
              <a:gd name="connsiteX1816" fmla="*/ 374924 w 1967342"/>
              <a:gd name="connsiteY1816" fmla="*/ 94178 h 442564"/>
              <a:gd name="connsiteX1817" fmla="*/ 373855 w 1967342"/>
              <a:gd name="connsiteY1817" fmla="*/ 93764 h 442564"/>
              <a:gd name="connsiteX1818" fmla="*/ 373049 w 1967342"/>
              <a:gd name="connsiteY1818" fmla="*/ 94658 h 442564"/>
              <a:gd name="connsiteX1819" fmla="*/ 372155 w 1967342"/>
              <a:gd name="connsiteY1819" fmla="*/ 94658 h 442564"/>
              <a:gd name="connsiteX1820" fmla="*/ 371261 w 1967342"/>
              <a:gd name="connsiteY1820" fmla="*/ 94527 h 442564"/>
              <a:gd name="connsiteX1821" fmla="*/ 370541 w 1967342"/>
              <a:gd name="connsiteY1821" fmla="*/ 95530 h 442564"/>
              <a:gd name="connsiteX1822" fmla="*/ 371021 w 1967342"/>
              <a:gd name="connsiteY1822" fmla="*/ 96577 h 442564"/>
              <a:gd name="connsiteX1823" fmla="*/ 369276 w 1967342"/>
              <a:gd name="connsiteY1823" fmla="*/ 96577 h 442564"/>
              <a:gd name="connsiteX1824" fmla="*/ 369625 w 1967342"/>
              <a:gd name="connsiteY1824" fmla="*/ 95356 h 442564"/>
              <a:gd name="connsiteX1825" fmla="*/ 369211 w 1967342"/>
              <a:gd name="connsiteY1825" fmla="*/ 93895 h 442564"/>
              <a:gd name="connsiteX1826" fmla="*/ 371152 w 1967342"/>
              <a:gd name="connsiteY1826" fmla="*/ 93611 h 442564"/>
              <a:gd name="connsiteX1827" fmla="*/ 374357 w 1967342"/>
              <a:gd name="connsiteY1827" fmla="*/ 92652 h 442564"/>
              <a:gd name="connsiteX1828" fmla="*/ 374619 w 1967342"/>
              <a:gd name="connsiteY1828" fmla="*/ 91453 h 442564"/>
              <a:gd name="connsiteX1829" fmla="*/ 375556 w 1967342"/>
              <a:gd name="connsiteY1829" fmla="*/ 90580 h 442564"/>
              <a:gd name="connsiteX1830" fmla="*/ 377344 w 1967342"/>
              <a:gd name="connsiteY1830" fmla="*/ 90406 h 442564"/>
              <a:gd name="connsiteX1831" fmla="*/ 378914 w 1967342"/>
              <a:gd name="connsiteY1831" fmla="*/ 89708 h 442564"/>
              <a:gd name="connsiteX1832" fmla="*/ 378762 w 1967342"/>
              <a:gd name="connsiteY1832" fmla="*/ 88029 h 442564"/>
              <a:gd name="connsiteX1833" fmla="*/ 378195 w 1967342"/>
              <a:gd name="connsiteY1833" fmla="*/ 87615 h 442564"/>
              <a:gd name="connsiteX1834" fmla="*/ 377671 w 1967342"/>
              <a:gd name="connsiteY1834" fmla="*/ 87157 h 442564"/>
              <a:gd name="connsiteX1835" fmla="*/ 375905 w 1967342"/>
              <a:gd name="connsiteY1835" fmla="*/ 87615 h 442564"/>
              <a:gd name="connsiteX1836" fmla="*/ 373986 w 1967342"/>
              <a:gd name="connsiteY1836" fmla="*/ 87811 h 442564"/>
              <a:gd name="connsiteX1837" fmla="*/ 373986 w 1967342"/>
              <a:gd name="connsiteY1837" fmla="*/ 86568 h 442564"/>
              <a:gd name="connsiteX1838" fmla="*/ 372743 w 1967342"/>
              <a:gd name="connsiteY1838" fmla="*/ 86568 h 442564"/>
              <a:gd name="connsiteX1839" fmla="*/ 372089 w 1967342"/>
              <a:gd name="connsiteY1839" fmla="*/ 87898 h 442564"/>
              <a:gd name="connsiteX1840" fmla="*/ 370803 w 1967342"/>
              <a:gd name="connsiteY1840" fmla="*/ 88443 h 442564"/>
              <a:gd name="connsiteX1841" fmla="*/ 369647 w 1967342"/>
              <a:gd name="connsiteY1841" fmla="*/ 89512 h 442564"/>
              <a:gd name="connsiteX1842" fmla="*/ 370454 w 1967342"/>
              <a:gd name="connsiteY1842" fmla="*/ 89839 h 442564"/>
              <a:gd name="connsiteX1843" fmla="*/ 371522 w 1967342"/>
              <a:gd name="connsiteY1843" fmla="*/ 90362 h 442564"/>
              <a:gd name="connsiteX1844" fmla="*/ 370824 w 1967342"/>
              <a:gd name="connsiteY1844" fmla="*/ 91932 h 442564"/>
              <a:gd name="connsiteX1845" fmla="*/ 369145 w 1967342"/>
              <a:gd name="connsiteY1845" fmla="*/ 91823 h 442564"/>
              <a:gd name="connsiteX1846" fmla="*/ 369254 w 1967342"/>
              <a:gd name="connsiteY1846" fmla="*/ 91016 h 442564"/>
              <a:gd name="connsiteX1847" fmla="*/ 368382 w 1967342"/>
              <a:gd name="connsiteY1847" fmla="*/ 89970 h 442564"/>
              <a:gd name="connsiteX1848" fmla="*/ 368579 w 1967342"/>
              <a:gd name="connsiteY1848" fmla="*/ 89316 h 442564"/>
              <a:gd name="connsiteX1849" fmla="*/ 370257 w 1967342"/>
              <a:gd name="connsiteY1849" fmla="*/ 87135 h 442564"/>
              <a:gd name="connsiteX1850" fmla="*/ 370650 w 1967342"/>
              <a:gd name="connsiteY1850" fmla="*/ 86415 h 442564"/>
              <a:gd name="connsiteX1851" fmla="*/ 371326 w 1967342"/>
              <a:gd name="connsiteY1851" fmla="*/ 85260 h 442564"/>
              <a:gd name="connsiteX1852" fmla="*/ 370454 w 1967342"/>
              <a:gd name="connsiteY1852" fmla="*/ 84976 h 442564"/>
              <a:gd name="connsiteX1853" fmla="*/ 369298 w 1967342"/>
              <a:gd name="connsiteY1853" fmla="*/ 85391 h 442564"/>
              <a:gd name="connsiteX1854" fmla="*/ 368840 w 1967342"/>
              <a:gd name="connsiteY1854" fmla="*/ 86067 h 442564"/>
              <a:gd name="connsiteX1855" fmla="*/ 367139 w 1967342"/>
              <a:gd name="connsiteY1855" fmla="*/ 87680 h 442564"/>
              <a:gd name="connsiteX1856" fmla="*/ 366114 w 1967342"/>
              <a:gd name="connsiteY1856" fmla="*/ 89010 h 442564"/>
              <a:gd name="connsiteX1857" fmla="*/ 364283 w 1967342"/>
              <a:gd name="connsiteY1857" fmla="*/ 90602 h 442564"/>
              <a:gd name="connsiteX1858" fmla="*/ 363847 w 1967342"/>
              <a:gd name="connsiteY1858" fmla="*/ 91867 h 442564"/>
              <a:gd name="connsiteX1859" fmla="*/ 364501 w 1967342"/>
              <a:gd name="connsiteY1859" fmla="*/ 92085 h 442564"/>
              <a:gd name="connsiteX1860" fmla="*/ 365242 w 1967342"/>
              <a:gd name="connsiteY1860" fmla="*/ 91976 h 442564"/>
              <a:gd name="connsiteX1861" fmla="*/ 366245 w 1967342"/>
              <a:gd name="connsiteY1861" fmla="*/ 91540 h 442564"/>
              <a:gd name="connsiteX1862" fmla="*/ 366114 w 1967342"/>
              <a:gd name="connsiteY1862" fmla="*/ 92412 h 442564"/>
              <a:gd name="connsiteX1863" fmla="*/ 365700 w 1967342"/>
              <a:gd name="connsiteY1863" fmla="*/ 93175 h 442564"/>
              <a:gd name="connsiteX1864" fmla="*/ 366572 w 1967342"/>
              <a:gd name="connsiteY1864" fmla="*/ 93589 h 442564"/>
              <a:gd name="connsiteX1865" fmla="*/ 367205 w 1967342"/>
              <a:gd name="connsiteY1865" fmla="*/ 94396 h 442564"/>
              <a:gd name="connsiteX1866" fmla="*/ 366725 w 1967342"/>
              <a:gd name="connsiteY1866" fmla="*/ 94702 h 442564"/>
              <a:gd name="connsiteX1867" fmla="*/ 365896 w 1967342"/>
              <a:gd name="connsiteY1867" fmla="*/ 94483 h 442564"/>
              <a:gd name="connsiteX1868" fmla="*/ 365046 w 1967342"/>
              <a:gd name="connsiteY1868" fmla="*/ 94026 h 442564"/>
              <a:gd name="connsiteX1869" fmla="*/ 363694 w 1967342"/>
              <a:gd name="connsiteY1869" fmla="*/ 93023 h 442564"/>
              <a:gd name="connsiteX1870" fmla="*/ 362931 w 1967342"/>
              <a:gd name="connsiteY1870" fmla="*/ 92325 h 442564"/>
              <a:gd name="connsiteX1871" fmla="*/ 361884 w 1967342"/>
              <a:gd name="connsiteY1871" fmla="*/ 91649 h 442564"/>
              <a:gd name="connsiteX1872" fmla="*/ 361884 w 1967342"/>
              <a:gd name="connsiteY1872" fmla="*/ 90798 h 442564"/>
              <a:gd name="connsiteX1873" fmla="*/ 363083 w 1967342"/>
              <a:gd name="connsiteY1873" fmla="*/ 90253 h 442564"/>
              <a:gd name="connsiteX1874" fmla="*/ 363868 w 1967342"/>
              <a:gd name="connsiteY1874" fmla="*/ 89555 h 442564"/>
              <a:gd name="connsiteX1875" fmla="*/ 364719 w 1967342"/>
              <a:gd name="connsiteY1875" fmla="*/ 88378 h 442564"/>
              <a:gd name="connsiteX1876" fmla="*/ 366202 w 1967342"/>
              <a:gd name="connsiteY1876" fmla="*/ 86830 h 442564"/>
              <a:gd name="connsiteX1877" fmla="*/ 367030 w 1967342"/>
              <a:gd name="connsiteY1877" fmla="*/ 86132 h 442564"/>
              <a:gd name="connsiteX1878" fmla="*/ 367706 w 1967342"/>
              <a:gd name="connsiteY1878" fmla="*/ 85587 h 442564"/>
              <a:gd name="connsiteX1879" fmla="*/ 368251 w 1967342"/>
              <a:gd name="connsiteY1879" fmla="*/ 85042 h 442564"/>
              <a:gd name="connsiteX1880" fmla="*/ 369124 w 1967342"/>
              <a:gd name="connsiteY1880" fmla="*/ 84104 h 442564"/>
              <a:gd name="connsiteX1881" fmla="*/ 369756 w 1967342"/>
              <a:gd name="connsiteY1881" fmla="*/ 83275 h 442564"/>
              <a:gd name="connsiteX1882" fmla="*/ 369909 w 1967342"/>
              <a:gd name="connsiteY1882" fmla="*/ 82621 h 442564"/>
              <a:gd name="connsiteX1883" fmla="*/ 369407 w 1967342"/>
              <a:gd name="connsiteY1883" fmla="*/ 82490 h 442564"/>
              <a:gd name="connsiteX1884" fmla="*/ 368818 w 1967342"/>
              <a:gd name="connsiteY1884" fmla="*/ 81880 h 442564"/>
              <a:gd name="connsiteX1885" fmla="*/ 79700 w 1967342"/>
              <a:gd name="connsiteY1885" fmla="*/ 80528 h 442564"/>
              <a:gd name="connsiteX1886" fmla="*/ 79045 w 1967342"/>
              <a:gd name="connsiteY1886" fmla="*/ 80986 h 442564"/>
              <a:gd name="connsiteX1887" fmla="*/ 78021 w 1967342"/>
              <a:gd name="connsiteY1887" fmla="*/ 81269 h 442564"/>
              <a:gd name="connsiteX1888" fmla="*/ 77323 w 1967342"/>
              <a:gd name="connsiteY1888" fmla="*/ 82381 h 442564"/>
              <a:gd name="connsiteX1889" fmla="*/ 76494 w 1967342"/>
              <a:gd name="connsiteY1889" fmla="*/ 82970 h 442564"/>
              <a:gd name="connsiteX1890" fmla="*/ 75927 w 1967342"/>
              <a:gd name="connsiteY1890" fmla="*/ 83951 h 442564"/>
              <a:gd name="connsiteX1891" fmla="*/ 74837 w 1967342"/>
              <a:gd name="connsiteY1891" fmla="*/ 84736 h 442564"/>
              <a:gd name="connsiteX1892" fmla="*/ 74575 w 1967342"/>
              <a:gd name="connsiteY1892" fmla="*/ 85870 h 442564"/>
              <a:gd name="connsiteX1893" fmla="*/ 75796 w 1967342"/>
              <a:gd name="connsiteY1893" fmla="*/ 87091 h 442564"/>
              <a:gd name="connsiteX1894" fmla="*/ 77279 w 1967342"/>
              <a:gd name="connsiteY1894" fmla="*/ 89272 h 442564"/>
              <a:gd name="connsiteX1895" fmla="*/ 78195 w 1967342"/>
              <a:gd name="connsiteY1895" fmla="*/ 90624 h 442564"/>
              <a:gd name="connsiteX1896" fmla="*/ 79983 w 1967342"/>
              <a:gd name="connsiteY1896" fmla="*/ 92499 h 442564"/>
              <a:gd name="connsiteX1897" fmla="*/ 80964 w 1967342"/>
              <a:gd name="connsiteY1897" fmla="*/ 93873 h 442564"/>
              <a:gd name="connsiteX1898" fmla="*/ 81902 w 1967342"/>
              <a:gd name="connsiteY1898" fmla="*/ 95268 h 442564"/>
              <a:gd name="connsiteX1899" fmla="*/ 82316 w 1967342"/>
              <a:gd name="connsiteY1899" fmla="*/ 96272 h 442564"/>
              <a:gd name="connsiteX1900" fmla="*/ 84279 w 1967342"/>
              <a:gd name="connsiteY1900" fmla="*/ 98801 h 442564"/>
              <a:gd name="connsiteX1901" fmla="*/ 85849 w 1967342"/>
              <a:gd name="connsiteY1901" fmla="*/ 100000 h 442564"/>
              <a:gd name="connsiteX1902" fmla="*/ 86895 w 1967342"/>
              <a:gd name="connsiteY1902" fmla="*/ 100742 h 442564"/>
              <a:gd name="connsiteX1903" fmla="*/ 87920 w 1967342"/>
              <a:gd name="connsiteY1903" fmla="*/ 101592 h 442564"/>
              <a:gd name="connsiteX1904" fmla="*/ 89774 w 1967342"/>
              <a:gd name="connsiteY1904" fmla="*/ 102704 h 442564"/>
              <a:gd name="connsiteX1905" fmla="*/ 91148 w 1967342"/>
              <a:gd name="connsiteY1905" fmla="*/ 103838 h 442564"/>
              <a:gd name="connsiteX1906" fmla="*/ 92914 w 1967342"/>
              <a:gd name="connsiteY1906" fmla="*/ 104165 h 442564"/>
              <a:gd name="connsiteX1907" fmla="*/ 94026 w 1967342"/>
              <a:gd name="connsiteY1907" fmla="*/ 103816 h 442564"/>
              <a:gd name="connsiteX1908" fmla="*/ 95509 w 1967342"/>
              <a:gd name="connsiteY1908" fmla="*/ 102399 h 442564"/>
              <a:gd name="connsiteX1909" fmla="*/ 96730 w 1967342"/>
              <a:gd name="connsiteY1909" fmla="*/ 101657 h 442564"/>
              <a:gd name="connsiteX1910" fmla="*/ 97885 w 1967342"/>
              <a:gd name="connsiteY1910" fmla="*/ 100480 h 442564"/>
              <a:gd name="connsiteX1911" fmla="*/ 99128 w 1967342"/>
              <a:gd name="connsiteY1911" fmla="*/ 99368 h 442564"/>
              <a:gd name="connsiteX1912" fmla="*/ 100197 w 1967342"/>
              <a:gd name="connsiteY1912" fmla="*/ 98910 h 442564"/>
              <a:gd name="connsiteX1913" fmla="*/ 100982 w 1967342"/>
              <a:gd name="connsiteY1913" fmla="*/ 97536 h 442564"/>
              <a:gd name="connsiteX1914" fmla="*/ 101876 w 1967342"/>
              <a:gd name="connsiteY1914" fmla="*/ 96228 h 442564"/>
              <a:gd name="connsiteX1915" fmla="*/ 101287 w 1967342"/>
              <a:gd name="connsiteY1915" fmla="*/ 94854 h 442564"/>
              <a:gd name="connsiteX1916" fmla="*/ 100262 w 1967342"/>
              <a:gd name="connsiteY1916" fmla="*/ 92913 h 442564"/>
              <a:gd name="connsiteX1917" fmla="*/ 98343 w 1967342"/>
              <a:gd name="connsiteY1917" fmla="*/ 92238 h 442564"/>
              <a:gd name="connsiteX1918" fmla="*/ 97253 w 1967342"/>
              <a:gd name="connsiteY1918" fmla="*/ 93175 h 442564"/>
              <a:gd name="connsiteX1919" fmla="*/ 96359 w 1967342"/>
              <a:gd name="connsiteY1919" fmla="*/ 93611 h 442564"/>
              <a:gd name="connsiteX1920" fmla="*/ 95552 w 1967342"/>
              <a:gd name="connsiteY1920" fmla="*/ 94156 h 442564"/>
              <a:gd name="connsiteX1921" fmla="*/ 94527 w 1967342"/>
              <a:gd name="connsiteY1921" fmla="*/ 95007 h 442564"/>
              <a:gd name="connsiteX1922" fmla="*/ 92652 w 1967342"/>
              <a:gd name="connsiteY1922" fmla="*/ 95814 h 442564"/>
              <a:gd name="connsiteX1923" fmla="*/ 90581 w 1967342"/>
              <a:gd name="connsiteY1923" fmla="*/ 94789 h 442564"/>
              <a:gd name="connsiteX1924" fmla="*/ 89578 w 1967342"/>
              <a:gd name="connsiteY1924" fmla="*/ 93960 h 442564"/>
              <a:gd name="connsiteX1925" fmla="*/ 88182 w 1967342"/>
              <a:gd name="connsiteY1925" fmla="*/ 91518 h 442564"/>
              <a:gd name="connsiteX1926" fmla="*/ 88989 w 1967342"/>
              <a:gd name="connsiteY1926" fmla="*/ 88945 h 442564"/>
              <a:gd name="connsiteX1927" fmla="*/ 89403 w 1967342"/>
              <a:gd name="connsiteY1927" fmla="*/ 87266 h 442564"/>
              <a:gd name="connsiteX1928" fmla="*/ 89578 w 1967342"/>
              <a:gd name="connsiteY1928" fmla="*/ 85936 h 442564"/>
              <a:gd name="connsiteX1929" fmla="*/ 90210 w 1967342"/>
              <a:gd name="connsiteY1929" fmla="*/ 84780 h 442564"/>
              <a:gd name="connsiteX1930" fmla="*/ 90210 w 1967342"/>
              <a:gd name="connsiteY1930" fmla="*/ 83842 h 442564"/>
              <a:gd name="connsiteX1931" fmla="*/ 89076 w 1967342"/>
              <a:gd name="connsiteY1931" fmla="*/ 83079 h 442564"/>
              <a:gd name="connsiteX1932" fmla="*/ 87004 w 1967342"/>
              <a:gd name="connsiteY1932" fmla="*/ 82534 h 442564"/>
              <a:gd name="connsiteX1933" fmla="*/ 85282 w 1967342"/>
              <a:gd name="connsiteY1933" fmla="*/ 83428 h 442564"/>
              <a:gd name="connsiteX1934" fmla="*/ 84998 w 1967342"/>
              <a:gd name="connsiteY1934" fmla="*/ 84693 h 442564"/>
              <a:gd name="connsiteX1935" fmla="*/ 83930 w 1967342"/>
              <a:gd name="connsiteY1935" fmla="*/ 85238 h 442564"/>
              <a:gd name="connsiteX1936" fmla="*/ 83167 w 1967342"/>
              <a:gd name="connsiteY1936" fmla="*/ 84169 h 442564"/>
              <a:gd name="connsiteX1937" fmla="*/ 82251 w 1967342"/>
              <a:gd name="connsiteY1937" fmla="*/ 81444 h 442564"/>
              <a:gd name="connsiteX1938" fmla="*/ 80594 w 1967342"/>
              <a:gd name="connsiteY1938" fmla="*/ 80528 h 442564"/>
              <a:gd name="connsiteX1939" fmla="*/ 79700 w 1967342"/>
              <a:gd name="connsiteY1939" fmla="*/ 80528 h 442564"/>
              <a:gd name="connsiteX1940" fmla="*/ 270432 w 1967342"/>
              <a:gd name="connsiteY1940" fmla="*/ 71501 h 442564"/>
              <a:gd name="connsiteX1941" fmla="*/ 268753 w 1967342"/>
              <a:gd name="connsiteY1941" fmla="*/ 81270 h 442564"/>
              <a:gd name="connsiteX1942" fmla="*/ 263629 w 1967342"/>
              <a:gd name="connsiteY1942" fmla="*/ 86613 h 442564"/>
              <a:gd name="connsiteX1943" fmla="*/ 261645 w 1967342"/>
              <a:gd name="connsiteY1943" fmla="*/ 89883 h 442564"/>
              <a:gd name="connsiteX1944" fmla="*/ 235871 w 1967342"/>
              <a:gd name="connsiteY1944" fmla="*/ 107698 h 442564"/>
              <a:gd name="connsiteX1945" fmla="*/ 243503 w 1967342"/>
              <a:gd name="connsiteY1945" fmla="*/ 108200 h 442564"/>
              <a:gd name="connsiteX1946" fmla="*/ 243590 w 1967342"/>
              <a:gd name="connsiteY1946" fmla="*/ 108134 h 442564"/>
              <a:gd name="connsiteX1947" fmla="*/ 251941 w 1967342"/>
              <a:gd name="connsiteY1947" fmla="*/ 114153 h 442564"/>
              <a:gd name="connsiteX1948" fmla="*/ 242085 w 1967342"/>
              <a:gd name="connsiteY1948" fmla="*/ 114327 h 442564"/>
              <a:gd name="connsiteX1949" fmla="*/ 235108 w 1967342"/>
              <a:gd name="connsiteY1949" fmla="*/ 107982 h 442564"/>
              <a:gd name="connsiteX1950" fmla="*/ 229636 w 1967342"/>
              <a:gd name="connsiteY1950" fmla="*/ 109992 h 442564"/>
              <a:gd name="connsiteX1951" fmla="*/ 230806 w 1967342"/>
              <a:gd name="connsiteY1951" fmla="*/ 115997 h 442564"/>
              <a:gd name="connsiteX1952" fmla="*/ 232730 w 1967342"/>
              <a:gd name="connsiteY1952" fmla="*/ 125927 h 442564"/>
              <a:gd name="connsiteX1953" fmla="*/ 300109 w 1967342"/>
              <a:gd name="connsiteY1953" fmla="*/ 115766 h 442564"/>
              <a:gd name="connsiteX1954" fmla="*/ 302442 w 1967342"/>
              <a:gd name="connsiteY1954" fmla="*/ 114981 h 442564"/>
              <a:gd name="connsiteX1955" fmla="*/ 302442 w 1967342"/>
              <a:gd name="connsiteY1955" fmla="*/ 117423 h 442564"/>
              <a:gd name="connsiteX1956" fmla="*/ 295770 w 1967342"/>
              <a:gd name="connsiteY1956" fmla="*/ 136328 h 442564"/>
              <a:gd name="connsiteX1957" fmla="*/ 279198 w 1967342"/>
              <a:gd name="connsiteY1957" fmla="*/ 147122 h 442564"/>
              <a:gd name="connsiteX1958" fmla="*/ 272285 w 1967342"/>
              <a:gd name="connsiteY1958" fmla="*/ 159944 h 442564"/>
              <a:gd name="connsiteX1959" fmla="*/ 269102 w 1967342"/>
              <a:gd name="connsiteY1959" fmla="*/ 162124 h 442564"/>
              <a:gd name="connsiteX1960" fmla="*/ 300938 w 1967342"/>
              <a:gd name="connsiteY1960" fmla="*/ 157262 h 442564"/>
              <a:gd name="connsiteX1961" fmla="*/ 303446 w 1967342"/>
              <a:gd name="connsiteY1961" fmla="*/ 156782 h 442564"/>
              <a:gd name="connsiteX1962" fmla="*/ 303315 w 1967342"/>
              <a:gd name="connsiteY1962" fmla="*/ 156782 h 442564"/>
              <a:gd name="connsiteX1963" fmla="*/ 310140 w 1967342"/>
              <a:gd name="connsiteY1963" fmla="*/ 155364 h 442564"/>
              <a:gd name="connsiteX1964" fmla="*/ 299564 w 1967342"/>
              <a:gd name="connsiteY1964" fmla="*/ 170934 h 442564"/>
              <a:gd name="connsiteX1965" fmla="*/ 274662 w 1967342"/>
              <a:gd name="connsiteY1965" fmla="*/ 190755 h 442564"/>
              <a:gd name="connsiteX1966" fmla="*/ 247951 w 1967342"/>
              <a:gd name="connsiteY1966" fmla="*/ 199281 h 442564"/>
              <a:gd name="connsiteX1967" fmla="*/ 243590 w 1967342"/>
              <a:gd name="connsiteY1967" fmla="*/ 199564 h 442564"/>
              <a:gd name="connsiteX1968" fmla="*/ 235456 w 1967342"/>
              <a:gd name="connsiteY1968" fmla="*/ 198975 h 442564"/>
              <a:gd name="connsiteX1969" fmla="*/ 232883 w 1967342"/>
              <a:gd name="connsiteY1969" fmla="*/ 198605 h 442564"/>
              <a:gd name="connsiteX1970" fmla="*/ 237877 w 1967342"/>
              <a:gd name="connsiteY1970" fmla="*/ 219473 h 442564"/>
              <a:gd name="connsiteX1971" fmla="*/ 221239 w 1967342"/>
              <a:gd name="connsiteY1971" fmla="*/ 220541 h 442564"/>
              <a:gd name="connsiteX1972" fmla="*/ 204580 w 1967342"/>
              <a:gd name="connsiteY1972" fmla="*/ 219473 h 442564"/>
              <a:gd name="connsiteX1973" fmla="*/ 209573 w 1967342"/>
              <a:gd name="connsiteY1973" fmla="*/ 198605 h 442564"/>
              <a:gd name="connsiteX1974" fmla="*/ 207000 w 1967342"/>
              <a:gd name="connsiteY1974" fmla="*/ 198975 h 442564"/>
              <a:gd name="connsiteX1975" fmla="*/ 198866 w 1967342"/>
              <a:gd name="connsiteY1975" fmla="*/ 199564 h 442564"/>
              <a:gd name="connsiteX1976" fmla="*/ 194505 w 1967342"/>
              <a:gd name="connsiteY1976" fmla="*/ 199281 h 442564"/>
              <a:gd name="connsiteX1977" fmla="*/ 167772 w 1967342"/>
              <a:gd name="connsiteY1977" fmla="*/ 190755 h 442564"/>
              <a:gd name="connsiteX1978" fmla="*/ 142870 w 1967342"/>
              <a:gd name="connsiteY1978" fmla="*/ 170934 h 442564"/>
              <a:gd name="connsiteX1979" fmla="*/ 132294 w 1967342"/>
              <a:gd name="connsiteY1979" fmla="*/ 155364 h 442564"/>
              <a:gd name="connsiteX1980" fmla="*/ 139119 w 1967342"/>
              <a:gd name="connsiteY1980" fmla="*/ 156782 h 442564"/>
              <a:gd name="connsiteX1981" fmla="*/ 141649 w 1967342"/>
              <a:gd name="connsiteY1981" fmla="*/ 157262 h 442564"/>
              <a:gd name="connsiteX1982" fmla="*/ 173463 w 1967342"/>
              <a:gd name="connsiteY1982" fmla="*/ 162102 h 442564"/>
              <a:gd name="connsiteX1983" fmla="*/ 170280 w 1967342"/>
              <a:gd name="connsiteY1983" fmla="*/ 160031 h 442564"/>
              <a:gd name="connsiteX1984" fmla="*/ 163367 w 1967342"/>
              <a:gd name="connsiteY1984" fmla="*/ 147209 h 442564"/>
              <a:gd name="connsiteX1985" fmla="*/ 146795 w 1967342"/>
              <a:gd name="connsiteY1985" fmla="*/ 136416 h 442564"/>
              <a:gd name="connsiteX1986" fmla="*/ 140123 w 1967342"/>
              <a:gd name="connsiteY1986" fmla="*/ 117510 h 442564"/>
              <a:gd name="connsiteX1987" fmla="*/ 140123 w 1967342"/>
              <a:gd name="connsiteY1987" fmla="*/ 115068 h 442564"/>
              <a:gd name="connsiteX1988" fmla="*/ 142434 w 1967342"/>
              <a:gd name="connsiteY1988" fmla="*/ 115853 h 442564"/>
              <a:gd name="connsiteX1989" fmla="*/ 209922 w 1967342"/>
              <a:gd name="connsiteY1989" fmla="*/ 125927 h 442564"/>
              <a:gd name="connsiteX1990" fmla="*/ 213345 w 1967342"/>
              <a:gd name="connsiteY1990" fmla="*/ 108308 h 442564"/>
              <a:gd name="connsiteX1991" fmla="*/ 213345 w 1967342"/>
              <a:gd name="connsiteY1991" fmla="*/ 108025 h 442564"/>
              <a:gd name="connsiteX1992" fmla="*/ 221173 w 1967342"/>
              <a:gd name="connsiteY1992" fmla="*/ 98997 h 442564"/>
              <a:gd name="connsiteX1993" fmla="*/ 221457 w 1967342"/>
              <a:gd name="connsiteY1993" fmla="*/ 98997 h 442564"/>
              <a:gd name="connsiteX1994" fmla="*/ 227500 w 1967342"/>
              <a:gd name="connsiteY1994" fmla="*/ 102693 h 442564"/>
              <a:gd name="connsiteX1995" fmla="*/ 229064 w 1967342"/>
              <a:gd name="connsiteY1995" fmla="*/ 107309 h 442564"/>
              <a:gd name="connsiteX1996" fmla="*/ 234323 w 1967342"/>
              <a:gd name="connsiteY1996" fmla="*/ 105387 h 442564"/>
              <a:gd name="connsiteX1997" fmla="*/ 232142 w 1967342"/>
              <a:gd name="connsiteY1997" fmla="*/ 96054 h 442564"/>
              <a:gd name="connsiteX1998" fmla="*/ 237310 w 1967342"/>
              <a:gd name="connsiteY1998" fmla="*/ 87092 h 442564"/>
              <a:gd name="connsiteX1999" fmla="*/ 238989 w 1967342"/>
              <a:gd name="connsiteY1999" fmla="*/ 97145 h 442564"/>
              <a:gd name="connsiteX2000" fmla="*/ 234453 w 1967342"/>
              <a:gd name="connsiteY2000" fmla="*/ 105300 h 442564"/>
              <a:gd name="connsiteX2001" fmla="*/ 245024 w 1967342"/>
              <a:gd name="connsiteY2001" fmla="*/ 99071 h 442564"/>
              <a:gd name="connsiteX2002" fmla="*/ 243022 w 1967342"/>
              <a:gd name="connsiteY2002" fmla="*/ 90406 h 442564"/>
              <a:gd name="connsiteX2003" fmla="*/ 247754 w 1967342"/>
              <a:gd name="connsiteY2003" fmla="*/ 81226 h 442564"/>
              <a:gd name="connsiteX2004" fmla="*/ 249498 w 1967342"/>
              <a:gd name="connsiteY2004" fmla="*/ 91388 h 442564"/>
              <a:gd name="connsiteX2005" fmla="*/ 249564 w 1967342"/>
              <a:gd name="connsiteY2005" fmla="*/ 91388 h 442564"/>
              <a:gd name="connsiteX2006" fmla="*/ 245857 w 1967342"/>
              <a:gd name="connsiteY2006" fmla="*/ 98580 h 442564"/>
              <a:gd name="connsiteX2007" fmla="*/ 254842 w 1967342"/>
              <a:gd name="connsiteY2007" fmla="*/ 93285 h 442564"/>
              <a:gd name="connsiteX2008" fmla="*/ 252792 w 1967342"/>
              <a:gd name="connsiteY2008" fmla="*/ 84214 h 442564"/>
              <a:gd name="connsiteX2009" fmla="*/ 257153 w 1967342"/>
              <a:gd name="connsiteY2009" fmla="*/ 75492 h 442564"/>
              <a:gd name="connsiteX2010" fmla="*/ 258745 w 1967342"/>
              <a:gd name="connsiteY2010" fmla="*/ 85239 h 442564"/>
              <a:gd name="connsiteX2011" fmla="*/ 254907 w 1967342"/>
              <a:gd name="connsiteY2011" fmla="*/ 93263 h 442564"/>
              <a:gd name="connsiteX2012" fmla="*/ 261231 w 1967342"/>
              <a:gd name="connsiteY2012" fmla="*/ 87463 h 442564"/>
              <a:gd name="connsiteX2013" fmla="*/ 262648 w 1967342"/>
              <a:gd name="connsiteY2013" fmla="*/ 85762 h 442564"/>
              <a:gd name="connsiteX2014" fmla="*/ 263891 w 1967342"/>
              <a:gd name="connsiteY2014" fmla="*/ 77934 h 442564"/>
              <a:gd name="connsiteX2015" fmla="*/ 270432 w 1967342"/>
              <a:gd name="connsiteY2015" fmla="*/ 71501 h 442564"/>
              <a:gd name="connsiteX2016" fmla="*/ 130114 w 1967342"/>
              <a:gd name="connsiteY2016" fmla="*/ 70367 h 442564"/>
              <a:gd name="connsiteX2017" fmla="*/ 128806 w 1967342"/>
              <a:gd name="connsiteY2017" fmla="*/ 71173 h 442564"/>
              <a:gd name="connsiteX2018" fmla="*/ 127824 w 1967342"/>
              <a:gd name="connsiteY2018" fmla="*/ 72155 h 442564"/>
              <a:gd name="connsiteX2019" fmla="*/ 125949 w 1967342"/>
              <a:gd name="connsiteY2019" fmla="*/ 71457 h 442564"/>
              <a:gd name="connsiteX2020" fmla="*/ 125360 w 1967342"/>
              <a:gd name="connsiteY2020" fmla="*/ 72438 h 442564"/>
              <a:gd name="connsiteX2021" fmla="*/ 125360 w 1967342"/>
              <a:gd name="connsiteY2021" fmla="*/ 75142 h 442564"/>
              <a:gd name="connsiteX2022" fmla="*/ 125360 w 1967342"/>
              <a:gd name="connsiteY2022" fmla="*/ 76298 h 442564"/>
              <a:gd name="connsiteX2023" fmla="*/ 126036 w 1967342"/>
              <a:gd name="connsiteY2023" fmla="*/ 76930 h 442564"/>
              <a:gd name="connsiteX2024" fmla="*/ 126451 w 1967342"/>
              <a:gd name="connsiteY2024" fmla="*/ 77955 h 442564"/>
              <a:gd name="connsiteX2025" fmla="*/ 128631 w 1967342"/>
              <a:gd name="connsiteY2025" fmla="*/ 78304 h 442564"/>
              <a:gd name="connsiteX2026" fmla="*/ 129590 w 1967342"/>
              <a:gd name="connsiteY2026" fmla="*/ 76995 h 442564"/>
              <a:gd name="connsiteX2027" fmla="*/ 130506 w 1967342"/>
              <a:gd name="connsiteY2027" fmla="*/ 76341 h 442564"/>
              <a:gd name="connsiteX2028" fmla="*/ 131008 w 1967342"/>
              <a:gd name="connsiteY2028" fmla="*/ 75251 h 442564"/>
              <a:gd name="connsiteX2029" fmla="*/ 131008 w 1967342"/>
              <a:gd name="connsiteY2029" fmla="*/ 75164 h 442564"/>
              <a:gd name="connsiteX2030" fmla="*/ 130899 w 1967342"/>
              <a:gd name="connsiteY2030" fmla="*/ 73877 h 442564"/>
              <a:gd name="connsiteX2031" fmla="*/ 131226 w 1967342"/>
              <a:gd name="connsiteY2031" fmla="*/ 73092 h 442564"/>
              <a:gd name="connsiteX2032" fmla="*/ 131422 w 1967342"/>
              <a:gd name="connsiteY2032" fmla="*/ 72111 h 442564"/>
              <a:gd name="connsiteX2033" fmla="*/ 131052 w 1967342"/>
              <a:gd name="connsiteY2033" fmla="*/ 71195 h 442564"/>
              <a:gd name="connsiteX2034" fmla="*/ 130703 w 1967342"/>
              <a:gd name="connsiteY2034" fmla="*/ 70367 h 442564"/>
              <a:gd name="connsiteX2035" fmla="*/ 130114 w 1967342"/>
              <a:gd name="connsiteY2035" fmla="*/ 70367 h 442564"/>
              <a:gd name="connsiteX2036" fmla="*/ 896965 w 1967342"/>
              <a:gd name="connsiteY2036" fmla="*/ 68466 h 442564"/>
              <a:gd name="connsiteX2037" fmla="*/ 902743 w 1967342"/>
              <a:gd name="connsiteY2037" fmla="*/ 69075 h 442564"/>
              <a:gd name="connsiteX2038" fmla="*/ 909889 w 1967342"/>
              <a:gd name="connsiteY2038" fmla="*/ 69075 h 442564"/>
              <a:gd name="connsiteX2039" fmla="*/ 913614 w 1967342"/>
              <a:gd name="connsiteY2039" fmla="*/ 72040 h 442564"/>
              <a:gd name="connsiteX2040" fmla="*/ 920304 w 1967342"/>
              <a:gd name="connsiteY2040" fmla="*/ 74092 h 442564"/>
              <a:gd name="connsiteX2041" fmla="*/ 922509 w 1967342"/>
              <a:gd name="connsiteY2041" fmla="*/ 81694 h 442564"/>
              <a:gd name="connsiteX2042" fmla="*/ 927678 w 1967342"/>
              <a:gd name="connsiteY2042" fmla="*/ 93097 h 442564"/>
              <a:gd name="connsiteX2043" fmla="*/ 921292 w 1967342"/>
              <a:gd name="connsiteY2043" fmla="*/ 104805 h 442564"/>
              <a:gd name="connsiteX2044" fmla="*/ 922509 w 1967342"/>
              <a:gd name="connsiteY2044" fmla="*/ 108681 h 442564"/>
              <a:gd name="connsiteX2045" fmla="*/ 945315 w 1967342"/>
              <a:gd name="connsiteY2045" fmla="*/ 103360 h 442564"/>
              <a:gd name="connsiteX2046" fmla="*/ 958315 w 1967342"/>
              <a:gd name="connsiteY2046" fmla="*/ 100395 h 442564"/>
              <a:gd name="connsiteX2047" fmla="*/ 963864 w 1967342"/>
              <a:gd name="connsiteY2047" fmla="*/ 102752 h 442564"/>
              <a:gd name="connsiteX2048" fmla="*/ 969642 w 1967342"/>
              <a:gd name="connsiteY2048" fmla="*/ 104652 h 442564"/>
              <a:gd name="connsiteX2049" fmla="*/ 976559 w 1967342"/>
              <a:gd name="connsiteY2049" fmla="*/ 110734 h 442564"/>
              <a:gd name="connsiteX2050" fmla="*/ 976407 w 1967342"/>
              <a:gd name="connsiteY2050" fmla="*/ 110734 h 442564"/>
              <a:gd name="connsiteX2051" fmla="*/ 979524 w 1967342"/>
              <a:gd name="connsiteY2051" fmla="*/ 114154 h 442564"/>
              <a:gd name="connsiteX2052" fmla="*/ 979144 w 1967342"/>
              <a:gd name="connsiteY2052" fmla="*/ 121148 h 442564"/>
              <a:gd name="connsiteX2053" fmla="*/ 966677 w 1967342"/>
              <a:gd name="connsiteY2053" fmla="*/ 131715 h 442564"/>
              <a:gd name="connsiteX2054" fmla="*/ 959987 w 1967342"/>
              <a:gd name="connsiteY2054" fmla="*/ 129739 h 442564"/>
              <a:gd name="connsiteX2055" fmla="*/ 948660 w 1967342"/>
              <a:gd name="connsiteY2055" fmla="*/ 130499 h 442564"/>
              <a:gd name="connsiteX2056" fmla="*/ 939613 w 1967342"/>
              <a:gd name="connsiteY2056" fmla="*/ 131564 h 442564"/>
              <a:gd name="connsiteX2057" fmla="*/ 931327 w 1967342"/>
              <a:gd name="connsiteY2057" fmla="*/ 134072 h 442564"/>
              <a:gd name="connsiteX2058" fmla="*/ 923040 w 1967342"/>
              <a:gd name="connsiteY2058" fmla="*/ 137037 h 442564"/>
              <a:gd name="connsiteX2059" fmla="*/ 915438 w 1967342"/>
              <a:gd name="connsiteY2059" fmla="*/ 137037 h 442564"/>
              <a:gd name="connsiteX2060" fmla="*/ 903883 w 1967342"/>
              <a:gd name="connsiteY2060" fmla="*/ 141902 h 442564"/>
              <a:gd name="connsiteX2061" fmla="*/ 876896 w 1967342"/>
              <a:gd name="connsiteY2061" fmla="*/ 148591 h 442564"/>
              <a:gd name="connsiteX2062" fmla="*/ 869294 w 1967342"/>
              <a:gd name="connsiteY2062" fmla="*/ 150568 h 442564"/>
              <a:gd name="connsiteX2063" fmla="*/ 861692 w 1967342"/>
              <a:gd name="connsiteY2063" fmla="*/ 152469 h 442564"/>
              <a:gd name="connsiteX2064" fmla="*/ 854850 w 1967342"/>
              <a:gd name="connsiteY2064" fmla="*/ 154217 h 442564"/>
              <a:gd name="connsiteX2065" fmla="*/ 849072 w 1967342"/>
              <a:gd name="connsiteY2065" fmla="*/ 154977 h 442564"/>
              <a:gd name="connsiteX2066" fmla="*/ 842839 w 1967342"/>
              <a:gd name="connsiteY2066" fmla="*/ 156650 h 442564"/>
              <a:gd name="connsiteX2067" fmla="*/ 837366 w 1967342"/>
              <a:gd name="connsiteY2067" fmla="*/ 156650 h 442564"/>
              <a:gd name="connsiteX2068" fmla="*/ 833032 w 1967342"/>
              <a:gd name="connsiteY2068" fmla="*/ 156650 h 442564"/>
              <a:gd name="connsiteX2069" fmla="*/ 826038 w 1967342"/>
              <a:gd name="connsiteY2069" fmla="*/ 158550 h 442564"/>
              <a:gd name="connsiteX2070" fmla="*/ 820109 w 1967342"/>
              <a:gd name="connsiteY2070" fmla="*/ 160603 h 442564"/>
              <a:gd name="connsiteX2071" fmla="*/ 814939 w 1967342"/>
              <a:gd name="connsiteY2071" fmla="*/ 163568 h 442564"/>
              <a:gd name="connsiteX2072" fmla="*/ 810758 w 1967342"/>
              <a:gd name="connsiteY2072" fmla="*/ 160603 h 442564"/>
              <a:gd name="connsiteX2073" fmla="*/ 803156 w 1967342"/>
              <a:gd name="connsiteY2073" fmla="*/ 160147 h 442564"/>
              <a:gd name="connsiteX2074" fmla="*/ 801180 w 1967342"/>
              <a:gd name="connsiteY2074" fmla="*/ 152013 h 442564"/>
              <a:gd name="connsiteX2075" fmla="*/ 800800 w 1967342"/>
              <a:gd name="connsiteY2075" fmla="*/ 145323 h 442564"/>
              <a:gd name="connsiteX2076" fmla="*/ 802244 w 1967342"/>
              <a:gd name="connsiteY2076" fmla="*/ 140001 h 442564"/>
              <a:gd name="connsiteX2077" fmla="*/ 817448 w 1967342"/>
              <a:gd name="connsiteY2077" fmla="*/ 132399 h 442564"/>
              <a:gd name="connsiteX2078" fmla="*/ 821478 w 1967342"/>
              <a:gd name="connsiteY2078" fmla="*/ 134680 h 442564"/>
              <a:gd name="connsiteX2079" fmla="*/ 830219 w 1967342"/>
              <a:gd name="connsiteY2079" fmla="*/ 131715 h 442564"/>
              <a:gd name="connsiteX2080" fmla="*/ 851125 w 1967342"/>
              <a:gd name="connsiteY2080" fmla="*/ 127534 h 442564"/>
              <a:gd name="connsiteX2081" fmla="*/ 860019 w 1967342"/>
              <a:gd name="connsiteY2081" fmla="*/ 126318 h 442564"/>
              <a:gd name="connsiteX2082" fmla="*/ 876364 w 1967342"/>
              <a:gd name="connsiteY2082" fmla="*/ 121301 h 442564"/>
              <a:gd name="connsiteX2083" fmla="*/ 883054 w 1967342"/>
              <a:gd name="connsiteY2083" fmla="*/ 117424 h 442564"/>
              <a:gd name="connsiteX2084" fmla="*/ 882294 w 1967342"/>
              <a:gd name="connsiteY2084" fmla="*/ 112862 h 442564"/>
              <a:gd name="connsiteX2085" fmla="*/ 877580 w 1967342"/>
              <a:gd name="connsiteY2085" fmla="*/ 111342 h 442564"/>
              <a:gd name="connsiteX2086" fmla="*/ 873095 w 1967342"/>
              <a:gd name="connsiteY2086" fmla="*/ 107921 h 442564"/>
              <a:gd name="connsiteX2087" fmla="*/ 874160 w 1967342"/>
              <a:gd name="connsiteY2087" fmla="*/ 103208 h 442564"/>
              <a:gd name="connsiteX2088" fmla="*/ 875908 w 1967342"/>
              <a:gd name="connsiteY2088" fmla="*/ 98722 h 442564"/>
              <a:gd name="connsiteX2089" fmla="*/ 877732 w 1967342"/>
              <a:gd name="connsiteY2089" fmla="*/ 93097 h 442564"/>
              <a:gd name="connsiteX2090" fmla="*/ 872031 w 1967342"/>
              <a:gd name="connsiteY2090" fmla="*/ 79033 h 442564"/>
              <a:gd name="connsiteX2091" fmla="*/ 873703 w 1967342"/>
              <a:gd name="connsiteY2091" fmla="*/ 74244 h 442564"/>
              <a:gd name="connsiteX2092" fmla="*/ 882294 w 1967342"/>
              <a:gd name="connsiteY2092" fmla="*/ 72799 h 442564"/>
              <a:gd name="connsiteX2093" fmla="*/ 887311 w 1967342"/>
              <a:gd name="connsiteY2093" fmla="*/ 70823 h 442564"/>
              <a:gd name="connsiteX2094" fmla="*/ 892101 w 1967342"/>
              <a:gd name="connsiteY2094" fmla="*/ 70291 h 442564"/>
              <a:gd name="connsiteX2095" fmla="*/ 896965 w 1967342"/>
              <a:gd name="connsiteY2095" fmla="*/ 68466 h 442564"/>
              <a:gd name="connsiteX2096" fmla="*/ 1900288 w 1967342"/>
              <a:gd name="connsiteY2096" fmla="*/ 67098 h 442564"/>
              <a:gd name="connsiteX2097" fmla="*/ 1908347 w 1967342"/>
              <a:gd name="connsiteY2097" fmla="*/ 73332 h 442564"/>
              <a:gd name="connsiteX2098" fmla="*/ 1904925 w 1967342"/>
              <a:gd name="connsiteY2098" fmla="*/ 83214 h 442564"/>
              <a:gd name="connsiteX2099" fmla="*/ 1898312 w 1967342"/>
              <a:gd name="connsiteY2099" fmla="*/ 91881 h 442564"/>
              <a:gd name="connsiteX2100" fmla="*/ 1898312 w 1967342"/>
              <a:gd name="connsiteY2100" fmla="*/ 99483 h 442564"/>
              <a:gd name="connsiteX2101" fmla="*/ 1902417 w 1967342"/>
              <a:gd name="connsiteY2101" fmla="*/ 105640 h 442564"/>
              <a:gd name="connsiteX2102" fmla="*/ 1893446 w 1967342"/>
              <a:gd name="connsiteY2102" fmla="*/ 123810 h 442564"/>
              <a:gd name="connsiteX2103" fmla="*/ 1886680 w 1967342"/>
              <a:gd name="connsiteY2103" fmla="*/ 133616 h 442564"/>
              <a:gd name="connsiteX2104" fmla="*/ 1894890 w 1967342"/>
              <a:gd name="connsiteY2104" fmla="*/ 137949 h 442564"/>
              <a:gd name="connsiteX2105" fmla="*/ 1898920 w 1967342"/>
              <a:gd name="connsiteY2105" fmla="*/ 144411 h 442564"/>
              <a:gd name="connsiteX2106" fmla="*/ 1906522 w 1967342"/>
              <a:gd name="connsiteY2106" fmla="*/ 136809 h 442564"/>
              <a:gd name="connsiteX2107" fmla="*/ 1899908 w 1967342"/>
              <a:gd name="connsiteY2107" fmla="*/ 134604 h 442564"/>
              <a:gd name="connsiteX2108" fmla="*/ 1898388 w 1967342"/>
              <a:gd name="connsiteY2108" fmla="*/ 127002 h 442564"/>
              <a:gd name="connsiteX2109" fmla="*/ 1902721 w 1967342"/>
              <a:gd name="connsiteY2109" fmla="*/ 123581 h 442564"/>
              <a:gd name="connsiteX2110" fmla="*/ 1906217 w 1967342"/>
              <a:gd name="connsiteY2110" fmla="*/ 119476 h 442564"/>
              <a:gd name="connsiteX2111" fmla="*/ 1905610 w 1967342"/>
              <a:gd name="connsiteY2111" fmla="*/ 112255 h 442564"/>
              <a:gd name="connsiteX2112" fmla="*/ 1911767 w 1967342"/>
              <a:gd name="connsiteY2112" fmla="*/ 109137 h 442564"/>
              <a:gd name="connsiteX2113" fmla="*/ 1915264 w 1967342"/>
              <a:gd name="connsiteY2113" fmla="*/ 103892 h 442564"/>
              <a:gd name="connsiteX2114" fmla="*/ 1916861 w 1967342"/>
              <a:gd name="connsiteY2114" fmla="*/ 98114 h 442564"/>
              <a:gd name="connsiteX2115" fmla="*/ 1912451 w 1967342"/>
              <a:gd name="connsiteY2115" fmla="*/ 87471 h 442564"/>
              <a:gd name="connsiteX2116" fmla="*/ 1934574 w 1967342"/>
              <a:gd name="connsiteY2116" fmla="*/ 75765 h 442564"/>
              <a:gd name="connsiteX2117" fmla="*/ 1936550 w 1967342"/>
              <a:gd name="connsiteY2117" fmla="*/ 72952 h 442564"/>
              <a:gd name="connsiteX2118" fmla="*/ 1943164 w 1967342"/>
              <a:gd name="connsiteY2118" fmla="*/ 72191 h 442564"/>
              <a:gd name="connsiteX2119" fmla="*/ 1950310 w 1967342"/>
              <a:gd name="connsiteY2119" fmla="*/ 76677 h 442564"/>
              <a:gd name="connsiteX2120" fmla="*/ 1952135 w 1967342"/>
              <a:gd name="connsiteY2120" fmla="*/ 81922 h 442564"/>
              <a:gd name="connsiteX2121" fmla="*/ 1951298 w 1967342"/>
              <a:gd name="connsiteY2121" fmla="*/ 91120 h 442564"/>
              <a:gd name="connsiteX2122" fmla="*/ 1941567 w 1967342"/>
              <a:gd name="connsiteY2122" fmla="*/ 98722 h 442564"/>
              <a:gd name="connsiteX2123" fmla="*/ 1933965 w 1967342"/>
              <a:gd name="connsiteY2123" fmla="*/ 117120 h 442564"/>
              <a:gd name="connsiteX2124" fmla="*/ 1931684 w 1967342"/>
              <a:gd name="connsiteY2124" fmla="*/ 123506 h 442564"/>
              <a:gd name="connsiteX2125" fmla="*/ 1929784 w 1967342"/>
              <a:gd name="connsiteY2125" fmla="*/ 131108 h 442564"/>
              <a:gd name="connsiteX2126" fmla="*/ 1928264 w 1967342"/>
              <a:gd name="connsiteY2126" fmla="*/ 140686 h 442564"/>
              <a:gd name="connsiteX2127" fmla="*/ 1932672 w 1967342"/>
              <a:gd name="connsiteY2127" fmla="*/ 142055 h 442564"/>
              <a:gd name="connsiteX2128" fmla="*/ 1941263 w 1967342"/>
              <a:gd name="connsiteY2128" fmla="*/ 137341 h 442564"/>
              <a:gd name="connsiteX2129" fmla="*/ 1947193 w 1967342"/>
              <a:gd name="connsiteY2129" fmla="*/ 137341 h 442564"/>
              <a:gd name="connsiteX2130" fmla="*/ 1951982 w 1967342"/>
              <a:gd name="connsiteY2130" fmla="*/ 140838 h 442564"/>
              <a:gd name="connsiteX2131" fmla="*/ 1957380 w 1967342"/>
              <a:gd name="connsiteY2131" fmla="*/ 142435 h 442564"/>
              <a:gd name="connsiteX2132" fmla="*/ 1963537 w 1967342"/>
              <a:gd name="connsiteY2132" fmla="*/ 144639 h 442564"/>
              <a:gd name="connsiteX2133" fmla="*/ 1963994 w 1967342"/>
              <a:gd name="connsiteY2133" fmla="*/ 144563 h 442564"/>
              <a:gd name="connsiteX2134" fmla="*/ 1967263 w 1967342"/>
              <a:gd name="connsiteY2134" fmla="*/ 158627 h 442564"/>
              <a:gd name="connsiteX2135" fmla="*/ 1963766 w 1967342"/>
              <a:gd name="connsiteY2135" fmla="*/ 171322 h 442564"/>
              <a:gd name="connsiteX2136" fmla="*/ 1944608 w 1967342"/>
              <a:gd name="connsiteY2136" fmla="*/ 176416 h 442564"/>
              <a:gd name="connsiteX2137" fmla="*/ 1938678 w 1967342"/>
              <a:gd name="connsiteY2137" fmla="*/ 178924 h 442564"/>
              <a:gd name="connsiteX2138" fmla="*/ 1931076 w 1967342"/>
              <a:gd name="connsiteY2138" fmla="*/ 178241 h 442564"/>
              <a:gd name="connsiteX2139" fmla="*/ 1921574 w 1967342"/>
              <a:gd name="connsiteY2139" fmla="*/ 178241 h 442564"/>
              <a:gd name="connsiteX2140" fmla="*/ 1905229 w 1967342"/>
              <a:gd name="connsiteY2140" fmla="*/ 189871 h 442564"/>
              <a:gd name="connsiteX2141" fmla="*/ 1899224 w 1967342"/>
              <a:gd name="connsiteY2141" fmla="*/ 196257 h 442564"/>
              <a:gd name="connsiteX2142" fmla="*/ 1889645 w 1967342"/>
              <a:gd name="connsiteY2142" fmla="*/ 205076 h 442564"/>
              <a:gd name="connsiteX2143" fmla="*/ 1888125 w 1967342"/>
              <a:gd name="connsiteY2143" fmla="*/ 214122 h 442564"/>
              <a:gd name="connsiteX2144" fmla="*/ 1892686 w 1967342"/>
              <a:gd name="connsiteY2144" fmla="*/ 215035 h 442564"/>
              <a:gd name="connsiteX2145" fmla="*/ 1900896 w 1967342"/>
              <a:gd name="connsiteY2145" fmla="*/ 211765 h 442564"/>
              <a:gd name="connsiteX2146" fmla="*/ 1906294 w 1967342"/>
              <a:gd name="connsiteY2146" fmla="*/ 208876 h 442564"/>
              <a:gd name="connsiteX2147" fmla="*/ 1915720 w 1967342"/>
              <a:gd name="connsiteY2147" fmla="*/ 213666 h 442564"/>
              <a:gd name="connsiteX2148" fmla="*/ 1924919 w 1967342"/>
              <a:gd name="connsiteY2148" fmla="*/ 217467 h 442564"/>
              <a:gd name="connsiteX2149" fmla="*/ 1928492 w 1967342"/>
              <a:gd name="connsiteY2149" fmla="*/ 221116 h 442564"/>
              <a:gd name="connsiteX2150" fmla="*/ 1926135 w 1967342"/>
              <a:gd name="connsiteY2150" fmla="*/ 230694 h 442564"/>
              <a:gd name="connsiteX2151" fmla="*/ 1920662 w 1967342"/>
              <a:gd name="connsiteY2151" fmla="*/ 235408 h 442564"/>
              <a:gd name="connsiteX2152" fmla="*/ 1911007 w 1967342"/>
              <a:gd name="connsiteY2152" fmla="*/ 237233 h 442564"/>
              <a:gd name="connsiteX2153" fmla="*/ 1904469 w 1967342"/>
              <a:gd name="connsiteY2153" fmla="*/ 239437 h 442564"/>
              <a:gd name="connsiteX2154" fmla="*/ 1889265 w 1967342"/>
              <a:gd name="connsiteY2154" fmla="*/ 246278 h 442564"/>
              <a:gd name="connsiteX2155" fmla="*/ 1889949 w 1967342"/>
              <a:gd name="connsiteY2155" fmla="*/ 256770 h 442564"/>
              <a:gd name="connsiteX2156" fmla="*/ 1888809 w 1967342"/>
              <a:gd name="connsiteY2156" fmla="*/ 265740 h 442564"/>
              <a:gd name="connsiteX2157" fmla="*/ 1886680 w 1967342"/>
              <a:gd name="connsiteY2157" fmla="*/ 276003 h 442564"/>
              <a:gd name="connsiteX2158" fmla="*/ 1882727 w 1967342"/>
              <a:gd name="connsiteY2158" fmla="*/ 282845 h 442564"/>
              <a:gd name="connsiteX2159" fmla="*/ 1875125 w 1967342"/>
              <a:gd name="connsiteY2159" fmla="*/ 297593 h 442564"/>
              <a:gd name="connsiteX2160" fmla="*/ 1864026 w 1967342"/>
              <a:gd name="connsiteY2160" fmla="*/ 301546 h 442564"/>
              <a:gd name="connsiteX2161" fmla="*/ 1855132 w 1967342"/>
              <a:gd name="connsiteY2161" fmla="*/ 303978 h 442564"/>
              <a:gd name="connsiteX2162" fmla="*/ 1841752 w 1967342"/>
              <a:gd name="connsiteY2162" fmla="*/ 303978 h 442564"/>
              <a:gd name="connsiteX2163" fmla="*/ 1840916 w 1967342"/>
              <a:gd name="connsiteY2163" fmla="*/ 295921 h 442564"/>
              <a:gd name="connsiteX2164" fmla="*/ 1827992 w 1967342"/>
              <a:gd name="connsiteY2164" fmla="*/ 283681 h 442564"/>
              <a:gd name="connsiteX2165" fmla="*/ 1834910 w 1967342"/>
              <a:gd name="connsiteY2165" fmla="*/ 280260 h 442564"/>
              <a:gd name="connsiteX2166" fmla="*/ 1851635 w 1967342"/>
              <a:gd name="connsiteY2166" fmla="*/ 277219 h 442564"/>
              <a:gd name="connsiteX2167" fmla="*/ 1864786 w 1967342"/>
              <a:gd name="connsiteY2167" fmla="*/ 254413 h 442564"/>
              <a:gd name="connsiteX2168" fmla="*/ 1861137 w 1967342"/>
              <a:gd name="connsiteY2168" fmla="*/ 249243 h 442564"/>
              <a:gd name="connsiteX2169" fmla="*/ 1848822 w 1967342"/>
              <a:gd name="connsiteY2169" fmla="*/ 251449 h 442564"/>
              <a:gd name="connsiteX2170" fmla="*/ 1836126 w 1967342"/>
              <a:gd name="connsiteY2170" fmla="*/ 253653 h 442564"/>
              <a:gd name="connsiteX2171" fmla="*/ 1825712 w 1967342"/>
              <a:gd name="connsiteY2171" fmla="*/ 257378 h 442564"/>
              <a:gd name="connsiteX2172" fmla="*/ 1816361 w 1967342"/>
              <a:gd name="connsiteY2172" fmla="*/ 255098 h 442564"/>
              <a:gd name="connsiteX2173" fmla="*/ 1812104 w 1967342"/>
              <a:gd name="connsiteY2173" fmla="*/ 253197 h 442564"/>
              <a:gd name="connsiteX2174" fmla="*/ 1811116 w 1967342"/>
              <a:gd name="connsiteY2174" fmla="*/ 246355 h 442564"/>
              <a:gd name="connsiteX2175" fmla="*/ 1813016 w 1967342"/>
              <a:gd name="connsiteY2175" fmla="*/ 236929 h 442564"/>
              <a:gd name="connsiteX2176" fmla="*/ 1824419 w 1967342"/>
              <a:gd name="connsiteY2176" fmla="*/ 229858 h 442564"/>
              <a:gd name="connsiteX2177" fmla="*/ 1832706 w 1967342"/>
              <a:gd name="connsiteY2177" fmla="*/ 231987 h 442564"/>
              <a:gd name="connsiteX2178" fmla="*/ 1840763 w 1967342"/>
              <a:gd name="connsiteY2178" fmla="*/ 226970 h 442564"/>
              <a:gd name="connsiteX2179" fmla="*/ 1850722 w 1967342"/>
              <a:gd name="connsiteY2179" fmla="*/ 224309 h 442564"/>
              <a:gd name="connsiteX2180" fmla="*/ 1856728 w 1967342"/>
              <a:gd name="connsiteY2180" fmla="*/ 221268 h 442564"/>
              <a:gd name="connsiteX2181" fmla="*/ 1858857 w 1967342"/>
              <a:gd name="connsiteY2181" fmla="*/ 217771 h 442564"/>
              <a:gd name="connsiteX2182" fmla="*/ 1859921 w 1967342"/>
              <a:gd name="connsiteY2182" fmla="*/ 210169 h 442564"/>
              <a:gd name="connsiteX2183" fmla="*/ 1862734 w 1967342"/>
              <a:gd name="connsiteY2183" fmla="*/ 202567 h 442564"/>
              <a:gd name="connsiteX2184" fmla="*/ 1856956 w 1967342"/>
              <a:gd name="connsiteY2184" fmla="*/ 202035 h 442564"/>
              <a:gd name="connsiteX2185" fmla="*/ 1850570 w 1967342"/>
              <a:gd name="connsiteY2185" fmla="*/ 206216 h 442564"/>
              <a:gd name="connsiteX2186" fmla="*/ 1843348 w 1967342"/>
              <a:gd name="connsiteY2186" fmla="*/ 209941 h 442564"/>
              <a:gd name="connsiteX2187" fmla="*/ 1837267 w 1967342"/>
              <a:gd name="connsiteY2187" fmla="*/ 209941 h 442564"/>
              <a:gd name="connsiteX2188" fmla="*/ 1834987 w 1967342"/>
              <a:gd name="connsiteY2188" fmla="*/ 204392 h 442564"/>
              <a:gd name="connsiteX2189" fmla="*/ 1836659 w 1967342"/>
              <a:gd name="connsiteY2189" fmla="*/ 196105 h 442564"/>
              <a:gd name="connsiteX2190" fmla="*/ 1843044 w 1967342"/>
              <a:gd name="connsiteY2190" fmla="*/ 180901 h 442564"/>
              <a:gd name="connsiteX2191" fmla="*/ 1852014 w 1967342"/>
              <a:gd name="connsiteY2191" fmla="*/ 180292 h 442564"/>
              <a:gd name="connsiteX2192" fmla="*/ 1855359 w 1967342"/>
              <a:gd name="connsiteY2192" fmla="*/ 178088 h 442564"/>
              <a:gd name="connsiteX2193" fmla="*/ 1863646 w 1967342"/>
              <a:gd name="connsiteY2193" fmla="*/ 177328 h 442564"/>
              <a:gd name="connsiteX2194" fmla="*/ 1873073 w 1967342"/>
              <a:gd name="connsiteY2194" fmla="*/ 174971 h 442564"/>
              <a:gd name="connsiteX2195" fmla="*/ 1880143 w 1967342"/>
              <a:gd name="connsiteY2195" fmla="*/ 173755 h 442564"/>
              <a:gd name="connsiteX2196" fmla="*/ 1886072 w 1967342"/>
              <a:gd name="connsiteY2196" fmla="*/ 171627 h 442564"/>
              <a:gd name="connsiteX2197" fmla="*/ 1889569 w 1967342"/>
              <a:gd name="connsiteY2197" fmla="*/ 169118 h 442564"/>
              <a:gd name="connsiteX2198" fmla="*/ 1897855 w 1967342"/>
              <a:gd name="connsiteY2198" fmla="*/ 169118 h 442564"/>
              <a:gd name="connsiteX2199" fmla="*/ 1904622 w 1967342"/>
              <a:gd name="connsiteY2199" fmla="*/ 169118 h 442564"/>
              <a:gd name="connsiteX2200" fmla="*/ 1911615 w 1967342"/>
              <a:gd name="connsiteY2200" fmla="*/ 170790 h 442564"/>
              <a:gd name="connsiteX2201" fmla="*/ 1919217 w 1967342"/>
              <a:gd name="connsiteY2201" fmla="*/ 167065 h 442564"/>
              <a:gd name="connsiteX2202" fmla="*/ 1923474 w 1967342"/>
              <a:gd name="connsiteY2202" fmla="*/ 158931 h 442564"/>
              <a:gd name="connsiteX2203" fmla="*/ 1913364 w 1967342"/>
              <a:gd name="connsiteY2203" fmla="*/ 160071 h 442564"/>
              <a:gd name="connsiteX2204" fmla="*/ 1902721 w 1967342"/>
              <a:gd name="connsiteY2204" fmla="*/ 161592 h 442564"/>
              <a:gd name="connsiteX2205" fmla="*/ 1885996 w 1967342"/>
              <a:gd name="connsiteY2205" fmla="*/ 163340 h 442564"/>
              <a:gd name="connsiteX2206" fmla="*/ 1877557 w 1967342"/>
              <a:gd name="connsiteY2206" fmla="*/ 165317 h 442564"/>
              <a:gd name="connsiteX2207" fmla="*/ 1869119 w 1967342"/>
              <a:gd name="connsiteY2207" fmla="*/ 167065 h 442564"/>
              <a:gd name="connsiteX2208" fmla="*/ 1855435 w 1967342"/>
              <a:gd name="connsiteY2208" fmla="*/ 168814 h 442564"/>
              <a:gd name="connsiteX2209" fmla="*/ 1844945 w 1967342"/>
              <a:gd name="connsiteY2209" fmla="*/ 170943 h 442564"/>
              <a:gd name="connsiteX2210" fmla="*/ 1832553 w 1967342"/>
              <a:gd name="connsiteY2210" fmla="*/ 175959 h 442564"/>
              <a:gd name="connsiteX2211" fmla="*/ 1824951 w 1967342"/>
              <a:gd name="connsiteY2211" fmla="*/ 186070 h 442564"/>
              <a:gd name="connsiteX2212" fmla="*/ 1821302 w 1967342"/>
              <a:gd name="connsiteY2212" fmla="*/ 190404 h 442564"/>
              <a:gd name="connsiteX2213" fmla="*/ 1805490 w 1967342"/>
              <a:gd name="connsiteY2213" fmla="*/ 202491 h 442564"/>
              <a:gd name="connsiteX2214" fmla="*/ 1799332 w 1967342"/>
              <a:gd name="connsiteY2214" fmla="*/ 199982 h 442564"/>
              <a:gd name="connsiteX2215" fmla="*/ 1794695 w 1967342"/>
              <a:gd name="connsiteY2215" fmla="*/ 185462 h 442564"/>
              <a:gd name="connsiteX2216" fmla="*/ 1794695 w 1967342"/>
              <a:gd name="connsiteY2216" fmla="*/ 170866 h 442564"/>
              <a:gd name="connsiteX2217" fmla="*/ 1796975 w 1967342"/>
              <a:gd name="connsiteY2217" fmla="*/ 164937 h 442564"/>
              <a:gd name="connsiteX2218" fmla="*/ 1801157 w 1967342"/>
              <a:gd name="connsiteY2218" fmla="*/ 162200 h 442564"/>
              <a:gd name="connsiteX2219" fmla="*/ 1811344 w 1967342"/>
              <a:gd name="connsiteY2219" fmla="*/ 145323 h 442564"/>
              <a:gd name="connsiteX2220" fmla="*/ 1814232 w 1967342"/>
              <a:gd name="connsiteY2220" fmla="*/ 145323 h 442564"/>
              <a:gd name="connsiteX2221" fmla="*/ 1816285 w 1967342"/>
              <a:gd name="connsiteY2221" fmla="*/ 158398 h 442564"/>
              <a:gd name="connsiteX2222" fmla="*/ 1816481 w 1967342"/>
              <a:gd name="connsiteY2222" fmla="*/ 159748 h 442564"/>
              <a:gd name="connsiteX2223" fmla="*/ 1820770 w 1967342"/>
              <a:gd name="connsiteY2223" fmla="*/ 161743 h 442564"/>
              <a:gd name="connsiteX2224" fmla="*/ 1829512 w 1967342"/>
              <a:gd name="connsiteY2224" fmla="*/ 158323 h 442564"/>
              <a:gd name="connsiteX2225" fmla="*/ 1832477 w 1967342"/>
              <a:gd name="connsiteY2225" fmla="*/ 155358 h 442564"/>
              <a:gd name="connsiteX2226" fmla="*/ 1830196 w 1967342"/>
              <a:gd name="connsiteY2226" fmla="*/ 149277 h 442564"/>
              <a:gd name="connsiteX2227" fmla="*/ 1828676 w 1967342"/>
              <a:gd name="connsiteY2227" fmla="*/ 140458 h 442564"/>
              <a:gd name="connsiteX2228" fmla="*/ 1830045 w 1967342"/>
              <a:gd name="connsiteY2228" fmla="*/ 122365 h 442564"/>
              <a:gd name="connsiteX2229" fmla="*/ 1828752 w 1967342"/>
              <a:gd name="connsiteY2229" fmla="*/ 103208 h 442564"/>
              <a:gd name="connsiteX2230" fmla="*/ 1827004 w 1967342"/>
              <a:gd name="connsiteY2230" fmla="*/ 92261 h 442564"/>
              <a:gd name="connsiteX2231" fmla="*/ 1830653 w 1967342"/>
              <a:gd name="connsiteY2231" fmla="*/ 85951 h 442564"/>
              <a:gd name="connsiteX2232" fmla="*/ 1835898 w 1967342"/>
              <a:gd name="connsiteY2232" fmla="*/ 85951 h 442564"/>
              <a:gd name="connsiteX2233" fmla="*/ 1838559 w 1967342"/>
              <a:gd name="connsiteY2233" fmla="*/ 84202 h 442564"/>
              <a:gd name="connsiteX2234" fmla="*/ 1840840 w 1967342"/>
              <a:gd name="connsiteY2234" fmla="*/ 87624 h 442564"/>
              <a:gd name="connsiteX2235" fmla="*/ 1841752 w 1967342"/>
              <a:gd name="connsiteY2235" fmla="*/ 93857 h 442564"/>
              <a:gd name="connsiteX2236" fmla="*/ 1842436 w 1967342"/>
              <a:gd name="connsiteY2236" fmla="*/ 101459 h 442564"/>
              <a:gd name="connsiteX2237" fmla="*/ 1842436 w 1967342"/>
              <a:gd name="connsiteY2237" fmla="*/ 106249 h 442564"/>
              <a:gd name="connsiteX2238" fmla="*/ 1842436 w 1967342"/>
              <a:gd name="connsiteY2238" fmla="*/ 111494 h 442564"/>
              <a:gd name="connsiteX2239" fmla="*/ 1842436 w 1967342"/>
              <a:gd name="connsiteY2239" fmla="*/ 118108 h 442564"/>
              <a:gd name="connsiteX2240" fmla="*/ 1843196 w 1967342"/>
              <a:gd name="connsiteY2240" fmla="*/ 131031 h 442564"/>
              <a:gd name="connsiteX2241" fmla="*/ 1844869 w 1967342"/>
              <a:gd name="connsiteY2241" fmla="*/ 139698 h 442564"/>
              <a:gd name="connsiteX2242" fmla="*/ 1844869 w 1967342"/>
              <a:gd name="connsiteY2242" fmla="*/ 146084 h 442564"/>
              <a:gd name="connsiteX2243" fmla="*/ 1842284 w 1967342"/>
              <a:gd name="connsiteY2243" fmla="*/ 153686 h 442564"/>
              <a:gd name="connsiteX2244" fmla="*/ 1845933 w 1967342"/>
              <a:gd name="connsiteY2244" fmla="*/ 157410 h 442564"/>
              <a:gd name="connsiteX2245" fmla="*/ 1853154 w 1967342"/>
              <a:gd name="connsiteY2245" fmla="*/ 155434 h 442564"/>
              <a:gd name="connsiteX2246" fmla="*/ 1859388 w 1967342"/>
              <a:gd name="connsiteY2246" fmla="*/ 155054 h 442564"/>
              <a:gd name="connsiteX2247" fmla="*/ 1869575 w 1967342"/>
              <a:gd name="connsiteY2247" fmla="*/ 153229 h 442564"/>
              <a:gd name="connsiteX2248" fmla="*/ 1875125 w 1967342"/>
              <a:gd name="connsiteY2248" fmla="*/ 151329 h 442564"/>
              <a:gd name="connsiteX2249" fmla="*/ 1879458 w 1967342"/>
              <a:gd name="connsiteY2249" fmla="*/ 148440 h 442564"/>
              <a:gd name="connsiteX2250" fmla="*/ 1880066 w 1967342"/>
              <a:gd name="connsiteY2250" fmla="*/ 145171 h 442564"/>
              <a:gd name="connsiteX2251" fmla="*/ 1873984 w 1967342"/>
              <a:gd name="connsiteY2251" fmla="*/ 144563 h 442564"/>
              <a:gd name="connsiteX2252" fmla="*/ 1868435 w 1967342"/>
              <a:gd name="connsiteY2252" fmla="*/ 146843 h 442564"/>
              <a:gd name="connsiteX2253" fmla="*/ 1866839 w 1967342"/>
              <a:gd name="connsiteY2253" fmla="*/ 141751 h 442564"/>
              <a:gd name="connsiteX2254" fmla="*/ 1863494 w 1967342"/>
              <a:gd name="connsiteY2254" fmla="*/ 137569 h 442564"/>
              <a:gd name="connsiteX2255" fmla="*/ 1861289 w 1967342"/>
              <a:gd name="connsiteY2255" fmla="*/ 143803 h 442564"/>
              <a:gd name="connsiteX2256" fmla="*/ 1858628 w 1967342"/>
              <a:gd name="connsiteY2256" fmla="*/ 147528 h 442564"/>
              <a:gd name="connsiteX2257" fmla="*/ 1854904 w 1967342"/>
              <a:gd name="connsiteY2257" fmla="*/ 149504 h 442564"/>
              <a:gd name="connsiteX2258" fmla="*/ 1851102 w 1967342"/>
              <a:gd name="connsiteY2258" fmla="*/ 142359 h 442564"/>
              <a:gd name="connsiteX2259" fmla="*/ 1851635 w 1967342"/>
              <a:gd name="connsiteY2259" fmla="*/ 127610 h 442564"/>
              <a:gd name="connsiteX2260" fmla="*/ 1849962 w 1967342"/>
              <a:gd name="connsiteY2260" fmla="*/ 117576 h 442564"/>
              <a:gd name="connsiteX2261" fmla="*/ 1849962 w 1967342"/>
              <a:gd name="connsiteY2261" fmla="*/ 103360 h 442564"/>
              <a:gd name="connsiteX2262" fmla="*/ 1848898 w 1967342"/>
              <a:gd name="connsiteY2262" fmla="*/ 98571 h 442564"/>
              <a:gd name="connsiteX2263" fmla="*/ 1851787 w 1967342"/>
              <a:gd name="connsiteY2263" fmla="*/ 91653 h 442564"/>
              <a:gd name="connsiteX2264" fmla="*/ 1856652 w 1967342"/>
              <a:gd name="connsiteY2264" fmla="*/ 88916 h 442564"/>
              <a:gd name="connsiteX2265" fmla="*/ 1859008 w 1967342"/>
              <a:gd name="connsiteY2265" fmla="*/ 96518 h 442564"/>
              <a:gd name="connsiteX2266" fmla="*/ 1860605 w 1967342"/>
              <a:gd name="connsiteY2266" fmla="*/ 101308 h 442564"/>
              <a:gd name="connsiteX2267" fmla="*/ 1862886 w 1967342"/>
              <a:gd name="connsiteY2267" fmla="*/ 117347 h 442564"/>
              <a:gd name="connsiteX2268" fmla="*/ 1865014 w 1967342"/>
              <a:gd name="connsiteY2268" fmla="*/ 121073 h 442564"/>
              <a:gd name="connsiteX2269" fmla="*/ 1873301 w 1967342"/>
              <a:gd name="connsiteY2269" fmla="*/ 121073 h 442564"/>
              <a:gd name="connsiteX2270" fmla="*/ 1876418 w 1967342"/>
              <a:gd name="connsiteY2270" fmla="*/ 125026 h 442564"/>
              <a:gd name="connsiteX2271" fmla="*/ 1884020 w 1967342"/>
              <a:gd name="connsiteY2271" fmla="*/ 117955 h 442564"/>
              <a:gd name="connsiteX2272" fmla="*/ 1879990 w 1967342"/>
              <a:gd name="connsiteY2272" fmla="*/ 108377 h 442564"/>
              <a:gd name="connsiteX2273" fmla="*/ 1873301 w 1967342"/>
              <a:gd name="connsiteY2273" fmla="*/ 110962 h 442564"/>
              <a:gd name="connsiteX2274" fmla="*/ 1868587 w 1967342"/>
              <a:gd name="connsiteY2274" fmla="*/ 113167 h 442564"/>
              <a:gd name="connsiteX2275" fmla="*/ 1868587 w 1967342"/>
              <a:gd name="connsiteY2275" fmla="*/ 103664 h 442564"/>
              <a:gd name="connsiteX2276" fmla="*/ 1871476 w 1967342"/>
              <a:gd name="connsiteY2276" fmla="*/ 96062 h 442564"/>
              <a:gd name="connsiteX2277" fmla="*/ 1868283 w 1967342"/>
              <a:gd name="connsiteY2277" fmla="*/ 87624 h 442564"/>
              <a:gd name="connsiteX2278" fmla="*/ 1873604 w 1967342"/>
              <a:gd name="connsiteY2278" fmla="*/ 82302 h 442564"/>
              <a:gd name="connsiteX2279" fmla="*/ 1879459 w 1967342"/>
              <a:gd name="connsiteY2279" fmla="*/ 87091 h 442564"/>
              <a:gd name="connsiteX2280" fmla="*/ 1886528 w 1967342"/>
              <a:gd name="connsiteY2280" fmla="*/ 77741 h 442564"/>
              <a:gd name="connsiteX2281" fmla="*/ 1891774 w 1967342"/>
              <a:gd name="connsiteY2281" fmla="*/ 68010 h 442564"/>
              <a:gd name="connsiteX2282" fmla="*/ 1896031 w 1967342"/>
              <a:gd name="connsiteY2282" fmla="*/ 68010 h 442564"/>
              <a:gd name="connsiteX2283" fmla="*/ 1900288 w 1967342"/>
              <a:gd name="connsiteY2283" fmla="*/ 67098 h 442564"/>
              <a:gd name="connsiteX2284" fmla="*/ 244237 w 1967342"/>
              <a:gd name="connsiteY2284" fmla="*/ 61103 h 442564"/>
              <a:gd name="connsiteX2285" fmla="*/ 124205 w 1967342"/>
              <a:gd name="connsiteY2285" fmla="*/ 91758 h 442564"/>
              <a:gd name="connsiteX2286" fmla="*/ 124183 w 1967342"/>
              <a:gd name="connsiteY2286" fmla="*/ 91758 h 442564"/>
              <a:gd name="connsiteX2287" fmla="*/ 59421 w 1967342"/>
              <a:gd name="connsiteY2287" fmla="*/ 221326 h 442564"/>
              <a:gd name="connsiteX2288" fmla="*/ 61274 w 1967342"/>
              <a:gd name="connsiteY2288" fmla="*/ 245966 h 442564"/>
              <a:gd name="connsiteX2289" fmla="*/ 61645 w 1967342"/>
              <a:gd name="connsiteY2289" fmla="*/ 247972 h 442564"/>
              <a:gd name="connsiteX2290" fmla="*/ 63389 w 1967342"/>
              <a:gd name="connsiteY2290" fmla="*/ 256956 h 442564"/>
              <a:gd name="connsiteX2291" fmla="*/ 66660 w 1967342"/>
              <a:gd name="connsiteY2291" fmla="*/ 269363 h 442564"/>
              <a:gd name="connsiteX2292" fmla="*/ 71414 w 1967342"/>
              <a:gd name="connsiteY2292" fmla="*/ 282447 h 442564"/>
              <a:gd name="connsiteX2293" fmla="*/ 72111 w 1967342"/>
              <a:gd name="connsiteY2293" fmla="*/ 284191 h 442564"/>
              <a:gd name="connsiteX2294" fmla="*/ 91387 w 1967342"/>
              <a:gd name="connsiteY2294" fmla="*/ 317990 h 442564"/>
              <a:gd name="connsiteX2295" fmla="*/ 91496 w 1967342"/>
              <a:gd name="connsiteY2295" fmla="*/ 318120 h 442564"/>
              <a:gd name="connsiteX2296" fmla="*/ 91660 w 1967342"/>
              <a:gd name="connsiteY2296" fmla="*/ 318341 h 442564"/>
              <a:gd name="connsiteX2297" fmla="*/ 139607 w 1967342"/>
              <a:gd name="connsiteY2297" fmla="*/ 361148 h 442564"/>
              <a:gd name="connsiteX2298" fmla="*/ 173817 w 1967342"/>
              <a:gd name="connsiteY2298" fmla="*/ 373050 h 442564"/>
              <a:gd name="connsiteX2299" fmla="*/ 171239 w 1967342"/>
              <a:gd name="connsiteY2299" fmla="*/ 368927 h 442564"/>
              <a:gd name="connsiteX2300" fmla="*/ 165155 w 1967342"/>
              <a:gd name="connsiteY2300" fmla="*/ 366747 h 442564"/>
              <a:gd name="connsiteX2301" fmla="*/ 164219 w 1967342"/>
              <a:gd name="connsiteY2301" fmla="*/ 365887 h 442564"/>
              <a:gd name="connsiteX2302" fmla="*/ 173550 w 1967342"/>
              <a:gd name="connsiteY2302" fmla="*/ 367466 h 442564"/>
              <a:gd name="connsiteX2303" fmla="*/ 178345 w 1967342"/>
              <a:gd name="connsiteY2303" fmla="*/ 372926 h 442564"/>
              <a:gd name="connsiteX2304" fmla="*/ 178973 w 1967342"/>
              <a:gd name="connsiteY2304" fmla="*/ 374845 h 442564"/>
              <a:gd name="connsiteX2305" fmla="*/ 188163 w 1967342"/>
              <a:gd name="connsiteY2305" fmla="*/ 378042 h 442564"/>
              <a:gd name="connsiteX2306" fmla="*/ 190646 w 1967342"/>
              <a:gd name="connsiteY2306" fmla="*/ 378042 h 442564"/>
              <a:gd name="connsiteX2307" fmla="*/ 190600 w 1967342"/>
              <a:gd name="connsiteY2307" fmla="*/ 378890 h 442564"/>
              <a:gd name="connsiteX2308" fmla="*/ 198212 w 1967342"/>
              <a:gd name="connsiteY2308" fmla="*/ 381538 h 442564"/>
              <a:gd name="connsiteX2309" fmla="*/ 224320 w 1967342"/>
              <a:gd name="connsiteY2309" fmla="*/ 380244 h 442564"/>
              <a:gd name="connsiteX2310" fmla="*/ 224706 w 1967342"/>
              <a:gd name="connsiteY2310" fmla="*/ 379831 h 442564"/>
              <a:gd name="connsiteX2311" fmla="*/ 222525 w 1967342"/>
              <a:gd name="connsiteY2311" fmla="*/ 379831 h 442564"/>
              <a:gd name="connsiteX2312" fmla="*/ 223376 w 1967342"/>
              <a:gd name="connsiteY2312" fmla="*/ 379264 h 442564"/>
              <a:gd name="connsiteX2313" fmla="*/ 219625 w 1967342"/>
              <a:gd name="connsiteY2313" fmla="*/ 379264 h 442564"/>
              <a:gd name="connsiteX2314" fmla="*/ 220388 w 1967342"/>
              <a:gd name="connsiteY2314" fmla="*/ 378675 h 442564"/>
              <a:gd name="connsiteX2315" fmla="*/ 212691 w 1967342"/>
              <a:gd name="connsiteY2315" fmla="*/ 378675 h 442564"/>
              <a:gd name="connsiteX2316" fmla="*/ 208330 w 1967342"/>
              <a:gd name="connsiteY2316" fmla="*/ 368775 h 442564"/>
              <a:gd name="connsiteX2317" fmla="*/ 197209 w 1967342"/>
              <a:gd name="connsiteY2317" fmla="*/ 368317 h 442564"/>
              <a:gd name="connsiteX2318" fmla="*/ 191649 w 1967342"/>
              <a:gd name="connsiteY2318" fmla="*/ 376821 h 442564"/>
              <a:gd name="connsiteX2319" fmla="*/ 190667 w 1967342"/>
              <a:gd name="connsiteY2319" fmla="*/ 376516 h 442564"/>
              <a:gd name="connsiteX2320" fmla="*/ 193110 w 1967342"/>
              <a:gd name="connsiteY2320" fmla="*/ 369495 h 442564"/>
              <a:gd name="connsiteX2321" fmla="*/ 202442 w 1967342"/>
              <a:gd name="connsiteY2321" fmla="*/ 365744 h 442564"/>
              <a:gd name="connsiteX2322" fmla="*/ 215526 w 1967342"/>
              <a:gd name="connsiteY2322" fmla="*/ 369168 h 442564"/>
              <a:gd name="connsiteX2323" fmla="*/ 218033 w 1967342"/>
              <a:gd name="connsiteY2323" fmla="*/ 377628 h 442564"/>
              <a:gd name="connsiteX2324" fmla="*/ 226755 w 1967342"/>
              <a:gd name="connsiteY2324" fmla="*/ 377410 h 442564"/>
              <a:gd name="connsiteX2325" fmla="*/ 230026 w 1967342"/>
              <a:gd name="connsiteY2325" fmla="*/ 369495 h 442564"/>
              <a:gd name="connsiteX2326" fmla="*/ 239359 w 1967342"/>
              <a:gd name="connsiteY2326" fmla="*/ 365744 h 442564"/>
              <a:gd name="connsiteX2327" fmla="*/ 252442 w 1967342"/>
              <a:gd name="connsiteY2327" fmla="*/ 369168 h 442564"/>
              <a:gd name="connsiteX2328" fmla="*/ 254950 w 1967342"/>
              <a:gd name="connsiteY2328" fmla="*/ 377628 h 442564"/>
              <a:gd name="connsiteX2329" fmla="*/ 262340 w 1967342"/>
              <a:gd name="connsiteY2329" fmla="*/ 377443 h 442564"/>
              <a:gd name="connsiteX2330" fmla="*/ 263904 w 1967342"/>
              <a:gd name="connsiteY2330" fmla="*/ 376700 h 442564"/>
              <a:gd name="connsiteX2331" fmla="*/ 264997 w 1967342"/>
              <a:gd name="connsiteY2331" fmla="*/ 373352 h 442564"/>
              <a:gd name="connsiteX2332" fmla="*/ 268709 w 1967342"/>
              <a:gd name="connsiteY2332" fmla="*/ 367380 h 442564"/>
              <a:gd name="connsiteX2333" fmla="*/ 277846 w 1967342"/>
              <a:gd name="connsiteY2333" fmla="*/ 365308 h 442564"/>
              <a:gd name="connsiteX2334" fmla="*/ 277846 w 1967342"/>
              <a:gd name="connsiteY2334" fmla="*/ 368535 h 442564"/>
              <a:gd name="connsiteX2335" fmla="*/ 268775 w 1967342"/>
              <a:gd name="connsiteY2335" fmla="*/ 369844 h 442564"/>
              <a:gd name="connsiteX2336" fmla="*/ 266000 w 1967342"/>
              <a:gd name="connsiteY2336" fmla="*/ 375704 h 442564"/>
              <a:gd name="connsiteX2337" fmla="*/ 318243 w 1967342"/>
              <a:gd name="connsiteY2337" fmla="*/ 350883 h 442564"/>
              <a:gd name="connsiteX2338" fmla="*/ 350787 w 1967342"/>
              <a:gd name="connsiteY2338" fmla="*/ 124302 h 442564"/>
              <a:gd name="connsiteX2339" fmla="*/ 244237 w 1967342"/>
              <a:gd name="connsiteY2339" fmla="*/ 61103 h 442564"/>
              <a:gd name="connsiteX2340" fmla="*/ 143263 w 1967342"/>
              <a:gd name="connsiteY2340" fmla="*/ 58635 h 442564"/>
              <a:gd name="connsiteX2341" fmla="*/ 142587 w 1967342"/>
              <a:gd name="connsiteY2341" fmla="*/ 59202 h 442564"/>
              <a:gd name="connsiteX2342" fmla="*/ 141584 w 1967342"/>
              <a:gd name="connsiteY2342" fmla="*/ 59442 h 442564"/>
              <a:gd name="connsiteX2343" fmla="*/ 140646 w 1967342"/>
              <a:gd name="connsiteY2343" fmla="*/ 59878 h 442564"/>
              <a:gd name="connsiteX2344" fmla="*/ 139512 w 1967342"/>
              <a:gd name="connsiteY2344" fmla="*/ 59878 h 442564"/>
              <a:gd name="connsiteX2345" fmla="*/ 138553 w 1967342"/>
              <a:gd name="connsiteY2345" fmla="*/ 60183 h 442564"/>
              <a:gd name="connsiteX2346" fmla="*/ 138487 w 1967342"/>
              <a:gd name="connsiteY2346" fmla="*/ 60096 h 442564"/>
              <a:gd name="connsiteX2347" fmla="*/ 138945 w 1967342"/>
              <a:gd name="connsiteY2347" fmla="*/ 61579 h 442564"/>
              <a:gd name="connsiteX2348" fmla="*/ 139338 w 1967342"/>
              <a:gd name="connsiteY2348" fmla="*/ 62408 h 442564"/>
              <a:gd name="connsiteX2349" fmla="*/ 140428 w 1967342"/>
              <a:gd name="connsiteY2349" fmla="*/ 63454 h 442564"/>
              <a:gd name="connsiteX2350" fmla="*/ 141671 w 1967342"/>
              <a:gd name="connsiteY2350" fmla="*/ 64239 h 442564"/>
              <a:gd name="connsiteX2351" fmla="*/ 143154 w 1967342"/>
              <a:gd name="connsiteY2351" fmla="*/ 65111 h 442564"/>
              <a:gd name="connsiteX2352" fmla="*/ 143786 w 1967342"/>
              <a:gd name="connsiteY2352" fmla="*/ 66049 h 442564"/>
              <a:gd name="connsiteX2353" fmla="*/ 144898 w 1967342"/>
              <a:gd name="connsiteY2353" fmla="*/ 66376 h 442564"/>
              <a:gd name="connsiteX2354" fmla="*/ 145530 w 1967342"/>
              <a:gd name="connsiteY2354" fmla="*/ 65417 h 442564"/>
              <a:gd name="connsiteX2355" fmla="*/ 146359 w 1967342"/>
              <a:gd name="connsiteY2355" fmla="*/ 64893 h 442564"/>
              <a:gd name="connsiteX2356" fmla="*/ 147100 w 1967342"/>
              <a:gd name="connsiteY2356" fmla="*/ 63912 h 442564"/>
              <a:gd name="connsiteX2357" fmla="*/ 147275 w 1967342"/>
              <a:gd name="connsiteY2357" fmla="*/ 62909 h 442564"/>
              <a:gd name="connsiteX2358" fmla="*/ 147166 w 1967342"/>
              <a:gd name="connsiteY2358" fmla="*/ 61623 h 442564"/>
              <a:gd name="connsiteX2359" fmla="*/ 147297 w 1967342"/>
              <a:gd name="connsiteY2359" fmla="*/ 60445 h 442564"/>
              <a:gd name="connsiteX2360" fmla="*/ 146839 w 1967342"/>
              <a:gd name="connsiteY2360" fmla="*/ 59529 h 442564"/>
              <a:gd name="connsiteX2361" fmla="*/ 145945 w 1967342"/>
              <a:gd name="connsiteY2361" fmla="*/ 59115 h 442564"/>
              <a:gd name="connsiteX2362" fmla="*/ 143263 w 1967342"/>
              <a:gd name="connsiteY2362" fmla="*/ 58635 h 442564"/>
              <a:gd name="connsiteX2363" fmla="*/ 131706 w 1967342"/>
              <a:gd name="connsiteY2363" fmla="*/ 55692 h 442564"/>
              <a:gd name="connsiteX2364" fmla="*/ 131902 w 1967342"/>
              <a:gd name="connsiteY2364" fmla="*/ 56739 h 442564"/>
              <a:gd name="connsiteX2365" fmla="*/ 131466 w 1967342"/>
              <a:gd name="connsiteY2365" fmla="*/ 58156 h 442564"/>
              <a:gd name="connsiteX2366" fmla="*/ 130855 w 1967342"/>
              <a:gd name="connsiteY2366" fmla="*/ 59726 h 442564"/>
              <a:gd name="connsiteX2367" fmla="*/ 129852 w 1967342"/>
              <a:gd name="connsiteY2367" fmla="*/ 60817 h 442564"/>
              <a:gd name="connsiteX2368" fmla="*/ 128762 w 1967342"/>
              <a:gd name="connsiteY2368" fmla="*/ 60555 h 442564"/>
              <a:gd name="connsiteX2369" fmla="*/ 128762 w 1967342"/>
              <a:gd name="connsiteY2369" fmla="*/ 59443 h 442564"/>
              <a:gd name="connsiteX2370" fmla="*/ 129939 w 1967342"/>
              <a:gd name="connsiteY2370" fmla="*/ 57808 h 442564"/>
              <a:gd name="connsiteX2371" fmla="*/ 130310 w 1967342"/>
              <a:gd name="connsiteY2371" fmla="*/ 57044 h 442564"/>
              <a:gd name="connsiteX2372" fmla="*/ 130964 w 1967342"/>
              <a:gd name="connsiteY2372" fmla="*/ 56281 h 442564"/>
              <a:gd name="connsiteX2373" fmla="*/ 131706 w 1967342"/>
              <a:gd name="connsiteY2373" fmla="*/ 55692 h 442564"/>
              <a:gd name="connsiteX2374" fmla="*/ 133581 w 1967342"/>
              <a:gd name="connsiteY2374" fmla="*/ 49651 h 442564"/>
              <a:gd name="connsiteX2375" fmla="*/ 132512 w 1967342"/>
              <a:gd name="connsiteY2375" fmla="*/ 50240 h 442564"/>
              <a:gd name="connsiteX2376" fmla="*/ 131379 w 1967342"/>
              <a:gd name="connsiteY2376" fmla="*/ 50436 h 442564"/>
              <a:gd name="connsiteX2377" fmla="*/ 130877 w 1967342"/>
              <a:gd name="connsiteY2377" fmla="*/ 51003 h 442564"/>
              <a:gd name="connsiteX2378" fmla="*/ 130528 w 1967342"/>
              <a:gd name="connsiteY2378" fmla="*/ 51614 h 442564"/>
              <a:gd name="connsiteX2379" fmla="*/ 130157 w 1967342"/>
              <a:gd name="connsiteY2379" fmla="*/ 52377 h 442564"/>
              <a:gd name="connsiteX2380" fmla="*/ 129372 w 1967342"/>
              <a:gd name="connsiteY2380" fmla="*/ 53424 h 442564"/>
              <a:gd name="connsiteX2381" fmla="*/ 128718 w 1967342"/>
              <a:gd name="connsiteY2381" fmla="*/ 54100 h 442564"/>
              <a:gd name="connsiteX2382" fmla="*/ 127955 w 1967342"/>
              <a:gd name="connsiteY2382" fmla="*/ 55059 h 442564"/>
              <a:gd name="connsiteX2383" fmla="*/ 126821 w 1967342"/>
              <a:gd name="connsiteY2383" fmla="*/ 56237 h 442564"/>
              <a:gd name="connsiteX2384" fmla="*/ 125317 w 1967342"/>
              <a:gd name="connsiteY2384" fmla="*/ 57850 h 442564"/>
              <a:gd name="connsiteX2385" fmla="*/ 124575 w 1967342"/>
              <a:gd name="connsiteY2385" fmla="*/ 57567 h 442564"/>
              <a:gd name="connsiteX2386" fmla="*/ 123420 w 1967342"/>
              <a:gd name="connsiteY2386" fmla="*/ 57567 h 442564"/>
              <a:gd name="connsiteX2387" fmla="*/ 122678 w 1967342"/>
              <a:gd name="connsiteY2387" fmla="*/ 58592 h 442564"/>
              <a:gd name="connsiteX2388" fmla="*/ 122809 w 1967342"/>
              <a:gd name="connsiteY2388" fmla="*/ 61143 h 442564"/>
              <a:gd name="connsiteX2389" fmla="*/ 123943 w 1967342"/>
              <a:gd name="connsiteY2389" fmla="*/ 62822 h 442564"/>
              <a:gd name="connsiteX2390" fmla="*/ 125251 w 1967342"/>
              <a:gd name="connsiteY2390" fmla="*/ 64348 h 442564"/>
              <a:gd name="connsiteX2391" fmla="*/ 126320 w 1967342"/>
              <a:gd name="connsiteY2391" fmla="*/ 65482 h 442564"/>
              <a:gd name="connsiteX2392" fmla="*/ 126974 w 1967342"/>
              <a:gd name="connsiteY2392" fmla="*/ 66333 h 442564"/>
              <a:gd name="connsiteX2393" fmla="*/ 127454 w 1967342"/>
              <a:gd name="connsiteY2393" fmla="*/ 66660 h 442564"/>
              <a:gd name="connsiteX2394" fmla="*/ 128217 w 1967342"/>
              <a:gd name="connsiteY2394" fmla="*/ 67379 h 442564"/>
              <a:gd name="connsiteX2395" fmla="*/ 128849 w 1967342"/>
              <a:gd name="connsiteY2395" fmla="*/ 67510 h 442564"/>
              <a:gd name="connsiteX2396" fmla="*/ 130092 w 1967342"/>
              <a:gd name="connsiteY2396" fmla="*/ 66921 h 442564"/>
              <a:gd name="connsiteX2397" fmla="*/ 130724 w 1967342"/>
              <a:gd name="connsiteY2397" fmla="*/ 66354 h 442564"/>
              <a:gd name="connsiteX2398" fmla="*/ 131815 w 1967342"/>
              <a:gd name="connsiteY2398" fmla="*/ 66049 h 442564"/>
              <a:gd name="connsiteX2399" fmla="*/ 132469 w 1967342"/>
              <a:gd name="connsiteY2399" fmla="*/ 66442 h 442564"/>
              <a:gd name="connsiteX2400" fmla="*/ 133297 w 1967342"/>
              <a:gd name="connsiteY2400" fmla="*/ 68273 h 442564"/>
              <a:gd name="connsiteX2401" fmla="*/ 134061 w 1967342"/>
              <a:gd name="connsiteY2401" fmla="*/ 69560 h 442564"/>
              <a:gd name="connsiteX2402" fmla="*/ 134606 w 1967342"/>
              <a:gd name="connsiteY2402" fmla="*/ 70497 h 442564"/>
              <a:gd name="connsiteX2403" fmla="*/ 134235 w 1967342"/>
              <a:gd name="connsiteY2403" fmla="*/ 72482 h 442564"/>
              <a:gd name="connsiteX2404" fmla="*/ 132512 w 1967342"/>
              <a:gd name="connsiteY2404" fmla="*/ 72852 h 442564"/>
              <a:gd name="connsiteX2405" fmla="*/ 131793 w 1967342"/>
              <a:gd name="connsiteY2405" fmla="*/ 73834 h 442564"/>
              <a:gd name="connsiteX2406" fmla="*/ 134235 w 1967342"/>
              <a:gd name="connsiteY2406" fmla="*/ 74466 h 442564"/>
              <a:gd name="connsiteX2407" fmla="*/ 135369 w 1967342"/>
              <a:gd name="connsiteY2407" fmla="*/ 75164 h 442564"/>
              <a:gd name="connsiteX2408" fmla="*/ 136655 w 1967342"/>
              <a:gd name="connsiteY2408" fmla="*/ 75033 h 442564"/>
              <a:gd name="connsiteX2409" fmla="*/ 137528 w 1967342"/>
              <a:gd name="connsiteY2409" fmla="*/ 75142 h 442564"/>
              <a:gd name="connsiteX2410" fmla="*/ 138465 w 1967342"/>
              <a:gd name="connsiteY2410" fmla="*/ 75033 h 442564"/>
              <a:gd name="connsiteX2411" fmla="*/ 139141 w 1967342"/>
              <a:gd name="connsiteY2411" fmla="*/ 75033 h 442564"/>
              <a:gd name="connsiteX2412" fmla="*/ 139883 w 1967342"/>
              <a:gd name="connsiteY2412" fmla="*/ 73834 h 442564"/>
              <a:gd name="connsiteX2413" fmla="*/ 140341 w 1967342"/>
              <a:gd name="connsiteY2413" fmla="*/ 72002 h 442564"/>
              <a:gd name="connsiteX2414" fmla="*/ 140450 w 1967342"/>
              <a:gd name="connsiteY2414" fmla="*/ 69821 h 442564"/>
              <a:gd name="connsiteX2415" fmla="*/ 137026 w 1967342"/>
              <a:gd name="connsiteY2415" fmla="*/ 64130 h 442564"/>
              <a:gd name="connsiteX2416" fmla="*/ 136067 w 1967342"/>
              <a:gd name="connsiteY2416" fmla="*/ 62975 h 442564"/>
              <a:gd name="connsiteX2417" fmla="*/ 136263 w 1967342"/>
              <a:gd name="connsiteY2417" fmla="*/ 61906 h 442564"/>
              <a:gd name="connsiteX2418" fmla="*/ 136874 w 1967342"/>
              <a:gd name="connsiteY2418" fmla="*/ 61426 h 442564"/>
              <a:gd name="connsiteX2419" fmla="*/ 137070 w 1967342"/>
              <a:gd name="connsiteY2419" fmla="*/ 59769 h 442564"/>
              <a:gd name="connsiteX2420" fmla="*/ 137070 w 1967342"/>
              <a:gd name="connsiteY2420" fmla="*/ 55059 h 442564"/>
              <a:gd name="connsiteX2421" fmla="*/ 137070 w 1967342"/>
              <a:gd name="connsiteY2421" fmla="*/ 53664 h 442564"/>
              <a:gd name="connsiteX2422" fmla="*/ 137550 w 1967342"/>
              <a:gd name="connsiteY2422" fmla="*/ 51592 h 442564"/>
              <a:gd name="connsiteX2423" fmla="*/ 136939 w 1967342"/>
              <a:gd name="connsiteY2423" fmla="*/ 50654 h 442564"/>
              <a:gd name="connsiteX2424" fmla="*/ 135761 w 1967342"/>
              <a:gd name="connsiteY2424" fmla="*/ 49651 h 442564"/>
              <a:gd name="connsiteX2425" fmla="*/ 133581 w 1967342"/>
              <a:gd name="connsiteY2425" fmla="*/ 49651 h 442564"/>
              <a:gd name="connsiteX2426" fmla="*/ 320236 w 1967342"/>
              <a:gd name="connsiteY2426" fmla="*/ 46751 h 442564"/>
              <a:gd name="connsiteX2427" fmla="*/ 319516 w 1967342"/>
              <a:gd name="connsiteY2427" fmla="*/ 46991 h 442564"/>
              <a:gd name="connsiteX2428" fmla="*/ 318775 w 1967342"/>
              <a:gd name="connsiteY2428" fmla="*/ 48452 h 442564"/>
              <a:gd name="connsiteX2429" fmla="*/ 317663 w 1967342"/>
              <a:gd name="connsiteY2429" fmla="*/ 49978 h 442564"/>
              <a:gd name="connsiteX2430" fmla="*/ 315635 w 1967342"/>
              <a:gd name="connsiteY2430" fmla="*/ 52159 h 442564"/>
              <a:gd name="connsiteX2431" fmla="*/ 312299 w 1967342"/>
              <a:gd name="connsiteY2431" fmla="*/ 51527 h 442564"/>
              <a:gd name="connsiteX2432" fmla="*/ 310620 w 1967342"/>
              <a:gd name="connsiteY2432" fmla="*/ 50502 h 442564"/>
              <a:gd name="connsiteX2433" fmla="*/ 309660 w 1967342"/>
              <a:gd name="connsiteY2433" fmla="*/ 50502 h 442564"/>
              <a:gd name="connsiteX2434" fmla="*/ 308657 w 1967342"/>
              <a:gd name="connsiteY2434" fmla="*/ 50327 h 442564"/>
              <a:gd name="connsiteX2435" fmla="*/ 307632 w 1967342"/>
              <a:gd name="connsiteY2435" fmla="*/ 50633 h 442564"/>
              <a:gd name="connsiteX2436" fmla="*/ 306651 w 1967342"/>
              <a:gd name="connsiteY2436" fmla="*/ 51483 h 442564"/>
              <a:gd name="connsiteX2437" fmla="*/ 307022 w 1967342"/>
              <a:gd name="connsiteY2437" fmla="*/ 53991 h 442564"/>
              <a:gd name="connsiteX2438" fmla="*/ 307894 w 1967342"/>
              <a:gd name="connsiteY2438" fmla="*/ 55234 h 442564"/>
              <a:gd name="connsiteX2439" fmla="*/ 308657 w 1967342"/>
              <a:gd name="connsiteY2439" fmla="*/ 55670 h 442564"/>
              <a:gd name="connsiteX2440" fmla="*/ 309573 w 1967342"/>
              <a:gd name="connsiteY2440" fmla="*/ 55910 h 442564"/>
              <a:gd name="connsiteX2441" fmla="*/ 310183 w 1967342"/>
              <a:gd name="connsiteY2441" fmla="*/ 56258 h 442564"/>
              <a:gd name="connsiteX2442" fmla="*/ 310990 w 1967342"/>
              <a:gd name="connsiteY2442" fmla="*/ 56673 h 442564"/>
              <a:gd name="connsiteX2443" fmla="*/ 310031 w 1967342"/>
              <a:gd name="connsiteY2443" fmla="*/ 57589 h 442564"/>
              <a:gd name="connsiteX2444" fmla="*/ 307000 w 1967342"/>
              <a:gd name="connsiteY2444" fmla="*/ 59377 h 442564"/>
              <a:gd name="connsiteX2445" fmla="*/ 300938 w 1967342"/>
              <a:gd name="connsiteY2445" fmla="*/ 60859 h 442564"/>
              <a:gd name="connsiteX2446" fmla="*/ 300196 w 1967342"/>
              <a:gd name="connsiteY2446" fmla="*/ 60859 h 442564"/>
              <a:gd name="connsiteX2447" fmla="*/ 298997 w 1967342"/>
              <a:gd name="connsiteY2447" fmla="*/ 61012 h 442564"/>
              <a:gd name="connsiteX2448" fmla="*/ 297384 w 1967342"/>
              <a:gd name="connsiteY2448" fmla="*/ 61012 h 442564"/>
              <a:gd name="connsiteX2449" fmla="*/ 297384 w 1967342"/>
              <a:gd name="connsiteY2449" fmla="*/ 60925 h 442564"/>
              <a:gd name="connsiteX2450" fmla="*/ 296315 w 1967342"/>
              <a:gd name="connsiteY2450" fmla="*/ 61187 h 442564"/>
              <a:gd name="connsiteX2451" fmla="*/ 296969 w 1967342"/>
              <a:gd name="connsiteY2451" fmla="*/ 61950 h 442564"/>
              <a:gd name="connsiteX2452" fmla="*/ 296969 w 1967342"/>
              <a:gd name="connsiteY2452" fmla="*/ 63214 h 442564"/>
              <a:gd name="connsiteX2453" fmla="*/ 297275 w 1967342"/>
              <a:gd name="connsiteY2453" fmla="*/ 64130 h 442564"/>
              <a:gd name="connsiteX2454" fmla="*/ 298343 w 1967342"/>
              <a:gd name="connsiteY2454" fmla="*/ 64501 h 442564"/>
              <a:gd name="connsiteX2455" fmla="*/ 300306 w 1967342"/>
              <a:gd name="connsiteY2455" fmla="*/ 65068 h 442564"/>
              <a:gd name="connsiteX2456" fmla="*/ 302770 w 1967342"/>
              <a:gd name="connsiteY2456" fmla="*/ 65068 h 442564"/>
              <a:gd name="connsiteX2457" fmla="*/ 306193 w 1967342"/>
              <a:gd name="connsiteY2457" fmla="*/ 65068 h 442564"/>
              <a:gd name="connsiteX2458" fmla="*/ 310053 w 1967342"/>
              <a:gd name="connsiteY2458" fmla="*/ 64108 h 442564"/>
              <a:gd name="connsiteX2459" fmla="*/ 313236 w 1967342"/>
              <a:gd name="connsiteY2459" fmla="*/ 62495 h 442564"/>
              <a:gd name="connsiteX2460" fmla="*/ 314457 w 1967342"/>
              <a:gd name="connsiteY2460" fmla="*/ 66071 h 442564"/>
              <a:gd name="connsiteX2461" fmla="*/ 314893 w 1967342"/>
              <a:gd name="connsiteY2461" fmla="*/ 67946 h 442564"/>
              <a:gd name="connsiteX2462" fmla="*/ 315351 w 1967342"/>
              <a:gd name="connsiteY2462" fmla="*/ 71239 h 442564"/>
              <a:gd name="connsiteX2463" fmla="*/ 315351 w 1967342"/>
              <a:gd name="connsiteY2463" fmla="*/ 74902 h 442564"/>
              <a:gd name="connsiteX2464" fmla="*/ 315962 w 1967342"/>
              <a:gd name="connsiteY2464" fmla="*/ 76210 h 442564"/>
              <a:gd name="connsiteX2465" fmla="*/ 317619 w 1967342"/>
              <a:gd name="connsiteY2465" fmla="*/ 77497 h 442564"/>
              <a:gd name="connsiteX2466" fmla="*/ 318644 w 1967342"/>
              <a:gd name="connsiteY2466" fmla="*/ 78369 h 442564"/>
              <a:gd name="connsiteX2467" fmla="*/ 319974 w 1967342"/>
              <a:gd name="connsiteY2467" fmla="*/ 79111 h 442564"/>
              <a:gd name="connsiteX2468" fmla="*/ 321195 w 1967342"/>
              <a:gd name="connsiteY2468" fmla="*/ 79917 h 442564"/>
              <a:gd name="connsiteX2469" fmla="*/ 321828 w 1967342"/>
              <a:gd name="connsiteY2469" fmla="*/ 80135 h 442564"/>
              <a:gd name="connsiteX2470" fmla="*/ 322656 w 1967342"/>
              <a:gd name="connsiteY2470" fmla="*/ 79983 h 442564"/>
              <a:gd name="connsiteX2471" fmla="*/ 324444 w 1967342"/>
              <a:gd name="connsiteY2471" fmla="*/ 79983 h 442564"/>
              <a:gd name="connsiteX2472" fmla="*/ 325077 w 1967342"/>
              <a:gd name="connsiteY2472" fmla="*/ 79154 h 442564"/>
              <a:gd name="connsiteX2473" fmla="*/ 325709 w 1967342"/>
              <a:gd name="connsiteY2473" fmla="*/ 78675 h 442564"/>
              <a:gd name="connsiteX2474" fmla="*/ 325098 w 1967342"/>
              <a:gd name="connsiteY2474" fmla="*/ 77824 h 442564"/>
              <a:gd name="connsiteX2475" fmla="*/ 323223 w 1967342"/>
              <a:gd name="connsiteY2475" fmla="*/ 75644 h 442564"/>
              <a:gd name="connsiteX2476" fmla="*/ 322569 w 1967342"/>
              <a:gd name="connsiteY2476" fmla="*/ 74357 h 442564"/>
              <a:gd name="connsiteX2477" fmla="*/ 321500 w 1967342"/>
              <a:gd name="connsiteY2477" fmla="*/ 73005 h 442564"/>
              <a:gd name="connsiteX2478" fmla="*/ 320040 w 1967342"/>
              <a:gd name="connsiteY2478" fmla="*/ 69952 h 442564"/>
              <a:gd name="connsiteX2479" fmla="*/ 319211 w 1967342"/>
              <a:gd name="connsiteY2479" fmla="*/ 65940 h 442564"/>
              <a:gd name="connsiteX2480" fmla="*/ 317902 w 1967342"/>
              <a:gd name="connsiteY2480" fmla="*/ 60838 h 442564"/>
              <a:gd name="connsiteX2481" fmla="*/ 318557 w 1967342"/>
              <a:gd name="connsiteY2481" fmla="*/ 59224 h 442564"/>
              <a:gd name="connsiteX2482" fmla="*/ 319712 w 1967342"/>
              <a:gd name="connsiteY2482" fmla="*/ 58657 h 442564"/>
              <a:gd name="connsiteX2483" fmla="*/ 322067 w 1967342"/>
              <a:gd name="connsiteY2483" fmla="*/ 59028 h 442564"/>
              <a:gd name="connsiteX2484" fmla="*/ 323419 w 1967342"/>
              <a:gd name="connsiteY2484" fmla="*/ 59595 h 442564"/>
              <a:gd name="connsiteX2485" fmla="*/ 324968 w 1967342"/>
              <a:gd name="connsiteY2485" fmla="*/ 59922 h 442564"/>
              <a:gd name="connsiteX2486" fmla="*/ 327322 w 1967342"/>
              <a:gd name="connsiteY2486" fmla="*/ 60205 h 442564"/>
              <a:gd name="connsiteX2487" fmla="*/ 328478 w 1967342"/>
              <a:gd name="connsiteY2487" fmla="*/ 60074 h 442564"/>
              <a:gd name="connsiteX2488" fmla="*/ 329154 w 1967342"/>
              <a:gd name="connsiteY2488" fmla="*/ 59791 h 442564"/>
              <a:gd name="connsiteX2489" fmla="*/ 329154 w 1967342"/>
              <a:gd name="connsiteY2489" fmla="*/ 57262 h 442564"/>
              <a:gd name="connsiteX2490" fmla="*/ 327955 w 1967342"/>
              <a:gd name="connsiteY2490" fmla="*/ 55953 h 442564"/>
              <a:gd name="connsiteX2491" fmla="*/ 326254 w 1967342"/>
              <a:gd name="connsiteY2491" fmla="*/ 54972 h 442564"/>
              <a:gd name="connsiteX2492" fmla="*/ 324684 w 1967342"/>
              <a:gd name="connsiteY2492" fmla="*/ 55103 h 442564"/>
              <a:gd name="connsiteX2493" fmla="*/ 323550 w 1967342"/>
              <a:gd name="connsiteY2493" fmla="*/ 54885 h 442564"/>
              <a:gd name="connsiteX2494" fmla="*/ 322547 w 1967342"/>
              <a:gd name="connsiteY2494" fmla="*/ 54776 h 442564"/>
              <a:gd name="connsiteX2495" fmla="*/ 321806 w 1967342"/>
              <a:gd name="connsiteY2495" fmla="*/ 54579 h 442564"/>
              <a:gd name="connsiteX2496" fmla="*/ 322373 w 1967342"/>
              <a:gd name="connsiteY2496" fmla="*/ 53664 h 442564"/>
              <a:gd name="connsiteX2497" fmla="*/ 323943 w 1967342"/>
              <a:gd name="connsiteY2497" fmla="*/ 52443 h 442564"/>
              <a:gd name="connsiteX2498" fmla="*/ 324270 w 1967342"/>
              <a:gd name="connsiteY2498" fmla="*/ 51483 h 442564"/>
              <a:gd name="connsiteX2499" fmla="*/ 324488 w 1967342"/>
              <a:gd name="connsiteY2499" fmla="*/ 50436 h 442564"/>
              <a:gd name="connsiteX2500" fmla="*/ 323834 w 1967342"/>
              <a:gd name="connsiteY2500" fmla="*/ 48670 h 442564"/>
              <a:gd name="connsiteX2501" fmla="*/ 322285 w 1967342"/>
              <a:gd name="connsiteY2501" fmla="*/ 47689 h 442564"/>
              <a:gd name="connsiteX2502" fmla="*/ 321282 w 1967342"/>
              <a:gd name="connsiteY2502" fmla="*/ 47471 h 442564"/>
              <a:gd name="connsiteX2503" fmla="*/ 320236 w 1967342"/>
              <a:gd name="connsiteY2503" fmla="*/ 46751 h 442564"/>
              <a:gd name="connsiteX2504" fmla="*/ 177541 w 1967342"/>
              <a:gd name="connsiteY2504" fmla="*/ 43371 h 442564"/>
              <a:gd name="connsiteX2505" fmla="*/ 177606 w 1967342"/>
              <a:gd name="connsiteY2505" fmla="*/ 43459 h 442564"/>
              <a:gd name="connsiteX2506" fmla="*/ 177559 w 1967342"/>
              <a:gd name="connsiteY2506" fmla="*/ 43404 h 442564"/>
              <a:gd name="connsiteX2507" fmla="*/ 125513 w 1967342"/>
              <a:gd name="connsiteY2507" fmla="*/ 39228 h 442564"/>
              <a:gd name="connsiteX2508" fmla="*/ 124401 w 1967342"/>
              <a:gd name="connsiteY2508" fmla="*/ 39512 h 442564"/>
              <a:gd name="connsiteX2509" fmla="*/ 123616 w 1967342"/>
              <a:gd name="connsiteY2509" fmla="*/ 39512 h 442564"/>
              <a:gd name="connsiteX2510" fmla="*/ 122591 w 1967342"/>
              <a:gd name="connsiteY2510" fmla="*/ 40122 h 442564"/>
              <a:gd name="connsiteX2511" fmla="*/ 121741 w 1967342"/>
              <a:gd name="connsiteY2511" fmla="*/ 40537 h 442564"/>
              <a:gd name="connsiteX2512" fmla="*/ 121217 w 1967342"/>
              <a:gd name="connsiteY2512" fmla="*/ 41191 h 442564"/>
              <a:gd name="connsiteX2513" fmla="*/ 120563 w 1967342"/>
              <a:gd name="connsiteY2513" fmla="*/ 41671 h 442564"/>
              <a:gd name="connsiteX2514" fmla="*/ 120040 w 1967342"/>
              <a:gd name="connsiteY2514" fmla="*/ 42390 h 442564"/>
              <a:gd name="connsiteX2515" fmla="*/ 118949 w 1967342"/>
              <a:gd name="connsiteY2515" fmla="*/ 43306 h 442564"/>
              <a:gd name="connsiteX2516" fmla="*/ 119102 w 1967342"/>
              <a:gd name="connsiteY2516" fmla="*/ 44135 h 442564"/>
              <a:gd name="connsiteX2517" fmla="*/ 121108 w 1967342"/>
              <a:gd name="connsiteY2517" fmla="*/ 45639 h 442564"/>
              <a:gd name="connsiteX2518" fmla="*/ 121326 w 1967342"/>
              <a:gd name="connsiteY2518" fmla="*/ 46577 h 442564"/>
              <a:gd name="connsiteX2519" fmla="*/ 121479 w 1967342"/>
              <a:gd name="connsiteY2519" fmla="*/ 47362 h 442564"/>
              <a:gd name="connsiteX2520" fmla="*/ 121719 w 1967342"/>
              <a:gd name="connsiteY2520" fmla="*/ 48125 h 442564"/>
              <a:gd name="connsiteX2521" fmla="*/ 122635 w 1967342"/>
              <a:gd name="connsiteY2521" fmla="*/ 48125 h 442564"/>
              <a:gd name="connsiteX2522" fmla="*/ 123441 w 1967342"/>
              <a:gd name="connsiteY2522" fmla="*/ 47951 h 442564"/>
              <a:gd name="connsiteX2523" fmla="*/ 123921 w 1967342"/>
              <a:gd name="connsiteY2523" fmla="*/ 48518 h 442564"/>
              <a:gd name="connsiteX2524" fmla="*/ 123311 w 1967342"/>
              <a:gd name="connsiteY2524" fmla="*/ 49651 h 442564"/>
              <a:gd name="connsiteX2525" fmla="*/ 121413 w 1967342"/>
              <a:gd name="connsiteY2525" fmla="*/ 51832 h 442564"/>
              <a:gd name="connsiteX2526" fmla="*/ 120280 w 1967342"/>
              <a:gd name="connsiteY2526" fmla="*/ 52748 h 442564"/>
              <a:gd name="connsiteX2527" fmla="*/ 117685 w 1967342"/>
              <a:gd name="connsiteY2527" fmla="*/ 55125 h 442564"/>
              <a:gd name="connsiteX2528" fmla="*/ 116704 w 1967342"/>
              <a:gd name="connsiteY2528" fmla="*/ 56280 h 442564"/>
              <a:gd name="connsiteX2529" fmla="*/ 115940 w 1967342"/>
              <a:gd name="connsiteY2529" fmla="*/ 56280 h 442564"/>
              <a:gd name="connsiteX2530" fmla="*/ 115940 w 1967342"/>
              <a:gd name="connsiteY2530" fmla="*/ 56193 h 442564"/>
              <a:gd name="connsiteX2531" fmla="*/ 114348 w 1967342"/>
              <a:gd name="connsiteY2531" fmla="*/ 58635 h 442564"/>
              <a:gd name="connsiteX2532" fmla="*/ 114588 w 1967342"/>
              <a:gd name="connsiteY2532" fmla="*/ 59486 h 442564"/>
              <a:gd name="connsiteX2533" fmla="*/ 115221 w 1967342"/>
              <a:gd name="connsiteY2533" fmla="*/ 60423 h 442564"/>
              <a:gd name="connsiteX2534" fmla="*/ 116180 w 1967342"/>
              <a:gd name="connsiteY2534" fmla="*/ 61383 h 442564"/>
              <a:gd name="connsiteX2535" fmla="*/ 117314 w 1967342"/>
              <a:gd name="connsiteY2535" fmla="*/ 60816 h 442564"/>
              <a:gd name="connsiteX2536" fmla="*/ 118143 w 1967342"/>
              <a:gd name="connsiteY2536" fmla="*/ 60816 h 442564"/>
              <a:gd name="connsiteX2537" fmla="*/ 118622 w 1967342"/>
              <a:gd name="connsiteY2537" fmla="*/ 59965 h 442564"/>
              <a:gd name="connsiteX2538" fmla="*/ 119298 w 1967342"/>
              <a:gd name="connsiteY2538" fmla="*/ 59180 h 442564"/>
              <a:gd name="connsiteX2539" fmla="*/ 120127 w 1967342"/>
              <a:gd name="connsiteY2539" fmla="*/ 58330 h 442564"/>
              <a:gd name="connsiteX2540" fmla="*/ 120716 w 1967342"/>
              <a:gd name="connsiteY2540" fmla="*/ 57938 h 442564"/>
              <a:gd name="connsiteX2541" fmla="*/ 121479 w 1967342"/>
              <a:gd name="connsiteY2541" fmla="*/ 57436 h 442564"/>
              <a:gd name="connsiteX2542" fmla="*/ 122220 w 1967342"/>
              <a:gd name="connsiteY2542" fmla="*/ 56673 h 442564"/>
              <a:gd name="connsiteX2543" fmla="*/ 122962 w 1967342"/>
              <a:gd name="connsiteY2543" fmla="*/ 56062 h 442564"/>
              <a:gd name="connsiteX2544" fmla="*/ 123790 w 1967342"/>
              <a:gd name="connsiteY2544" fmla="*/ 55255 h 442564"/>
              <a:gd name="connsiteX2545" fmla="*/ 124663 w 1967342"/>
              <a:gd name="connsiteY2545" fmla="*/ 54361 h 442564"/>
              <a:gd name="connsiteX2546" fmla="*/ 125557 w 1967342"/>
              <a:gd name="connsiteY2546" fmla="*/ 53446 h 442564"/>
              <a:gd name="connsiteX2547" fmla="*/ 128784 w 1967342"/>
              <a:gd name="connsiteY2547" fmla="*/ 50197 h 442564"/>
              <a:gd name="connsiteX2548" fmla="*/ 130005 w 1967342"/>
              <a:gd name="connsiteY2548" fmla="*/ 48539 h 442564"/>
              <a:gd name="connsiteX2549" fmla="*/ 131161 w 1967342"/>
              <a:gd name="connsiteY2549" fmla="*/ 47907 h 442564"/>
              <a:gd name="connsiteX2550" fmla="*/ 132076 w 1967342"/>
              <a:gd name="connsiteY2550" fmla="*/ 46795 h 442564"/>
              <a:gd name="connsiteX2551" fmla="*/ 133036 w 1967342"/>
              <a:gd name="connsiteY2551" fmla="*/ 45748 h 442564"/>
              <a:gd name="connsiteX2552" fmla="*/ 134213 w 1967342"/>
              <a:gd name="connsiteY2552" fmla="*/ 44832 h 442564"/>
              <a:gd name="connsiteX2553" fmla="*/ 135740 w 1967342"/>
              <a:gd name="connsiteY2553" fmla="*/ 43742 h 442564"/>
              <a:gd name="connsiteX2554" fmla="*/ 136874 w 1967342"/>
              <a:gd name="connsiteY2554" fmla="*/ 43459 h 442564"/>
              <a:gd name="connsiteX2555" fmla="*/ 137724 w 1967342"/>
              <a:gd name="connsiteY2555" fmla="*/ 40907 h 442564"/>
              <a:gd name="connsiteX2556" fmla="*/ 137179 w 1967342"/>
              <a:gd name="connsiteY2556" fmla="*/ 39883 h 442564"/>
              <a:gd name="connsiteX2557" fmla="*/ 136459 w 1967342"/>
              <a:gd name="connsiteY2557" fmla="*/ 39665 h 442564"/>
              <a:gd name="connsiteX2558" fmla="*/ 134955 w 1967342"/>
              <a:gd name="connsiteY2558" fmla="*/ 39403 h 442564"/>
              <a:gd name="connsiteX2559" fmla="*/ 133995 w 1967342"/>
              <a:gd name="connsiteY2559" fmla="*/ 39621 h 442564"/>
              <a:gd name="connsiteX2560" fmla="*/ 132992 w 1967342"/>
              <a:gd name="connsiteY2560" fmla="*/ 39774 h 442564"/>
              <a:gd name="connsiteX2561" fmla="*/ 131422 w 1967342"/>
              <a:gd name="connsiteY2561" fmla="*/ 41278 h 442564"/>
              <a:gd name="connsiteX2562" fmla="*/ 128675 w 1967342"/>
              <a:gd name="connsiteY2562" fmla="*/ 43938 h 442564"/>
              <a:gd name="connsiteX2563" fmla="*/ 128173 w 1967342"/>
              <a:gd name="connsiteY2563" fmla="*/ 43502 h 442564"/>
              <a:gd name="connsiteX2564" fmla="*/ 128173 w 1967342"/>
              <a:gd name="connsiteY2564" fmla="*/ 41322 h 442564"/>
              <a:gd name="connsiteX2565" fmla="*/ 126472 w 1967342"/>
              <a:gd name="connsiteY2565" fmla="*/ 40144 h 442564"/>
              <a:gd name="connsiteX2566" fmla="*/ 125513 w 1967342"/>
              <a:gd name="connsiteY2566" fmla="*/ 39228 h 442564"/>
              <a:gd name="connsiteX2567" fmla="*/ 194516 w 1967342"/>
              <a:gd name="connsiteY2567" fmla="*/ 33069 h 442564"/>
              <a:gd name="connsiteX2568" fmla="*/ 194876 w 1967342"/>
              <a:gd name="connsiteY2568" fmla="*/ 33451 h 442564"/>
              <a:gd name="connsiteX2569" fmla="*/ 194265 w 1967342"/>
              <a:gd name="connsiteY2569" fmla="*/ 34999 h 442564"/>
              <a:gd name="connsiteX2570" fmla="*/ 192979 w 1967342"/>
              <a:gd name="connsiteY2570" fmla="*/ 34999 h 442564"/>
              <a:gd name="connsiteX2571" fmla="*/ 192782 w 1967342"/>
              <a:gd name="connsiteY2571" fmla="*/ 34301 h 442564"/>
              <a:gd name="connsiteX2572" fmla="*/ 193022 w 1967342"/>
              <a:gd name="connsiteY2572" fmla="*/ 33516 h 442564"/>
              <a:gd name="connsiteX2573" fmla="*/ 194418 w 1967342"/>
              <a:gd name="connsiteY2573" fmla="*/ 33080 h 442564"/>
              <a:gd name="connsiteX2574" fmla="*/ 194516 w 1967342"/>
              <a:gd name="connsiteY2574" fmla="*/ 33069 h 442564"/>
              <a:gd name="connsiteX2575" fmla="*/ 198496 w 1967342"/>
              <a:gd name="connsiteY2575" fmla="*/ 31248 h 442564"/>
              <a:gd name="connsiteX2576" fmla="*/ 199238 w 1967342"/>
              <a:gd name="connsiteY2576" fmla="*/ 31401 h 442564"/>
              <a:gd name="connsiteX2577" fmla="*/ 199347 w 1967342"/>
              <a:gd name="connsiteY2577" fmla="*/ 32338 h 442564"/>
              <a:gd name="connsiteX2578" fmla="*/ 198213 w 1967342"/>
              <a:gd name="connsiteY2578" fmla="*/ 33451 h 442564"/>
              <a:gd name="connsiteX2579" fmla="*/ 197428 w 1967342"/>
              <a:gd name="connsiteY2579" fmla="*/ 32905 h 442564"/>
              <a:gd name="connsiteX2580" fmla="*/ 197428 w 1967342"/>
              <a:gd name="connsiteY2580" fmla="*/ 31772 h 442564"/>
              <a:gd name="connsiteX2581" fmla="*/ 198496 w 1967342"/>
              <a:gd name="connsiteY2581" fmla="*/ 31248 h 442564"/>
              <a:gd name="connsiteX2582" fmla="*/ 193328 w 1967342"/>
              <a:gd name="connsiteY2582" fmla="*/ 28370 h 442564"/>
              <a:gd name="connsiteX2583" fmla="*/ 194396 w 1967342"/>
              <a:gd name="connsiteY2583" fmla="*/ 29286 h 442564"/>
              <a:gd name="connsiteX2584" fmla="*/ 193153 w 1967342"/>
              <a:gd name="connsiteY2584" fmla="*/ 30834 h 442564"/>
              <a:gd name="connsiteX2585" fmla="*/ 192586 w 1967342"/>
              <a:gd name="connsiteY2585" fmla="*/ 30594 h 442564"/>
              <a:gd name="connsiteX2586" fmla="*/ 192281 w 1967342"/>
              <a:gd name="connsiteY2586" fmla="*/ 29395 h 442564"/>
              <a:gd name="connsiteX2587" fmla="*/ 193328 w 1967342"/>
              <a:gd name="connsiteY2587" fmla="*/ 28370 h 442564"/>
              <a:gd name="connsiteX2588" fmla="*/ 254601 w 1967342"/>
              <a:gd name="connsiteY2588" fmla="*/ 27475 h 442564"/>
              <a:gd name="connsiteX2589" fmla="*/ 253162 w 1967342"/>
              <a:gd name="connsiteY2589" fmla="*/ 28195 h 442564"/>
              <a:gd name="connsiteX2590" fmla="*/ 252944 w 1967342"/>
              <a:gd name="connsiteY2590" fmla="*/ 29569 h 442564"/>
              <a:gd name="connsiteX2591" fmla="*/ 252944 w 1967342"/>
              <a:gd name="connsiteY2591" fmla="*/ 31030 h 442564"/>
              <a:gd name="connsiteX2592" fmla="*/ 253467 w 1967342"/>
              <a:gd name="connsiteY2592" fmla="*/ 32992 h 442564"/>
              <a:gd name="connsiteX2593" fmla="*/ 253576 w 1967342"/>
              <a:gd name="connsiteY2593" fmla="*/ 34562 h 442564"/>
              <a:gd name="connsiteX2594" fmla="*/ 255190 w 1967342"/>
              <a:gd name="connsiteY2594" fmla="*/ 34845 h 442564"/>
              <a:gd name="connsiteX2595" fmla="*/ 256477 w 1967342"/>
              <a:gd name="connsiteY2595" fmla="*/ 34845 h 442564"/>
              <a:gd name="connsiteX2596" fmla="*/ 256477 w 1967342"/>
              <a:gd name="connsiteY2596" fmla="*/ 36045 h 442564"/>
              <a:gd name="connsiteX2597" fmla="*/ 255866 w 1967342"/>
              <a:gd name="connsiteY2597" fmla="*/ 37419 h 442564"/>
              <a:gd name="connsiteX2598" fmla="*/ 252312 w 1967342"/>
              <a:gd name="connsiteY2598" fmla="*/ 41082 h 442564"/>
              <a:gd name="connsiteX2599" fmla="*/ 248779 w 1967342"/>
              <a:gd name="connsiteY2599" fmla="*/ 41605 h 442564"/>
              <a:gd name="connsiteX2600" fmla="*/ 247558 w 1967342"/>
              <a:gd name="connsiteY2600" fmla="*/ 41605 h 442564"/>
              <a:gd name="connsiteX2601" fmla="*/ 244353 w 1967342"/>
              <a:gd name="connsiteY2601" fmla="*/ 41976 h 442564"/>
              <a:gd name="connsiteX2602" fmla="*/ 242979 w 1967342"/>
              <a:gd name="connsiteY2602" fmla="*/ 41496 h 442564"/>
              <a:gd name="connsiteX2603" fmla="*/ 240275 w 1967342"/>
              <a:gd name="connsiteY2603" fmla="*/ 42216 h 442564"/>
              <a:gd name="connsiteX2604" fmla="*/ 240035 w 1967342"/>
              <a:gd name="connsiteY2604" fmla="*/ 43742 h 442564"/>
              <a:gd name="connsiteX2605" fmla="*/ 240035 w 1967342"/>
              <a:gd name="connsiteY2605" fmla="*/ 43655 h 442564"/>
              <a:gd name="connsiteX2606" fmla="*/ 239599 w 1967342"/>
              <a:gd name="connsiteY2606" fmla="*/ 45007 h 442564"/>
              <a:gd name="connsiteX2607" fmla="*/ 241278 w 1967342"/>
              <a:gd name="connsiteY2607" fmla="*/ 47624 h 442564"/>
              <a:gd name="connsiteX2608" fmla="*/ 247536 w 1967342"/>
              <a:gd name="connsiteY2608" fmla="*/ 46882 h 442564"/>
              <a:gd name="connsiteX2609" fmla="*/ 252464 w 1967342"/>
              <a:gd name="connsiteY2609" fmla="*/ 47078 h 442564"/>
              <a:gd name="connsiteX2610" fmla="*/ 255103 w 1967342"/>
              <a:gd name="connsiteY2610" fmla="*/ 47798 h 442564"/>
              <a:gd name="connsiteX2611" fmla="*/ 257501 w 1967342"/>
              <a:gd name="connsiteY2611" fmla="*/ 48038 h 442564"/>
              <a:gd name="connsiteX2612" fmla="*/ 259965 w 1967342"/>
              <a:gd name="connsiteY2612" fmla="*/ 48452 h 442564"/>
              <a:gd name="connsiteX2613" fmla="*/ 262342 w 1967342"/>
              <a:gd name="connsiteY2613" fmla="*/ 49041 h 442564"/>
              <a:gd name="connsiteX2614" fmla="*/ 264893 w 1967342"/>
              <a:gd name="connsiteY2614" fmla="*/ 49913 h 442564"/>
              <a:gd name="connsiteX2615" fmla="*/ 266507 w 1967342"/>
              <a:gd name="connsiteY2615" fmla="*/ 50175 h 442564"/>
              <a:gd name="connsiteX2616" fmla="*/ 267990 w 1967342"/>
              <a:gd name="connsiteY2616" fmla="*/ 50829 h 442564"/>
              <a:gd name="connsiteX2617" fmla="*/ 269429 w 1967342"/>
              <a:gd name="connsiteY2617" fmla="*/ 51091 h 442564"/>
              <a:gd name="connsiteX2618" fmla="*/ 270345 w 1967342"/>
              <a:gd name="connsiteY2618" fmla="*/ 50524 h 442564"/>
              <a:gd name="connsiteX2619" fmla="*/ 270934 w 1967342"/>
              <a:gd name="connsiteY2619" fmla="*/ 49760 h 442564"/>
              <a:gd name="connsiteX2620" fmla="*/ 270934 w 1967342"/>
              <a:gd name="connsiteY2620" fmla="*/ 49193 h 442564"/>
              <a:gd name="connsiteX2621" fmla="*/ 270934 w 1967342"/>
              <a:gd name="connsiteY2621" fmla="*/ 48801 h 442564"/>
              <a:gd name="connsiteX2622" fmla="*/ 270934 w 1967342"/>
              <a:gd name="connsiteY2622" fmla="*/ 47776 h 442564"/>
              <a:gd name="connsiteX2623" fmla="*/ 269756 w 1967342"/>
              <a:gd name="connsiteY2623" fmla="*/ 46228 h 442564"/>
              <a:gd name="connsiteX2624" fmla="*/ 268797 w 1967342"/>
              <a:gd name="connsiteY2624" fmla="*/ 45334 h 442564"/>
              <a:gd name="connsiteX2625" fmla="*/ 267728 w 1967342"/>
              <a:gd name="connsiteY2625" fmla="*/ 44745 h 442564"/>
              <a:gd name="connsiteX2626" fmla="*/ 266660 w 1967342"/>
              <a:gd name="connsiteY2626" fmla="*/ 44593 h 442564"/>
              <a:gd name="connsiteX2627" fmla="*/ 265460 w 1967342"/>
              <a:gd name="connsiteY2627" fmla="*/ 44745 h 442564"/>
              <a:gd name="connsiteX2628" fmla="*/ 261230 w 1967342"/>
              <a:gd name="connsiteY2628" fmla="*/ 43808 h 442564"/>
              <a:gd name="connsiteX2629" fmla="*/ 261688 w 1967342"/>
              <a:gd name="connsiteY2629" fmla="*/ 41431 h 442564"/>
              <a:gd name="connsiteX2630" fmla="*/ 262081 w 1967342"/>
              <a:gd name="connsiteY2630" fmla="*/ 40580 h 442564"/>
              <a:gd name="connsiteX2631" fmla="*/ 262517 w 1967342"/>
              <a:gd name="connsiteY2631" fmla="*/ 39795 h 442564"/>
              <a:gd name="connsiteX2632" fmla="*/ 263040 w 1967342"/>
              <a:gd name="connsiteY2632" fmla="*/ 39054 h 442564"/>
              <a:gd name="connsiteX2633" fmla="*/ 263607 w 1967342"/>
              <a:gd name="connsiteY2633" fmla="*/ 38291 h 442564"/>
              <a:gd name="connsiteX2634" fmla="*/ 263607 w 1967342"/>
              <a:gd name="connsiteY2634" fmla="*/ 36241 h 442564"/>
              <a:gd name="connsiteX2635" fmla="*/ 266289 w 1967342"/>
              <a:gd name="connsiteY2635" fmla="*/ 35216 h 442564"/>
              <a:gd name="connsiteX2636" fmla="*/ 267619 w 1967342"/>
              <a:gd name="connsiteY2636" fmla="*/ 34736 h 442564"/>
              <a:gd name="connsiteX2637" fmla="*/ 269407 w 1967342"/>
              <a:gd name="connsiteY2637" fmla="*/ 33842 h 442564"/>
              <a:gd name="connsiteX2638" fmla="*/ 271719 w 1967342"/>
              <a:gd name="connsiteY2638" fmla="*/ 32578 h 442564"/>
              <a:gd name="connsiteX2639" fmla="*/ 271457 w 1967342"/>
              <a:gd name="connsiteY2639" fmla="*/ 31706 h 442564"/>
              <a:gd name="connsiteX2640" fmla="*/ 271457 w 1967342"/>
              <a:gd name="connsiteY2640" fmla="*/ 30506 h 442564"/>
              <a:gd name="connsiteX2641" fmla="*/ 270585 w 1967342"/>
              <a:gd name="connsiteY2641" fmla="*/ 29067 h 442564"/>
              <a:gd name="connsiteX2642" fmla="*/ 269887 w 1967342"/>
              <a:gd name="connsiteY2642" fmla="*/ 28413 h 442564"/>
              <a:gd name="connsiteX2643" fmla="*/ 268906 w 1967342"/>
              <a:gd name="connsiteY2643" fmla="*/ 28413 h 442564"/>
              <a:gd name="connsiteX2644" fmla="*/ 267794 w 1967342"/>
              <a:gd name="connsiteY2644" fmla="*/ 28282 h 442564"/>
              <a:gd name="connsiteX2645" fmla="*/ 263563 w 1967342"/>
              <a:gd name="connsiteY2645" fmla="*/ 28936 h 442564"/>
              <a:gd name="connsiteX2646" fmla="*/ 262887 w 1967342"/>
              <a:gd name="connsiteY2646" fmla="*/ 28936 h 442564"/>
              <a:gd name="connsiteX2647" fmla="*/ 261928 w 1967342"/>
              <a:gd name="connsiteY2647" fmla="*/ 28936 h 442564"/>
              <a:gd name="connsiteX2648" fmla="*/ 256607 w 1967342"/>
              <a:gd name="connsiteY2648" fmla="*/ 28522 h 442564"/>
              <a:gd name="connsiteX2649" fmla="*/ 254601 w 1967342"/>
              <a:gd name="connsiteY2649" fmla="*/ 27475 h 442564"/>
              <a:gd name="connsiteX2650" fmla="*/ 185522 w 1967342"/>
              <a:gd name="connsiteY2650" fmla="*/ 25971 h 442564"/>
              <a:gd name="connsiteX2651" fmla="*/ 183799 w 1967342"/>
              <a:gd name="connsiteY2651" fmla="*/ 26341 h 442564"/>
              <a:gd name="connsiteX2652" fmla="*/ 178086 w 1967342"/>
              <a:gd name="connsiteY2652" fmla="*/ 30136 h 442564"/>
              <a:gd name="connsiteX2653" fmla="*/ 176690 w 1967342"/>
              <a:gd name="connsiteY2653" fmla="*/ 30484 h 442564"/>
              <a:gd name="connsiteX2654" fmla="*/ 175709 w 1967342"/>
              <a:gd name="connsiteY2654" fmla="*/ 31291 h 442564"/>
              <a:gd name="connsiteX2655" fmla="*/ 175317 w 1967342"/>
              <a:gd name="connsiteY2655" fmla="*/ 32142 h 442564"/>
              <a:gd name="connsiteX2656" fmla="*/ 174706 w 1967342"/>
              <a:gd name="connsiteY2656" fmla="*/ 32643 h 442564"/>
              <a:gd name="connsiteX2657" fmla="*/ 175251 w 1967342"/>
              <a:gd name="connsiteY2657" fmla="*/ 34060 h 442564"/>
              <a:gd name="connsiteX2658" fmla="*/ 175949 w 1967342"/>
              <a:gd name="connsiteY2658" fmla="*/ 34388 h 442564"/>
              <a:gd name="connsiteX2659" fmla="*/ 176843 w 1967342"/>
              <a:gd name="connsiteY2659" fmla="*/ 35129 h 442564"/>
              <a:gd name="connsiteX2660" fmla="*/ 178129 w 1967342"/>
              <a:gd name="connsiteY2660" fmla="*/ 35412 h 442564"/>
              <a:gd name="connsiteX2661" fmla="*/ 179307 w 1967342"/>
              <a:gd name="connsiteY2661" fmla="*/ 36241 h 442564"/>
              <a:gd name="connsiteX2662" fmla="*/ 179307 w 1967342"/>
              <a:gd name="connsiteY2662" fmla="*/ 38422 h 442564"/>
              <a:gd name="connsiteX2663" fmla="*/ 178129 w 1967342"/>
              <a:gd name="connsiteY2663" fmla="*/ 39708 h 442564"/>
              <a:gd name="connsiteX2664" fmla="*/ 177148 w 1967342"/>
              <a:gd name="connsiteY2664" fmla="*/ 39708 h 442564"/>
              <a:gd name="connsiteX2665" fmla="*/ 175949 w 1967342"/>
              <a:gd name="connsiteY2665" fmla="*/ 41365 h 442564"/>
              <a:gd name="connsiteX2666" fmla="*/ 177039 w 1967342"/>
              <a:gd name="connsiteY2666" fmla="*/ 42805 h 442564"/>
              <a:gd name="connsiteX2667" fmla="*/ 177559 w 1967342"/>
              <a:gd name="connsiteY2667" fmla="*/ 43404 h 442564"/>
              <a:gd name="connsiteX2668" fmla="*/ 177933 w 1967342"/>
              <a:gd name="connsiteY2668" fmla="*/ 44113 h 442564"/>
              <a:gd name="connsiteX2669" fmla="*/ 177933 w 1967342"/>
              <a:gd name="connsiteY2669" fmla="*/ 45181 h 442564"/>
              <a:gd name="connsiteX2670" fmla="*/ 177933 w 1967342"/>
              <a:gd name="connsiteY2670" fmla="*/ 46010 h 442564"/>
              <a:gd name="connsiteX2671" fmla="*/ 177257 w 1967342"/>
              <a:gd name="connsiteY2671" fmla="*/ 46969 h 442564"/>
              <a:gd name="connsiteX2672" fmla="*/ 176254 w 1967342"/>
              <a:gd name="connsiteY2672" fmla="*/ 47951 h 442564"/>
              <a:gd name="connsiteX2673" fmla="*/ 174532 w 1967342"/>
              <a:gd name="connsiteY2673" fmla="*/ 50131 h 442564"/>
              <a:gd name="connsiteX2674" fmla="*/ 175164 w 1967342"/>
              <a:gd name="connsiteY2674" fmla="*/ 52094 h 442564"/>
              <a:gd name="connsiteX2675" fmla="*/ 176102 w 1967342"/>
              <a:gd name="connsiteY2675" fmla="*/ 53075 h 442564"/>
              <a:gd name="connsiteX2676" fmla="*/ 176778 w 1967342"/>
              <a:gd name="connsiteY2676" fmla="*/ 54100 h 442564"/>
              <a:gd name="connsiteX2677" fmla="*/ 178086 w 1967342"/>
              <a:gd name="connsiteY2677" fmla="*/ 54274 h 442564"/>
              <a:gd name="connsiteX2678" fmla="*/ 178980 w 1967342"/>
              <a:gd name="connsiteY2678" fmla="*/ 54122 h 442564"/>
              <a:gd name="connsiteX2679" fmla="*/ 180921 w 1967342"/>
              <a:gd name="connsiteY2679" fmla="*/ 51941 h 442564"/>
              <a:gd name="connsiteX2680" fmla="*/ 185151 w 1967342"/>
              <a:gd name="connsiteY2680" fmla="*/ 49019 h 442564"/>
              <a:gd name="connsiteX2681" fmla="*/ 187462 w 1967342"/>
              <a:gd name="connsiteY2681" fmla="*/ 45290 h 442564"/>
              <a:gd name="connsiteX2682" fmla="*/ 187004 w 1967342"/>
              <a:gd name="connsiteY2682" fmla="*/ 44244 h 442564"/>
              <a:gd name="connsiteX2683" fmla="*/ 185936 w 1967342"/>
              <a:gd name="connsiteY2683" fmla="*/ 43742 h 442564"/>
              <a:gd name="connsiteX2684" fmla="*/ 184846 w 1967342"/>
              <a:gd name="connsiteY2684" fmla="*/ 43895 h 442564"/>
              <a:gd name="connsiteX2685" fmla="*/ 184540 w 1967342"/>
              <a:gd name="connsiteY2685" fmla="*/ 42805 h 442564"/>
              <a:gd name="connsiteX2686" fmla="*/ 187070 w 1967342"/>
              <a:gd name="connsiteY2686" fmla="*/ 39621 h 442564"/>
              <a:gd name="connsiteX2687" fmla="*/ 187201 w 1967342"/>
              <a:gd name="connsiteY2687" fmla="*/ 39010 h 442564"/>
              <a:gd name="connsiteX2688" fmla="*/ 186394 w 1967342"/>
              <a:gd name="connsiteY2688" fmla="*/ 37658 h 442564"/>
              <a:gd name="connsiteX2689" fmla="*/ 185936 w 1967342"/>
              <a:gd name="connsiteY2689" fmla="*/ 36786 h 442564"/>
              <a:gd name="connsiteX2690" fmla="*/ 184955 w 1967342"/>
              <a:gd name="connsiteY2690" fmla="*/ 36961 h 442564"/>
              <a:gd name="connsiteX2691" fmla="*/ 184671 w 1967342"/>
              <a:gd name="connsiteY2691" fmla="*/ 35674 h 442564"/>
              <a:gd name="connsiteX2692" fmla="*/ 184562 w 1967342"/>
              <a:gd name="connsiteY2692" fmla="*/ 33777 h 442564"/>
              <a:gd name="connsiteX2693" fmla="*/ 185849 w 1967342"/>
              <a:gd name="connsiteY2693" fmla="*/ 31880 h 442564"/>
              <a:gd name="connsiteX2694" fmla="*/ 186590 w 1967342"/>
              <a:gd name="connsiteY2694" fmla="*/ 30550 h 442564"/>
              <a:gd name="connsiteX2695" fmla="*/ 186852 w 1967342"/>
              <a:gd name="connsiteY2695" fmla="*/ 28805 h 442564"/>
              <a:gd name="connsiteX2696" fmla="*/ 186852 w 1967342"/>
              <a:gd name="connsiteY2696" fmla="*/ 27279 h 442564"/>
              <a:gd name="connsiteX2697" fmla="*/ 185522 w 1967342"/>
              <a:gd name="connsiteY2697" fmla="*/ 25971 h 442564"/>
              <a:gd name="connsiteX2698" fmla="*/ 200022 w 1967342"/>
              <a:gd name="connsiteY2698" fmla="*/ 25622 h 442564"/>
              <a:gd name="connsiteX2699" fmla="*/ 200284 w 1967342"/>
              <a:gd name="connsiteY2699" fmla="*/ 26691 h 442564"/>
              <a:gd name="connsiteX2700" fmla="*/ 199455 w 1967342"/>
              <a:gd name="connsiteY2700" fmla="*/ 28283 h 442564"/>
              <a:gd name="connsiteX2701" fmla="*/ 197929 w 1967342"/>
              <a:gd name="connsiteY2701" fmla="*/ 28413 h 442564"/>
              <a:gd name="connsiteX2702" fmla="*/ 197340 w 1967342"/>
              <a:gd name="connsiteY2702" fmla="*/ 27127 h 442564"/>
              <a:gd name="connsiteX2703" fmla="*/ 200022 w 1967342"/>
              <a:gd name="connsiteY2703" fmla="*/ 25622 h 442564"/>
              <a:gd name="connsiteX2704" fmla="*/ 201134 w 1967342"/>
              <a:gd name="connsiteY2704" fmla="*/ 21282 h 442564"/>
              <a:gd name="connsiteX2705" fmla="*/ 195836 w 1967342"/>
              <a:gd name="connsiteY2705" fmla="*/ 23856 h 442564"/>
              <a:gd name="connsiteX2706" fmla="*/ 194026 w 1967342"/>
              <a:gd name="connsiteY2706" fmla="*/ 24292 h 442564"/>
              <a:gd name="connsiteX2707" fmla="*/ 191845 w 1967342"/>
              <a:gd name="connsiteY2707" fmla="*/ 25578 h 442564"/>
              <a:gd name="connsiteX2708" fmla="*/ 190537 w 1967342"/>
              <a:gd name="connsiteY2708" fmla="*/ 26211 h 442564"/>
              <a:gd name="connsiteX2709" fmla="*/ 189512 w 1967342"/>
              <a:gd name="connsiteY2709" fmla="*/ 26472 h 442564"/>
              <a:gd name="connsiteX2710" fmla="*/ 188313 w 1967342"/>
              <a:gd name="connsiteY2710" fmla="*/ 25949 h 442564"/>
              <a:gd name="connsiteX2711" fmla="*/ 187702 w 1967342"/>
              <a:gd name="connsiteY2711" fmla="*/ 27824 h 442564"/>
              <a:gd name="connsiteX2712" fmla="*/ 187702 w 1967342"/>
              <a:gd name="connsiteY2712" fmla="*/ 29634 h 442564"/>
              <a:gd name="connsiteX2713" fmla="*/ 187637 w 1967342"/>
              <a:gd name="connsiteY2713" fmla="*/ 29547 h 442564"/>
              <a:gd name="connsiteX2714" fmla="*/ 187702 w 1967342"/>
              <a:gd name="connsiteY2714" fmla="*/ 30746 h 442564"/>
              <a:gd name="connsiteX2715" fmla="*/ 188291 w 1967342"/>
              <a:gd name="connsiteY2715" fmla="*/ 32033 h 442564"/>
              <a:gd name="connsiteX2716" fmla="*/ 189054 w 1967342"/>
              <a:gd name="connsiteY2716" fmla="*/ 35129 h 442564"/>
              <a:gd name="connsiteX2717" fmla="*/ 188662 w 1967342"/>
              <a:gd name="connsiteY2717" fmla="*/ 37157 h 442564"/>
              <a:gd name="connsiteX2718" fmla="*/ 189185 w 1967342"/>
              <a:gd name="connsiteY2718" fmla="*/ 38400 h 442564"/>
              <a:gd name="connsiteX2719" fmla="*/ 189970 w 1967342"/>
              <a:gd name="connsiteY2719" fmla="*/ 39468 h 442564"/>
              <a:gd name="connsiteX2720" fmla="*/ 190340 w 1967342"/>
              <a:gd name="connsiteY2720" fmla="*/ 40231 h 442564"/>
              <a:gd name="connsiteX2721" fmla="*/ 190755 w 1967342"/>
              <a:gd name="connsiteY2721" fmla="*/ 40711 h 442564"/>
              <a:gd name="connsiteX2722" fmla="*/ 191474 w 1967342"/>
              <a:gd name="connsiteY2722" fmla="*/ 40711 h 442564"/>
              <a:gd name="connsiteX2723" fmla="*/ 192303 w 1967342"/>
              <a:gd name="connsiteY2723" fmla="*/ 40406 h 442564"/>
              <a:gd name="connsiteX2724" fmla="*/ 193197 w 1967342"/>
              <a:gd name="connsiteY2724" fmla="*/ 39992 h 442564"/>
              <a:gd name="connsiteX2725" fmla="*/ 193938 w 1967342"/>
              <a:gd name="connsiteY2725" fmla="*/ 39992 h 442564"/>
              <a:gd name="connsiteX2726" fmla="*/ 193938 w 1967342"/>
              <a:gd name="connsiteY2726" fmla="*/ 41213 h 442564"/>
              <a:gd name="connsiteX2727" fmla="*/ 193459 w 1967342"/>
              <a:gd name="connsiteY2727" fmla="*/ 41758 h 442564"/>
              <a:gd name="connsiteX2728" fmla="*/ 192892 w 1967342"/>
              <a:gd name="connsiteY2728" fmla="*/ 41867 h 442564"/>
              <a:gd name="connsiteX2729" fmla="*/ 192281 w 1967342"/>
              <a:gd name="connsiteY2729" fmla="*/ 42063 h 442564"/>
              <a:gd name="connsiteX2730" fmla="*/ 191693 w 1967342"/>
              <a:gd name="connsiteY2730" fmla="*/ 41954 h 442564"/>
              <a:gd name="connsiteX2731" fmla="*/ 191235 w 1967342"/>
              <a:gd name="connsiteY2731" fmla="*/ 42783 h 442564"/>
              <a:gd name="connsiteX2732" fmla="*/ 191235 w 1967342"/>
              <a:gd name="connsiteY2732" fmla="*/ 43808 h 442564"/>
              <a:gd name="connsiteX2733" fmla="*/ 191235 w 1967342"/>
              <a:gd name="connsiteY2733" fmla="*/ 44658 h 442564"/>
              <a:gd name="connsiteX2734" fmla="*/ 192150 w 1967342"/>
              <a:gd name="connsiteY2734" fmla="*/ 44963 h 442564"/>
              <a:gd name="connsiteX2735" fmla="*/ 193175 w 1967342"/>
              <a:gd name="connsiteY2735" fmla="*/ 44963 h 442564"/>
              <a:gd name="connsiteX2736" fmla="*/ 193677 w 1967342"/>
              <a:gd name="connsiteY2736" fmla="*/ 45617 h 442564"/>
              <a:gd name="connsiteX2737" fmla="*/ 191344 w 1967342"/>
              <a:gd name="connsiteY2737" fmla="*/ 47057 h 442564"/>
              <a:gd name="connsiteX2738" fmla="*/ 189490 w 1967342"/>
              <a:gd name="connsiteY2738" fmla="*/ 47994 h 442564"/>
              <a:gd name="connsiteX2739" fmla="*/ 188771 w 1967342"/>
              <a:gd name="connsiteY2739" fmla="*/ 47776 h 442564"/>
              <a:gd name="connsiteX2740" fmla="*/ 188291 w 1967342"/>
              <a:gd name="connsiteY2740" fmla="*/ 48278 h 442564"/>
              <a:gd name="connsiteX2741" fmla="*/ 187964 w 1967342"/>
              <a:gd name="connsiteY2741" fmla="*/ 49368 h 442564"/>
              <a:gd name="connsiteX2742" fmla="*/ 187964 w 1967342"/>
              <a:gd name="connsiteY2742" fmla="*/ 50262 h 442564"/>
              <a:gd name="connsiteX2743" fmla="*/ 188553 w 1967342"/>
              <a:gd name="connsiteY2743" fmla="*/ 52137 h 442564"/>
              <a:gd name="connsiteX2744" fmla="*/ 190101 w 1967342"/>
              <a:gd name="connsiteY2744" fmla="*/ 52682 h 442564"/>
              <a:gd name="connsiteX2745" fmla="*/ 192281 w 1967342"/>
              <a:gd name="connsiteY2745" fmla="*/ 51679 h 442564"/>
              <a:gd name="connsiteX2746" fmla="*/ 194462 w 1967342"/>
              <a:gd name="connsiteY2746" fmla="*/ 51134 h 442564"/>
              <a:gd name="connsiteX2747" fmla="*/ 196642 w 1967342"/>
              <a:gd name="connsiteY2747" fmla="*/ 50415 h 442564"/>
              <a:gd name="connsiteX2748" fmla="*/ 198365 w 1967342"/>
              <a:gd name="connsiteY2748" fmla="*/ 49869 h 442564"/>
              <a:gd name="connsiteX2749" fmla="*/ 199913 w 1967342"/>
              <a:gd name="connsiteY2749" fmla="*/ 49499 h 442564"/>
              <a:gd name="connsiteX2750" fmla="*/ 201723 w 1967342"/>
              <a:gd name="connsiteY2750" fmla="*/ 49346 h 442564"/>
              <a:gd name="connsiteX2751" fmla="*/ 204994 w 1967342"/>
              <a:gd name="connsiteY2751" fmla="*/ 48757 h 442564"/>
              <a:gd name="connsiteX2752" fmla="*/ 207065 w 1967342"/>
              <a:gd name="connsiteY2752" fmla="*/ 48757 h 442564"/>
              <a:gd name="connsiteX2753" fmla="*/ 208810 w 1967342"/>
              <a:gd name="connsiteY2753" fmla="*/ 45290 h 442564"/>
              <a:gd name="connsiteX2754" fmla="*/ 207327 w 1967342"/>
              <a:gd name="connsiteY2754" fmla="*/ 43502 h 442564"/>
              <a:gd name="connsiteX2755" fmla="*/ 205844 w 1967342"/>
              <a:gd name="connsiteY2755" fmla="*/ 43742 h 442564"/>
              <a:gd name="connsiteX2756" fmla="*/ 204165 w 1967342"/>
              <a:gd name="connsiteY2756" fmla="*/ 44331 h 442564"/>
              <a:gd name="connsiteX2757" fmla="*/ 202770 w 1967342"/>
              <a:gd name="connsiteY2757" fmla="*/ 44462 h 442564"/>
              <a:gd name="connsiteX2758" fmla="*/ 200982 w 1967342"/>
              <a:gd name="connsiteY2758" fmla="*/ 45072 h 442564"/>
              <a:gd name="connsiteX2759" fmla="*/ 200240 w 1967342"/>
              <a:gd name="connsiteY2759" fmla="*/ 44636 h 442564"/>
              <a:gd name="connsiteX2760" fmla="*/ 200546 w 1967342"/>
              <a:gd name="connsiteY2760" fmla="*/ 43764 h 442564"/>
              <a:gd name="connsiteX2761" fmla="*/ 201876 w 1967342"/>
              <a:gd name="connsiteY2761" fmla="*/ 43066 h 442564"/>
              <a:gd name="connsiteX2762" fmla="*/ 202944 w 1967342"/>
              <a:gd name="connsiteY2762" fmla="*/ 42041 h 442564"/>
              <a:gd name="connsiteX2763" fmla="*/ 203075 w 1967342"/>
              <a:gd name="connsiteY2763" fmla="*/ 41322 h 442564"/>
              <a:gd name="connsiteX2764" fmla="*/ 202486 w 1967342"/>
              <a:gd name="connsiteY2764" fmla="*/ 39665 h 442564"/>
              <a:gd name="connsiteX2765" fmla="*/ 201854 w 1967342"/>
              <a:gd name="connsiteY2765" fmla="*/ 39141 h 442564"/>
              <a:gd name="connsiteX2766" fmla="*/ 200458 w 1967342"/>
              <a:gd name="connsiteY2766" fmla="*/ 38901 h 442564"/>
              <a:gd name="connsiteX2767" fmla="*/ 199564 w 1967342"/>
              <a:gd name="connsiteY2767" fmla="*/ 39490 h 442564"/>
              <a:gd name="connsiteX2768" fmla="*/ 198387 w 1967342"/>
              <a:gd name="connsiteY2768" fmla="*/ 39861 h 442564"/>
              <a:gd name="connsiteX2769" fmla="*/ 198212 w 1967342"/>
              <a:gd name="connsiteY2769" fmla="*/ 38640 h 442564"/>
              <a:gd name="connsiteX2770" fmla="*/ 199717 w 1967342"/>
              <a:gd name="connsiteY2770" fmla="*/ 37942 h 442564"/>
              <a:gd name="connsiteX2771" fmla="*/ 200742 w 1967342"/>
              <a:gd name="connsiteY2771" fmla="*/ 37440 h 442564"/>
              <a:gd name="connsiteX2772" fmla="*/ 201767 w 1967342"/>
              <a:gd name="connsiteY2772" fmla="*/ 37266 h 442564"/>
              <a:gd name="connsiteX2773" fmla="*/ 202464 w 1967342"/>
              <a:gd name="connsiteY2773" fmla="*/ 36328 h 442564"/>
              <a:gd name="connsiteX2774" fmla="*/ 204231 w 1967342"/>
              <a:gd name="connsiteY2774" fmla="*/ 30768 h 442564"/>
              <a:gd name="connsiteX2775" fmla="*/ 205168 w 1967342"/>
              <a:gd name="connsiteY2775" fmla="*/ 29329 h 442564"/>
              <a:gd name="connsiteX2776" fmla="*/ 206040 w 1967342"/>
              <a:gd name="connsiteY2776" fmla="*/ 26974 h 442564"/>
              <a:gd name="connsiteX2777" fmla="*/ 206171 w 1967342"/>
              <a:gd name="connsiteY2777" fmla="*/ 25556 h 442564"/>
              <a:gd name="connsiteX2778" fmla="*/ 206673 w 1967342"/>
              <a:gd name="connsiteY2778" fmla="*/ 23986 h 442564"/>
              <a:gd name="connsiteX2779" fmla="*/ 205561 w 1967342"/>
              <a:gd name="connsiteY2779" fmla="*/ 22373 h 442564"/>
              <a:gd name="connsiteX2780" fmla="*/ 204994 w 1967342"/>
              <a:gd name="connsiteY2780" fmla="*/ 21413 h 442564"/>
              <a:gd name="connsiteX2781" fmla="*/ 202486 w 1967342"/>
              <a:gd name="connsiteY2781" fmla="*/ 21588 h 442564"/>
              <a:gd name="connsiteX2782" fmla="*/ 201134 w 1967342"/>
              <a:gd name="connsiteY2782" fmla="*/ 21282 h 442564"/>
              <a:gd name="connsiteX2783" fmla="*/ 221282 w 1967342"/>
              <a:gd name="connsiteY2783" fmla="*/ 7850 h 442564"/>
              <a:gd name="connsiteX2784" fmla="*/ 434627 w 1967342"/>
              <a:gd name="connsiteY2784" fmla="*/ 221282 h 442564"/>
              <a:gd name="connsiteX2785" fmla="*/ 434627 w 1967342"/>
              <a:gd name="connsiteY2785" fmla="*/ 221369 h 442564"/>
              <a:gd name="connsiteX2786" fmla="*/ 221108 w 1967342"/>
              <a:gd name="connsiteY2786" fmla="*/ 434714 h 442564"/>
              <a:gd name="connsiteX2787" fmla="*/ 7763 w 1967342"/>
              <a:gd name="connsiteY2787" fmla="*/ 221195 h 442564"/>
              <a:gd name="connsiteX2788" fmla="*/ 221282 w 1967342"/>
              <a:gd name="connsiteY2788" fmla="*/ 7850 h 442564"/>
              <a:gd name="connsiteX2789" fmla="*/ 221282 w 1967342"/>
              <a:gd name="connsiteY2789" fmla="*/ 4950 h 442564"/>
              <a:gd name="connsiteX2790" fmla="*/ 4950 w 1967342"/>
              <a:gd name="connsiteY2790" fmla="*/ 221282 h 442564"/>
              <a:gd name="connsiteX2791" fmla="*/ 221282 w 1967342"/>
              <a:gd name="connsiteY2791" fmla="*/ 437614 h 442564"/>
              <a:gd name="connsiteX2792" fmla="*/ 437614 w 1967342"/>
              <a:gd name="connsiteY2792" fmla="*/ 221282 h 442564"/>
              <a:gd name="connsiteX2793" fmla="*/ 221282 w 1967342"/>
              <a:gd name="connsiteY2793" fmla="*/ 4950 h 442564"/>
              <a:gd name="connsiteX2794" fmla="*/ 221282 w 1967342"/>
              <a:gd name="connsiteY2794" fmla="*/ 0 h 442564"/>
              <a:gd name="connsiteX2795" fmla="*/ 442564 w 1967342"/>
              <a:gd name="connsiteY2795" fmla="*/ 221282 h 442564"/>
              <a:gd name="connsiteX2796" fmla="*/ 221282 w 1967342"/>
              <a:gd name="connsiteY2796" fmla="*/ 442564 h 442564"/>
              <a:gd name="connsiteX2797" fmla="*/ 0 w 1967342"/>
              <a:gd name="connsiteY2797" fmla="*/ 221282 h 442564"/>
              <a:gd name="connsiteX2798" fmla="*/ 221282 w 1967342"/>
              <a:gd name="connsiteY2798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67342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1" y="393713"/>
                </a:moveTo>
                <a:lnTo>
                  <a:pt x="810986" y="393911"/>
                </a:lnTo>
                <a:lnTo>
                  <a:pt x="810455" y="393759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5" y="367609"/>
                </a:moveTo>
                <a:lnTo>
                  <a:pt x="546131" y="382736"/>
                </a:lnTo>
                <a:lnTo>
                  <a:pt x="559435" y="382736"/>
                </a:lnTo>
                <a:cubicBezTo>
                  <a:pt x="561763" y="382937"/>
                  <a:pt x="564079" y="382229"/>
                  <a:pt x="565897" y="380760"/>
                </a:cubicBezTo>
                <a:cubicBezTo>
                  <a:pt x="567405" y="379107"/>
                  <a:pt x="568174" y="376911"/>
                  <a:pt x="568026" y="374678"/>
                </a:cubicBezTo>
                <a:cubicBezTo>
                  <a:pt x="568165" y="372657"/>
                  <a:pt x="567350" y="370687"/>
                  <a:pt x="565820" y="369356"/>
                </a:cubicBezTo>
                <a:cubicBezTo>
                  <a:pt x="563887" y="368024"/>
                  <a:pt x="561548" y="367405"/>
                  <a:pt x="559207" y="367609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5" y="345486"/>
                </a:moveTo>
                <a:lnTo>
                  <a:pt x="546131" y="358030"/>
                </a:lnTo>
                <a:lnTo>
                  <a:pt x="558675" y="358030"/>
                </a:lnTo>
                <a:cubicBezTo>
                  <a:pt x="560855" y="358168"/>
                  <a:pt x="563021" y="357580"/>
                  <a:pt x="564832" y="356358"/>
                </a:cubicBezTo>
                <a:cubicBezTo>
                  <a:pt x="566221" y="355041"/>
                  <a:pt x="566947" y="353172"/>
                  <a:pt x="566809" y="351264"/>
                </a:cubicBezTo>
                <a:cubicBezTo>
                  <a:pt x="566916" y="349545"/>
                  <a:pt x="566107" y="347897"/>
                  <a:pt x="564681" y="346931"/>
                </a:cubicBezTo>
                <a:cubicBezTo>
                  <a:pt x="562715" y="345825"/>
                  <a:pt x="560467" y="345323"/>
                  <a:pt x="558218" y="345486"/>
                </a:cubicBezTo>
                <a:close/>
                <a:moveTo>
                  <a:pt x="1826552" y="343894"/>
                </a:moveTo>
                <a:cubicBezTo>
                  <a:pt x="1823285" y="343378"/>
                  <a:pt x="1819821" y="344108"/>
                  <a:pt x="1816934" y="346207"/>
                </a:cubicBezTo>
                <a:cubicBezTo>
                  <a:pt x="1815839" y="347002"/>
                  <a:pt x="1814877" y="347965"/>
                  <a:pt x="1814081" y="349059"/>
                </a:cubicBezTo>
                <a:cubicBezTo>
                  <a:pt x="1811248" y="353602"/>
                  <a:pt x="1809917" y="358922"/>
                  <a:pt x="1810280" y="364263"/>
                </a:cubicBezTo>
                <a:cubicBezTo>
                  <a:pt x="1810014" y="369346"/>
                  <a:pt x="1811314" y="374387"/>
                  <a:pt x="1814005" y="378708"/>
                </a:cubicBezTo>
                <a:cubicBezTo>
                  <a:pt x="1818315" y="384501"/>
                  <a:pt x="1826506" y="385704"/>
                  <a:pt x="1832300" y="381394"/>
                </a:cubicBezTo>
                <a:cubicBezTo>
                  <a:pt x="1833321" y="380633"/>
                  <a:pt x="1834226" y="379729"/>
                  <a:pt x="1834986" y="378708"/>
                </a:cubicBezTo>
                <a:lnTo>
                  <a:pt x="1834987" y="378708"/>
                </a:lnTo>
                <a:cubicBezTo>
                  <a:pt x="1837736" y="374411"/>
                  <a:pt x="1839067" y="369358"/>
                  <a:pt x="1838787" y="364263"/>
                </a:cubicBezTo>
                <a:cubicBezTo>
                  <a:pt x="1839151" y="358922"/>
                  <a:pt x="1837820" y="353602"/>
                  <a:pt x="1834987" y="349059"/>
                </a:cubicBezTo>
                <a:cubicBezTo>
                  <a:pt x="1832888" y="346173"/>
                  <a:pt x="1829818" y="344410"/>
                  <a:pt x="1826552" y="343894"/>
                </a:cubicBezTo>
                <a:close/>
                <a:moveTo>
                  <a:pt x="1719296" y="343890"/>
                </a:moveTo>
                <a:cubicBezTo>
                  <a:pt x="1716008" y="343381"/>
                  <a:pt x="1712526" y="344126"/>
                  <a:pt x="1709629" y="346245"/>
                </a:cubicBezTo>
                <a:cubicBezTo>
                  <a:pt x="1708553" y="347033"/>
                  <a:pt x="1707603" y="347983"/>
                  <a:pt x="1706815" y="349060"/>
                </a:cubicBezTo>
                <a:cubicBezTo>
                  <a:pt x="1704008" y="353611"/>
                  <a:pt x="1702705" y="358931"/>
                  <a:pt x="1703090" y="364264"/>
                </a:cubicBezTo>
                <a:cubicBezTo>
                  <a:pt x="1702789" y="369350"/>
                  <a:pt x="1704091" y="374402"/>
                  <a:pt x="1706815" y="378708"/>
                </a:cubicBezTo>
                <a:cubicBezTo>
                  <a:pt x="1711126" y="384501"/>
                  <a:pt x="1719317" y="385704"/>
                  <a:pt x="1725110" y="381394"/>
                </a:cubicBezTo>
                <a:cubicBezTo>
                  <a:pt x="1726132" y="380634"/>
                  <a:pt x="1727037" y="379729"/>
                  <a:pt x="1727797" y="378708"/>
                </a:cubicBezTo>
                <a:cubicBezTo>
                  <a:pt x="1730521" y="374402"/>
                  <a:pt x="1731824" y="369349"/>
                  <a:pt x="1731522" y="364264"/>
                </a:cubicBezTo>
                <a:cubicBezTo>
                  <a:pt x="1731907" y="358931"/>
                  <a:pt x="1730604" y="353611"/>
                  <a:pt x="1727797" y="349060"/>
                </a:cubicBezTo>
                <a:cubicBezTo>
                  <a:pt x="1725677" y="346163"/>
                  <a:pt x="1722584" y="344400"/>
                  <a:pt x="1719296" y="343890"/>
                </a:cubicBezTo>
                <a:close/>
                <a:moveTo>
                  <a:pt x="1322848" y="343890"/>
                </a:moveTo>
                <a:cubicBezTo>
                  <a:pt x="1319560" y="343381"/>
                  <a:pt x="1316078" y="344126"/>
                  <a:pt x="1313181" y="346245"/>
                </a:cubicBezTo>
                <a:cubicBezTo>
                  <a:pt x="1312105" y="347033"/>
                  <a:pt x="1311155" y="347983"/>
                  <a:pt x="1310367" y="349060"/>
                </a:cubicBezTo>
                <a:cubicBezTo>
                  <a:pt x="1307560" y="353611"/>
                  <a:pt x="1306257" y="358931"/>
                  <a:pt x="1306642" y="364264"/>
                </a:cubicBezTo>
                <a:cubicBezTo>
                  <a:pt x="1306341" y="369350"/>
                  <a:pt x="1307643" y="374402"/>
                  <a:pt x="1310367" y="378708"/>
                </a:cubicBezTo>
                <a:cubicBezTo>
                  <a:pt x="1314678" y="384501"/>
                  <a:pt x="1322869" y="385704"/>
                  <a:pt x="1328662" y="381394"/>
                </a:cubicBezTo>
                <a:cubicBezTo>
                  <a:pt x="1329684" y="380634"/>
                  <a:pt x="1330589" y="379729"/>
                  <a:pt x="1331349" y="378708"/>
                </a:cubicBezTo>
                <a:cubicBezTo>
                  <a:pt x="1334073" y="374402"/>
                  <a:pt x="1335376" y="369349"/>
                  <a:pt x="1335074" y="364264"/>
                </a:cubicBezTo>
                <a:cubicBezTo>
                  <a:pt x="1335459" y="358931"/>
                  <a:pt x="1334156" y="353611"/>
                  <a:pt x="1331349" y="349060"/>
                </a:cubicBezTo>
                <a:cubicBezTo>
                  <a:pt x="1329229" y="346163"/>
                  <a:pt x="1326136" y="344400"/>
                  <a:pt x="1322848" y="343890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4" y="335788"/>
                </a:moveTo>
                <a:lnTo>
                  <a:pt x="1923386" y="335788"/>
                </a:lnTo>
                <a:lnTo>
                  <a:pt x="1929924" y="335788"/>
                </a:lnTo>
                <a:lnTo>
                  <a:pt x="1940832" y="360406"/>
                </a:lnTo>
                <a:lnTo>
                  <a:pt x="1940795" y="360495"/>
                </a:lnTo>
                <a:lnTo>
                  <a:pt x="1940871" y="360495"/>
                </a:lnTo>
                <a:lnTo>
                  <a:pt x="1940832" y="360406"/>
                </a:lnTo>
                <a:lnTo>
                  <a:pt x="1951058" y="335788"/>
                </a:lnTo>
                <a:lnTo>
                  <a:pt x="1957292" y="335788"/>
                </a:lnTo>
                <a:lnTo>
                  <a:pt x="1963449" y="335788"/>
                </a:lnTo>
                <a:lnTo>
                  <a:pt x="1946116" y="371137"/>
                </a:lnTo>
                <a:lnTo>
                  <a:pt x="1946116" y="392804"/>
                </a:lnTo>
                <a:lnTo>
                  <a:pt x="1940719" y="392804"/>
                </a:lnTo>
                <a:lnTo>
                  <a:pt x="1935169" y="392804"/>
                </a:lnTo>
                <a:lnTo>
                  <a:pt x="1935169" y="371366"/>
                </a:lnTo>
                <a:close/>
                <a:moveTo>
                  <a:pt x="1754468" y="335788"/>
                </a:moveTo>
                <a:lnTo>
                  <a:pt x="1759942" y="335788"/>
                </a:lnTo>
                <a:lnTo>
                  <a:pt x="1765415" y="335788"/>
                </a:lnTo>
                <a:lnTo>
                  <a:pt x="1765415" y="382617"/>
                </a:lnTo>
                <a:lnTo>
                  <a:pt x="1791415" y="382617"/>
                </a:lnTo>
                <a:lnTo>
                  <a:pt x="1791415" y="387710"/>
                </a:lnTo>
                <a:lnTo>
                  <a:pt x="1791415" y="392727"/>
                </a:lnTo>
                <a:lnTo>
                  <a:pt x="1754468" y="392727"/>
                </a:lnTo>
                <a:close/>
                <a:moveTo>
                  <a:pt x="1638612" y="335788"/>
                </a:moveTo>
                <a:lnTo>
                  <a:pt x="1644314" y="335788"/>
                </a:lnTo>
                <a:lnTo>
                  <a:pt x="1650016" y="335788"/>
                </a:lnTo>
                <a:lnTo>
                  <a:pt x="1671073" y="375775"/>
                </a:lnTo>
                <a:lnTo>
                  <a:pt x="1671073" y="335788"/>
                </a:lnTo>
                <a:lnTo>
                  <a:pt x="1676167" y="335788"/>
                </a:lnTo>
                <a:lnTo>
                  <a:pt x="1681335" y="335788"/>
                </a:lnTo>
                <a:lnTo>
                  <a:pt x="1681335" y="392727"/>
                </a:lnTo>
                <a:lnTo>
                  <a:pt x="1675862" y="392727"/>
                </a:lnTo>
                <a:lnTo>
                  <a:pt x="1670388" y="392727"/>
                </a:lnTo>
                <a:lnTo>
                  <a:pt x="1648799" y="351676"/>
                </a:lnTo>
                <a:lnTo>
                  <a:pt x="1648799" y="392727"/>
                </a:lnTo>
                <a:lnTo>
                  <a:pt x="1643706" y="392727"/>
                </a:lnTo>
                <a:lnTo>
                  <a:pt x="1638612" y="392727"/>
                </a:lnTo>
                <a:close/>
                <a:moveTo>
                  <a:pt x="1583116" y="335788"/>
                </a:moveTo>
                <a:lnTo>
                  <a:pt x="1588514" y="335788"/>
                </a:lnTo>
                <a:lnTo>
                  <a:pt x="1593987" y="335788"/>
                </a:lnTo>
                <a:lnTo>
                  <a:pt x="1593987" y="357150"/>
                </a:lnTo>
                <a:lnTo>
                  <a:pt x="1614512" y="357150"/>
                </a:lnTo>
                <a:lnTo>
                  <a:pt x="1614512" y="335788"/>
                </a:lnTo>
                <a:lnTo>
                  <a:pt x="1619986" y="335788"/>
                </a:lnTo>
                <a:lnTo>
                  <a:pt x="1625459" y="335788"/>
                </a:lnTo>
                <a:lnTo>
                  <a:pt x="1625459" y="392727"/>
                </a:lnTo>
                <a:lnTo>
                  <a:pt x="1619986" y="392727"/>
                </a:lnTo>
                <a:lnTo>
                  <a:pt x="1614512" y="392727"/>
                </a:lnTo>
                <a:lnTo>
                  <a:pt x="1614512" y="366957"/>
                </a:lnTo>
                <a:lnTo>
                  <a:pt x="1593987" y="366957"/>
                </a:lnTo>
                <a:lnTo>
                  <a:pt x="1593987" y="392727"/>
                </a:lnTo>
                <a:lnTo>
                  <a:pt x="1588590" y="392727"/>
                </a:lnTo>
                <a:lnTo>
                  <a:pt x="1583116" y="392727"/>
                </a:lnTo>
                <a:close/>
                <a:moveTo>
                  <a:pt x="1476232" y="335788"/>
                </a:moveTo>
                <a:lnTo>
                  <a:pt x="1514775" y="335788"/>
                </a:lnTo>
                <a:lnTo>
                  <a:pt x="1514775" y="340805"/>
                </a:lnTo>
                <a:lnTo>
                  <a:pt x="1514775" y="345899"/>
                </a:lnTo>
                <a:lnTo>
                  <a:pt x="1487179" y="345899"/>
                </a:lnTo>
                <a:lnTo>
                  <a:pt x="1487179" y="357986"/>
                </a:lnTo>
                <a:lnTo>
                  <a:pt x="1512798" y="357986"/>
                </a:lnTo>
                <a:lnTo>
                  <a:pt x="1512798" y="362851"/>
                </a:lnTo>
                <a:lnTo>
                  <a:pt x="1512798" y="367792"/>
                </a:lnTo>
                <a:lnTo>
                  <a:pt x="1487179" y="367792"/>
                </a:lnTo>
                <a:lnTo>
                  <a:pt x="1487179" y="382617"/>
                </a:lnTo>
                <a:lnTo>
                  <a:pt x="1515991" y="382617"/>
                </a:lnTo>
                <a:lnTo>
                  <a:pt x="1515991" y="387710"/>
                </a:lnTo>
                <a:lnTo>
                  <a:pt x="1515991" y="392727"/>
                </a:lnTo>
                <a:lnTo>
                  <a:pt x="1476232" y="392727"/>
                </a:lnTo>
                <a:close/>
                <a:moveTo>
                  <a:pt x="1424157" y="335788"/>
                </a:moveTo>
                <a:lnTo>
                  <a:pt x="1466805" y="335788"/>
                </a:lnTo>
                <a:lnTo>
                  <a:pt x="1466805" y="340805"/>
                </a:lnTo>
                <a:lnTo>
                  <a:pt x="1466805" y="345899"/>
                </a:lnTo>
                <a:lnTo>
                  <a:pt x="1450917" y="345899"/>
                </a:lnTo>
                <a:lnTo>
                  <a:pt x="1450917" y="392727"/>
                </a:lnTo>
                <a:lnTo>
                  <a:pt x="1445519" y="392727"/>
                </a:lnTo>
                <a:lnTo>
                  <a:pt x="1440046" y="392727"/>
                </a:lnTo>
                <a:lnTo>
                  <a:pt x="1440046" y="345899"/>
                </a:lnTo>
                <a:lnTo>
                  <a:pt x="1424157" y="345899"/>
                </a:lnTo>
                <a:lnTo>
                  <a:pt x="1424157" y="340882"/>
                </a:lnTo>
                <a:close/>
                <a:moveTo>
                  <a:pt x="1358019" y="335788"/>
                </a:moveTo>
                <a:lnTo>
                  <a:pt x="1395269" y="335788"/>
                </a:lnTo>
                <a:lnTo>
                  <a:pt x="1395269" y="340805"/>
                </a:lnTo>
                <a:lnTo>
                  <a:pt x="1395269" y="345899"/>
                </a:lnTo>
                <a:lnTo>
                  <a:pt x="1368966" y="345899"/>
                </a:lnTo>
                <a:lnTo>
                  <a:pt x="1368966" y="358822"/>
                </a:lnTo>
                <a:lnTo>
                  <a:pt x="1391925" y="358822"/>
                </a:lnTo>
                <a:lnTo>
                  <a:pt x="1391925" y="363764"/>
                </a:lnTo>
                <a:lnTo>
                  <a:pt x="1391925" y="368629"/>
                </a:lnTo>
                <a:lnTo>
                  <a:pt x="1368966" y="368629"/>
                </a:lnTo>
                <a:lnTo>
                  <a:pt x="1368966" y="392727"/>
                </a:lnTo>
                <a:lnTo>
                  <a:pt x="1363493" y="392727"/>
                </a:lnTo>
                <a:lnTo>
                  <a:pt x="1358019" y="392727"/>
                </a:lnTo>
                <a:close/>
                <a:moveTo>
                  <a:pt x="1223463" y="335788"/>
                </a:moveTo>
                <a:lnTo>
                  <a:pt x="1262082" y="335788"/>
                </a:lnTo>
                <a:lnTo>
                  <a:pt x="1262082" y="340805"/>
                </a:lnTo>
                <a:lnTo>
                  <a:pt x="1262082" y="345899"/>
                </a:lnTo>
                <a:lnTo>
                  <a:pt x="1234410" y="345899"/>
                </a:lnTo>
                <a:lnTo>
                  <a:pt x="1234410" y="357986"/>
                </a:lnTo>
                <a:lnTo>
                  <a:pt x="1260029" y="357986"/>
                </a:lnTo>
                <a:lnTo>
                  <a:pt x="1260029" y="362851"/>
                </a:lnTo>
                <a:lnTo>
                  <a:pt x="1260029" y="367792"/>
                </a:lnTo>
                <a:lnTo>
                  <a:pt x="1234410" y="367792"/>
                </a:lnTo>
                <a:lnTo>
                  <a:pt x="1234410" y="382617"/>
                </a:lnTo>
                <a:lnTo>
                  <a:pt x="1263298" y="382617"/>
                </a:lnTo>
                <a:lnTo>
                  <a:pt x="1263298" y="387710"/>
                </a:lnTo>
                <a:lnTo>
                  <a:pt x="1263298" y="392727"/>
                </a:lnTo>
                <a:lnTo>
                  <a:pt x="1223463" y="392727"/>
                </a:lnTo>
                <a:close/>
                <a:moveTo>
                  <a:pt x="1171464" y="335788"/>
                </a:moveTo>
                <a:lnTo>
                  <a:pt x="1214036" y="335788"/>
                </a:lnTo>
                <a:lnTo>
                  <a:pt x="1214036" y="340805"/>
                </a:lnTo>
                <a:lnTo>
                  <a:pt x="1214036" y="345899"/>
                </a:lnTo>
                <a:lnTo>
                  <a:pt x="1198224" y="345899"/>
                </a:lnTo>
                <a:lnTo>
                  <a:pt x="1198224" y="392727"/>
                </a:lnTo>
                <a:lnTo>
                  <a:pt x="1192750" y="392727"/>
                </a:lnTo>
                <a:lnTo>
                  <a:pt x="1187277" y="392727"/>
                </a:lnTo>
                <a:lnTo>
                  <a:pt x="1187277" y="345899"/>
                </a:lnTo>
                <a:lnTo>
                  <a:pt x="1171464" y="345899"/>
                </a:lnTo>
                <a:lnTo>
                  <a:pt x="1171464" y="340882"/>
                </a:lnTo>
                <a:close/>
                <a:moveTo>
                  <a:pt x="1068304" y="335788"/>
                </a:moveTo>
                <a:lnTo>
                  <a:pt x="1110876" y="335788"/>
                </a:lnTo>
                <a:lnTo>
                  <a:pt x="1110876" y="340805"/>
                </a:lnTo>
                <a:lnTo>
                  <a:pt x="1110876" y="345899"/>
                </a:lnTo>
                <a:lnTo>
                  <a:pt x="1095064" y="345899"/>
                </a:lnTo>
                <a:lnTo>
                  <a:pt x="1095064" y="392727"/>
                </a:lnTo>
                <a:lnTo>
                  <a:pt x="1089590" y="392727"/>
                </a:lnTo>
                <a:lnTo>
                  <a:pt x="1084117" y="392727"/>
                </a:lnTo>
                <a:lnTo>
                  <a:pt x="1084117" y="345899"/>
                </a:lnTo>
                <a:lnTo>
                  <a:pt x="1068304" y="345899"/>
                </a:lnTo>
                <a:lnTo>
                  <a:pt x="1068304" y="340882"/>
                </a:lnTo>
                <a:close/>
                <a:moveTo>
                  <a:pt x="1048691" y="335788"/>
                </a:moveTo>
                <a:lnTo>
                  <a:pt x="1054165" y="335788"/>
                </a:lnTo>
                <a:lnTo>
                  <a:pt x="1059638" y="335788"/>
                </a:lnTo>
                <a:lnTo>
                  <a:pt x="1059638" y="392727"/>
                </a:lnTo>
                <a:lnTo>
                  <a:pt x="1054241" y="392727"/>
                </a:lnTo>
                <a:lnTo>
                  <a:pt x="1048691" y="392727"/>
                </a:lnTo>
                <a:close/>
                <a:moveTo>
                  <a:pt x="997605" y="335788"/>
                </a:moveTo>
                <a:lnTo>
                  <a:pt x="1040177" y="335788"/>
                </a:lnTo>
                <a:lnTo>
                  <a:pt x="1040177" y="340805"/>
                </a:lnTo>
                <a:lnTo>
                  <a:pt x="1040177" y="345899"/>
                </a:lnTo>
                <a:lnTo>
                  <a:pt x="1024365" y="345899"/>
                </a:lnTo>
                <a:lnTo>
                  <a:pt x="1024365" y="392727"/>
                </a:lnTo>
                <a:lnTo>
                  <a:pt x="1018891" y="392727"/>
                </a:lnTo>
                <a:lnTo>
                  <a:pt x="1013418" y="392727"/>
                </a:lnTo>
                <a:lnTo>
                  <a:pt x="1013418" y="345899"/>
                </a:lnTo>
                <a:lnTo>
                  <a:pt x="997605" y="345899"/>
                </a:lnTo>
                <a:lnTo>
                  <a:pt x="997605" y="340882"/>
                </a:lnTo>
                <a:close/>
                <a:moveTo>
                  <a:pt x="894292" y="335788"/>
                </a:moveTo>
                <a:lnTo>
                  <a:pt x="900070" y="335788"/>
                </a:lnTo>
                <a:lnTo>
                  <a:pt x="905772" y="335788"/>
                </a:lnTo>
                <a:lnTo>
                  <a:pt x="926829" y="375775"/>
                </a:lnTo>
                <a:lnTo>
                  <a:pt x="926829" y="335788"/>
                </a:lnTo>
                <a:lnTo>
                  <a:pt x="931923" y="335788"/>
                </a:lnTo>
                <a:lnTo>
                  <a:pt x="937092" y="335788"/>
                </a:lnTo>
                <a:lnTo>
                  <a:pt x="937092" y="392727"/>
                </a:lnTo>
                <a:lnTo>
                  <a:pt x="931619" y="392727"/>
                </a:lnTo>
                <a:lnTo>
                  <a:pt x="926145" y="392727"/>
                </a:lnTo>
                <a:lnTo>
                  <a:pt x="904555" y="351676"/>
                </a:lnTo>
                <a:lnTo>
                  <a:pt x="904555" y="392727"/>
                </a:lnTo>
                <a:lnTo>
                  <a:pt x="899462" y="392727"/>
                </a:lnTo>
                <a:lnTo>
                  <a:pt x="894292" y="392727"/>
                </a:lnTo>
                <a:close/>
                <a:moveTo>
                  <a:pt x="870802" y="335788"/>
                </a:moveTo>
                <a:lnTo>
                  <a:pt x="876200" y="335788"/>
                </a:lnTo>
                <a:lnTo>
                  <a:pt x="881749" y="335788"/>
                </a:lnTo>
                <a:lnTo>
                  <a:pt x="881749" y="392727"/>
                </a:lnTo>
                <a:lnTo>
                  <a:pt x="876276" y="392727"/>
                </a:lnTo>
                <a:lnTo>
                  <a:pt x="870802" y="392727"/>
                </a:lnTo>
                <a:close/>
                <a:moveTo>
                  <a:pt x="732596" y="335788"/>
                </a:moveTo>
                <a:lnTo>
                  <a:pt x="738298" y="335788"/>
                </a:lnTo>
                <a:lnTo>
                  <a:pt x="744076" y="335788"/>
                </a:lnTo>
                <a:lnTo>
                  <a:pt x="765057" y="375775"/>
                </a:lnTo>
                <a:lnTo>
                  <a:pt x="765057" y="335788"/>
                </a:lnTo>
                <a:lnTo>
                  <a:pt x="770150" y="335788"/>
                </a:lnTo>
                <a:lnTo>
                  <a:pt x="775319" y="335788"/>
                </a:lnTo>
                <a:lnTo>
                  <a:pt x="775319" y="392727"/>
                </a:lnTo>
                <a:lnTo>
                  <a:pt x="769847" y="392727"/>
                </a:lnTo>
                <a:lnTo>
                  <a:pt x="764373" y="392727"/>
                </a:lnTo>
                <a:lnTo>
                  <a:pt x="742783" y="351676"/>
                </a:lnTo>
                <a:lnTo>
                  <a:pt x="742783" y="392727"/>
                </a:lnTo>
                <a:lnTo>
                  <a:pt x="737690" y="392727"/>
                </a:lnTo>
                <a:lnTo>
                  <a:pt x="732596" y="392727"/>
                </a:lnTo>
                <a:close/>
                <a:moveTo>
                  <a:pt x="709030" y="335788"/>
                </a:moveTo>
                <a:lnTo>
                  <a:pt x="714504" y="335788"/>
                </a:lnTo>
                <a:lnTo>
                  <a:pt x="719977" y="335788"/>
                </a:lnTo>
                <a:lnTo>
                  <a:pt x="719977" y="392727"/>
                </a:lnTo>
                <a:lnTo>
                  <a:pt x="714504" y="392727"/>
                </a:lnTo>
                <a:lnTo>
                  <a:pt x="709030" y="392727"/>
                </a:lnTo>
                <a:close/>
                <a:moveTo>
                  <a:pt x="642283" y="335788"/>
                </a:moveTo>
                <a:lnTo>
                  <a:pt x="647757" y="335788"/>
                </a:lnTo>
                <a:lnTo>
                  <a:pt x="653230" y="335788"/>
                </a:lnTo>
                <a:lnTo>
                  <a:pt x="653230" y="392727"/>
                </a:lnTo>
                <a:lnTo>
                  <a:pt x="647833" y="392727"/>
                </a:lnTo>
                <a:lnTo>
                  <a:pt x="642283" y="392727"/>
                </a:lnTo>
                <a:close/>
                <a:moveTo>
                  <a:pt x="591577" y="335788"/>
                </a:moveTo>
                <a:lnTo>
                  <a:pt x="630120" y="335788"/>
                </a:lnTo>
                <a:lnTo>
                  <a:pt x="630120" y="340805"/>
                </a:lnTo>
                <a:lnTo>
                  <a:pt x="630120" y="345899"/>
                </a:lnTo>
                <a:lnTo>
                  <a:pt x="602524" y="345899"/>
                </a:lnTo>
                <a:lnTo>
                  <a:pt x="602524" y="357986"/>
                </a:lnTo>
                <a:lnTo>
                  <a:pt x="628143" y="357986"/>
                </a:lnTo>
                <a:lnTo>
                  <a:pt x="628143" y="362851"/>
                </a:lnTo>
                <a:lnTo>
                  <a:pt x="628143" y="367792"/>
                </a:lnTo>
                <a:lnTo>
                  <a:pt x="602524" y="367792"/>
                </a:lnTo>
                <a:lnTo>
                  <a:pt x="602524" y="382617"/>
                </a:lnTo>
                <a:lnTo>
                  <a:pt x="631336" y="382617"/>
                </a:lnTo>
                <a:lnTo>
                  <a:pt x="631336" y="387710"/>
                </a:lnTo>
                <a:lnTo>
                  <a:pt x="631336" y="392727"/>
                </a:lnTo>
                <a:lnTo>
                  <a:pt x="591577" y="392727"/>
                </a:lnTo>
                <a:close/>
                <a:moveTo>
                  <a:pt x="535639" y="335680"/>
                </a:moveTo>
                <a:lnTo>
                  <a:pt x="561259" y="335680"/>
                </a:lnTo>
                <a:cubicBezTo>
                  <a:pt x="565547" y="335426"/>
                  <a:pt x="569777" y="336782"/>
                  <a:pt x="573118" y="339480"/>
                </a:cubicBezTo>
                <a:cubicBezTo>
                  <a:pt x="576081" y="342202"/>
                  <a:pt x="577671" y="346106"/>
                  <a:pt x="577452" y="350123"/>
                </a:cubicBezTo>
                <a:cubicBezTo>
                  <a:pt x="577725" y="354286"/>
                  <a:pt x="575899" y="358308"/>
                  <a:pt x="572586" y="360842"/>
                </a:cubicBezTo>
                <a:cubicBezTo>
                  <a:pt x="572078" y="361326"/>
                  <a:pt x="571486" y="361712"/>
                  <a:pt x="570838" y="361983"/>
                </a:cubicBezTo>
                <a:cubicBezTo>
                  <a:pt x="572034" y="362462"/>
                  <a:pt x="573159" y="363101"/>
                  <a:pt x="574183" y="363883"/>
                </a:cubicBezTo>
                <a:cubicBezTo>
                  <a:pt x="577568" y="366474"/>
                  <a:pt x="579448" y="370575"/>
                  <a:pt x="579200" y="374830"/>
                </a:cubicBezTo>
                <a:cubicBezTo>
                  <a:pt x="579546" y="379762"/>
                  <a:pt x="577712" y="384597"/>
                  <a:pt x="574183" y="388058"/>
                </a:cubicBezTo>
                <a:cubicBezTo>
                  <a:pt x="570098" y="391369"/>
                  <a:pt x="564907" y="393000"/>
                  <a:pt x="559663" y="392619"/>
                </a:cubicBezTo>
                <a:lnTo>
                  <a:pt x="535868" y="392619"/>
                </a:lnTo>
                <a:close/>
                <a:moveTo>
                  <a:pt x="685021" y="335679"/>
                </a:moveTo>
                <a:lnTo>
                  <a:pt x="695892" y="335679"/>
                </a:lnTo>
                <a:lnTo>
                  <a:pt x="695892" y="376655"/>
                </a:lnTo>
                <a:cubicBezTo>
                  <a:pt x="696265" y="381405"/>
                  <a:pt x="694734" y="386110"/>
                  <a:pt x="691635" y="389731"/>
                </a:cubicBezTo>
                <a:cubicBezTo>
                  <a:pt x="688236" y="392918"/>
                  <a:pt x="683663" y="394544"/>
                  <a:pt x="679015" y="394216"/>
                </a:cubicBezTo>
                <a:cubicBezTo>
                  <a:pt x="674156" y="394630"/>
                  <a:pt x="669373" y="392812"/>
                  <a:pt x="666016" y="389274"/>
                </a:cubicBezTo>
                <a:cubicBezTo>
                  <a:pt x="662902" y="384853"/>
                  <a:pt x="661522" y="379442"/>
                  <a:pt x="662139" y="374070"/>
                </a:cubicBezTo>
                <a:lnTo>
                  <a:pt x="662139" y="371106"/>
                </a:lnTo>
                <a:lnTo>
                  <a:pt x="672553" y="371106"/>
                </a:lnTo>
                <a:lnTo>
                  <a:pt x="672553" y="374526"/>
                </a:lnTo>
                <a:cubicBezTo>
                  <a:pt x="672307" y="377146"/>
                  <a:pt x="672807" y="379782"/>
                  <a:pt x="673998" y="382129"/>
                </a:cubicBezTo>
                <a:cubicBezTo>
                  <a:pt x="675046" y="383824"/>
                  <a:pt x="676952" y="384792"/>
                  <a:pt x="678939" y="384637"/>
                </a:cubicBezTo>
                <a:cubicBezTo>
                  <a:pt x="680688" y="384809"/>
                  <a:pt x="682413" y="384130"/>
                  <a:pt x="683576" y="382813"/>
                </a:cubicBezTo>
                <a:cubicBezTo>
                  <a:pt x="684666" y="381036"/>
                  <a:pt x="685172" y="378962"/>
                  <a:pt x="685021" y="376883"/>
                </a:cubicBezTo>
                <a:close/>
                <a:moveTo>
                  <a:pt x="1119479" y="335603"/>
                </a:moveTo>
                <a:lnTo>
                  <a:pt x="1130426" y="335603"/>
                </a:lnTo>
                <a:lnTo>
                  <a:pt x="1130426" y="371485"/>
                </a:lnTo>
                <a:cubicBezTo>
                  <a:pt x="1130207" y="374757"/>
                  <a:pt x="1131119" y="378005"/>
                  <a:pt x="1133011" y="380683"/>
                </a:cubicBezTo>
                <a:cubicBezTo>
                  <a:pt x="1134943" y="382812"/>
                  <a:pt x="1137747" y="383933"/>
                  <a:pt x="1140613" y="383724"/>
                </a:cubicBezTo>
                <a:cubicBezTo>
                  <a:pt x="1143438" y="383958"/>
                  <a:pt x="1146222" y="382928"/>
                  <a:pt x="1148215" y="380912"/>
                </a:cubicBezTo>
                <a:cubicBezTo>
                  <a:pt x="1150060" y="378133"/>
                  <a:pt x="1150891" y="374804"/>
                  <a:pt x="1150571" y="371485"/>
                </a:cubicBezTo>
                <a:lnTo>
                  <a:pt x="1150571" y="335603"/>
                </a:lnTo>
                <a:lnTo>
                  <a:pt x="1161822" y="335603"/>
                </a:lnTo>
                <a:lnTo>
                  <a:pt x="1161822" y="371105"/>
                </a:lnTo>
                <a:cubicBezTo>
                  <a:pt x="1162404" y="377392"/>
                  <a:pt x="1160645" y="383672"/>
                  <a:pt x="1156880" y="388742"/>
                </a:cubicBezTo>
                <a:cubicBezTo>
                  <a:pt x="1152473" y="392720"/>
                  <a:pt x="1146602" y="394677"/>
                  <a:pt x="1140688" y="394140"/>
                </a:cubicBezTo>
                <a:cubicBezTo>
                  <a:pt x="1134812" y="394598"/>
                  <a:pt x="1129014" y="392555"/>
                  <a:pt x="1124725" y="388514"/>
                </a:cubicBezTo>
                <a:cubicBezTo>
                  <a:pt x="1120913" y="383544"/>
                  <a:pt x="1119048" y="377354"/>
                  <a:pt x="1119479" y="371105"/>
                </a:cubicBezTo>
                <a:close/>
                <a:moveTo>
                  <a:pt x="1823163" y="334349"/>
                </a:moveTo>
                <a:cubicBezTo>
                  <a:pt x="1829457" y="333998"/>
                  <a:pt x="1835884" y="336048"/>
                  <a:pt x="1840954" y="340582"/>
                </a:cubicBezTo>
                <a:cubicBezTo>
                  <a:pt x="1841636" y="341193"/>
                  <a:pt x="1842283" y="341840"/>
                  <a:pt x="1842893" y="342522"/>
                </a:cubicBezTo>
                <a:cubicBezTo>
                  <a:pt x="1847753" y="348836"/>
                  <a:pt x="1850180" y="356687"/>
                  <a:pt x="1849735" y="364644"/>
                </a:cubicBezTo>
                <a:cubicBezTo>
                  <a:pt x="1850166" y="372458"/>
                  <a:pt x="1847734" y="380161"/>
                  <a:pt x="1842893" y="386310"/>
                </a:cubicBezTo>
                <a:cubicBezTo>
                  <a:pt x="1833575" y="396449"/>
                  <a:pt x="1817801" y="397115"/>
                  <a:pt x="1807661" y="387796"/>
                </a:cubicBezTo>
                <a:cubicBezTo>
                  <a:pt x="1807146" y="387322"/>
                  <a:pt x="1806649" y="386826"/>
                  <a:pt x="1806175" y="386310"/>
                </a:cubicBezTo>
                <a:cubicBezTo>
                  <a:pt x="1801334" y="380161"/>
                  <a:pt x="1798902" y="372458"/>
                  <a:pt x="1799333" y="364644"/>
                </a:cubicBezTo>
                <a:cubicBezTo>
                  <a:pt x="1798887" y="356687"/>
                  <a:pt x="1801315" y="348836"/>
                  <a:pt x="1806175" y="342522"/>
                </a:cubicBezTo>
                <a:cubicBezTo>
                  <a:pt x="1810710" y="337452"/>
                  <a:pt x="1816869" y="334700"/>
                  <a:pt x="1823163" y="334349"/>
                </a:cubicBezTo>
                <a:close/>
                <a:moveTo>
                  <a:pt x="1715959" y="334343"/>
                </a:moveTo>
                <a:cubicBezTo>
                  <a:pt x="1722273" y="333999"/>
                  <a:pt x="1728718" y="336062"/>
                  <a:pt x="1733798" y="340616"/>
                </a:cubicBezTo>
                <a:cubicBezTo>
                  <a:pt x="1734468" y="341217"/>
                  <a:pt x="1735103" y="341853"/>
                  <a:pt x="1735703" y="342521"/>
                </a:cubicBezTo>
                <a:cubicBezTo>
                  <a:pt x="1740542" y="348844"/>
                  <a:pt x="1742945" y="356697"/>
                  <a:pt x="1742470" y="364644"/>
                </a:cubicBezTo>
                <a:cubicBezTo>
                  <a:pt x="1742923" y="372448"/>
                  <a:pt x="1740517" y="380150"/>
                  <a:pt x="1735703" y="386310"/>
                </a:cubicBezTo>
                <a:cubicBezTo>
                  <a:pt x="1726346" y="396470"/>
                  <a:pt x="1710523" y="397120"/>
                  <a:pt x="1700363" y="387763"/>
                </a:cubicBezTo>
                <a:cubicBezTo>
                  <a:pt x="1699859" y="387299"/>
                  <a:pt x="1699374" y="386814"/>
                  <a:pt x="1698910" y="386310"/>
                </a:cubicBezTo>
                <a:lnTo>
                  <a:pt x="1698909" y="386310"/>
                </a:lnTo>
                <a:cubicBezTo>
                  <a:pt x="1694127" y="380134"/>
                  <a:pt x="1691724" y="372444"/>
                  <a:pt x="1692143" y="364644"/>
                </a:cubicBezTo>
                <a:cubicBezTo>
                  <a:pt x="1691709" y="356702"/>
                  <a:pt x="1694107" y="348863"/>
                  <a:pt x="1698909" y="342521"/>
                </a:cubicBezTo>
                <a:cubicBezTo>
                  <a:pt x="1703463" y="337442"/>
                  <a:pt x="1709645" y="334688"/>
                  <a:pt x="1715959" y="334343"/>
                </a:cubicBezTo>
                <a:close/>
                <a:moveTo>
                  <a:pt x="1319511" y="334343"/>
                </a:moveTo>
                <a:cubicBezTo>
                  <a:pt x="1325825" y="333999"/>
                  <a:pt x="1332270" y="336062"/>
                  <a:pt x="1337350" y="340616"/>
                </a:cubicBezTo>
                <a:cubicBezTo>
                  <a:pt x="1338020" y="341217"/>
                  <a:pt x="1338655" y="341853"/>
                  <a:pt x="1339255" y="342521"/>
                </a:cubicBezTo>
                <a:cubicBezTo>
                  <a:pt x="1344094" y="348844"/>
                  <a:pt x="1346497" y="356697"/>
                  <a:pt x="1346022" y="364644"/>
                </a:cubicBezTo>
                <a:cubicBezTo>
                  <a:pt x="1346475" y="372448"/>
                  <a:pt x="1344069" y="380150"/>
                  <a:pt x="1339255" y="386310"/>
                </a:cubicBezTo>
                <a:cubicBezTo>
                  <a:pt x="1329898" y="396470"/>
                  <a:pt x="1314075" y="397120"/>
                  <a:pt x="1303915" y="387763"/>
                </a:cubicBezTo>
                <a:cubicBezTo>
                  <a:pt x="1303411" y="387299"/>
                  <a:pt x="1302926" y="386814"/>
                  <a:pt x="1302462" y="386310"/>
                </a:cubicBezTo>
                <a:lnTo>
                  <a:pt x="1302461" y="386310"/>
                </a:lnTo>
                <a:cubicBezTo>
                  <a:pt x="1297679" y="380134"/>
                  <a:pt x="1295276" y="372444"/>
                  <a:pt x="1295695" y="364644"/>
                </a:cubicBezTo>
                <a:cubicBezTo>
                  <a:pt x="1295261" y="356702"/>
                  <a:pt x="1297659" y="348863"/>
                  <a:pt x="1302461" y="342521"/>
                </a:cubicBezTo>
                <a:cubicBezTo>
                  <a:pt x="1307015" y="337442"/>
                  <a:pt x="1313197" y="334688"/>
                  <a:pt x="1319511" y="334343"/>
                </a:cubicBezTo>
                <a:close/>
                <a:moveTo>
                  <a:pt x="1884704" y="334311"/>
                </a:moveTo>
                <a:cubicBezTo>
                  <a:pt x="1890405" y="334053"/>
                  <a:pt x="1896003" y="335892"/>
                  <a:pt x="1900441" y="339481"/>
                </a:cubicBezTo>
                <a:cubicBezTo>
                  <a:pt x="1904598" y="343009"/>
                  <a:pt x="1907194" y="348036"/>
                  <a:pt x="1907663" y="353469"/>
                </a:cubicBezTo>
                <a:lnTo>
                  <a:pt x="1896944" y="353469"/>
                </a:lnTo>
                <a:cubicBezTo>
                  <a:pt x="1896564" y="350884"/>
                  <a:pt x="1895168" y="348559"/>
                  <a:pt x="1893067" y="347007"/>
                </a:cubicBezTo>
                <a:cubicBezTo>
                  <a:pt x="1890959" y="345176"/>
                  <a:pt x="1888256" y="344176"/>
                  <a:pt x="1885465" y="344195"/>
                </a:cubicBezTo>
                <a:cubicBezTo>
                  <a:pt x="1881082" y="343981"/>
                  <a:pt x="1876886" y="345979"/>
                  <a:pt x="1874289" y="349516"/>
                </a:cubicBezTo>
                <a:cubicBezTo>
                  <a:pt x="1869025" y="358697"/>
                  <a:pt x="1869025" y="369983"/>
                  <a:pt x="1874289" y="379164"/>
                </a:cubicBezTo>
                <a:cubicBezTo>
                  <a:pt x="1877009" y="382607"/>
                  <a:pt x="1881236" y="384508"/>
                  <a:pt x="1885617" y="384257"/>
                </a:cubicBezTo>
                <a:cubicBezTo>
                  <a:pt x="1889631" y="384402"/>
                  <a:pt x="1893411" y="382367"/>
                  <a:pt x="1895499" y="378936"/>
                </a:cubicBezTo>
                <a:cubicBezTo>
                  <a:pt x="1896899" y="376810"/>
                  <a:pt x="1897879" y="374436"/>
                  <a:pt x="1898388" y="371942"/>
                </a:cubicBezTo>
                <a:lnTo>
                  <a:pt x="1886073" y="371942"/>
                </a:lnTo>
                <a:lnTo>
                  <a:pt x="1886073" y="362136"/>
                </a:lnTo>
                <a:lnTo>
                  <a:pt x="1908043" y="362136"/>
                </a:lnTo>
                <a:lnTo>
                  <a:pt x="1908043" y="392544"/>
                </a:lnTo>
                <a:lnTo>
                  <a:pt x="1900441" y="392544"/>
                </a:lnTo>
                <a:lnTo>
                  <a:pt x="1899377" y="384942"/>
                </a:lnTo>
                <a:lnTo>
                  <a:pt x="1899224" y="386310"/>
                </a:lnTo>
                <a:cubicBezTo>
                  <a:pt x="1895942" y="391500"/>
                  <a:pt x="1890158" y="394565"/>
                  <a:pt x="1884020" y="394369"/>
                </a:cubicBezTo>
                <a:lnTo>
                  <a:pt x="1884020" y="393912"/>
                </a:lnTo>
                <a:cubicBezTo>
                  <a:pt x="1877099" y="394282"/>
                  <a:pt x="1870386" y="391485"/>
                  <a:pt x="1865775" y="386310"/>
                </a:cubicBezTo>
                <a:cubicBezTo>
                  <a:pt x="1856523" y="373180"/>
                  <a:pt x="1856523" y="355652"/>
                  <a:pt x="1865775" y="342522"/>
                </a:cubicBezTo>
                <a:cubicBezTo>
                  <a:pt x="1870494" y="337031"/>
                  <a:pt x="1877470" y="334006"/>
                  <a:pt x="1884704" y="334311"/>
                </a:cubicBezTo>
                <a:close/>
                <a:moveTo>
                  <a:pt x="1549984" y="334160"/>
                </a:moveTo>
                <a:cubicBezTo>
                  <a:pt x="1555559" y="334016"/>
                  <a:pt x="1560983" y="335970"/>
                  <a:pt x="1565188" y="339633"/>
                </a:cubicBezTo>
                <a:cubicBezTo>
                  <a:pt x="1569501" y="343439"/>
                  <a:pt x="1572216" y="348733"/>
                  <a:pt x="1572790" y="354457"/>
                </a:cubicBezTo>
                <a:lnTo>
                  <a:pt x="1561843" y="354457"/>
                </a:lnTo>
                <a:cubicBezTo>
                  <a:pt x="1561659" y="351546"/>
                  <a:pt x="1560350" y="348820"/>
                  <a:pt x="1558194" y="346855"/>
                </a:cubicBezTo>
                <a:cubicBezTo>
                  <a:pt x="1556066" y="345069"/>
                  <a:pt x="1553371" y="344099"/>
                  <a:pt x="1550592" y="344118"/>
                </a:cubicBezTo>
                <a:cubicBezTo>
                  <a:pt x="1546673" y="344036"/>
                  <a:pt x="1543014" y="346068"/>
                  <a:pt x="1541014" y="349440"/>
                </a:cubicBezTo>
                <a:cubicBezTo>
                  <a:pt x="1538496" y="353904"/>
                  <a:pt x="1537309" y="358995"/>
                  <a:pt x="1537592" y="364112"/>
                </a:cubicBezTo>
                <a:cubicBezTo>
                  <a:pt x="1537313" y="369107"/>
                  <a:pt x="1538502" y="374076"/>
                  <a:pt x="1541014" y="378404"/>
                </a:cubicBezTo>
                <a:cubicBezTo>
                  <a:pt x="1544631" y="383763"/>
                  <a:pt x="1551908" y="385174"/>
                  <a:pt x="1557267" y="381557"/>
                </a:cubicBezTo>
                <a:cubicBezTo>
                  <a:pt x="1557726" y="381246"/>
                  <a:pt x="1558163" y="380904"/>
                  <a:pt x="1558574" y="380532"/>
                </a:cubicBezTo>
                <a:cubicBezTo>
                  <a:pt x="1560723" y="378343"/>
                  <a:pt x="1562017" y="375458"/>
                  <a:pt x="1562223" y="372398"/>
                </a:cubicBezTo>
                <a:lnTo>
                  <a:pt x="1572334" y="372702"/>
                </a:lnTo>
                <a:cubicBezTo>
                  <a:pt x="1571954" y="378622"/>
                  <a:pt x="1569411" y="384196"/>
                  <a:pt x="1565188" y="388363"/>
                </a:cubicBezTo>
                <a:cubicBezTo>
                  <a:pt x="1561079" y="392225"/>
                  <a:pt x="1555622" y="394325"/>
                  <a:pt x="1549984" y="394216"/>
                </a:cubicBezTo>
                <a:cubicBezTo>
                  <a:pt x="1543178" y="394495"/>
                  <a:pt x="1536651" y="391499"/>
                  <a:pt x="1532423" y="386158"/>
                </a:cubicBezTo>
                <a:cubicBezTo>
                  <a:pt x="1527782" y="379921"/>
                  <a:pt x="1525468" y="372256"/>
                  <a:pt x="1525886" y="364492"/>
                </a:cubicBezTo>
                <a:cubicBezTo>
                  <a:pt x="1525451" y="356585"/>
                  <a:pt x="1527761" y="348770"/>
                  <a:pt x="1532423" y="342370"/>
                </a:cubicBezTo>
                <a:cubicBezTo>
                  <a:pt x="1536611" y="336961"/>
                  <a:pt x="1543149" y="333904"/>
                  <a:pt x="1549984" y="334160"/>
                </a:cubicBezTo>
                <a:close/>
                <a:moveTo>
                  <a:pt x="969261" y="334158"/>
                </a:moveTo>
                <a:cubicBezTo>
                  <a:pt x="974517" y="333929"/>
                  <a:pt x="979660" y="335724"/>
                  <a:pt x="983630" y="339176"/>
                </a:cubicBezTo>
                <a:cubicBezTo>
                  <a:pt x="987383" y="342726"/>
                  <a:pt x="989570" y="347621"/>
                  <a:pt x="989712" y="352784"/>
                </a:cubicBezTo>
                <a:lnTo>
                  <a:pt x="978612" y="352784"/>
                </a:lnTo>
                <a:cubicBezTo>
                  <a:pt x="978528" y="350254"/>
                  <a:pt x="977332" y="347890"/>
                  <a:pt x="975343" y="346322"/>
                </a:cubicBezTo>
                <a:cubicBezTo>
                  <a:pt x="973151" y="344695"/>
                  <a:pt x="970470" y="343865"/>
                  <a:pt x="967741" y="343966"/>
                </a:cubicBezTo>
                <a:cubicBezTo>
                  <a:pt x="965417" y="343803"/>
                  <a:pt x="963115" y="344507"/>
                  <a:pt x="961280" y="345942"/>
                </a:cubicBezTo>
                <a:cubicBezTo>
                  <a:pt x="959667" y="347320"/>
                  <a:pt x="958795" y="349375"/>
                  <a:pt x="958923" y="351491"/>
                </a:cubicBezTo>
                <a:cubicBezTo>
                  <a:pt x="958919" y="353164"/>
                  <a:pt x="959860" y="354695"/>
                  <a:pt x="961355" y="355445"/>
                </a:cubicBezTo>
                <a:cubicBezTo>
                  <a:pt x="964655" y="356954"/>
                  <a:pt x="968127" y="358052"/>
                  <a:pt x="971694" y="358714"/>
                </a:cubicBezTo>
                <a:cubicBezTo>
                  <a:pt x="977188" y="359679"/>
                  <a:pt x="982390" y="361890"/>
                  <a:pt x="986898" y="365175"/>
                </a:cubicBezTo>
                <a:cubicBezTo>
                  <a:pt x="989718" y="368330"/>
                  <a:pt x="991096" y="372518"/>
                  <a:pt x="990700" y="376731"/>
                </a:cubicBezTo>
                <a:cubicBezTo>
                  <a:pt x="990968" y="381675"/>
                  <a:pt x="988812" y="386440"/>
                  <a:pt x="984921" y="389502"/>
                </a:cubicBezTo>
                <a:cubicBezTo>
                  <a:pt x="980378" y="392845"/>
                  <a:pt x="974818" y="394510"/>
                  <a:pt x="969186" y="394216"/>
                </a:cubicBezTo>
                <a:cubicBezTo>
                  <a:pt x="963671" y="394478"/>
                  <a:pt x="958255" y="392691"/>
                  <a:pt x="953982" y="389198"/>
                </a:cubicBezTo>
                <a:cubicBezTo>
                  <a:pt x="950106" y="385490"/>
                  <a:pt x="947933" y="380346"/>
                  <a:pt x="947976" y="374982"/>
                </a:cubicBezTo>
                <a:lnTo>
                  <a:pt x="958543" y="374983"/>
                </a:lnTo>
                <a:cubicBezTo>
                  <a:pt x="958487" y="377646"/>
                  <a:pt x="959597" y="380201"/>
                  <a:pt x="961584" y="381977"/>
                </a:cubicBezTo>
                <a:cubicBezTo>
                  <a:pt x="963766" y="383630"/>
                  <a:pt x="966448" y="384488"/>
                  <a:pt x="969186" y="384409"/>
                </a:cubicBezTo>
                <a:cubicBezTo>
                  <a:pt x="972037" y="384561"/>
                  <a:pt x="974877" y="383930"/>
                  <a:pt x="977396" y="382585"/>
                </a:cubicBezTo>
                <a:cubicBezTo>
                  <a:pt x="979229" y="381544"/>
                  <a:pt x="980362" y="379599"/>
                  <a:pt x="980361" y="377491"/>
                </a:cubicBezTo>
                <a:cubicBezTo>
                  <a:pt x="980484" y="375641"/>
                  <a:pt x="979687" y="373850"/>
                  <a:pt x="978232" y="372702"/>
                </a:cubicBezTo>
                <a:cubicBezTo>
                  <a:pt x="975460" y="371176"/>
                  <a:pt x="972455" y="370123"/>
                  <a:pt x="969337" y="369585"/>
                </a:cubicBezTo>
                <a:cubicBezTo>
                  <a:pt x="963397" y="368574"/>
                  <a:pt x="957730" y="366349"/>
                  <a:pt x="952689" y="363047"/>
                </a:cubicBezTo>
                <a:cubicBezTo>
                  <a:pt x="949728" y="360239"/>
                  <a:pt x="948191" y="356244"/>
                  <a:pt x="948508" y="352176"/>
                </a:cubicBezTo>
                <a:cubicBezTo>
                  <a:pt x="948256" y="347175"/>
                  <a:pt x="950299" y="342333"/>
                  <a:pt x="954057" y="339024"/>
                </a:cubicBezTo>
                <a:cubicBezTo>
                  <a:pt x="958318" y="335519"/>
                  <a:pt x="963758" y="333779"/>
                  <a:pt x="969261" y="334158"/>
                </a:cubicBezTo>
                <a:close/>
                <a:moveTo>
                  <a:pt x="809533" y="333950"/>
                </a:moveTo>
                <a:cubicBezTo>
                  <a:pt x="815717" y="333406"/>
                  <a:pt x="822094" y="335061"/>
                  <a:pt x="827407" y="339024"/>
                </a:cubicBezTo>
                <a:cubicBezTo>
                  <a:pt x="831591" y="342531"/>
                  <a:pt x="834192" y="347571"/>
                  <a:pt x="834629" y="353012"/>
                </a:cubicBezTo>
                <a:lnTo>
                  <a:pt x="823682" y="353012"/>
                </a:lnTo>
                <a:cubicBezTo>
                  <a:pt x="823371" y="350422"/>
                  <a:pt x="821994" y="348080"/>
                  <a:pt x="819880" y="346551"/>
                </a:cubicBezTo>
                <a:cubicBezTo>
                  <a:pt x="817773" y="344720"/>
                  <a:pt x="815070" y="343720"/>
                  <a:pt x="812278" y="343737"/>
                </a:cubicBezTo>
                <a:cubicBezTo>
                  <a:pt x="807906" y="343565"/>
                  <a:pt x="803727" y="345555"/>
                  <a:pt x="801104" y="349059"/>
                </a:cubicBezTo>
                <a:cubicBezTo>
                  <a:pt x="798135" y="353550"/>
                  <a:pt x="796720" y="358891"/>
                  <a:pt x="797074" y="364263"/>
                </a:cubicBezTo>
                <a:cubicBezTo>
                  <a:pt x="796720" y="369471"/>
                  <a:pt x="798082" y="374651"/>
                  <a:pt x="800952" y="379011"/>
                </a:cubicBezTo>
                <a:cubicBezTo>
                  <a:pt x="803680" y="382443"/>
                  <a:pt x="807901" y="384342"/>
                  <a:pt x="812278" y="384104"/>
                </a:cubicBezTo>
                <a:cubicBezTo>
                  <a:pt x="816286" y="384218"/>
                  <a:pt x="820050" y="382190"/>
                  <a:pt x="822161" y="378783"/>
                </a:cubicBezTo>
                <a:cubicBezTo>
                  <a:pt x="823530" y="376641"/>
                  <a:pt x="824508" y="374273"/>
                  <a:pt x="825050" y="371789"/>
                </a:cubicBezTo>
                <a:lnTo>
                  <a:pt x="812735" y="371789"/>
                </a:lnTo>
                <a:lnTo>
                  <a:pt x="812735" y="361982"/>
                </a:lnTo>
                <a:lnTo>
                  <a:pt x="834933" y="361982"/>
                </a:lnTo>
                <a:lnTo>
                  <a:pt x="834933" y="392390"/>
                </a:lnTo>
                <a:lnTo>
                  <a:pt x="827331" y="392390"/>
                </a:lnTo>
                <a:lnTo>
                  <a:pt x="826266" y="384788"/>
                </a:lnTo>
                <a:lnTo>
                  <a:pt x="825659" y="385701"/>
                </a:lnTo>
                <a:lnTo>
                  <a:pt x="810541" y="393713"/>
                </a:lnTo>
                <a:lnTo>
                  <a:pt x="792817" y="385853"/>
                </a:lnTo>
                <a:cubicBezTo>
                  <a:pt x="783700" y="372681"/>
                  <a:pt x="783700" y="355237"/>
                  <a:pt x="792817" y="342065"/>
                </a:cubicBezTo>
                <a:cubicBezTo>
                  <a:pt x="797358" y="337236"/>
                  <a:pt x="803349" y="334493"/>
                  <a:pt x="809533" y="333950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10" y="261938"/>
                </a:moveTo>
                <a:lnTo>
                  <a:pt x="847933" y="262091"/>
                </a:lnTo>
                <a:lnTo>
                  <a:pt x="847946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6" y="241793"/>
                </a:moveTo>
                <a:cubicBezTo>
                  <a:pt x="826724" y="241793"/>
                  <a:pt x="827028" y="251296"/>
                  <a:pt x="828928" y="251296"/>
                </a:cubicBezTo>
                <a:cubicBezTo>
                  <a:pt x="831702" y="251071"/>
                  <a:pt x="834423" y="250404"/>
                  <a:pt x="836986" y="249320"/>
                </a:cubicBezTo>
                <a:cubicBezTo>
                  <a:pt x="840100" y="249135"/>
                  <a:pt x="843223" y="249135"/>
                  <a:pt x="846337" y="249320"/>
                </a:cubicBezTo>
                <a:cubicBezTo>
                  <a:pt x="847857" y="249320"/>
                  <a:pt x="849606" y="249624"/>
                  <a:pt x="849606" y="250840"/>
                </a:cubicBezTo>
                <a:cubicBezTo>
                  <a:pt x="849913" y="252649"/>
                  <a:pt x="849647" y="254510"/>
                  <a:pt x="848845" y="256161"/>
                </a:cubicBezTo>
                <a:lnTo>
                  <a:pt x="847946" y="262008"/>
                </a:lnTo>
                <a:lnTo>
                  <a:pt x="843904" y="266424"/>
                </a:lnTo>
                <a:cubicBezTo>
                  <a:pt x="843296" y="267412"/>
                  <a:pt x="840331" y="268096"/>
                  <a:pt x="839723" y="269540"/>
                </a:cubicBezTo>
                <a:cubicBezTo>
                  <a:pt x="838355" y="272961"/>
                  <a:pt x="838355" y="276079"/>
                  <a:pt x="836759" y="277979"/>
                </a:cubicBezTo>
                <a:cubicBezTo>
                  <a:pt x="835162" y="279879"/>
                  <a:pt x="833337" y="280411"/>
                  <a:pt x="830828" y="282008"/>
                </a:cubicBezTo>
                <a:cubicBezTo>
                  <a:pt x="828320" y="283605"/>
                  <a:pt x="825659" y="282160"/>
                  <a:pt x="823987" y="282616"/>
                </a:cubicBezTo>
                <a:cubicBezTo>
                  <a:pt x="821159" y="284290"/>
                  <a:pt x="818115" y="285570"/>
                  <a:pt x="814940" y="286417"/>
                </a:cubicBezTo>
                <a:cubicBezTo>
                  <a:pt x="809391" y="286417"/>
                  <a:pt x="804145" y="283908"/>
                  <a:pt x="804145" y="277523"/>
                </a:cubicBezTo>
                <a:cubicBezTo>
                  <a:pt x="804145" y="276003"/>
                  <a:pt x="805285" y="272353"/>
                  <a:pt x="805285" y="270833"/>
                </a:cubicBezTo>
                <a:cubicBezTo>
                  <a:pt x="805285" y="269312"/>
                  <a:pt x="803689" y="267032"/>
                  <a:pt x="803689" y="265512"/>
                </a:cubicBezTo>
                <a:cubicBezTo>
                  <a:pt x="803689" y="263991"/>
                  <a:pt x="806502" y="261102"/>
                  <a:pt x="806958" y="259278"/>
                </a:cubicBezTo>
                <a:cubicBezTo>
                  <a:pt x="807854" y="253673"/>
                  <a:pt x="810809" y="248604"/>
                  <a:pt x="815244" y="245062"/>
                </a:cubicBezTo>
                <a:cubicBezTo>
                  <a:pt x="817297" y="243998"/>
                  <a:pt x="819806" y="241793"/>
                  <a:pt x="821326" y="241793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7" y="223092"/>
                </a:moveTo>
                <a:cubicBezTo>
                  <a:pt x="924714" y="222788"/>
                  <a:pt x="925702" y="224993"/>
                  <a:pt x="928820" y="224461"/>
                </a:cubicBezTo>
                <a:cubicBezTo>
                  <a:pt x="929808" y="224385"/>
                  <a:pt x="933532" y="227653"/>
                  <a:pt x="934977" y="227653"/>
                </a:cubicBezTo>
                <a:cubicBezTo>
                  <a:pt x="936976" y="228228"/>
                  <a:pt x="939067" y="228409"/>
                  <a:pt x="941135" y="228186"/>
                </a:cubicBezTo>
                <a:cubicBezTo>
                  <a:pt x="942959" y="227957"/>
                  <a:pt x="945772" y="230086"/>
                  <a:pt x="947216" y="230086"/>
                </a:cubicBezTo>
                <a:cubicBezTo>
                  <a:pt x="948985" y="229956"/>
                  <a:pt x="950740" y="229677"/>
                  <a:pt x="952462" y="229250"/>
                </a:cubicBezTo>
                <a:cubicBezTo>
                  <a:pt x="955578" y="228641"/>
                  <a:pt x="962573" y="237080"/>
                  <a:pt x="964929" y="240273"/>
                </a:cubicBezTo>
                <a:lnTo>
                  <a:pt x="964245" y="240425"/>
                </a:lnTo>
                <a:cubicBezTo>
                  <a:pt x="965504" y="241899"/>
                  <a:pt x="966600" y="243505"/>
                  <a:pt x="967514" y="245214"/>
                </a:cubicBezTo>
                <a:cubicBezTo>
                  <a:pt x="967958" y="247269"/>
                  <a:pt x="967958" y="249394"/>
                  <a:pt x="967514" y="251448"/>
                </a:cubicBezTo>
                <a:cubicBezTo>
                  <a:pt x="966449" y="254793"/>
                  <a:pt x="964473" y="255706"/>
                  <a:pt x="963104" y="257226"/>
                </a:cubicBezTo>
                <a:cubicBezTo>
                  <a:pt x="961737" y="258746"/>
                  <a:pt x="961204" y="262395"/>
                  <a:pt x="959684" y="264220"/>
                </a:cubicBezTo>
                <a:cubicBezTo>
                  <a:pt x="958512" y="265929"/>
                  <a:pt x="957162" y="267510"/>
                  <a:pt x="955655" y="268933"/>
                </a:cubicBezTo>
                <a:cubicBezTo>
                  <a:pt x="953558" y="270372"/>
                  <a:pt x="951170" y="271333"/>
                  <a:pt x="948661" y="271745"/>
                </a:cubicBezTo>
                <a:cubicBezTo>
                  <a:pt x="946988" y="271745"/>
                  <a:pt x="944404" y="271290"/>
                  <a:pt x="942731" y="271745"/>
                </a:cubicBezTo>
                <a:cubicBezTo>
                  <a:pt x="939842" y="272506"/>
                  <a:pt x="938550" y="274710"/>
                  <a:pt x="936498" y="274710"/>
                </a:cubicBezTo>
                <a:cubicBezTo>
                  <a:pt x="934445" y="274710"/>
                  <a:pt x="932392" y="272810"/>
                  <a:pt x="931632" y="269541"/>
                </a:cubicBezTo>
                <a:cubicBezTo>
                  <a:pt x="931632" y="267869"/>
                  <a:pt x="932468" y="264751"/>
                  <a:pt x="931632" y="262700"/>
                </a:cubicBezTo>
                <a:cubicBezTo>
                  <a:pt x="929789" y="259730"/>
                  <a:pt x="928113" y="256659"/>
                  <a:pt x="926614" y="253500"/>
                </a:cubicBezTo>
                <a:cubicBezTo>
                  <a:pt x="926463" y="249776"/>
                  <a:pt x="922585" y="247951"/>
                  <a:pt x="922585" y="245518"/>
                </a:cubicBezTo>
                <a:cubicBezTo>
                  <a:pt x="922597" y="242398"/>
                  <a:pt x="921784" y="239330"/>
                  <a:pt x="920229" y="236624"/>
                </a:cubicBezTo>
                <a:cubicBezTo>
                  <a:pt x="919693" y="234806"/>
                  <a:pt x="919856" y="232855"/>
                  <a:pt x="920685" y="231151"/>
                </a:cubicBezTo>
                <a:cubicBezTo>
                  <a:pt x="921901" y="229478"/>
                  <a:pt x="920229" y="224993"/>
                  <a:pt x="922737" y="223092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9" y="179001"/>
                </a:moveTo>
                <a:cubicBezTo>
                  <a:pt x="899012" y="178864"/>
                  <a:pt x="897096" y="179123"/>
                  <a:pt x="895293" y="179761"/>
                </a:cubicBezTo>
                <a:cubicBezTo>
                  <a:pt x="893089" y="181130"/>
                  <a:pt x="890960" y="180369"/>
                  <a:pt x="889517" y="181661"/>
                </a:cubicBezTo>
                <a:cubicBezTo>
                  <a:pt x="888197" y="182758"/>
                  <a:pt x="886740" y="183678"/>
                  <a:pt x="885183" y="184398"/>
                </a:cubicBezTo>
                <a:cubicBezTo>
                  <a:pt x="881325" y="185759"/>
                  <a:pt x="877566" y="187385"/>
                  <a:pt x="873932" y="189263"/>
                </a:cubicBezTo>
                <a:cubicBezTo>
                  <a:pt x="871763" y="190358"/>
                  <a:pt x="870428" y="192613"/>
                  <a:pt x="870511" y="195041"/>
                </a:cubicBezTo>
                <a:cubicBezTo>
                  <a:pt x="870590" y="197694"/>
                  <a:pt x="872723" y="199827"/>
                  <a:pt x="875376" y="199906"/>
                </a:cubicBezTo>
                <a:cubicBezTo>
                  <a:pt x="878365" y="199490"/>
                  <a:pt x="881266" y="198592"/>
                  <a:pt x="883966" y="197246"/>
                </a:cubicBezTo>
                <a:cubicBezTo>
                  <a:pt x="886855" y="195497"/>
                  <a:pt x="888299" y="193293"/>
                  <a:pt x="892025" y="191012"/>
                </a:cubicBezTo>
                <a:cubicBezTo>
                  <a:pt x="894535" y="189376"/>
                  <a:pt x="896789" y="187377"/>
                  <a:pt x="898715" y="185083"/>
                </a:cubicBezTo>
                <a:cubicBezTo>
                  <a:pt x="900159" y="182573"/>
                  <a:pt x="902059" y="179001"/>
                  <a:pt x="900919" y="179001"/>
                </a:cubicBezTo>
                <a:close/>
                <a:moveTo>
                  <a:pt x="1167980" y="166762"/>
                </a:moveTo>
                <a:cubicBezTo>
                  <a:pt x="1164980" y="167036"/>
                  <a:pt x="1162006" y="167545"/>
                  <a:pt x="1159085" y="168282"/>
                </a:cubicBezTo>
                <a:cubicBezTo>
                  <a:pt x="1157846" y="169556"/>
                  <a:pt x="1157093" y="171223"/>
                  <a:pt x="1156956" y="172995"/>
                </a:cubicBezTo>
                <a:cubicBezTo>
                  <a:pt x="1156738" y="174500"/>
                  <a:pt x="1156977" y="176036"/>
                  <a:pt x="1157641" y="177405"/>
                </a:cubicBezTo>
                <a:cubicBezTo>
                  <a:pt x="1160149" y="178240"/>
                  <a:pt x="1163722" y="179077"/>
                  <a:pt x="1165243" y="178240"/>
                </a:cubicBezTo>
                <a:lnTo>
                  <a:pt x="1165319" y="178240"/>
                </a:lnTo>
                <a:cubicBezTo>
                  <a:pt x="1168257" y="176217"/>
                  <a:pt x="1170127" y="172978"/>
                  <a:pt x="1170412" y="169422"/>
                </a:cubicBezTo>
                <a:cubicBezTo>
                  <a:pt x="1170430" y="169288"/>
                  <a:pt x="1170435" y="169154"/>
                  <a:pt x="1170430" y="169020"/>
                </a:cubicBezTo>
                <a:cubicBezTo>
                  <a:pt x="1170376" y="167719"/>
                  <a:pt x="1169280" y="166708"/>
                  <a:pt x="1167980" y="166762"/>
                </a:cubicBezTo>
                <a:close/>
                <a:moveTo>
                  <a:pt x="1194586" y="158855"/>
                </a:moveTo>
                <a:cubicBezTo>
                  <a:pt x="1192458" y="159464"/>
                  <a:pt x="1190937" y="161136"/>
                  <a:pt x="1187669" y="161136"/>
                </a:cubicBezTo>
                <a:cubicBezTo>
                  <a:pt x="1186072" y="162960"/>
                  <a:pt x="1186757" y="166457"/>
                  <a:pt x="1186832" y="168054"/>
                </a:cubicBezTo>
                <a:cubicBezTo>
                  <a:pt x="1186909" y="169650"/>
                  <a:pt x="1190101" y="171930"/>
                  <a:pt x="1191089" y="171930"/>
                </a:cubicBezTo>
                <a:cubicBezTo>
                  <a:pt x="1194388" y="171352"/>
                  <a:pt x="1197213" y="169234"/>
                  <a:pt x="1198691" y="166229"/>
                </a:cubicBezTo>
                <a:lnTo>
                  <a:pt x="1198996" y="166229"/>
                </a:lnTo>
                <a:cubicBezTo>
                  <a:pt x="1199190" y="164308"/>
                  <a:pt x="1199190" y="162372"/>
                  <a:pt x="1198996" y="160452"/>
                </a:cubicBezTo>
                <a:cubicBezTo>
                  <a:pt x="1198691" y="158475"/>
                  <a:pt x="1196715" y="158247"/>
                  <a:pt x="1194586" y="158855"/>
                </a:cubicBezTo>
                <a:close/>
                <a:moveTo>
                  <a:pt x="916580" y="150112"/>
                </a:moveTo>
                <a:cubicBezTo>
                  <a:pt x="918854" y="150676"/>
                  <a:pt x="921050" y="151519"/>
                  <a:pt x="923117" y="152622"/>
                </a:cubicBezTo>
                <a:cubicBezTo>
                  <a:pt x="924638" y="152622"/>
                  <a:pt x="929199" y="151634"/>
                  <a:pt x="930719" y="152622"/>
                </a:cubicBezTo>
                <a:cubicBezTo>
                  <a:pt x="934518" y="154588"/>
                  <a:pt x="938108" y="156931"/>
                  <a:pt x="941438" y="159615"/>
                </a:cubicBezTo>
                <a:cubicBezTo>
                  <a:pt x="942678" y="162490"/>
                  <a:pt x="943670" y="165466"/>
                  <a:pt x="944403" y="168510"/>
                </a:cubicBezTo>
                <a:cubicBezTo>
                  <a:pt x="945179" y="170750"/>
                  <a:pt x="945179" y="173187"/>
                  <a:pt x="944403" y="175428"/>
                </a:cubicBezTo>
                <a:cubicBezTo>
                  <a:pt x="941221" y="178326"/>
                  <a:pt x="938201" y="181396"/>
                  <a:pt x="935356" y="184626"/>
                </a:cubicBezTo>
                <a:lnTo>
                  <a:pt x="935052" y="184626"/>
                </a:lnTo>
                <a:cubicBezTo>
                  <a:pt x="933771" y="187250"/>
                  <a:pt x="932324" y="189789"/>
                  <a:pt x="930719" y="192228"/>
                </a:cubicBezTo>
                <a:cubicBezTo>
                  <a:pt x="925518" y="200215"/>
                  <a:pt x="920772" y="208489"/>
                  <a:pt x="916503" y="217011"/>
                </a:cubicBezTo>
                <a:cubicBezTo>
                  <a:pt x="914590" y="219796"/>
                  <a:pt x="912508" y="222462"/>
                  <a:pt x="910269" y="224993"/>
                </a:cubicBezTo>
                <a:cubicBezTo>
                  <a:pt x="908953" y="226033"/>
                  <a:pt x="907173" y="226267"/>
                  <a:pt x="905632" y="225601"/>
                </a:cubicBezTo>
                <a:cubicBezTo>
                  <a:pt x="904492" y="225145"/>
                  <a:pt x="901223" y="227426"/>
                  <a:pt x="901223" y="230543"/>
                </a:cubicBezTo>
                <a:cubicBezTo>
                  <a:pt x="901088" y="233625"/>
                  <a:pt x="901579" y="236702"/>
                  <a:pt x="902668" y="239589"/>
                </a:cubicBezTo>
                <a:cubicBezTo>
                  <a:pt x="903581" y="252978"/>
                  <a:pt x="903581" y="266415"/>
                  <a:pt x="902668" y="279804"/>
                </a:cubicBezTo>
                <a:cubicBezTo>
                  <a:pt x="902009" y="284567"/>
                  <a:pt x="899209" y="288767"/>
                  <a:pt x="895066" y="291207"/>
                </a:cubicBezTo>
                <a:cubicBezTo>
                  <a:pt x="892861" y="292271"/>
                  <a:pt x="889744" y="298049"/>
                  <a:pt x="886931" y="299341"/>
                </a:cubicBezTo>
                <a:cubicBezTo>
                  <a:pt x="884119" y="300634"/>
                  <a:pt x="880850" y="303218"/>
                  <a:pt x="879329" y="303218"/>
                </a:cubicBezTo>
                <a:cubicBezTo>
                  <a:pt x="877862" y="303066"/>
                  <a:pt x="876574" y="302178"/>
                  <a:pt x="875909" y="300861"/>
                </a:cubicBezTo>
                <a:cubicBezTo>
                  <a:pt x="875224" y="299949"/>
                  <a:pt x="872260" y="299493"/>
                  <a:pt x="870587" y="298505"/>
                </a:cubicBezTo>
                <a:cubicBezTo>
                  <a:pt x="868915" y="297516"/>
                  <a:pt x="868154" y="296148"/>
                  <a:pt x="866406" y="295236"/>
                </a:cubicBezTo>
                <a:cubicBezTo>
                  <a:pt x="863872" y="294569"/>
                  <a:pt x="861494" y="293406"/>
                  <a:pt x="859412" y="291815"/>
                </a:cubicBezTo>
                <a:cubicBezTo>
                  <a:pt x="857663" y="290143"/>
                  <a:pt x="857360" y="287710"/>
                  <a:pt x="855611" y="284669"/>
                </a:cubicBezTo>
                <a:cubicBezTo>
                  <a:pt x="853178" y="280336"/>
                  <a:pt x="845044" y="276155"/>
                  <a:pt x="844892" y="273722"/>
                </a:cubicBezTo>
                <a:cubicBezTo>
                  <a:pt x="844740" y="271290"/>
                  <a:pt x="850973" y="270910"/>
                  <a:pt x="851734" y="270910"/>
                </a:cubicBezTo>
                <a:cubicBezTo>
                  <a:pt x="856903" y="270757"/>
                  <a:pt x="860400" y="274406"/>
                  <a:pt x="861844" y="274406"/>
                </a:cubicBezTo>
                <a:cubicBezTo>
                  <a:pt x="867014" y="274406"/>
                  <a:pt x="869522" y="272506"/>
                  <a:pt x="869979" y="264904"/>
                </a:cubicBezTo>
                <a:cubicBezTo>
                  <a:pt x="869979" y="263383"/>
                  <a:pt x="869979" y="259810"/>
                  <a:pt x="869979" y="258290"/>
                </a:cubicBezTo>
                <a:cubicBezTo>
                  <a:pt x="869670" y="255283"/>
                  <a:pt x="869670" y="252251"/>
                  <a:pt x="869979" y="249244"/>
                </a:cubicBezTo>
                <a:cubicBezTo>
                  <a:pt x="870124" y="245182"/>
                  <a:pt x="870607" y="241138"/>
                  <a:pt x="871423" y="237156"/>
                </a:cubicBezTo>
                <a:cubicBezTo>
                  <a:pt x="871423" y="235940"/>
                  <a:pt x="870283" y="233051"/>
                  <a:pt x="869219" y="233051"/>
                </a:cubicBezTo>
                <a:cubicBezTo>
                  <a:pt x="866710" y="233659"/>
                  <a:pt x="864201" y="231226"/>
                  <a:pt x="862681" y="231226"/>
                </a:cubicBezTo>
                <a:cubicBezTo>
                  <a:pt x="861160" y="231226"/>
                  <a:pt x="859032" y="232139"/>
                  <a:pt x="857511" y="232139"/>
                </a:cubicBezTo>
                <a:cubicBezTo>
                  <a:pt x="854730" y="232198"/>
                  <a:pt x="851950" y="231943"/>
                  <a:pt x="849225" y="231379"/>
                </a:cubicBezTo>
                <a:cubicBezTo>
                  <a:pt x="848070" y="230697"/>
                  <a:pt x="847062" y="229793"/>
                  <a:pt x="846260" y="228718"/>
                </a:cubicBezTo>
                <a:cubicBezTo>
                  <a:pt x="845464" y="226764"/>
                  <a:pt x="844902" y="224723"/>
                  <a:pt x="844587" y="222636"/>
                </a:cubicBezTo>
                <a:cubicBezTo>
                  <a:pt x="844207" y="222104"/>
                  <a:pt x="843752" y="219367"/>
                  <a:pt x="843144" y="219367"/>
                </a:cubicBezTo>
                <a:cubicBezTo>
                  <a:pt x="842991" y="217619"/>
                  <a:pt x="842383" y="214730"/>
                  <a:pt x="842383" y="212982"/>
                </a:cubicBezTo>
                <a:cubicBezTo>
                  <a:pt x="842383" y="211234"/>
                  <a:pt x="840863" y="208040"/>
                  <a:pt x="840330" y="203632"/>
                </a:cubicBezTo>
                <a:cubicBezTo>
                  <a:pt x="839799" y="199222"/>
                  <a:pt x="838354" y="196409"/>
                  <a:pt x="838354" y="191620"/>
                </a:cubicBezTo>
                <a:cubicBezTo>
                  <a:pt x="837746" y="184398"/>
                  <a:pt x="837746" y="180901"/>
                  <a:pt x="837746" y="179457"/>
                </a:cubicBezTo>
                <a:cubicBezTo>
                  <a:pt x="838202" y="170867"/>
                  <a:pt x="843295" y="168966"/>
                  <a:pt x="845348" y="165697"/>
                </a:cubicBezTo>
                <a:cubicBezTo>
                  <a:pt x="847552" y="164481"/>
                  <a:pt x="849681" y="162276"/>
                  <a:pt x="852342" y="162580"/>
                </a:cubicBezTo>
                <a:cubicBezTo>
                  <a:pt x="855003" y="162885"/>
                  <a:pt x="855763" y="163873"/>
                  <a:pt x="858575" y="165849"/>
                </a:cubicBezTo>
                <a:cubicBezTo>
                  <a:pt x="859637" y="167111"/>
                  <a:pt x="860626" y="168430"/>
                  <a:pt x="861540" y="169802"/>
                </a:cubicBezTo>
                <a:cubicBezTo>
                  <a:pt x="866070" y="169471"/>
                  <a:pt x="870477" y="168175"/>
                  <a:pt x="874464" y="166001"/>
                </a:cubicBezTo>
                <a:cubicBezTo>
                  <a:pt x="876440" y="164937"/>
                  <a:pt x="880697" y="164937"/>
                  <a:pt x="884042" y="163416"/>
                </a:cubicBezTo>
                <a:cubicBezTo>
                  <a:pt x="886238" y="162240"/>
                  <a:pt x="888595" y="161395"/>
                  <a:pt x="891036" y="160908"/>
                </a:cubicBezTo>
                <a:cubicBezTo>
                  <a:pt x="892557" y="160908"/>
                  <a:pt x="893013" y="160299"/>
                  <a:pt x="896510" y="159311"/>
                </a:cubicBezTo>
                <a:cubicBezTo>
                  <a:pt x="899233" y="158900"/>
                  <a:pt x="901829" y="157887"/>
                  <a:pt x="904112" y="156346"/>
                </a:cubicBezTo>
                <a:cubicBezTo>
                  <a:pt x="905709" y="155206"/>
                  <a:pt x="907153" y="154294"/>
                  <a:pt x="908446" y="153534"/>
                </a:cubicBezTo>
                <a:cubicBezTo>
                  <a:pt x="909664" y="152786"/>
                  <a:pt x="910934" y="152126"/>
                  <a:pt x="912246" y="151557"/>
                </a:cubicBezTo>
                <a:cubicBezTo>
                  <a:pt x="913411" y="150467"/>
                  <a:pt x="914993" y="149940"/>
                  <a:pt x="916580" y="150112"/>
                </a:cubicBezTo>
                <a:close/>
                <a:moveTo>
                  <a:pt x="1165699" y="137646"/>
                </a:moveTo>
                <a:cubicBezTo>
                  <a:pt x="1163874" y="139470"/>
                  <a:pt x="1158097" y="137646"/>
                  <a:pt x="1158097" y="142891"/>
                </a:cubicBezTo>
                <a:cubicBezTo>
                  <a:pt x="1158172" y="145476"/>
                  <a:pt x="1157109" y="148897"/>
                  <a:pt x="1158933" y="150493"/>
                </a:cubicBezTo>
                <a:cubicBezTo>
                  <a:pt x="1158933" y="150493"/>
                  <a:pt x="1160378" y="153914"/>
                  <a:pt x="1162201" y="152470"/>
                </a:cubicBezTo>
                <a:cubicBezTo>
                  <a:pt x="1165851" y="149733"/>
                  <a:pt x="1170412" y="148593"/>
                  <a:pt x="1170868" y="144260"/>
                </a:cubicBezTo>
                <a:lnTo>
                  <a:pt x="1171248" y="144031"/>
                </a:lnTo>
                <a:cubicBezTo>
                  <a:pt x="1171933" y="138177"/>
                  <a:pt x="1170488" y="136505"/>
                  <a:pt x="1165699" y="137646"/>
                </a:cubicBezTo>
                <a:close/>
                <a:moveTo>
                  <a:pt x="1206750" y="126470"/>
                </a:moveTo>
                <a:cubicBezTo>
                  <a:pt x="1200288" y="128523"/>
                  <a:pt x="1189874" y="128219"/>
                  <a:pt x="1189341" y="133312"/>
                </a:cubicBezTo>
                <a:cubicBezTo>
                  <a:pt x="1189113" y="135973"/>
                  <a:pt x="1189113" y="140534"/>
                  <a:pt x="1191850" y="141522"/>
                </a:cubicBezTo>
                <a:cubicBezTo>
                  <a:pt x="1194905" y="142291"/>
                  <a:pt x="1198078" y="142471"/>
                  <a:pt x="1201200" y="142054"/>
                </a:cubicBezTo>
                <a:cubicBezTo>
                  <a:pt x="1204154" y="139812"/>
                  <a:pt x="1206334" y="136702"/>
                  <a:pt x="1207434" y="133160"/>
                </a:cubicBezTo>
                <a:cubicBezTo>
                  <a:pt x="1207434" y="131564"/>
                  <a:pt x="1207510" y="127154"/>
                  <a:pt x="1206750" y="126470"/>
                </a:cubicBezTo>
                <a:close/>
                <a:moveTo>
                  <a:pt x="1455187" y="124722"/>
                </a:moveTo>
                <a:cubicBezTo>
                  <a:pt x="1457174" y="125098"/>
                  <a:pt x="1458973" y="126144"/>
                  <a:pt x="1460280" y="127687"/>
                </a:cubicBezTo>
                <a:cubicBezTo>
                  <a:pt x="1462941" y="130500"/>
                  <a:pt x="1465829" y="131869"/>
                  <a:pt x="1467882" y="134757"/>
                </a:cubicBezTo>
                <a:cubicBezTo>
                  <a:pt x="1469059" y="136931"/>
                  <a:pt x="1469831" y="139301"/>
                  <a:pt x="1470162" y="141751"/>
                </a:cubicBezTo>
                <a:cubicBezTo>
                  <a:pt x="1470619" y="143424"/>
                  <a:pt x="1473127" y="145476"/>
                  <a:pt x="1473127" y="146388"/>
                </a:cubicBezTo>
                <a:cubicBezTo>
                  <a:pt x="1472595" y="152926"/>
                  <a:pt x="1467806" y="152774"/>
                  <a:pt x="1461344" y="157335"/>
                </a:cubicBezTo>
                <a:cubicBezTo>
                  <a:pt x="1457803" y="159264"/>
                  <a:pt x="1454656" y="161843"/>
                  <a:pt x="1452070" y="164937"/>
                </a:cubicBezTo>
                <a:cubicBezTo>
                  <a:pt x="1450035" y="167000"/>
                  <a:pt x="1447604" y="168629"/>
                  <a:pt x="1444924" y="169727"/>
                </a:cubicBezTo>
                <a:cubicBezTo>
                  <a:pt x="1437701" y="172843"/>
                  <a:pt x="1431240" y="172539"/>
                  <a:pt x="1430708" y="179686"/>
                </a:cubicBezTo>
                <a:cubicBezTo>
                  <a:pt x="1430176" y="186831"/>
                  <a:pt x="1434129" y="183943"/>
                  <a:pt x="1434129" y="191545"/>
                </a:cubicBezTo>
                <a:cubicBezTo>
                  <a:pt x="1433789" y="193530"/>
                  <a:pt x="1432981" y="195406"/>
                  <a:pt x="1431772" y="197018"/>
                </a:cubicBezTo>
                <a:cubicBezTo>
                  <a:pt x="1430646" y="198460"/>
                  <a:pt x="1429984" y="200209"/>
                  <a:pt x="1429872" y="202035"/>
                </a:cubicBezTo>
                <a:cubicBezTo>
                  <a:pt x="1429853" y="203904"/>
                  <a:pt x="1429355" y="205735"/>
                  <a:pt x="1428427" y="207357"/>
                </a:cubicBezTo>
                <a:cubicBezTo>
                  <a:pt x="1427595" y="209108"/>
                  <a:pt x="1427253" y="211052"/>
                  <a:pt x="1427439" y="212982"/>
                </a:cubicBezTo>
                <a:cubicBezTo>
                  <a:pt x="1427287" y="219976"/>
                  <a:pt x="1426147" y="225830"/>
                  <a:pt x="1428199" y="227578"/>
                </a:cubicBezTo>
                <a:cubicBezTo>
                  <a:pt x="1436948" y="226872"/>
                  <a:pt x="1445730" y="226669"/>
                  <a:pt x="1454503" y="226970"/>
                </a:cubicBezTo>
                <a:cubicBezTo>
                  <a:pt x="1457695" y="226970"/>
                  <a:pt x="1458988" y="224841"/>
                  <a:pt x="1461345" y="224310"/>
                </a:cubicBezTo>
                <a:cubicBezTo>
                  <a:pt x="1463490" y="223834"/>
                  <a:pt x="1465684" y="223604"/>
                  <a:pt x="1467882" y="223625"/>
                </a:cubicBezTo>
                <a:cubicBezTo>
                  <a:pt x="1470317" y="224040"/>
                  <a:pt x="1472709" y="224676"/>
                  <a:pt x="1475029" y="225526"/>
                </a:cubicBezTo>
                <a:cubicBezTo>
                  <a:pt x="1477460" y="226628"/>
                  <a:pt x="1479798" y="227925"/>
                  <a:pt x="1482022" y="229403"/>
                </a:cubicBezTo>
                <a:cubicBezTo>
                  <a:pt x="1484607" y="231227"/>
                  <a:pt x="1489244" y="232216"/>
                  <a:pt x="1491144" y="237005"/>
                </a:cubicBezTo>
                <a:cubicBezTo>
                  <a:pt x="1491725" y="239031"/>
                  <a:pt x="1492007" y="241131"/>
                  <a:pt x="1491981" y="243239"/>
                </a:cubicBezTo>
                <a:lnTo>
                  <a:pt x="1490688" y="243390"/>
                </a:lnTo>
                <a:cubicBezTo>
                  <a:pt x="1490692" y="244239"/>
                  <a:pt x="1491018" y="245055"/>
                  <a:pt x="1491600" y="245671"/>
                </a:cubicBezTo>
                <a:cubicBezTo>
                  <a:pt x="1492163" y="246690"/>
                  <a:pt x="1492377" y="247865"/>
                  <a:pt x="1492209" y="249016"/>
                </a:cubicBezTo>
                <a:cubicBezTo>
                  <a:pt x="1491854" y="250961"/>
                  <a:pt x="1491076" y="252803"/>
                  <a:pt x="1489928" y="254414"/>
                </a:cubicBezTo>
                <a:cubicBezTo>
                  <a:pt x="1488712" y="256314"/>
                  <a:pt x="1487191" y="259051"/>
                  <a:pt x="1485367" y="259051"/>
                </a:cubicBezTo>
                <a:cubicBezTo>
                  <a:pt x="1480501" y="259203"/>
                  <a:pt x="1478069" y="259659"/>
                  <a:pt x="1476472" y="259583"/>
                </a:cubicBezTo>
                <a:cubicBezTo>
                  <a:pt x="1474876" y="259507"/>
                  <a:pt x="1470162" y="257911"/>
                  <a:pt x="1466818" y="257911"/>
                </a:cubicBezTo>
                <a:cubicBezTo>
                  <a:pt x="1463473" y="257911"/>
                  <a:pt x="1461117" y="258823"/>
                  <a:pt x="1456935" y="258747"/>
                </a:cubicBezTo>
                <a:cubicBezTo>
                  <a:pt x="1452754" y="258671"/>
                  <a:pt x="1445228" y="257911"/>
                  <a:pt x="1440591" y="257378"/>
                </a:cubicBezTo>
                <a:cubicBezTo>
                  <a:pt x="1437626" y="256998"/>
                  <a:pt x="1428351" y="257759"/>
                  <a:pt x="1425386" y="257378"/>
                </a:cubicBezTo>
                <a:cubicBezTo>
                  <a:pt x="1420286" y="256901"/>
                  <a:pt x="1415142" y="257312"/>
                  <a:pt x="1410182" y="258595"/>
                </a:cubicBezTo>
                <a:lnTo>
                  <a:pt x="1395662" y="260647"/>
                </a:lnTo>
                <a:cubicBezTo>
                  <a:pt x="1390493" y="261408"/>
                  <a:pt x="1383804" y="260267"/>
                  <a:pt x="1379166" y="260267"/>
                </a:cubicBezTo>
                <a:cubicBezTo>
                  <a:pt x="1369220" y="261195"/>
                  <a:pt x="1359405" y="263209"/>
                  <a:pt x="1349898" y="266273"/>
                </a:cubicBezTo>
                <a:cubicBezTo>
                  <a:pt x="1337810" y="270454"/>
                  <a:pt x="1316677" y="280261"/>
                  <a:pt x="1314016" y="279957"/>
                </a:cubicBezTo>
                <a:cubicBezTo>
                  <a:pt x="1311355" y="279653"/>
                  <a:pt x="1305730" y="272127"/>
                  <a:pt x="1300332" y="267033"/>
                </a:cubicBezTo>
                <a:cubicBezTo>
                  <a:pt x="1299876" y="264520"/>
                  <a:pt x="1299876" y="261944"/>
                  <a:pt x="1300332" y="259431"/>
                </a:cubicBezTo>
                <a:cubicBezTo>
                  <a:pt x="1300833" y="256318"/>
                  <a:pt x="1300546" y="253129"/>
                  <a:pt x="1299496" y="250157"/>
                </a:cubicBezTo>
                <a:cubicBezTo>
                  <a:pt x="1301549" y="246584"/>
                  <a:pt x="1313484" y="242174"/>
                  <a:pt x="1314700" y="241870"/>
                </a:cubicBezTo>
                <a:cubicBezTo>
                  <a:pt x="1315916" y="241566"/>
                  <a:pt x="1320630" y="243390"/>
                  <a:pt x="1323519" y="242706"/>
                </a:cubicBezTo>
                <a:cubicBezTo>
                  <a:pt x="1325039" y="242327"/>
                  <a:pt x="1335834" y="237917"/>
                  <a:pt x="1341764" y="235788"/>
                </a:cubicBezTo>
                <a:cubicBezTo>
                  <a:pt x="1344120" y="235029"/>
                  <a:pt x="1347541" y="234876"/>
                  <a:pt x="1349366" y="234345"/>
                </a:cubicBezTo>
                <a:cubicBezTo>
                  <a:pt x="1354991" y="232596"/>
                  <a:pt x="1363278" y="228415"/>
                  <a:pt x="1369359" y="225982"/>
                </a:cubicBezTo>
                <a:cubicBezTo>
                  <a:pt x="1382359" y="220813"/>
                  <a:pt x="1383043" y="205153"/>
                  <a:pt x="1385019" y="199223"/>
                </a:cubicBezTo>
                <a:cubicBezTo>
                  <a:pt x="1386062" y="196346"/>
                  <a:pt x="1386602" y="193312"/>
                  <a:pt x="1386616" y="190253"/>
                </a:cubicBezTo>
                <a:cubicBezTo>
                  <a:pt x="1386692" y="187288"/>
                  <a:pt x="1386464" y="183714"/>
                  <a:pt x="1385019" y="183182"/>
                </a:cubicBezTo>
                <a:cubicBezTo>
                  <a:pt x="1382459" y="183400"/>
                  <a:pt x="1379918" y="183807"/>
                  <a:pt x="1377417" y="184398"/>
                </a:cubicBezTo>
                <a:cubicBezTo>
                  <a:pt x="1374216" y="185499"/>
                  <a:pt x="1370780" y="185735"/>
                  <a:pt x="1367459" y="185083"/>
                </a:cubicBezTo>
                <a:cubicBezTo>
                  <a:pt x="1364418" y="183639"/>
                  <a:pt x="1364874" y="180065"/>
                  <a:pt x="1364418" y="176037"/>
                </a:cubicBezTo>
                <a:cubicBezTo>
                  <a:pt x="1363445" y="171949"/>
                  <a:pt x="1361398" y="168196"/>
                  <a:pt x="1358488" y="165165"/>
                </a:cubicBezTo>
                <a:cubicBezTo>
                  <a:pt x="1357348" y="162398"/>
                  <a:pt x="1356829" y="159413"/>
                  <a:pt x="1356968" y="156423"/>
                </a:cubicBezTo>
                <a:cubicBezTo>
                  <a:pt x="1357043" y="154827"/>
                  <a:pt x="1356208" y="149581"/>
                  <a:pt x="1356208" y="147985"/>
                </a:cubicBezTo>
                <a:cubicBezTo>
                  <a:pt x="1356208" y="143804"/>
                  <a:pt x="1360161" y="143500"/>
                  <a:pt x="1363810" y="141675"/>
                </a:cubicBezTo>
                <a:cubicBezTo>
                  <a:pt x="1368330" y="142465"/>
                  <a:pt x="1372799" y="143531"/>
                  <a:pt x="1377190" y="144868"/>
                </a:cubicBezTo>
                <a:cubicBezTo>
                  <a:pt x="1387925" y="143705"/>
                  <a:pt x="1398586" y="141928"/>
                  <a:pt x="1409118" y="139547"/>
                </a:cubicBezTo>
                <a:cubicBezTo>
                  <a:pt x="1411475" y="139014"/>
                  <a:pt x="1414059" y="138178"/>
                  <a:pt x="1414668" y="138026"/>
                </a:cubicBezTo>
                <a:cubicBezTo>
                  <a:pt x="1415276" y="137874"/>
                  <a:pt x="1417480" y="136886"/>
                  <a:pt x="1418621" y="136506"/>
                </a:cubicBezTo>
                <a:cubicBezTo>
                  <a:pt x="1426962" y="134059"/>
                  <a:pt x="1434997" y="130667"/>
                  <a:pt x="1442567" y="126395"/>
                </a:cubicBezTo>
                <a:cubicBezTo>
                  <a:pt x="1444740" y="125648"/>
                  <a:pt x="1447044" y="125363"/>
                  <a:pt x="1449333" y="125559"/>
                </a:cubicBezTo>
                <a:cubicBezTo>
                  <a:pt x="1451299" y="125390"/>
                  <a:pt x="1453253" y="125111"/>
                  <a:pt x="1455187" y="124722"/>
                </a:cubicBezTo>
                <a:close/>
                <a:moveTo>
                  <a:pt x="1118870" y="115904"/>
                </a:moveTo>
                <a:cubicBezTo>
                  <a:pt x="1122595" y="113699"/>
                  <a:pt x="1124496" y="121909"/>
                  <a:pt x="1125712" y="124874"/>
                </a:cubicBezTo>
                <a:cubicBezTo>
                  <a:pt x="1126396" y="126318"/>
                  <a:pt x="1124344" y="131944"/>
                  <a:pt x="1124115" y="133920"/>
                </a:cubicBezTo>
                <a:cubicBezTo>
                  <a:pt x="1123888" y="135897"/>
                  <a:pt x="1120998" y="138330"/>
                  <a:pt x="1120998" y="144259"/>
                </a:cubicBezTo>
                <a:cubicBezTo>
                  <a:pt x="1121075" y="146920"/>
                  <a:pt x="1118642" y="148897"/>
                  <a:pt x="1115373" y="151861"/>
                </a:cubicBezTo>
                <a:cubicBezTo>
                  <a:pt x="1112029" y="155095"/>
                  <a:pt x="1108906" y="158549"/>
                  <a:pt x="1106023" y="162200"/>
                </a:cubicBezTo>
                <a:cubicBezTo>
                  <a:pt x="1104499" y="165828"/>
                  <a:pt x="1104153" y="169844"/>
                  <a:pt x="1105035" y="173679"/>
                </a:cubicBezTo>
                <a:cubicBezTo>
                  <a:pt x="1105035" y="174971"/>
                  <a:pt x="1103438" y="179077"/>
                  <a:pt x="1105719" y="181281"/>
                </a:cubicBezTo>
                <a:cubicBezTo>
                  <a:pt x="1108000" y="183486"/>
                  <a:pt x="1110508" y="181129"/>
                  <a:pt x="1111800" y="181281"/>
                </a:cubicBezTo>
                <a:cubicBezTo>
                  <a:pt x="1113093" y="181434"/>
                  <a:pt x="1112257" y="184018"/>
                  <a:pt x="1113777" y="186830"/>
                </a:cubicBezTo>
                <a:cubicBezTo>
                  <a:pt x="1116590" y="192228"/>
                  <a:pt x="1117502" y="193064"/>
                  <a:pt x="1117502" y="195725"/>
                </a:cubicBezTo>
                <a:cubicBezTo>
                  <a:pt x="1117425" y="197246"/>
                  <a:pt x="1117425" y="198538"/>
                  <a:pt x="1116210" y="199298"/>
                </a:cubicBezTo>
                <a:cubicBezTo>
                  <a:pt x="1109169" y="203541"/>
                  <a:pt x="1103169" y="209309"/>
                  <a:pt x="1098649" y="216175"/>
                </a:cubicBezTo>
                <a:cubicBezTo>
                  <a:pt x="1098149" y="218509"/>
                  <a:pt x="1098444" y="220944"/>
                  <a:pt x="1099485" y="223093"/>
                </a:cubicBezTo>
                <a:cubicBezTo>
                  <a:pt x="1100929" y="223093"/>
                  <a:pt x="1104578" y="223093"/>
                  <a:pt x="1106175" y="223093"/>
                </a:cubicBezTo>
                <a:lnTo>
                  <a:pt x="1105947" y="223548"/>
                </a:lnTo>
                <a:cubicBezTo>
                  <a:pt x="1108333" y="224208"/>
                  <a:pt x="1110457" y="225588"/>
                  <a:pt x="1112028" y="227502"/>
                </a:cubicBezTo>
                <a:cubicBezTo>
                  <a:pt x="1113122" y="229516"/>
                  <a:pt x="1113745" y="231751"/>
                  <a:pt x="1113853" y="234040"/>
                </a:cubicBezTo>
                <a:cubicBezTo>
                  <a:pt x="1112712" y="243695"/>
                  <a:pt x="1104351" y="249700"/>
                  <a:pt x="1096749" y="254565"/>
                </a:cubicBezTo>
                <a:cubicBezTo>
                  <a:pt x="1089146" y="259430"/>
                  <a:pt x="1075386" y="264752"/>
                  <a:pt x="1068849" y="268477"/>
                </a:cubicBezTo>
                <a:cubicBezTo>
                  <a:pt x="1063451" y="271593"/>
                  <a:pt x="1058358" y="279348"/>
                  <a:pt x="1055241" y="280640"/>
                </a:cubicBezTo>
                <a:cubicBezTo>
                  <a:pt x="1055241" y="280640"/>
                  <a:pt x="1051516" y="281856"/>
                  <a:pt x="1049844" y="280640"/>
                </a:cubicBezTo>
                <a:cubicBezTo>
                  <a:pt x="1047366" y="279745"/>
                  <a:pt x="1044824" y="279033"/>
                  <a:pt x="1042242" y="278511"/>
                </a:cubicBezTo>
                <a:cubicBezTo>
                  <a:pt x="1039657" y="277675"/>
                  <a:pt x="1040873" y="274026"/>
                  <a:pt x="1038973" y="271822"/>
                </a:cubicBezTo>
                <a:cubicBezTo>
                  <a:pt x="1036987" y="269886"/>
                  <a:pt x="1035386" y="267590"/>
                  <a:pt x="1034259" y="265056"/>
                </a:cubicBezTo>
                <a:cubicBezTo>
                  <a:pt x="1032672" y="261152"/>
                  <a:pt x="1031946" y="256951"/>
                  <a:pt x="1032131" y="252740"/>
                </a:cubicBezTo>
                <a:cubicBezTo>
                  <a:pt x="1034398" y="247372"/>
                  <a:pt x="1038767" y="243169"/>
                  <a:pt x="1044218" y="241109"/>
                </a:cubicBezTo>
                <a:cubicBezTo>
                  <a:pt x="1046618" y="239544"/>
                  <a:pt x="1048928" y="237843"/>
                  <a:pt x="1051136" y="236016"/>
                </a:cubicBezTo>
                <a:cubicBezTo>
                  <a:pt x="1053250" y="234843"/>
                  <a:pt x="1054970" y="233071"/>
                  <a:pt x="1056077" y="230922"/>
                </a:cubicBezTo>
                <a:cubicBezTo>
                  <a:pt x="1056738" y="229344"/>
                  <a:pt x="1057173" y="227681"/>
                  <a:pt x="1057370" y="225981"/>
                </a:cubicBezTo>
                <a:cubicBezTo>
                  <a:pt x="1057522" y="223397"/>
                  <a:pt x="1058814" y="221497"/>
                  <a:pt x="1058813" y="219595"/>
                </a:cubicBezTo>
                <a:cubicBezTo>
                  <a:pt x="1058604" y="217702"/>
                  <a:pt x="1057807" y="215920"/>
                  <a:pt x="1056533" y="214503"/>
                </a:cubicBezTo>
                <a:cubicBezTo>
                  <a:pt x="1055305" y="213254"/>
                  <a:pt x="1054370" y="211748"/>
                  <a:pt x="1053796" y="210093"/>
                </a:cubicBezTo>
                <a:cubicBezTo>
                  <a:pt x="1053796" y="210017"/>
                  <a:pt x="1048324" y="203707"/>
                  <a:pt x="1048323" y="200591"/>
                </a:cubicBezTo>
                <a:cubicBezTo>
                  <a:pt x="1048504" y="195787"/>
                  <a:pt x="1052271" y="191890"/>
                  <a:pt x="1057066" y="191544"/>
                </a:cubicBezTo>
                <a:cubicBezTo>
                  <a:pt x="1058586" y="190936"/>
                  <a:pt x="1061398" y="191544"/>
                  <a:pt x="1062919" y="191544"/>
                </a:cubicBezTo>
                <a:cubicBezTo>
                  <a:pt x="1066568" y="191240"/>
                  <a:pt x="1069153" y="187743"/>
                  <a:pt x="1071130" y="184778"/>
                </a:cubicBezTo>
                <a:cubicBezTo>
                  <a:pt x="1072186" y="180700"/>
                  <a:pt x="1072797" y="176520"/>
                  <a:pt x="1072954" y="172311"/>
                </a:cubicBezTo>
                <a:cubicBezTo>
                  <a:pt x="1074170" y="168054"/>
                  <a:pt x="1069077" y="167369"/>
                  <a:pt x="1066568" y="166381"/>
                </a:cubicBezTo>
                <a:cubicBezTo>
                  <a:pt x="1064155" y="165163"/>
                  <a:pt x="1061602" y="164245"/>
                  <a:pt x="1058966" y="163644"/>
                </a:cubicBezTo>
                <a:cubicBezTo>
                  <a:pt x="1056914" y="163493"/>
                  <a:pt x="1055165" y="161060"/>
                  <a:pt x="1054177" y="158399"/>
                </a:cubicBezTo>
                <a:cubicBezTo>
                  <a:pt x="1053189" y="155738"/>
                  <a:pt x="1052352" y="156575"/>
                  <a:pt x="1050224" y="155738"/>
                </a:cubicBezTo>
                <a:cubicBezTo>
                  <a:pt x="1048095" y="154902"/>
                  <a:pt x="1048095" y="147680"/>
                  <a:pt x="1048095" y="146844"/>
                </a:cubicBezTo>
                <a:cubicBezTo>
                  <a:pt x="1048095" y="146008"/>
                  <a:pt x="1050300" y="145095"/>
                  <a:pt x="1052200" y="144259"/>
                </a:cubicBezTo>
                <a:cubicBezTo>
                  <a:pt x="1054101" y="143423"/>
                  <a:pt x="1054101" y="142055"/>
                  <a:pt x="1055317" y="139470"/>
                </a:cubicBezTo>
                <a:cubicBezTo>
                  <a:pt x="1056534" y="136885"/>
                  <a:pt x="1059347" y="136277"/>
                  <a:pt x="1061931" y="135593"/>
                </a:cubicBezTo>
                <a:cubicBezTo>
                  <a:pt x="1064835" y="135422"/>
                  <a:pt x="1067729" y="135092"/>
                  <a:pt x="1070598" y="134605"/>
                </a:cubicBezTo>
                <a:cubicBezTo>
                  <a:pt x="1082760" y="129664"/>
                  <a:pt x="1096520" y="116056"/>
                  <a:pt x="1108151" y="116664"/>
                </a:cubicBezTo>
                <a:cubicBezTo>
                  <a:pt x="1114080" y="117044"/>
                  <a:pt x="1116513" y="117196"/>
                  <a:pt x="1118870" y="115904"/>
                </a:cubicBezTo>
                <a:close/>
                <a:moveTo>
                  <a:pt x="1643566" y="115600"/>
                </a:moveTo>
                <a:cubicBezTo>
                  <a:pt x="1646378" y="116055"/>
                  <a:pt x="1653905" y="114763"/>
                  <a:pt x="1654589" y="116055"/>
                </a:cubicBezTo>
                <a:cubicBezTo>
                  <a:pt x="1656775" y="119258"/>
                  <a:pt x="1659836" y="121765"/>
                  <a:pt x="1663407" y="123278"/>
                </a:cubicBezTo>
                <a:cubicBezTo>
                  <a:pt x="1666372" y="124798"/>
                  <a:pt x="1665080" y="126851"/>
                  <a:pt x="1665460" y="129511"/>
                </a:cubicBezTo>
                <a:cubicBezTo>
                  <a:pt x="1665840" y="132172"/>
                  <a:pt x="1667513" y="133236"/>
                  <a:pt x="1666676" y="135517"/>
                </a:cubicBezTo>
                <a:cubicBezTo>
                  <a:pt x="1665840" y="137798"/>
                  <a:pt x="1663788" y="141827"/>
                  <a:pt x="1662039" y="146692"/>
                </a:cubicBezTo>
                <a:cubicBezTo>
                  <a:pt x="1662039" y="147756"/>
                  <a:pt x="1660670" y="153229"/>
                  <a:pt x="1662039" y="153229"/>
                </a:cubicBezTo>
                <a:cubicBezTo>
                  <a:pt x="1663616" y="153325"/>
                  <a:pt x="1665185" y="152926"/>
                  <a:pt x="1666525" y="152090"/>
                </a:cubicBezTo>
                <a:cubicBezTo>
                  <a:pt x="1667209" y="151786"/>
                  <a:pt x="1670249" y="150265"/>
                  <a:pt x="1672150" y="149580"/>
                </a:cubicBezTo>
                <a:cubicBezTo>
                  <a:pt x="1674433" y="149072"/>
                  <a:pt x="1676652" y="148307"/>
                  <a:pt x="1678764" y="147300"/>
                </a:cubicBezTo>
                <a:cubicBezTo>
                  <a:pt x="1681349" y="145476"/>
                  <a:pt x="1684769" y="141827"/>
                  <a:pt x="1686366" y="141827"/>
                </a:cubicBezTo>
                <a:cubicBezTo>
                  <a:pt x="1686366" y="141827"/>
                  <a:pt x="1696476" y="138862"/>
                  <a:pt x="1698225" y="141827"/>
                </a:cubicBezTo>
                <a:cubicBezTo>
                  <a:pt x="1699973" y="144792"/>
                  <a:pt x="1704230" y="144488"/>
                  <a:pt x="1708564" y="145172"/>
                </a:cubicBezTo>
                <a:cubicBezTo>
                  <a:pt x="1712897" y="145856"/>
                  <a:pt x="1715709" y="152849"/>
                  <a:pt x="1715709" y="158779"/>
                </a:cubicBezTo>
                <a:cubicBezTo>
                  <a:pt x="1715785" y="161212"/>
                  <a:pt x="1715633" y="162200"/>
                  <a:pt x="1712973" y="162200"/>
                </a:cubicBezTo>
                <a:cubicBezTo>
                  <a:pt x="1711529" y="162276"/>
                  <a:pt x="1709932" y="164709"/>
                  <a:pt x="1707272" y="166457"/>
                </a:cubicBezTo>
                <a:cubicBezTo>
                  <a:pt x="1703124" y="168843"/>
                  <a:pt x="1698709" y="170731"/>
                  <a:pt x="1694119" y="172082"/>
                </a:cubicBezTo>
                <a:cubicBezTo>
                  <a:pt x="1691807" y="173627"/>
                  <a:pt x="1689230" y="174735"/>
                  <a:pt x="1686517" y="175352"/>
                </a:cubicBezTo>
                <a:cubicBezTo>
                  <a:pt x="1683172" y="175808"/>
                  <a:pt x="1680208" y="175960"/>
                  <a:pt x="1677700" y="176492"/>
                </a:cubicBezTo>
                <a:cubicBezTo>
                  <a:pt x="1672992" y="177648"/>
                  <a:pt x="1668446" y="179384"/>
                  <a:pt x="1664168" y="181661"/>
                </a:cubicBezTo>
                <a:cubicBezTo>
                  <a:pt x="1662343" y="183595"/>
                  <a:pt x="1660830" y="185801"/>
                  <a:pt x="1659682" y="188199"/>
                </a:cubicBezTo>
                <a:cubicBezTo>
                  <a:pt x="1658626" y="191759"/>
                  <a:pt x="1659211" y="195605"/>
                  <a:pt x="1661279" y="198690"/>
                </a:cubicBezTo>
                <a:cubicBezTo>
                  <a:pt x="1667610" y="207313"/>
                  <a:pt x="1675135" y="214992"/>
                  <a:pt x="1683629" y="221496"/>
                </a:cubicBezTo>
                <a:cubicBezTo>
                  <a:pt x="1687658" y="224917"/>
                  <a:pt x="1693360" y="236701"/>
                  <a:pt x="1700125" y="240121"/>
                </a:cubicBezTo>
                <a:cubicBezTo>
                  <a:pt x="1706161" y="243405"/>
                  <a:pt x="1711842" y="247303"/>
                  <a:pt x="1717078" y="251752"/>
                </a:cubicBezTo>
                <a:cubicBezTo>
                  <a:pt x="1720165" y="253388"/>
                  <a:pt x="1723430" y="254664"/>
                  <a:pt x="1726809" y="255554"/>
                </a:cubicBezTo>
                <a:cubicBezTo>
                  <a:pt x="1729850" y="256846"/>
                  <a:pt x="1732510" y="259658"/>
                  <a:pt x="1734411" y="260343"/>
                </a:cubicBezTo>
                <a:cubicBezTo>
                  <a:pt x="1739352" y="262015"/>
                  <a:pt x="1743609" y="263536"/>
                  <a:pt x="1751211" y="266576"/>
                </a:cubicBezTo>
                <a:cubicBezTo>
                  <a:pt x="1753036" y="267337"/>
                  <a:pt x="1756076" y="267565"/>
                  <a:pt x="1756989" y="269237"/>
                </a:cubicBezTo>
                <a:lnTo>
                  <a:pt x="1756381" y="269997"/>
                </a:lnTo>
                <a:cubicBezTo>
                  <a:pt x="1757141" y="271442"/>
                  <a:pt x="1754708" y="272734"/>
                  <a:pt x="1754556" y="274407"/>
                </a:cubicBezTo>
                <a:cubicBezTo>
                  <a:pt x="1754404" y="276079"/>
                  <a:pt x="1755164" y="278892"/>
                  <a:pt x="1753720" y="280640"/>
                </a:cubicBezTo>
                <a:cubicBezTo>
                  <a:pt x="1751384" y="283636"/>
                  <a:pt x="1747860" y="285467"/>
                  <a:pt x="1744066" y="285658"/>
                </a:cubicBezTo>
                <a:cubicBezTo>
                  <a:pt x="1742469" y="285810"/>
                  <a:pt x="1741252" y="288091"/>
                  <a:pt x="1740113" y="288927"/>
                </a:cubicBezTo>
                <a:cubicBezTo>
                  <a:pt x="1738972" y="289763"/>
                  <a:pt x="1737299" y="289763"/>
                  <a:pt x="1736159" y="289763"/>
                </a:cubicBezTo>
                <a:cubicBezTo>
                  <a:pt x="1733186" y="289775"/>
                  <a:pt x="1730215" y="289597"/>
                  <a:pt x="1727264" y="289231"/>
                </a:cubicBezTo>
                <a:cubicBezTo>
                  <a:pt x="1724200" y="289399"/>
                  <a:pt x="1721130" y="289399"/>
                  <a:pt x="1718066" y="289231"/>
                </a:cubicBezTo>
                <a:cubicBezTo>
                  <a:pt x="1715311" y="289206"/>
                  <a:pt x="1712582" y="288692"/>
                  <a:pt x="1710008" y="287711"/>
                </a:cubicBezTo>
                <a:cubicBezTo>
                  <a:pt x="1704991" y="284821"/>
                  <a:pt x="1701190" y="286950"/>
                  <a:pt x="1697389" y="285962"/>
                </a:cubicBezTo>
                <a:cubicBezTo>
                  <a:pt x="1694404" y="285425"/>
                  <a:pt x="1691799" y="283623"/>
                  <a:pt x="1690243" y="281021"/>
                </a:cubicBezTo>
                <a:cubicBezTo>
                  <a:pt x="1687810" y="274254"/>
                  <a:pt x="1691079" y="272278"/>
                  <a:pt x="1679296" y="261483"/>
                </a:cubicBezTo>
                <a:cubicBezTo>
                  <a:pt x="1674851" y="256494"/>
                  <a:pt x="1670712" y="251238"/>
                  <a:pt x="1666904" y="245747"/>
                </a:cubicBezTo>
                <a:cubicBezTo>
                  <a:pt x="1664586" y="242699"/>
                  <a:pt x="1662046" y="239828"/>
                  <a:pt x="1659302" y="237156"/>
                </a:cubicBezTo>
                <a:cubicBezTo>
                  <a:pt x="1651548" y="231455"/>
                  <a:pt x="1644631" y="223549"/>
                  <a:pt x="1642045" y="221952"/>
                </a:cubicBezTo>
                <a:cubicBezTo>
                  <a:pt x="1641133" y="221421"/>
                  <a:pt x="1635964" y="233736"/>
                  <a:pt x="1630110" y="240045"/>
                </a:cubicBezTo>
                <a:cubicBezTo>
                  <a:pt x="1624257" y="246355"/>
                  <a:pt x="1620000" y="249320"/>
                  <a:pt x="1612854" y="256922"/>
                </a:cubicBezTo>
                <a:cubicBezTo>
                  <a:pt x="1607638" y="261544"/>
                  <a:pt x="1601640" y="265201"/>
                  <a:pt x="1595141" y="267717"/>
                </a:cubicBezTo>
                <a:cubicBezTo>
                  <a:pt x="1592176" y="269693"/>
                  <a:pt x="1585410" y="272734"/>
                  <a:pt x="1581990" y="274863"/>
                </a:cubicBezTo>
                <a:cubicBezTo>
                  <a:pt x="1578568" y="276991"/>
                  <a:pt x="1572563" y="276687"/>
                  <a:pt x="1569902" y="277980"/>
                </a:cubicBezTo>
                <a:cubicBezTo>
                  <a:pt x="1567795" y="278804"/>
                  <a:pt x="1565550" y="279216"/>
                  <a:pt x="1563288" y="279196"/>
                </a:cubicBezTo>
                <a:cubicBezTo>
                  <a:pt x="1561464" y="278892"/>
                  <a:pt x="1560171" y="276307"/>
                  <a:pt x="1558803" y="275319"/>
                </a:cubicBezTo>
                <a:cubicBezTo>
                  <a:pt x="1557435" y="274331"/>
                  <a:pt x="1557435" y="269389"/>
                  <a:pt x="1555382" y="268477"/>
                </a:cubicBezTo>
                <a:cubicBezTo>
                  <a:pt x="1553401" y="267991"/>
                  <a:pt x="1551468" y="267329"/>
                  <a:pt x="1549604" y="266501"/>
                </a:cubicBezTo>
                <a:cubicBezTo>
                  <a:pt x="1548388" y="265360"/>
                  <a:pt x="1549376" y="263460"/>
                  <a:pt x="1553329" y="262168"/>
                </a:cubicBezTo>
                <a:cubicBezTo>
                  <a:pt x="1556482" y="261097"/>
                  <a:pt x="1559380" y="259389"/>
                  <a:pt x="1561844" y="257150"/>
                </a:cubicBezTo>
                <a:cubicBezTo>
                  <a:pt x="1563934" y="255903"/>
                  <a:pt x="1565895" y="254451"/>
                  <a:pt x="1567698" y="252817"/>
                </a:cubicBezTo>
                <a:cubicBezTo>
                  <a:pt x="1568382" y="251980"/>
                  <a:pt x="1570814" y="251601"/>
                  <a:pt x="1571803" y="250992"/>
                </a:cubicBezTo>
                <a:cubicBezTo>
                  <a:pt x="1581451" y="242815"/>
                  <a:pt x="1590590" y="234056"/>
                  <a:pt x="1599170" y="224765"/>
                </a:cubicBezTo>
                <a:cubicBezTo>
                  <a:pt x="1604076" y="219480"/>
                  <a:pt x="1607692" y="213131"/>
                  <a:pt x="1609737" y="206216"/>
                </a:cubicBezTo>
                <a:cubicBezTo>
                  <a:pt x="1611031" y="203879"/>
                  <a:pt x="1611784" y="201281"/>
                  <a:pt x="1611941" y="198614"/>
                </a:cubicBezTo>
                <a:cubicBezTo>
                  <a:pt x="1611713" y="197398"/>
                  <a:pt x="1608064" y="198614"/>
                  <a:pt x="1606468" y="198614"/>
                </a:cubicBezTo>
                <a:cubicBezTo>
                  <a:pt x="1604872" y="198614"/>
                  <a:pt x="1603884" y="198538"/>
                  <a:pt x="1602286" y="198614"/>
                </a:cubicBezTo>
                <a:cubicBezTo>
                  <a:pt x="1600690" y="198690"/>
                  <a:pt x="1598486" y="200135"/>
                  <a:pt x="1596661" y="200135"/>
                </a:cubicBezTo>
                <a:cubicBezTo>
                  <a:pt x="1594913" y="200743"/>
                  <a:pt x="1593012" y="200743"/>
                  <a:pt x="1591264" y="200135"/>
                </a:cubicBezTo>
                <a:cubicBezTo>
                  <a:pt x="1588375" y="199222"/>
                  <a:pt x="1586854" y="196790"/>
                  <a:pt x="1582977" y="196257"/>
                </a:cubicBezTo>
                <a:cubicBezTo>
                  <a:pt x="1577746" y="194402"/>
                  <a:pt x="1574009" y="189754"/>
                  <a:pt x="1573322" y="184246"/>
                </a:cubicBezTo>
                <a:cubicBezTo>
                  <a:pt x="1572666" y="181427"/>
                  <a:pt x="1573668" y="178479"/>
                  <a:pt x="1575907" y="176644"/>
                </a:cubicBezTo>
                <a:cubicBezTo>
                  <a:pt x="1577884" y="175200"/>
                  <a:pt x="1578872" y="173147"/>
                  <a:pt x="1580469" y="171931"/>
                </a:cubicBezTo>
                <a:cubicBezTo>
                  <a:pt x="1582065" y="170715"/>
                  <a:pt x="1584954" y="170562"/>
                  <a:pt x="1586247" y="169726"/>
                </a:cubicBezTo>
                <a:cubicBezTo>
                  <a:pt x="1587539" y="168890"/>
                  <a:pt x="1588907" y="167370"/>
                  <a:pt x="1591111" y="166533"/>
                </a:cubicBezTo>
                <a:cubicBezTo>
                  <a:pt x="1593316" y="165697"/>
                  <a:pt x="1598942" y="166533"/>
                  <a:pt x="1602971" y="166533"/>
                </a:cubicBezTo>
                <a:cubicBezTo>
                  <a:pt x="1609897" y="165623"/>
                  <a:pt x="1616553" y="163266"/>
                  <a:pt x="1622508" y="159615"/>
                </a:cubicBezTo>
                <a:cubicBezTo>
                  <a:pt x="1622302" y="153399"/>
                  <a:pt x="1623579" y="147223"/>
                  <a:pt x="1626233" y="141598"/>
                </a:cubicBezTo>
                <a:cubicBezTo>
                  <a:pt x="1627132" y="137865"/>
                  <a:pt x="1627567" y="134035"/>
                  <a:pt x="1627525" y="130196"/>
                </a:cubicBezTo>
                <a:cubicBezTo>
                  <a:pt x="1627943" y="126921"/>
                  <a:pt x="1627762" y="123598"/>
                  <a:pt x="1626994" y="120388"/>
                </a:cubicBezTo>
                <a:cubicBezTo>
                  <a:pt x="1626917" y="117652"/>
                  <a:pt x="1628438" y="117348"/>
                  <a:pt x="1630035" y="116892"/>
                </a:cubicBezTo>
                <a:cubicBezTo>
                  <a:pt x="1635052" y="115523"/>
                  <a:pt x="1634976" y="117424"/>
                  <a:pt x="1637637" y="117500"/>
                </a:cubicBezTo>
                <a:cubicBezTo>
                  <a:pt x="1640297" y="117576"/>
                  <a:pt x="1640753" y="115143"/>
                  <a:pt x="1643566" y="115600"/>
                </a:cubicBezTo>
                <a:close/>
                <a:moveTo>
                  <a:pt x="591287" y="113167"/>
                </a:moveTo>
                <a:cubicBezTo>
                  <a:pt x="592731" y="113319"/>
                  <a:pt x="594404" y="115752"/>
                  <a:pt x="596912" y="116284"/>
                </a:cubicBezTo>
                <a:cubicBezTo>
                  <a:pt x="599421" y="116816"/>
                  <a:pt x="602994" y="116740"/>
                  <a:pt x="605882" y="117272"/>
                </a:cubicBezTo>
                <a:cubicBezTo>
                  <a:pt x="607403" y="117272"/>
                  <a:pt x="613484" y="117272"/>
                  <a:pt x="615005" y="117272"/>
                </a:cubicBezTo>
                <a:cubicBezTo>
                  <a:pt x="617061" y="117398"/>
                  <a:pt x="619073" y="117913"/>
                  <a:pt x="620935" y="118793"/>
                </a:cubicBezTo>
                <a:cubicBezTo>
                  <a:pt x="621847" y="119325"/>
                  <a:pt x="625040" y="120009"/>
                  <a:pt x="626180" y="121301"/>
                </a:cubicBezTo>
                <a:cubicBezTo>
                  <a:pt x="628762" y="123695"/>
                  <a:pt x="630696" y="126702"/>
                  <a:pt x="631806" y="130044"/>
                </a:cubicBezTo>
                <a:lnTo>
                  <a:pt x="630817" y="130424"/>
                </a:lnTo>
                <a:cubicBezTo>
                  <a:pt x="631198" y="133161"/>
                  <a:pt x="630361" y="134073"/>
                  <a:pt x="630361" y="136201"/>
                </a:cubicBezTo>
                <a:cubicBezTo>
                  <a:pt x="630696" y="139131"/>
                  <a:pt x="630696" y="142090"/>
                  <a:pt x="630361" y="145020"/>
                </a:cubicBezTo>
                <a:cubicBezTo>
                  <a:pt x="629981" y="146540"/>
                  <a:pt x="627700" y="150265"/>
                  <a:pt x="625876" y="154599"/>
                </a:cubicBezTo>
                <a:cubicBezTo>
                  <a:pt x="625227" y="157861"/>
                  <a:pt x="624796" y="161162"/>
                  <a:pt x="624584" y="164481"/>
                </a:cubicBezTo>
                <a:cubicBezTo>
                  <a:pt x="624508" y="169118"/>
                  <a:pt x="624279" y="172540"/>
                  <a:pt x="623595" y="182422"/>
                </a:cubicBezTo>
                <a:cubicBezTo>
                  <a:pt x="623443" y="185767"/>
                  <a:pt x="622531" y="188884"/>
                  <a:pt x="621998" y="193369"/>
                </a:cubicBezTo>
                <a:cubicBezTo>
                  <a:pt x="621771" y="195041"/>
                  <a:pt x="621314" y="199755"/>
                  <a:pt x="621314" y="202643"/>
                </a:cubicBezTo>
                <a:cubicBezTo>
                  <a:pt x="621239" y="206977"/>
                  <a:pt x="623215" y="207813"/>
                  <a:pt x="623443" y="208953"/>
                </a:cubicBezTo>
                <a:cubicBezTo>
                  <a:pt x="623671" y="210094"/>
                  <a:pt x="623747" y="210322"/>
                  <a:pt x="624051" y="212602"/>
                </a:cubicBezTo>
                <a:cubicBezTo>
                  <a:pt x="624355" y="214883"/>
                  <a:pt x="625648" y="215947"/>
                  <a:pt x="625268" y="218304"/>
                </a:cubicBezTo>
                <a:cubicBezTo>
                  <a:pt x="624888" y="220661"/>
                  <a:pt x="622911" y="224614"/>
                  <a:pt x="621847" y="230543"/>
                </a:cubicBezTo>
                <a:cubicBezTo>
                  <a:pt x="621295" y="233238"/>
                  <a:pt x="619748" y="235627"/>
                  <a:pt x="617514" y="237233"/>
                </a:cubicBezTo>
                <a:cubicBezTo>
                  <a:pt x="613655" y="240463"/>
                  <a:pt x="609288" y="243031"/>
                  <a:pt x="604590" y="244835"/>
                </a:cubicBezTo>
                <a:cubicBezTo>
                  <a:pt x="599421" y="246508"/>
                  <a:pt x="596228" y="253653"/>
                  <a:pt x="593263" y="255553"/>
                </a:cubicBezTo>
                <a:cubicBezTo>
                  <a:pt x="589395" y="257586"/>
                  <a:pt x="585409" y="259388"/>
                  <a:pt x="581328" y="260951"/>
                </a:cubicBezTo>
                <a:cubicBezTo>
                  <a:pt x="575890" y="263296"/>
                  <a:pt x="570779" y="266337"/>
                  <a:pt x="566124" y="269998"/>
                </a:cubicBezTo>
                <a:cubicBezTo>
                  <a:pt x="563136" y="271602"/>
                  <a:pt x="560005" y="272925"/>
                  <a:pt x="556773" y="273951"/>
                </a:cubicBezTo>
                <a:cubicBezTo>
                  <a:pt x="552198" y="277835"/>
                  <a:pt x="547316" y="281342"/>
                  <a:pt x="542177" y="284442"/>
                </a:cubicBezTo>
                <a:cubicBezTo>
                  <a:pt x="539212" y="285734"/>
                  <a:pt x="535639" y="278969"/>
                  <a:pt x="532826" y="276004"/>
                </a:cubicBezTo>
                <a:cubicBezTo>
                  <a:pt x="530946" y="274306"/>
                  <a:pt x="528938" y="272756"/>
                  <a:pt x="526821" y="271367"/>
                </a:cubicBezTo>
                <a:cubicBezTo>
                  <a:pt x="525148" y="269998"/>
                  <a:pt x="525756" y="266121"/>
                  <a:pt x="525148" y="263765"/>
                </a:cubicBezTo>
                <a:cubicBezTo>
                  <a:pt x="524540" y="261408"/>
                  <a:pt x="523019" y="258214"/>
                  <a:pt x="523019" y="257151"/>
                </a:cubicBezTo>
                <a:cubicBezTo>
                  <a:pt x="523177" y="254918"/>
                  <a:pt x="524593" y="252971"/>
                  <a:pt x="526668" y="252133"/>
                </a:cubicBezTo>
                <a:cubicBezTo>
                  <a:pt x="528341" y="251600"/>
                  <a:pt x="530697" y="252361"/>
                  <a:pt x="532294" y="251600"/>
                </a:cubicBezTo>
                <a:cubicBezTo>
                  <a:pt x="535346" y="250122"/>
                  <a:pt x="538270" y="248394"/>
                  <a:pt x="541037" y="246431"/>
                </a:cubicBezTo>
                <a:cubicBezTo>
                  <a:pt x="543947" y="244758"/>
                  <a:pt x="547103" y="243553"/>
                  <a:pt x="550387" y="242859"/>
                </a:cubicBezTo>
                <a:cubicBezTo>
                  <a:pt x="555989" y="240254"/>
                  <a:pt x="561401" y="237256"/>
                  <a:pt x="566580" y="233888"/>
                </a:cubicBezTo>
                <a:cubicBezTo>
                  <a:pt x="569241" y="232443"/>
                  <a:pt x="574182" y="230011"/>
                  <a:pt x="574182" y="226286"/>
                </a:cubicBezTo>
                <a:cubicBezTo>
                  <a:pt x="574390" y="220555"/>
                  <a:pt x="574238" y="214817"/>
                  <a:pt x="573726" y="209105"/>
                </a:cubicBezTo>
                <a:cubicBezTo>
                  <a:pt x="572890" y="207357"/>
                  <a:pt x="569696" y="206673"/>
                  <a:pt x="569697" y="206673"/>
                </a:cubicBezTo>
                <a:cubicBezTo>
                  <a:pt x="567228" y="207390"/>
                  <a:pt x="564665" y="207724"/>
                  <a:pt x="562095" y="207661"/>
                </a:cubicBezTo>
                <a:cubicBezTo>
                  <a:pt x="559650" y="208338"/>
                  <a:pt x="557262" y="209203"/>
                  <a:pt x="554949" y="210245"/>
                </a:cubicBezTo>
                <a:cubicBezTo>
                  <a:pt x="553504" y="210930"/>
                  <a:pt x="550920" y="211614"/>
                  <a:pt x="549551" y="210930"/>
                </a:cubicBezTo>
                <a:cubicBezTo>
                  <a:pt x="547998" y="210520"/>
                  <a:pt x="546713" y="209430"/>
                  <a:pt x="546054" y="207965"/>
                </a:cubicBezTo>
                <a:cubicBezTo>
                  <a:pt x="545061" y="205128"/>
                  <a:pt x="544522" y="202151"/>
                  <a:pt x="544458" y="199147"/>
                </a:cubicBezTo>
                <a:cubicBezTo>
                  <a:pt x="543548" y="197215"/>
                  <a:pt x="543031" y="195122"/>
                  <a:pt x="542937" y="192989"/>
                </a:cubicBezTo>
                <a:cubicBezTo>
                  <a:pt x="543634" y="188872"/>
                  <a:pt x="543864" y="184689"/>
                  <a:pt x="543622" y="180522"/>
                </a:cubicBezTo>
                <a:cubicBezTo>
                  <a:pt x="543622" y="175580"/>
                  <a:pt x="547726" y="173908"/>
                  <a:pt x="551224" y="173299"/>
                </a:cubicBezTo>
                <a:cubicBezTo>
                  <a:pt x="554720" y="172691"/>
                  <a:pt x="557837" y="170106"/>
                  <a:pt x="561334" y="170107"/>
                </a:cubicBezTo>
                <a:cubicBezTo>
                  <a:pt x="563880" y="170184"/>
                  <a:pt x="566427" y="170006"/>
                  <a:pt x="568936" y="169575"/>
                </a:cubicBezTo>
                <a:cubicBezTo>
                  <a:pt x="572540" y="168532"/>
                  <a:pt x="575971" y="166970"/>
                  <a:pt x="579124" y="164938"/>
                </a:cubicBezTo>
                <a:cubicBezTo>
                  <a:pt x="581100" y="162048"/>
                  <a:pt x="584065" y="160224"/>
                  <a:pt x="584065" y="155663"/>
                </a:cubicBezTo>
                <a:cubicBezTo>
                  <a:pt x="584520" y="147073"/>
                  <a:pt x="587181" y="143271"/>
                  <a:pt x="587181" y="135669"/>
                </a:cubicBezTo>
                <a:cubicBezTo>
                  <a:pt x="587523" y="130813"/>
                  <a:pt x="585651" y="126063"/>
                  <a:pt x="582088" y="122746"/>
                </a:cubicBezTo>
                <a:cubicBezTo>
                  <a:pt x="581366" y="121637"/>
                  <a:pt x="581366" y="120206"/>
                  <a:pt x="582088" y="119097"/>
                </a:cubicBezTo>
                <a:cubicBezTo>
                  <a:pt x="584200" y="117922"/>
                  <a:pt x="586121" y="116436"/>
                  <a:pt x="587790" y="114687"/>
                </a:cubicBezTo>
                <a:cubicBezTo>
                  <a:pt x="588565" y="113549"/>
                  <a:pt x="589925" y="112958"/>
                  <a:pt x="591287" y="113167"/>
                </a:cubicBezTo>
                <a:close/>
                <a:moveTo>
                  <a:pt x="699236" y="103056"/>
                </a:moveTo>
                <a:cubicBezTo>
                  <a:pt x="702733" y="103208"/>
                  <a:pt x="703189" y="105185"/>
                  <a:pt x="704785" y="106325"/>
                </a:cubicBezTo>
                <a:cubicBezTo>
                  <a:pt x="706243" y="106990"/>
                  <a:pt x="707821" y="107352"/>
                  <a:pt x="709422" y="107389"/>
                </a:cubicBezTo>
                <a:cubicBezTo>
                  <a:pt x="710867" y="107618"/>
                  <a:pt x="712235" y="109670"/>
                  <a:pt x="712996" y="111418"/>
                </a:cubicBezTo>
                <a:cubicBezTo>
                  <a:pt x="714687" y="114916"/>
                  <a:pt x="715668" y="118715"/>
                  <a:pt x="715884" y="122593"/>
                </a:cubicBezTo>
                <a:cubicBezTo>
                  <a:pt x="715580" y="130880"/>
                  <a:pt x="709726" y="132704"/>
                  <a:pt x="707598" y="137798"/>
                </a:cubicBezTo>
                <a:cubicBezTo>
                  <a:pt x="706761" y="140258"/>
                  <a:pt x="706225" y="142811"/>
                  <a:pt x="706002" y="145400"/>
                </a:cubicBezTo>
                <a:cubicBezTo>
                  <a:pt x="706761" y="149581"/>
                  <a:pt x="711019" y="150721"/>
                  <a:pt x="712843" y="147756"/>
                </a:cubicBezTo>
                <a:cubicBezTo>
                  <a:pt x="716265" y="146997"/>
                  <a:pt x="717329" y="145020"/>
                  <a:pt x="719685" y="143879"/>
                </a:cubicBezTo>
                <a:cubicBezTo>
                  <a:pt x="722042" y="142740"/>
                  <a:pt x="725387" y="146540"/>
                  <a:pt x="730708" y="147756"/>
                </a:cubicBezTo>
                <a:cubicBezTo>
                  <a:pt x="733673" y="148440"/>
                  <a:pt x="734890" y="155814"/>
                  <a:pt x="736866" y="159236"/>
                </a:cubicBezTo>
                <a:cubicBezTo>
                  <a:pt x="737759" y="161879"/>
                  <a:pt x="738195" y="164656"/>
                  <a:pt x="738158" y="167446"/>
                </a:cubicBezTo>
                <a:cubicBezTo>
                  <a:pt x="738052" y="169556"/>
                  <a:pt x="736511" y="171318"/>
                  <a:pt x="734433" y="171703"/>
                </a:cubicBezTo>
                <a:cubicBezTo>
                  <a:pt x="731773" y="172311"/>
                  <a:pt x="730176" y="172691"/>
                  <a:pt x="726831" y="173679"/>
                </a:cubicBezTo>
                <a:cubicBezTo>
                  <a:pt x="724333" y="174758"/>
                  <a:pt x="722082" y="176335"/>
                  <a:pt x="720218" y="178316"/>
                </a:cubicBezTo>
                <a:cubicBezTo>
                  <a:pt x="717253" y="180445"/>
                  <a:pt x="714135" y="180901"/>
                  <a:pt x="710943" y="183486"/>
                </a:cubicBezTo>
                <a:cubicBezTo>
                  <a:pt x="706552" y="186826"/>
                  <a:pt x="701538" y="189255"/>
                  <a:pt x="696195" y="190632"/>
                </a:cubicBezTo>
                <a:cubicBezTo>
                  <a:pt x="693466" y="195676"/>
                  <a:pt x="691736" y="201200"/>
                  <a:pt x="691102" y="206900"/>
                </a:cubicBezTo>
                <a:cubicBezTo>
                  <a:pt x="690759" y="209445"/>
                  <a:pt x="690940" y="212031"/>
                  <a:pt x="691634" y="214502"/>
                </a:cubicBezTo>
                <a:cubicBezTo>
                  <a:pt x="692926" y="219063"/>
                  <a:pt x="691786" y="223397"/>
                  <a:pt x="695739" y="227958"/>
                </a:cubicBezTo>
                <a:cubicBezTo>
                  <a:pt x="698811" y="230859"/>
                  <a:pt x="702779" y="232627"/>
                  <a:pt x="706990" y="232975"/>
                </a:cubicBezTo>
                <a:cubicBezTo>
                  <a:pt x="709708" y="233022"/>
                  <a:pt x="712411" y="233380"/>
                  <a:pt x="715048" y="234040"/>
                </a:cubicBezTo>
                <a:cubicBezTo>
                  <a:pt x="716898" y="234654"/>
                  <a:pt x="718810" y="235062"/>
                  <a:pt x="720749" y="235256"/>
                </a:cubicBezTo>
                <a:cubicBezTo>
                  <a:pt x="722438" y="236398"/>
                  <a:pt x="724360" y="237152"/>
                  <a:pt x="726375" y="237461"/>
                </a:cubicBezTo>
                <a:cubicBezTo>
                  <a:pt x="729343" y="237338"/>
                  <a:pt x="732313" y="237645"/>
                  <a:pt x="735194" y="238373"/>
                </a:cubicBezTo>
                <a:lnTo>
                  <a:pt x="735574" y="238525"/>
                </a:lnTo>
                <a:cubicBezTo>
                  <a:pt x="739451" y="240876"/>
                  <a:pt x="741429" y="245412"/>
                  <a:pt x="740515" y="249852"/>
                </a:cubicBezTo>
                <a:cubicBezTo>
                  <a:pt x="739281" y="254137"/>
                  <a:pt x="737808" y="258350"/>
                  <a:pt x="736106" y="262471"/>
                </a:cubicBezTo>
                <a:cubicBezTo>
                  <a:pt x="735041" y="265816"/>
                  <a:pt x="734357" y="269314"/>
                  <a:pt x="732457" y="270758"/>
                </a:cubicBezTo>
                <a:cubicBezTo>
                  <a:pt x="730556" y="272202"/>
                  <a:pt x="725691" y="271138"/>
                  <a:pt x="722954" y="272202"/>
                </a:cubicBezTo>
                <a:cubicBezTo>
                  <a:pt x="719988" y="273472"/>
                  <a:pt x="716824" y="274218"/>
                  <a:pt x="713604" y="274406"/>
                </a:cubicBezTo>
                <a:cubicBezTo>
                  <a:pt x="711323" y="274406"/>
                  <a:pt x="708510" y="272202"/>
                  <a:pt x="707066" y="271594"/>
                </a:cubicBezTo>
                <a:cubicBezTo>
                  <a:pt x="703790" y="270619"/>
                  <a:pt x="700357" y="270283"/>
                  <a:pt x="696955" y="270606"/>
                </a:cubicBezTo>
                <a:cubicBezTo>
                  <a:pt x="694218" y="270606"/>
                  <a:pt x="686996" y="270606"/>
                  <a:pt x="686996" y="270606"/>
                </a:cubicBezTo>
                <a:cubicBezTo>
                  <a:pt x="685476" y="270606"/>
                  <a:pt x="682207" y="268857"/>
                  <a:pt x="678558" y="268173"/>
                </a:cubicBezTo>
                <a:cubicBezTo>
                  <a:pt x="674909" y="267489"/>
                  <a:pt x="668904" y="268325"/>
                  <a:pt x="666243" y="267489"/>
                </a:cubicBezTo>
                <a:cubicBezTo>
                  <a:pt x="663999" y="266681"/>
                  <a:pt x="661895" y="265527"/>
                  <a:pt x="660009" y="264068"/>
                </a:cubicBezTo>
                <a:cubicBezTo>
                  <a:pt x="657647" y="261271"/>
                  <a:pt x="655701" y="258147"/>
                  <a:pt x="654232" y="254793"/>
                </a:cubicBezTo>
                <a:cubicBezTo>
                  <a:pt x="653679" y="251223"/>
                  <a:pt x="653424" y="247612"/>
                  <a:pt x="653471" y="243998"/>
                </a:cubicBezTo>
                <a:cubicBezTo>
                  <a:pt x="653167" y="241946"/>
                  <a:pt x="650810" y="232671"/>
                  <a:pt x="650810" y="231151"/>
                </a:cubicBezTo>
                <a:lnTo>
                  <a:pt x="650279" y="223093"/>
                </a:lnTo>
                <a:cubicBezTo>
                  <a:pt x="650271" y="220527"/>
                  <a:pt x="649939" y="217973"/>
                  <a:pt x="649291" y="215491"/>
                </a:cubicBezTo>
                <a:cubicBezTo>
                  <a:pt x="648346" y="211586"/>
                  <a:pt x="647936" y="207571"/>
                  <a:pt x="648073" y="203556"/>
                </a:cubicBezTo>
                <a:cubicBezTo>
                  <a:pt x="647998" y="197322"/>
                  <a:pt x="649822" y="196334"/>
                  <a:pt x="651267" y="184322"/>
                </a:cubicBezTo>
                <a:cubicBezTo>
                  <a:pt x="651418" y="183106"/>
                  <a:pt x="653928" y="179457"/>
                  <a:pt x="653928" y="178316"/>
                </a:cubicBezTo>
                <a:cubicBezTo>
                  <a:pt x="654383" y="172387"/>
                  <a:pt x="655676" y="172463"/>
                  <a:pt x="656208" y="168434"/>
                </a:cubicBezTo>
                <a:cubicBezTo>
                  <a:pt x="656740" y="164405"/>
                  <a:pt x="658336" y="159540"/>
                  <a:pt x="658336" y="158324"/>
                </a:cubicBezTo>
                <a:cubicBezTo>
                  <a:pt x="659249" y="152165"/>
                  <a:pt x="659249" y="144183"/>
                  <a:pt x="659250" y="142587"/>
                </a:cubicBezTo>
                <a:cubicBezTo>
                  <a:pt x="659554" y="139303"/>
                  <a:pt x="660322" y="136078"/>
                  <a:pt x="661530" y="133008"/>
                </a:cubicBezTo>
                <a:cubicBezTo>
                  <a:pt x="662941" y="128015"/>
                  <a:pt x="664032" y="122937"/>
                  <a:pt x="664799" y="117804"/>
                </a:cubicBezTo>
                <a:cubicBezTo>
                  <a:pt x="664543" y="114329"/>
                  <a:pt x="664670" y="110836"/>
                  <a:pt x="665179" y="107389"/>
                </a:cubicBezTo>
                <a:cubicBezTo>
                  <a:pt x="666243" y="103740"/>
                  <a:pt x="668143" y="103132"/>
                  <a:pt x="671184" y="103132"/>
                </a:cubicBezTo>
                <a:cubicBezTo>
                  <a:pt x="672553" y="103056"/>
                  <a:pt x="676581" y="104653"/>
                  <a:pt x="678786" y="104729"/>
                </a:cubicBezTo>
                <a:cubicBezTo>
                  <a:pt x="680991" y="104805"/>
                  <a:pt x="684032" y="103285"/>
                  <a:pt x="685552" y="103285"/>
                </a:cubicBezTo>
                <a:cubicBezTo>
                  <a:pt x="687603" y="103564"/>
                  <a:pt x="689634" y="103970"/>
                  <a:pt x="691634" y="104501"/>
                </a:cubicBezTo>
                <a:cubicBezTo>
                  <a:pt x="694126" y="103820"/>
                  <a:pt x="696668" y="103337"/>
                  <a:pt x="699236" y="103056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2" y="100927"/>
                </a:moveTo>
                <a:cubicBezTo>
                  <a:pt x="1220585" y="100927"/>
                  <a:pt x="1222866" y="103892"/>
                  <a:pt x="1225375" y="103892"/>
                </a:cubicBezTo>
                <a:cubicBezTo>
                  <a:pt x="1230471" y="103521"/>
                  <a:pt x="1235594" y="103905"/>
                  <a:pt x="1240579" y="105032"/>
                </a:cubicBezTo>
                <a:lnTo>
                  <a:pt x="1241263" y="105413"/>
                </a:lnTo>
                <a:cubicBezTo>
                  <a:pt x="1242176" y="106173"/>
                  <a:pt x="1242784" y="110658"/>
                  <a:pt x="1243848" y="111646"/>
                </a:cubicBezTo>
                <a:cubicBezTo>
                  <a:pt x="1246821" y="114446"/>
                  <a:pt x="1248683" y="118226"/>
                  <a:pt x="1249093" y="122289"/>
                </a:cubicBezTo>
                <a:cubicBezTo>
                  <a:pt x="1248865" y="125330"/>
                  <a:pt x="1244836" y="130195"/>
                  <a:pt x="1244836" y="131336"/>
                </a:cubicBezTo>
                <a:cubicBezTo>
                  <a:pt x="1245061" y="134261"/>
                  <a:pt x="1244370" y="137183"/>
                  <a:pt x="1242860" y="139698"/>
                </a:cubicBezTo>
                <a:cubicBezTo>
                  <a:pt x="1239802" y="143867"/>
                  <a:pt x="1237250" y="148383"/>
                  <a:pt x="1235258" y="153154"/>
                </a:cubicBezTo>
                <a:cubicBezTo>
                  <a:pt x="1234421" y="154750"/>
                  <a:pt x="1229252" y="158855"/>
                  <a:pt x="1228415" y="160756"/>
                </a:cubicBezTo>
                <a:cubicBezTo>
                  <a:pt x="1223246" y="172539"/>
                  <a:pt x="1217468" y="180749"/>
                  <a:pt x="1213211" y="192532"/>
                </a:cubicBezTo>
                <a:cubicBezTo>
                  <a:pt x="1212527" y="194432"/>
                  <a:pt x="1209563" y="198310"/>
                  <a:pt x="1208118" y="197626"/>
                </a:cubicBezTo>
                <a:cubicBezTo>
                  <a:pt x="1206136" y="196734"/>
                  <a:pt x="1203867" y="196734"/>
                  <a:pt x="1201884" y="197626"/>
                </a:cubicBezTo>
                <a:cubicBezTo>
                  <a:pt x="1200896" y="198462"/>
                  <a:pt x="1196715" y="198385"/>
                  <a:pt x="1195346" y="199754"/>
                </a:cubicBezTo>
                <a:cubicBezTo>
                  <a:pt x="1193978" y="201122"/>
                  <a:pt x="1186984" y="200058"/>
                  <a:pt x="1185616" y="202719"/>
                </a:cubicBezTo>
                <a:cubicBezTo>
                  <a:pt x="1184628" y="205157"/>
                  <a:pt x="1184628" y="207884"/>
                  <a:pt x="1185616" y="210321"/>
                </a:cubicBezTo>
                <a:cubicBezTo>
                  <a:pt x="1187821" y="212906"/>
                  <a:pt x="1192306" y="210321"/>
                  <a:pt x="1193218" y="208952"/>
                </a:cubicBezTo>
                <a:cubicBezTo>
                  <a:pt x="1194682" y="207194"/>
                  <a:pt x="1196860" y="206189"/>
                  <a:pt x="1199148" y="206216"/>
                </a:cubicBezTo>
                <a:cubicBezTo>
                  <a:pt x="1201785" y="207367"/>
                  <a:pt x="1204537" y="208234"/>
                  <a:pt x="1207358" y="208801"/>
                </a:cubicBezTo>
                <a:cubicBezTo>
                  <a:pt x="1209230" y="209098"/>
                  <a:pt x="1210613" y="210706"/>
                  <a:pt x="1210627" y="212601"/>
                </a:cubicBezTo>
                <a:cubicBezTo>
                  <a:pt x="1210674" y="216152"/>
                  <a:pt x="1211396" y="219661"/>
                  <a:pt x="1212756" y="222940"/>
                </a:cubicBezTo>
                <a:cubicBezTo>
                  <a:pt x="1212817" y="224465"/>
                  <a:pt x="1212361" y="225964"/>
                  <a:pt x="1211463" y="227197"/>
                </a:cubicBezTo>
                <a:cubicBezTo>
                  <a:pt x="1209161" y="229261"/>
                  <a:pt x="1206607" y="231023"/>
                  <a:pt x="1203861" y="232443"/>
                </a:cubicBezTo>
                <a:cubicBezTo>
                  <a:pt x="1202036" y="233583"/>
                  <a:pt x="1197931" y="233887"/>
                  <a:pt x="1195346" y="235560"/>
                </a:cubicBezTo>
                <a:cubicBezTo>
                  <a:pt x="1193778" y="236737"/>
                  <a:pt x="1192806" y="238543"/>
                  <a:pt x="1192686" y="240501"/>
                </a:cubicBezTo>
                <a:cubicBezTo>
                  <a:pt x="1192686" y="243770"/>
                  <a:pt x="1195195" y="243770"/>
                  <a:pt x="1196791" y="243770"/>
                </a:cubicBezTo>
                <a:cubicBezTo>
                  <a:pt x="1198388" y="243770"/>
                  <a:pt x="1205001" y="241642"/>
                  <a:pt x="1208118" y="241642"/>
                </a:cubicBezTo>
                <a:cubicBezTo>
                  <a:pt x="1210955" y="241785"/>
                  <a:pt x="1213796" y="241785"/>
                  <a:pt x="1216633" y="241642"/>
                </a:cubicBezTo>
                <a:cubicBezTo>
                  <a:pt x="1220026" y="240495"/>
                  <a:pt x="1223551" y="239780"/>
                  <a:pt x="1227123" y="239513"/>
                </a:cubicBezTo>
                <a:cubicBezTo>
                  <a:pt x="1230468" y="240350"/>
                  <a:pt x="1234193" y="237232"/>
                  <a:pt x="1236321" y="239513"/>
                </a:cubicBezTo>
                <a:cubicBezTo>
                  <a:pt x="1236321" y="243466"/>
                  <a:pt x="1243924" y="245291"/>
                  <a:pt x="1243924" y="251448"/>
                </a:cubicBezTo>
                <a:cubicBezTo>
                  <a:pt x="1243924" y="260267"/>
                  <a:pt x="1238070" y="270226"/>
                  <a:pt x="1230468" y="270834"/>
                </a:cubicBezTo>
                <a:cubicBezTo>
                  <a:pt x="1227275" y="271138"/>
                  <a:pt x="1229480" y="268705"/>
                  <a:pt x="1218229" y="268705"/>
                </a:cubicBezTo>
                <a:cubicBezTo>
                  <a:pt x="1208194" y="268857"/>
                  <a:pt x="1199603" y="269541"/>
                  <a:pt x="1198007" y="269541"/>
                </a:cubicBezTo>
                <a:cubicBezTo>
                  <a:pt x="1194321" y="269587"/>
                  <a:pt x="1190637" y="269358"/>
                  <a:pt x="1186984" y="268857"/>
                </a:cubicBezTo>
                <a:cubicBezTo>
                  <a:pt x="1183745" y="268925"/>
                  <a:pt x="1180516" y="269256"/>
                  <a:pt x="1177330" y="269846"/>
                </a:cubicBezTo>
                <a:cubicBezTo>
                  <a:pt x="1173789" y="270756"/>
                  <a:pt x="1170178" y="271367"/>
                  <a:pt x="1166535" y="271670"/>
                </a:cubicBezTo>
                <a:cubicBezTo>
                  <a:pt x="1162019" y="271605"/>
                  <a:pt x="1157539" y="272485"/>
                  <a:pt x="1153384" y="274254"/>
                </a:cubicBezTo>
                <a:cubicBezTo>
                  <a:pt x="1148905" y="275170"/>
                  <a:pt x="1144347" y="275628"/>
                  <a:pt x="1139776" y="275622"/>
                </a:cubicBezTo>
                <a:cubicBezTo>
                  <a:pt x="1135278" y="277537"/>
                  <a:pt x="1130590" y="278965"/>
                  <a:pt x="1125788" y="279880"/>
                </a:cubicBezTo>
                <a:cubicBezTo>
                  <a:pt x="1123203" y="280184"/>
                  <a:pt x="1117198" y="279424"/>
                  <a:pt x="1116970" y="275242"/>
                </a:cubicBezTo>
                <a:cubicBezTo>
                  <a:pt x="1116741" y="271061"/>
                  <a:pt x="1114461" y="268857"/>
                  <a:pt x="1114994" y="263459"/>
                </a:cubicBezTo>
                <a:cubicBezTo>
                  <a:pt x="1115449" y="261863"/>
                  <a:pt x="1115449" y="259279"/>
                  <a:pt x="1115448" y="258062"/>
                </a:cubicBezTo>
                <a:cubicBezTo>
                  <a:pt x="1115463" y="255647"/>
                  <a:pt x="1116549" y="253363"/>
                  <a:pt x="1118413" y="251828"/>
                </a:cubicBezTo>
                <a:cubicBezTo>
                  <a:pt x="1118946" y="251676"/>
                  <a:pt x="1120162" y="249016"/>
                  <a:pt x="1121683" y="249168"/>
                </a:cubicBezTo>
                <a:cubicBezTo>
                  <a:pt x="1123203" y="249320"/>
                  <a:pt x="1123508" y="251144"/>
                  <a:pt x="1125788" y="251144"/>
                </a:cubicBezTo>
                <a:cubicBezTo>
                  <a:pt x="1129937" y="250246"/>
                  <a:pt x="1133968" y="248869"/>
                  <a:pt x="1137800" y="247039"/>
                </a:cubicBezTo>
                <a:cubicBezTo>
                  <a:pt x="1142734" y="244518"/>
                  <a:pt x="1147811" y="242285"/>
                  <a:pt x="1153004" y="240350"/>
                </a:cubicBezTo>
                <a:cubicBezTo>
                  <a:pt x="1154980" y="237536"/>
                  <a:pt x="1151711" y="236092"/>
                  <a:pt x="1150495" y="236092"/>
                </a:cubicBezTo>
                <a:cubicBezTo>
                  <a:pt x="1148388" y="236661"/>
                  <a:pt x="1146142" y="236359"/>
                  <a:pt x="1144261" y="235256"/>
                </a:cubicBezTo>
                <a:cubicBezTo>
                  <a:pt x="1141145" y="234724"/>
                  <a:pt x="1139852" y="233964"/>
                  <a:pt x="1139015" y="232595"/>
                </a:cubicBezTo>
                <a:cubicBezTo>
                  <a:pt x="1138180" y="231227"/>
                  <a:pt x="1138787" y="229630"/>
                  <a:pt x="1139015" y="227502"/>
                </a:cubicBezTo>
                <a:cubicBezTo>
                  <a:pt x="1139243" y="225373"/>
                  <a:pt x="1139395" y="223093"/>
                  <a:pt x="1139700" y="221268"/>
                </a:cubicBezTo>
                <a:cubicBezTo>
                  <a:pt x="1140004" y="219444"/>
                  <a:pt x="1140232" y="216707"/>
                  <a:pt x="1143121" y="216707"/>
                </a:cubicBezTo>
                <a:cubicBezTo>
                  <a:pt x="1144717" y="216707"/>
                  <a:pt x="1145097" y="217847"/>
                  <a:pt x="1146617" y="217847"/>
                </a:cubicBezTo>
                <a:cubicBezTo>
                  <a:pt x="1148138" y="217847"/>
                  <a:pt x="1148822" y="217163"/>
                  <a:pt x="1150343" y="217163"/>
                </a:cubicBezTo>
                <a:cubicBezTo>
                  <a:pt x="1151550" y="217364"/>
                  <a:pt x="1152784" y="217364"/>
                  <a:pt x="1153992" y="217163"/>
                </a:cubicBezTo>
                <a:cubicBezTo>
                  <a:pt x="1155338" y="216501"/>
                  <a:pt x="1156472" y="215474"/>
                  <a:pt x="1157261" y="214198"/>
                </a:cubicBezTo>
                <a:cubicBezTo>
                  <a:pt x="1157944" y="211725"/>
                  <a:pt x="1158227" y="209158"/>
                  <a:pt x="1158097" y="206596"/>
                </a:cubicBezTo>
                <a:cubicBezTo>
                  <a:pt x="1157792" y="204544"/>
                  <a:pt x="1155968" y="204848"/>
                  <a:pt x="1153611" y="205987"/>
                </a:cubicBezTo>
                <a:cubicBezTo>
                  <a:pt x="1151755" y="206664"/>
                  <a:pt x="1149848" y="207198"/>
                  <a:pt x="1147909" y="207585"/>
                </a:cubicBezTo>
                <a:cubicBezTo>
                  <a:pt x="1146182" y="208056"/>
                  <a:pt x="1144432" y="208437"/>
                  <a:pt x="1142664" y="208724"/>
                </a:cubicBezTo>
                <a:cubicBezTo>
                  <a:pt x="1141223" y="208731"/>
                  <a:pt x="1139789" y="208526"/>
                  <a:pt x="1138407" y="208116"/>
                </a:cubicBezTo>
                <a:cubicBezTo>
                  <a:pt x="1136278" y="207585"/>
                  <a:pt x="1136811" y="206292"/>
                  <a:pt x="1136278" y="204771"/>
                </a:cubicBezTo>
                <a:cubicBezTo>
                  <a:pt x="1135419" y="203270"/>
                  <a:pt x="1134851" y="201619"/>
                  <a:pt x="1134606" y="199906"/>
                </a:cubicBezTo>
                <a:cubicBezTo>
                  <a:pt x="1134911" y="195573"/>
                  <a:pt x="1131413" y="193977"/>
                  <a:pt x="1130806" y="192836"/>
                </a:cubicBezTo>
                <a:cubicBezTo>
                  <a:pt x="1129660" y="190445"/>
                  <a:pt x="1128939" y="187873"/>
                  <a:pt x="1128676" y="185234"/>
                </a:cubicBezTo>
                <a:cubicBezTo>
                  <a:pt x="1128676" y="180293"/>
                  <a:pt x="1133314" y="176416"/>
                  <a:pt x="1132782" y="173299"/>
                </a:cubicBezTo>
                <a:cubicBezTo>
                  <a:pt x="1131401" y="166983"/>
                  <a:pt x="1130738" y="160531"/>
                  <a:pt x="1130805" y="154066"/>
                </a:cubicBezTo>
                <a:cubicBezTo>
                  <a:pt x="1131033" y="152317"/>
                  <a:pt x="1128372" y="149352"/>
                  <a:pt x="1128372" y="145856"/>
                </a:cubicBezTo>
                <a:cubicBezTo>
                  <a:pt x="1128485" y="143749"/>
                  <a:pt x="1128816" y="141660"/>
                  <a:pt x="1129360" y="139622"/>
                </a:cubicBezTo>
                <a:cubicBezTo>
                  <a:pt x="1130451" y="136161"/>
                  <a:pt x="1131165" y="132593"/>
                  <a:pt x="1131490" y="128979"/>
                </a:cubicBezTo>
                <a:cubicBezTo>
                  <a:pt x="1131033" y="124190"/>
                  <a:pt x="1133466" y="118184"/>
                  <a:pt x="1136735" y="118184"/>
                </a:cubicBezTo>
                <a:cubicBezTo>
                  <a:pt x="1140004" y="118184"/>
                  <a:pt x="1139927" y="122289"/>
                  <a:pt x="1143501" y="122289"/>
                </a:cubicBezTo>
                <a:cubicBezTo>
                  <a:pt x="1145652" y="122400"/>
                  <a:pt x="1147807" y="122169"/>
                  <a:pt x="1149886" y="121605"/>
                </a:cubicBezTo>
                <a:cubicBezTo>
                  <a:pt x="1150647" y="121073"/>
                  <a:pt x="1156500" y="119628"/>
                  <a:pt x="1158249" y="118944"/>
                </a:cubicBezTo>
                <a:cubicBezTo>
                  <a:pt x="1163342" y="117120"/>
                  <a:pt x="1166991" y="114839"/>
                  <a:pt x="1172540" y="113091"/>
                </a:cubicBezTo>
                <a:cubicBezTo>
                  <a:pt x="1176266" y="111950"/>
                  <a:pt x="1180903" y="112938"/>
                  <a:pt x="1183868" y="111950"/>
                </a:cubicBezTo>
                <a:cubicBezTo>
                  <a:pt x="1192078" y="109138"/>
                  <a:pt x="1214960" y="100927"/>
                  <a:pt x="1217772" y="100927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6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9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5" y="68466"/>
                </a:moveTo>
                <a:cubicBezTo>
                  <a:pt x="898903" y="68538"/>
                  <a:pt x="900834" y="68741"/>
                  <a:pt x="902743" y="69075"/>
                </a:cubicBezTo>
                <a:cubicBezTo>
                  <a:pt x="905123" y="69228"/>
                  <a:pt x="907510" y="69228"/>
                  <a:pt x="909889" y="69075"/>
                </a:cubicBezTo>
                <a:cubicBezTo>
                  <a:pt x="911713" y="69075"/>
                  <a:pt x="912854" y="71431"/>
                  <a:pt x="913614" y="72040"/>
                </a:cubicBezTo>
                <a:cubicBezTo>
                  <a:pt x="914374" y="72648"/>
                  <a:pt x="919164" y="72876"/>
                  <a:pt x="920304" y="74092"/>
                </a:cubicBezTo>
                <a:cubicBezTo>
                  <a:pt x="921444" y="75308"/>
                  <a:pt x="921292" y="79185"/>
                  <a:pt x="922509" y="81694"/>
                </a:cubicBezTo>
                <a:cubicBezTo>
                  <a:pt x="923725" y="84203"/>
                  <a:pt x="927374" y="85495"/>
                  <a:pt x="927678" y="93097"/>
                </a:cubicBezTo>
                <a:cubicBezTo>
                  <a:pt x="927982" y="100699"/>
                  <a:pt x="925930" y="100851"/>
                  <a:pt x="921292" y="104805"/>
                </a:cubicBezTo>
                <a:cubicBezTo>
                  <a:pt x="920000" y="106477"/>
                  <a:pt x="920152" y="109138"/>
                  <a:pt x="922509" y="108681"/>
                </a:cubicBezTo>
                <a:cubicBezTo>
                  <a:pt x="926690" y="107845"/>
                  <a:pt x="941742" y="104500"/>
                  <a:pt x="945315" y="103360"/>
                </a:cubicBezTo>
                <a:cubicBezTo>
                  <a:pt x="949563" y="102029"/>
                  <a:pt x="953909" y="101037"/>
                  <a:pt x="958315" y="100395"/>
                </a:cubicBezTo>
                <a:cubicBezTo>
                  <a:pt x="959759" y="100243"/>
                  <a:pt x="962115" y="102295"/>
                  <a:pt x="963864" y="102752"/>
                </a:cubicBezTo>
                <a:cubicBezTo>
                  <a:pt x="965612" y="103208"/>
                  <a:pt x="969033" y="103056"/>
                  <a:pt x="969642" y="104652"/>
                </a:cubicBezTo>
                <a:cubicBezTo>
                  <a:pt x="970826" y="107680"/>
                  <a:pt x="973404" y="109947"/>
                  <a:pt x="976559" y="110734"/>
                </a:cubicBezTo>
                <a:lnTo>
                  <a:pt x="976407" y="110734"/>
                </a:lnTo>
                <a:cubicBezTo>
                  <a:pt x="978040" y="111142"/>
                  <a:pt x="979269" y="112491"/>
                  <a:pt x="979524" y="114154"/>
                </a:cubicBezTo>
                <a:cubicBezTo>
                  <a:pt x="979524" y="115599"/>
                  <a:pt x="979144" y="118032"/>
                  <a:pt x="979144" y="121148"/>
                </a:cubicBezTo>
                <a:cubicBezTo>
                  <a:pt x="978688" y="126014"/>
                  <a:pt x="970326" y="129435"/>
                  <a:pt x="966677" y="131715"/>
                </a:cubicBezTo>
                <a:cubicBezTo>
                  <a:pt x="965460" y="132552"/>
                  <a:pt x="964244" y="129739"/>
                  <a:pt x="959987" y="129739"/>
                </a:cubicBezTo>
                <a:cubicBezTo>
                  <a:pt x="958542" y="129815"/>
                  <a:pt x="950104" y="130499"/>
                  <a:pt x="948660" y="130499"/>
                </a:cubicBezTo>
                <a:lnTo>
                  <a:pt x="939613" y="131564"/>
                </a:lnTo>
                <a:cubicBezTo>
                  <a:pt x="937561" y="132019"/>
                  <a:pt x="933303" y="133464"/>
                  <a:pt x="931327" y="134072"/>
                </a:cubicBezTo>
                <a:cubicBezTo>
                  <a:pt x="928500" y="134869"/>
                  <a:pt x="925732" y="135860"/>
                  <a:pt x="923040" y="137037"/>
                </a:cubicBezTo>
                <a:cubicBezTo>
                  <a:pt x="921824" y="137797"/>
                  <a:pt x="918860" y="136429"/>
                  <a:pt x="915438" y="137037"/>
                </a:cubicBezTo>
                <a:cubicBezTo>
                  <a:pt x="913919" y="137341"/>
                  <a:pt x="908521" y="140610"/>
                  <a:pt x="903883" y="141902"/>
                </a:cubicBezTo>
                <a:cubicBezTo>
                  <a:pt x="894743" y="143501"/>
                  <a:pt x="885725" y="145737"/>
                  <a:pt x="876896" y="148591"/>
                </a:cubicBezTo>
                <a:cubicBezTo>
                  <a:pt x="874919" y="150568"/>
                  <a:pt x="870815" y="149732"/>
                  <a:pt x="869294" y="150568"/>
                </a:cubicBezTo>
                <a:cubicBezTo>
                  <a:pt x="867774" y="151405"/>
                  <a:pt x="863745" y="151405"/>
                  <a:pt x="861692" y="152469"/>
                </a:cubicBezTo>
                <a:cubicBezTo>
                  <a:pt x="858272" y="154217"/>
                  <a:pt x="856750" y="153229"/>
                  <a:pt x="854850" y="154217"/>
                </a:cubicBezTo>
                <a:cubicBezTo>
                  <a:pt x="853006" y="154905"/>
                  <a:pt x="851031" y="155165"/>
                  <a:pt x="849072" y="154977"/>
                </a:cubicBezTo>
                <a:cubicBezTo>
                  <a:pt x="846961" y="155399"/>
                  <a:pt x="844878" y="155957"/>
                  <a:pt x="842839" y="156650"/>
                </a:cubicBezTo>
                <a:cubicBezTo>
                  <a:pt x="841039" y="157066"/>
                  <a:pt x="839166" y="157066"/>
                  <a:pt x="837366" y="156650"/>
                </a:cubicBezTo>
                <a:cubicBezTo>
                  <a:pt x="835929" y="156437"/>
                  <a:pt x="834468" y="156437"/>
                  <a:pt x="833032" y="156650"/>
                </a:cubicBezTo>
                <a:cubicBezTo>
                  <a:pt x="831588" y="158550"/>
                  <a:pt x="828851" y="158550"/>
                  <a:pt x="826038" y="158550"/>
                </a:cubicBezTo>
                <a:cubicBezTo>
                  <a:pt x="823975" y="158953"/>
                  <a:pt x="821979" y="159644"/>
                  <a:pt x="820109" y="160603"/>
                </a:cubicBezTo>
                <a:cubicBezTo>
                  <a:pt x="819652" y="161972"/>
                  <a:pt x="817220" y="163187"/>
                  <a:pt x="814939" y="163568"/>
                </a:cubicBezTo>
                <a:cubicBezTo>
                  <a:pt x="812659" y="163948"/>
                  <a:pt x="814027" y="162124"/>
                  <a:pt x="810758" y="160603"/>
                </a:cubicBezTo>
                <a:cubicBezTo>
                  <a:pt x="809238" y="160147"/>
                  <a:pt x="805817" y="161440"/>
                  <a:pt x="803156" y="160147"/>
                </a:cubicBezTo>
                <a:cubicBezTo>
                  <a:pt x="800495" y="158854"/>
                  <a:pt x="800647" y="155130"/>
                  <a:pt x="801180" y="152013"/>
                </a:cubicBezTo>
                <a:cubicBezTo>
                  <a:pt x="801256" y="151328"/>
                  <a:pt x="800800" y="148440"/>
                  <a:pt x="800800" y="145323"/>
                </a:cubicBezTo>
                <a:cubicBezTo>
                  <a:pt x="800473" y="143423"/>
                  <a:pt x="801001" y="141476"/>
                  <a:pt x="802244" y="140001"/>
                </a:cubicBezTo>
                <a:cubicBezTo>
                  <a:pt x="806831" y="136603"/>
                  <a:pt x="811977" y="134031"/>
                  <a:pt x="817448" y="132399"/>
                </a:cubicBezTo>
                <a:cubicBezTo>
                  <a:pt x="818892" y="132095"/>
                  <a:pt x="820337" y="134680"/>
                  <a:pt x="821478" y="134680"/>
                </a:cubicBezTo>
                <a:cubicBezTo>
                  <a:pt x="822617" y="134680"/>
                  <a:pt x="827939" y="131715"/>
                  <a:pt x="830219" y="131715"/>
                </a:cubicBezTo>
                <a:cubicBezTo>
                  <a:pt x="837286" y="130865"/>
                  <a:pt x="844275" y="129467"/>
                  <a:pt x="851125" y="127534"/>
                </a:cubicBezTo>
                <a:cubicBezTo>
                  <a:pt x="854698" y="126318"/>
                  <a:pt x="857967" y="127991"/>
                  <a:pt x="860019" y="126318"/>
                </a:cubicBezTo>
                <a:cubicBezTo>
                  <a:pt x="865369" y="124339"/>
                  <a:pt x="870826" y="122664"/>
                  <a:pt x="876364" y="121301"/>
                </a:cubicBezTo>
                <a:cubicBezTo>
                  <a:pt x="878340" y="120844"/>
                  <a:pt x="881989" y="119856"/>
                  <a:pt x="883054" y="117424"/>
                </a:cubicBezTo>
                <a:cubicBezTo>
                  <a:pt x="883168" y="115864"/>
                  <a:pt x="882907" y="114301"/>
                  <a:pt x="882294" y="112862"/>
                </a:cubicBezTo>
                <a:cubicBezTo>
                  <a:pt x="881381" y="110505"/>
                  <a:pt x="879557" y="111342"/>
                  <a:pt x="877580" y="111342"/>
                </a:cubicBezTo>
                <a:cubicBezTo>
                  <a:pt x="875702" y="110819"/>
                  <a:pt x="874096" y="109594"/>
                  <a:pt x="873095" y="107921"/>
                </a:cubicBezTo>
                <a:cubicBezTo>
                  <a:pt x="873000" y="106281"/>
                  <a:pt x="873369" y="104647"/>
                  <a:pt x="874160" y="103208"/>
                </a:cubicBezTo>
                <a:cubicBezTo>
                  <a:pt x="874768" y="101535"/>
                  <a:pt x="875148" y="100851"/>
                  <a:pt x="875908" y="98722"/>
                </a:cubicBezTo>
                <a:cubicBezTo>
                  <a:pt x="876616" y="96882"/>
                  <a:pt x="877225" y="95004"/>
                  <a:pt x="877732" y="93097"/>
                </a:cubicBezTo>
                <a:cubicBezTo>
                  <a:pt x="878721" y="89980"/>
                  <a:pt x="872791" y="81390"/>
                  <a:pt x="872031" y="79033"/>
                </a:cubicBezTo>
                <a:cubicBezTo>
                  <a:pt x="871664" y="77250"/>
                  <a:pt x="872306" y="75411"/>
                  <a:pt x="873703" y="74244"/>
                </a:cubicBezTo>
                <a:cubicBezTo>
                  <a:pt x="876288" y="71583"/>
                  <a:pt x="879252" y="72799"/>
                  <a:pt x="882294" y="72799"/>
                </a:cubicBezTo>
                <a:cubicBezTo>
                  <a:pt x="884083" y="72488"/>
                  <a:pt x="885790" y="71815"/>
                  <a:pt x="887311" y="70823"/>
                </a:cubicBezTo>
                <a:cubicBezTo>
                  <a:pt x="888299" y="70291"/>
                  <a:pt x="889896" y="71051"/>
                  <a:pt x="892101" y="70291"/>
                </a:cubicBezTo>
                <a:cubicBezTo>
                  <a:pt x="894305" y="69531"/>
                  <a:pt x="894305" y="68466"/>
                  <a:pt x="896965" y="68466"/>
                </a:cubicBezTo>
                <a:close/>
                <a:moveTo>
                  <a:pt x="1900288" y="67098"/>
                </a:moveTo>
                <a:cubicBezTo>
                  <a:pt x="1903784" y="67326"/>
                  <a:pt x="1906294" y="70595"/>
                  <a:pt x="1908347" y="73332"/>
                </a:cubicBezTo>
                <a:cubicBezTo>
                  <a:pt x="1910398" y="76069"/>
                  <a:pt x="1907586" y="80858"/>
                  <a:pt x="1904925" y="83214"/>
                </a:cubicBezTo>
                <a:cubicBezTo>
                  <a:pt x="1902090" y="85562"/>
                  <a:pt x="1899827" y="88526"/>
                  <a:pt x="1898312" y="91881"/>
                </a:cubicBezTo>
                <a:cubicBezTo>
                  <a:pt x="1897855" y="92869"/>
                  <a:pt x="1897855" y="99102"/>
                  <a:pt x="1898312" y="99483"/>
                </a:cubicBezTo>
                <a:cubicBezTo>
                  <a:pt x="1898768" y="99863"/>
                  <a:pt x="1902188" y="102220"/>
                  <a:pt x="1902417" y="105640"/>
                </a:cubicBezTo>
                <a:cubicBezTo>
                  <a:pt x="1902645" y="109061"/>
                  <a:pt x="1899376" y="111722"/>
                  <a:pt x="1893446" y="123810"/>
                </a:cubicBezTo>
                <a:cubicBezTo>
                  <a:pt x="1893674" y="123961"/>
                  <a:pt x="1888125" y="131563"/>
                  <a:pt x="1886680" y="133616"/>
                </a:cubicBezTo>
                <a:cubicBezTo>
                  <a:pt x="1885235" y="135669"/>
                  <a:pt x="1890329" y="139165"/>
                  <a:pt x="1894890" y="137949"/>
                </a:cubicBezTo>
                <a:cubicBezTo>
                  <a:pt x="1897323" y="137265"/>
                  <a:pt x="1893446" y="144411"/>
                  <a:pt x="1898920" y="144411"/>
                </a:cubicBezTo>
                <a:cubicBezTo>
                  <a:pt x="1903100" y="144411"/>
                  <a:pt x="1908118" y="140686"/>
                  <a:pt x="1906522" y="136809"/>
                </a:cubicBezTo>
                <a:cubicBezTo>
                  <a:pt x="1905153" y="135516"/>
                  <a:pt x="1902492" y="136809"/>
                  <a:pt x="1899908" y="134604"/>
                </a:cubicBezTo>
                <a:cubicBezTo>
                  <a:pt x="1897323" y="132400"/>
                  <a:pt x="1897400" y="127002"/>
                  <a:pt x="1898388" y="127002"/>
                </a:cubicBezTo>
                <a:cubicBezTo>
                  <a:pt x="1900141" y="126320"/>
                  <a:pt x="1901650" y="125129"/>
                  <a:pt x="1902721" y="123581"/>
                </a:cubicBezTo>
                <a:cubicBezTo>
                  <a:pt x="1903557" y="122745"/>
                  <a:pt x="1906217" y="120845"/>
                  <a:pt x="1906217" y="119476"/>
                </a:cubicBezTo>
                <a:cubicBezTo>
                  <a:pt x="1906217" y="118108"/>
                  <a:pt x="1902265" y="117120"/>
                  <a:pt x="1905610" y="112255"/>
                </a:cubicBezTo>
                <a:cubicBezTo>
                  <a:pt x="1907738" y="109137"/>
                  <a:pt x="1910398" y="109441"/>
                  <a:pt x="1911767" y="109137"/>
                </a:cubicBezTo>
                <a:cubicBezTo>
                  <a:pt x="1913135" y="108833"/>
                  <a:pt x="1914504" y="105565"/>
                  <a:pt x="1915264" y="103892"/>
                </a:cubicBezTo>
                <a:cubicBezTo>
                  <a:pt x="1916132" y="102075"/>
                  <a:pt x="1916673" y="100119"/>
                  <a:pt x="1916861" y="98114"/>
                </a:cubicBezTo>
                <a:cubicBezTo>
                  <a:pt x="1916937" y="93326"/>
                  <a:pt x="1911539" y="91196"/>
                  <a:pt x="1912451" y="87471"/>
                </a:cubicBezTo>
                <a:cubicBezTo>
                  <a:pt x="1914352" y="79945"/>
                  <a:pt x="1932673" y="77057"/>
                  <a:pt x="1934574" y="75765"/>
                </a:cubicBezTo>
                <a:cubicBezTo>
                  <a:pt x="1935105" y="75385"/>
                  <a:pt x="1935562" y="73712"/>
                  <a:pt x="1936550" y="72952"/>
                </a:cubicBezTo>
                <a:cubicBezTo>
                  <a:pt x="1938451" y="71511"/>
                  <a:pt x="1940986" y="71219"/>
                  <a:pt x="1943164" y="72191"/>
                </a:cubicBezTo>
                <a:cubicBezTo>
                  <a:pt x="1945690" y="73444"/>
                  <a:pt x="1948083" y="74946"/>
                  <a:pt x="1950310" y="76677"/>
                </a:cubicBezTo>
                <a:cubicBezTo>
                  <a:pt x="1951762" y="78007"/>
                  <a:pt x="1952447" y="79978"/>
                  <a:pt x="1952135" y="81922"/>
                </a:cubicBezTo>
                <a:cubicBezTo>
                  <a:pt x="1951830" y="84202"/>
                  <a:pt x="1950614" y="90589"/>
                  <a:pt x="1951298" y="91120"/>
                </a:cubicBezTo>
                <a:cubicBezTo>
                  <a:pt x="1951982" y="91653"/>
                  <a:pt x="1944837" y="95530"/>
                  <a:pt x="1941567" y="98722"/>
                </a:cubicBezTo>
                <a:cubicBezTo>
                  <a:pt x="1937418" y="104055"/>
                  <a:pt x="1934791" y="110413"/>
                  <a:pt x="1933965" y="117120"/>
                </a:cubicBezTo>
                <a:cubicBezTo>
                  <a:pt x="1933813" y="117728"/>
                  <a:pt x="1931913" y="122289"/>
                  <a:pt x="1931684" y="123506"/>
                </a:cubicBezTo>
                <a:cubicBezTo>
                  <a:pt x="1931456" y="124722"/>
                  <a:pt x="1930620" y="128143"/>
                  <a:pt x="1929784" y="131108"/>
                </a:cubicBezTo>
                <a:cubicBezTo>
                  <a:pt x="1928742" y="134192"/>
                  <a:pt x="1928228" y="137430"/>
                  <a:pt x="1928264" y="140686"/>
                </a:cubicBezTo>
                <a:cubicBezTo>
                  <a:pt x="1928492" y="142586"/>
                  <a:pt x="1931076" y="142055"/>
                  <a:pt x="1932672" y="142055"/>
                </a:cubicBezTo>
                <a:cubicBezTo>
                  <a:pt x="1935919" y="141315"/>
                  <a:pt x="1938895" y="139682"/>
                  <a:pt x="1941263" y="137341"/>
                </a:cubicBezTo>
                <a:cubicBezTo>
                  <a:pt x="1943226" y="137011"/>
                  <a:pt x="1945230" y="137011"/>
                  <a:pt x="1947193" y="137341"/>
                </a:cubicBezTo>
                <a:cubicBezTo>
                  <a:pt x="1948713" y="137797"/>
                  <a:pt x="1950309" y="140306"/>
                  <a:pt x="1951982" y="140838"/>
                </a:cubicBezTo>
                <a:cubicBezTo>
                  <a:pt x="1953654" y="141370"/>
                  <a:pt x="1956011" y="141522"/>
                  <a:pt x="1957380" y="142435"/>
                </a:cubicBezTo>
                <a:cubicBezTo>
                  <a:pt x="1958748" y="143347"/>
                  <a:pt x="1961713" y="142435"/>
                  <a:pt x="1963537" y="144639"/>
                </a:cubicBezTo>
                <a:lnTo>
                  <a:pt x="1963994" y="144563"/>
                </a:lnTo>
                <a:cubicBezTo>
                  <a:pt x="1966523" y="148796"/>
                  <a:pt x="1967667" y="153713"/>
                  <a:pt x="1967263" y="158627"/>
                </a:cubicBezTo>
                <a:cubicBezTo>
                  <a:pt x="1967138" y="163079"/>
                  <a:pt x="1965939" y="167435"/>
                  <a:pt x="1963766" y="171322"/>
                </a:cubicBezTo>
                <a:cubicBezTo>
                  <a:pt x="1958005" y="174833"/>
                  <a:pt x="1951352" y="176601"/>
                  <a:pt x="1944608" y="176416"/>
                </a:cubicBezTo>
                <a:cubicBezTo>
                  <a:pt x="1942373" y="176410"/>
                  <a:pt x="1940231" y="177315"/>
                  <a:pt x="1938678" y="178924"/>
                </a:cubicBezTo>
                <a:cubicBezTo>
                  <a:pt x="1936155" y="179723"/>
                  <a:pt x="1933416" y="179478"/>
                  <a:pt x="1931076" y="178241"/>
                </a:cubicBezTo>
                <a:cubicBezTo>
                  <a:pt x="1927956" y="177477"/>
                  <a:pt x="1924695" y="177477"/>
                  <a:pt x="1921574" y="178241"/>
                </a:cubicBezTo>
                <a:cubicBezTo>
                  <a:pt x="1914917" y="180053"/>
                  <a:pt x="1909122" y="184176"/>
                  <a:pt x="1905229" y="189871"/>
                </a:cubicBezTo>
                <a:cubicBezTo>
                  <a:pt x="1903784" y="192462"/>
                  <a:pt x="1901721" y="194655"/>
                  <a:pt x="1899224" y="196257"/>
                </a:cubicBezTo>
                <a:cubicBezTo>
                  <a:pt x="1895601" y="198694"/>
                  <a:pt x="1892372" y="201668"/>
                  <a:pt x="1889645" y="205076"/>
                </a:cubicBezTo>
                <a:cubicBezTo>
                  <a:pt x="1888021" y="207793"/>
                  <a:pt x="1887479" y="211022"/>
                  <a:pt x="1888125" y="214122"/>
                </a:cubicBezTo>
                <a:cubicBezTo>
                  <a:pt x="1888429" y="215035"/>
                  <a:pt x="1890481" y="215566"/>
                  <a:pt x="1892686" y="215035"/>
                </a:cubicBezTo>
                <a:cubicBezTo>
                  <a:pt x="1895363" y="213801"/>
                  <a:pt x="1898103" y="212710"/>
                  <a:pt x="1900896" y="211765"/>
                </a:cubicBezTo>
                <a:cubicBezTo>
                  <a:pt x="1903100" y="211461"/>
                  <a:pt x="1904469" y="208725"/>
                  <a:pt x="1906294" y="208876"/>
                </a:cubicBezTo>
                <a:cubicBezTo>
                  <a:pt x="1908118" y="209029"/>
                  <a:pt x="1910551" y="212449"/>
                  <a:pt x="1915720" y="213666"/>
                </a:cubicBezTo>
                <a:cubicBezTo>
                  <a:pt x="1917317" y="214122"/>
                  <a:pt x="1920282" y="216023"/>
                  <a:pt x="1924919" y="217467"/>
                </a:cubicBezTo>
                <a:cubicBezTo>
                  <a:pt x="1925527" y="217619"/>
                  <a:pt x="1929176" y="218379"/>
                  <a:pt x="1928492" y="221116"/>
                </a:cubicBezTo>
                <a:cubicBezTo>
                  <a:pt x="1928373" y="224437"/>
                  <a:pt x="1927571" y="227697"/>
                  <a:pt x="1926135" y="230694"/>
                </a:cubicBezTo>
                <a:cubicBezTo>
                  <a:pt x="1924539" y="232595"/>
                  <a:pt x="1922638" y="234952"/>
                  <a:pt x="1920662" y="235408"/>
                </a:cubicBezTo>
                <a:cubicBezTo>
                  <a:pt x="1917088" y="236092"/>
                  <a:pt x="1914960" y="236168"/>
                  <a:pt x="1911007" y="237233"/>
                </a:cubicBezTo>
                <a:cubicBezTo>
                  <a:pt x="1909031" y="237765"/>
                  <a:pt x="1907586" y="238905"/>
                  <a:pt x="1904469" y="239437"/>
                </a:cubicBezTo>
                <a:cubicBezTo>
                  <a:pt x="1901353" y="239969"/>
                  <a:pt x="1889265" y="242250"/>
                  <a:pt x="1889265" y="246278"/>
                </a:cubicBezTo>
                <a:cubicBezTo>
                  <a:pt x="1889678" y="249761"/>
                  <a:pt x="1889906" y="253264"/>
                  <a:pt x="1889949" y="256770"/>
                </a:cubicBezTo>
                <a:cubicBezTo>
                  <a:pt x="1889775" y="259783"/>
                  <a:pt x="1889394" y="262780"/>
                  <a:pt x="1888809" y="265740"/>
                </a:cubicBezTo>
                <a:cubicBezTo>
                  <a:pt x="1887511" y="269012"/>
                  <a:pt x="1886790" y="272485"/>
                  <a:pt x="1886680" y="276003"/>
                </a:cubicBezTo>
                <a:cubicBezTo>
                  <a:pt x="1886908" y="279196"/>
                  <a:pt x="1883183" y="282237"/>
                  <a:pt x="1882727" y="282845"/>
                </a:cubicBezTo>
                <a:cubicBezTo>
                  <a:pt x="1880294" y="288090"/>
                  <a:pt x="1880675" y="295845"/>
                  <a:pt x="1875125" y="297593"/>
                </a:cubicBezTo>
                <a:cubicBezTo>
                  <a:pt x="1871515" y="299151"/>
                  <a:pt x="1867808" y="300472"/>
                  <a:pt x="1864026" y="301546"/>
                </a:cubicBezTo>
                <a:cubicBezTo>
                  <a:pt x="1860965" y="301948"/>
                  <a:pt x="1857972" y="302766"/>
                  <a:pt x="1855132" y="303978"/>
                </a:cubicBezTo>
                <a:cubicBezTo>
                  <a:pt x="1850762" y="305250"/>
                  <a:pt x="1846121" y="305250"/>
                  <a:pt x="1841752" y="303978"/>
                </a:cubicBezTo>
                <a:cubicBezTo>
                  <a:pt x="1840155" y="302686"/>
                  <a:pt x="1840916" y="298429"/>
                  <a:pt x="1840916" y="295921"/>
                </a:cubicBezTo>
                <a:cubicBezTo>
                  <a:pt x="1840840" y="291283"/>
                  <a:pt x="1829132" y="286417"/>
                  <a:pt x="1827992" y="283681"/>
                </a:cubicBezTo>
                <a:cubicBezTo>
                  <a:pt x="1826851" y="280944"/>
                  <a:pt x="1830881" y="281021"/>
                  <a:pt x="1834910" y="280260"/>
                </a:cubicBezTo>
                <a:cubicBezTo>
                  <a:pt x="1841828" y="279044"/>
                  <a:pt x="1848365" y="278284"/>
                  <a:pt x="1851635" y="277219"/>
                </a:cubicBezTo>
                <a:cubicBezTo>
                  <a:pt x="1858477" y="274711"/>
                  <a:pt x="1861365" y="260723"/>
                  <a:pt x="1864786" y="254413"/>
                </a:cubicBezTo>
                <a:cubicBezTo>
                  <a:pt x="1865851" y="252437"/>
                  <a:pt x="1865547" y="249243"/>
                  <a:pt x="1861137" y="249243"/>
                </a:cubicBezTo>
                <a:cubicBezTo>
                  <a:pt x="1856973" y="249595"/>
                  <a:pt x="1852850" y="250334"/>
                  <a:pt x="1848822" y="251449"/>
                </a:cubicBezTo>
                <a:cubicBezTo>
                  <a:pt x="1844661" y="252541"/>
                  <a:pt x="1840413" y="253279"/>
                  <a:pt x="1836126" y="253653"/>
                </a:cubicBezTo>
                <a:cubicBezTo>
                  <a:pt x="1833314" y="253805"/>
                  <a:pt x="1827384" y="257378"/>
                  <a:pt x="1825712" y="257378"/>
                </a:cubicBezTo>
                <a:cubicBezTo>
                  <a:pt x="1822671" y="257454"/>
                  <a:pt x="1820010" y="258670"/>
                  <a:pt x="1816361" y="255098"/>
                </a:cubicBezTo>
                <a:cubicBezTo>
                  <a:pt x="1815015" y="254311"/>
                  <a:pt x="1813588" y="253673"/>
                  <a:pt x="1812104" y="253197"/>
                </a:cubicBezTo>
                <a:cubicBezTo>
                  <a:pt x="1810051" y="252133"/>
                  <a:pt x="1811116" y="247951"/>
                  <a:pt x="1811116" y="246355"/>
                </a:cubicBezTo>
                <a:cubicBezTo>
                  <a:pt x="1811338" y="243143"/>
                  <a:pt x="1811977" y="239975"/>
                  <a:pt x="1813016" y="236929"/>
                </a:cubicBezTo>
                <a:cubicBezTo>
                  <a:pt x="1815663" y="233083"/>
                  <a:pt x="1819798" y="230520"/>
                  <a:pt x="1824419" y="229858"/>
                </a:cubicBezTo>
                <a:cubicBezTo>
                  <a:pt x="1826016" y="229858"/>
                  <a:pt x="1831033" y="231987"/>
                  <a:pt x="1832706" y="231987"/>
                </a:cubicBezTo>
                <a:cubicBezTo>
                  <a:pt x="1834378" y="231987"/>
                  <a:pt x="1838103" y="228414"/>
                  <a:pt x="1840763" y="226970"/>
                </a:cubicBezTo>
                <a:cubicBezTo>
                  <a:pt x="1843995" y="225782"/>
                  <a:pt x="1847329" y="224891"/>
                  <a:pt x="1850722" y="224309"/>
                </a:cubicBezTo>
                <a:cubicBezTo>
                  <a:pt x="1852883" y="223645"/>
                  <a:pt x="1854913" y="222616"/>
                  <a:pt x="1856728" y="221268"/>
                </a:cubicBezTo>
                <a:cubicBezTo>
                  <a:pt x="1858400" y="220280"/>
                  <a:pt x="1858249" y="219443"/>
                  <a:pt x="1858857" y="217771"/>
                </a:cubicBezTo>
                <a:cubicBezTo>
                  <a:pt x="1859465" y="216098"/>
                  <a:pt x="1859161" y="211765"/>
                  <a:pt x="1859921" y="210169"/>
                </a:cubicBezTo>
                <a:cubicBezTo>
                  <a:pt x="1861144" y="207750"/>
                  <a:pt x="1862088" y="205199"/>
                  <a:pt x="1862734" y="202567"/>
                </a:cubicBezTo>
                <a:cubicBezTo>
                  <a:pt x="1863114" y="200439"/>
                  <a:pt x="1858553" y="202035"/>
                  <a:pt x="1856956" y="202035"/>
                </a:cubicBezTo>
                <a:cubicBezTo>
                  <a:pt x="1854442" y="202727"/>
                  <a:pt x="1852209" y="204189"/>
                  <a:pt x="1850570" y="206216"/>
                </a:cubicBezTo>
                <a:cubicBezTo>
                  <a:pt x="1848520" y="208054"/>
                  <a:pt x="1846034" y="209337"/>
                  <a:pt x="1843348" y="209941"/>
                </a:cubicBezTo>
                <a:cubicBezTo>
                  <a:pt x="1841379" y="210624"/>
                  <a:pt x="1839236" y="210624"/>
                  <a:pt x="1837267" y="209941"/>
                </a:cubicBezTo>
                <a:cubicBezTo>
                  <a:pt x="1834986" y="208725"/>
                  <a:pt x="1834986" y="207128"/>
                  <a:pt x="1834987" y="204392"/>
                </a:cubicBezTo>
                <a:cubicBezTo>
                  <a:pt x="1834750" y="201526"/>
                  <a:pt x="1835329" y="198654"/>
                  <a:pt x="1836659" y="196105"/>
                </a:cubicBezTo>
                <a:cubicBezTo>
                  <a:pt x="1838027" y="194509"/>
                  <a:pt x="1837495" y="185994"/>
                  <a:pt x="1843044" y="180901"/>
                </a:cubicBezTo>
                <a:cubicBezTo>
                  <a:pt x="1844869" y="179304"/>
                  <a:pt x="1849962" y="181509"/>
                  <a:pt x="1852014" y="180292"/>
                </a:cubicBezTo>
                <a:cubicBezTo>
                  <a:pt x="1853091" y="179502"/>
                  <a:pt x="1854208" y="178766"/>
                  <a:pt x="1855359" y="178088"/>
                </a:cubicBezTo>
                <a:cubicBezTo>
                  <a:pt x="1857184" y="177328"/>
                  <a:pt x="1861442" y="177860"/>
                  <a:pt x="1863646" y="177328"/>
                </a:cubicBezTo>
                <a:cubicBezTo>
                  <a:pt x="1866842" y="176777"/>
                  <a:pt x="1869993" y="175989"/>
                  <a:pt x="1873073" y="174971"/>
                </a:cubicBezTo>
                <a:cubicBezTo>
                  <a:pt x="1874213" y="174592"/>
                  <a:pt x="1878774" y="174592"/>
                  <a:pt x="1880143" y="173755"/>
                </a:cubicBezTo>
                <a:cubicBezTo>
                  <a:pt x="1881511" y="172919"/>
                  <a:pt x="1881055" y="173147"/>
                  <a:pt x="1886072" y="171627"/>
                </a:cubicBezTo>
                <a:cubicBezTo>
                  <a:pt x="1885616" y="171475"/>
                  <a:pt x="1888125" y="169954"/>
                  <a:pt x="1889569" y="169118"/>
                </a:cubicBezTo>
                <a:cubicBezTo>
                  <a:pt x="1892316" y="168700"/>
                  <a:pt x="1895109" y="168700"/>
                  <a:pt x="1897855" y="169118"/>
                </a:cubicBezTo>
                <a:cubicBezTo>
                  <a:pt x="1900365" y="169650"/>
                  <a:pt x="1903405" y="169118"/>
                  <a:pt x="1904622" y="169118"/>
                </a:cubicBezTo>
                <a:cubicBezTo>
                  <a:pt x="1906839" y="170073"/>
                  <a:pt x="1909205" y="170639"/>
                  <a:pt x="1911615" y="170790"/>
                </a:cubicBezTo>
                <a:cubicBezTo>
                  <a:pt x="1913212" y="170714"/>
                  <a:pt x="1917545" y="167065"/>
                  <a:pt x="1919217" y="167065"/>
                </a:cubicBezTo>
                <a:cubicBezTo>
                  <a:pt x="1922298" y="165613"/>
                  <a:pt x="1924038" y="162290"/>
                  <a:pt x="1923474" y="158931"/>
                </a:cubicBezTo>
                <a:cubicBezTo>
                  <a:pt x="1920067" y="158831"/>
                  <a:pt x="1916663" y="159215"/>
                  <a:pt x="1913364" y="160071"/>
                </a:cubicBezTo>
                <a:cubicBezTo>
                  <a:pt x="1911083" y="160984"/>
                  <a:pt x="1904241" y="160831"/>
                  <a:pt x="1902721" y="161592"/>
                </a:cubicBezTo>
                <a:cubicBezTo>
                  <a:pt x="1897353" y="163450"/>
                  <a:pt x="1891631" y="164048"/>
                  <a:pt x="1885996" y="163340"/>
                </a:cubicBezTo>
                <a:cubicBezTo>
                  <a:pt x="1883087" y="163484"/>
                  <a:pt x="1880228" y="164154"/>
                  <a:pt x="1877557" y="165317"/>
                </a:cubicBezTo>
                <a:cubicBezTo>
                  <a:pt x="1874808" y="166172"/>
                  <a:pt x="1871982" y="166758"/>
                  <a:pt x="1869119" y="167065"/>
                </a:cubicBezTo>
                <a:cubicBezTo>
                  <a:pt x="1864531" y="167415"/>
                  <a:pt x="1859965" y="167998"/>
                  <a:pt x="1855435" y="168814"/>
                </a:cubicBezTo>
                <a:cubicBezTo>
                  <a:pt x="1853079" y="169346"/>
                  <a:pt x="1848061" y="170106"/>
                  <a:pt x="1844945" y="170943"/>
                </a:cubicBezTo>
                <a:cubicBezTo>
                  <a:pt x="1840595" y="172013"/>
                  <a:pt x="1836422" y="173702"/>
                  <a:pt x="1832553" y="175959"/>
                </a:cubicBezTo>
                <a:cubicBezTo>
                  <a:pt x="1829536" y="178937"/>
                  <a:pt x="1826974" y="182344"/>
                  <a:pt x="1824951" y="186070"/>
                </a:cubicBezTo>
                <a:cubicBezTo>
                  <a:pt x="1823875" y="187627"/>
                  <a:pt x="1822653" y="189078"/>
                  <a:pt x="1821302" y="190404"/>
                </a:cubicBezTo>
                <a:cubicBezTo>
                  <a:pt x="1815145" y="194889"/>
                  <a:pt x="1811344" y="201427"/>
                  <a:pt x="1805490" y="202491"/>
                </a:cubicBezTo>
                <a:cubicBezTo>
                  <a:pt x="1803102" y="203229"/>
                  <a:pt x="1800525" y="202178"/>
                  <a:pt x="1799332" y="199982"/>
                </a:cubicBezTo>
                <a:cubicBezTo>
                  <a:pt x="1796694" y="195561"/>
                  <a:pt x="1795108" y="190594"/>
                  <a:pt x="1794695" y="185462"/>
                </a:cubicBezTo>
                <a:cubicBezTo>
                  <a:pt x="1794695" y="180825"/>
                  <a:pt x="1797355" y="179685"/>
                  <a:pt x="1794695" y="170866"/>
                </a:cubicBezTo>
                <a:cubicBezTo>
                  <a:pt x="1794298" y="168620"/>
                  <a:pt x="1795176" y="166338"/>
                  <a:pt x="1796975" y="164937"/>
                </a:cubicBezTo>
                <a:cubicBezTo>
                  <a:pt x="1798522" y="164283"/>
                  <a:pt x="1799939" y="163356"/>
                  <a:pt x="1801157" y="162200"/>
                </a:cubicBezTo>
                <a:cubicBezTo>
                  <a:pt x="1804855" y="156763"/>
                  <a:pt x="1808256" y="151129"/>
                  <a:pt x="1811344" y="145323"/>
                </a:cubicBezTo>
                <a:cubicBezTo>
                  <a:pt x="1811344" y="145323"/>
                  <a:pt x="1813016" y="144335"/>
                  <a:pt x="1814232" y="145323"/>
                </a:cubicBezTo>
                <a:cubicBezTo>
                  <a:pt x="1815556" y="149557"/>
                  <a:pt x="1816248" y="153963"/>
                  <a:pt x="1816285" y="158398"/>
                </a:cubicBezTo>
                <a:cubicBezTo>
                  <a:pt x="1816257" y="158857"/>
                  <a:pt x="1816324" y="159316"/>
                  <a:pt x="1816481" y="159748"/>
                </a:cubicBezTo>
                <a:cubicBezTo>
                  <a:pt x="1817114" y="161483"/>
                  <a:pt x="1819035" y="162377"/>
                  <a:pt x="1820770" y="161743"/>
                </a:cubicBezTo>
                <a:cubicBezTo>
                  <a:pt x="1823856" y="161101"/>
                  <a:pt x="1826811" y="159944"/>
                  <a:pt x="1829512" y="158323"/>
                </a:cubicBezTo>
                <a:cubicBezTo>
                  <a:pt x="1830045" y="157943"/>
                  <a:pt x="1832477" y="156879"/>
                  <a:pt x="1832477" y="155358"/>
                </a:cubicBezTo>
                <a:cubicBezTo>
                  <a:pt x="1831953" y="153250"/>
                  <a:pt x="1831188" y="151209"/>
                  <a:pt x="1830196" y="149277"/>
                </a:cubicBezTo>
                <a:cubicBezTo>
                  <a:pt x="1829384" y="146398"/>
                  <a:pt x="1828875" y="143443"/>
                  <a:pt x="1828676" y="140458"/>
                </a:cubicBezTo>
                <a:cubicBezTo>
                  <a:pt x="1828676" y="138861"/>
                  <a:pt x="1829361" y="129435"/>
                  <a:pt x="1830045" y="122365"/>
                </a:cubicBezTo>
                <a:cubicBezTo>
                  <a:pt x="1830501" y="118412"/>
                  <a:pt x="1828752" y="113698"/>
                  <a:pt x="1828752" y="103208"/>
                </a:cubicBezTo>
                <a:cubicBezTo>
                  <a:pt x="1828922" y="99477"/>
                  <a:pt x="1828327" y="95753"/>
                  <a:pt x="1827004" y="92261"/>
                </a:cubicBezTo>
                <a:cubicBezTo>
                  <a:pt x="1825103" y="91120"/>
                  <a:pt x="1827689" y="86635"/>
                  <a:pt x="1830653" y="85951"/>
                </a:cubicBezTo>
                <a:cubicBezTo>
                  <a:pt x="1832397" y="85800"/>
                  <a:pt x="1834153" y="85800"/>
                  <a:pt x="1835898" y="85951"/>
                </a:cubicBezTo>
                <a:cubicBezTo>
                  <a:pt x="1837039" y="85875"/>
                  <a:pt x="1836886" y="83518"/>
                  <a:pt x="1838559" y="84202"/>
                </a:cubicBezTo>
                <a:cubicBezTo>
                  <a:pt x="1840231" y="84887"/>
                  <a:pt x="1839928" y="85191"/>
                  <a:pt x="1840840" y="87624"/>
                </a:cubicBezTo>
                <a:cubicBezTo>
                  <a:pt x="1841752" y="90056"/>
                  <a:pt x="1841067" y="91349"/>
                  <a:pt x="1841752" y="93857"/>
                </a:cubicBezTo>
                <a:cubicBezTo>
                  <a:pt x="1842436" y="96366"/>
                  <a:pt x="1841372" y="100015"/>
                  <a:pt x="1842436" y="101459"/>
                </a:cubicBezTo>
                <a:cubicBezTo>
                  <a:pt x="1843100" y="102987"/>
                  <a:pt x="1843100" y="104721"/>
                  <a:pt x="1842436" y="106249"/>
                </a:cubicBezTo>
                <a:cubicBezTo>
                  <a:pt x="1842119" y="107983"/>
                  <a:pt x="1842119" y="109760"/>
                  <a:pt x="1842436" y="111494"/>
                </a:cubicBezTo>
                <a:cubicBezTo>
                  <a:pt x="1843044" y="113471"/>
                  <a:pt x="1842208" y="115523"/>
                  <a:pt x="1842436" y="118108"/>
                </a:cubicBezTo>
                <a:cubicBezTo>
                  <a:pt x="1842664" y="120692"/>
                  <a:pt x="1843196" y="129207"/>
                  <a:pt x="1843196" y="131031"/>
                </a:cubicBezTo>
                <a:cubicBezTo>
                  <a:pt x="1843196" y="132856"/>
                  <a:pt x="1845325" y="135745"/>
                  <a:pt x="1844869" y="139698"/>
                </a:cubicBezTo>
                <a:cubicBezTo>
                  <a:pt x="1844869" y="141294"/>
                  <a:pt x="1844869" y="144563"/>
                  <a:pt x="1844869" y="146084"/>
                </a:cubicBezTo>
                <a:cubicBezTo>
                  <a:pt x="1844412" y="149353"/>
                  <a:pt x="1841600" y="151861"/>
                  <a:pt x="1842284" y="153686"/>
                </a:cubicBezTo>
                <a:cubicBezTo>
                  <a:pt x="1842946" y="155370"/>
                  <a:pt x="1844263" y="156714"/>
                  <a:pt x="1845933" y="157410"/>
                </a:cubicBezTo>
                <a:cubicBezTo>
                  <a:pt x="1847986" y="157867"/>
                  <a:pt x="1851482" y="155434"/>
                  <a:pt x="1853154" y="155434"/>
                </a:cubicBezTo>
                <a:cubicBezTo>
                  <a:pt x="1855240" y="155488"/>
                  <a:pt x="1857325" y="155361"/>
                  <a:pt x="1859388" y="155054"/>
                </a:cubicBezTo>
                <a:cubicBezTo>
                  <a:pt x="1862706" y="154070"/>
                  <a:pt x="1866123" y="153459"/>
                  <a:pt x="1869575" y="153229"/>
                </a:cubicBezTo>
                <a:cubicBezTo>
                  <a:pt x="1871096" y="153153"/>
                  <a:pt x="1873757" y="151329"/>
                  <a:pt x="1875125" y="151329"/>
                </a:cubicBezTo>
                <a:cubicBezTo>
                  <a:pt x="1876733" y="150638"/>
                  <a:pt x="1878202" y="149659"/>
                  <a:pt x="1879458" y="148440"/>
                </a:cubicBezTo>
                <a:cubicBezTo>
                  <a:pt x="1880376" y="147613"/>
                  <a:pt x="1880625" y="146273"/>
                  <a:pt x="1880066" y="145171"/>
                </a:cubicBezTo>
                <a:cubicBezTo>
                  <a:pt x="1879002" y="142510"/>
                  <a:pt x="1876798" y="143575"/>
                  <a:pt x="1873984" y="144563"/>
                </a:cubicBezTo>
                <a:cubicBezTo>
                  <a:pt x="1872464" y="145171"/>
                  <a:pt x="1869424" y="147832"/>
                  <a:pt x="1868435" y="146843"/>
                </a:cubicBezTo>
                <a:cubicBezTo>
                  <a:pt x="1866693" y="145792"/>
                  <a:pt x="1866009" y="143608"/>
                  <a:pt x="1866839" y="141751"/>
                </a:cubicBezTo>
                <a:cubicBezTo>
                  <a:pt x="1867219" y="140078"/>
                  <a:pt x="1865699" y="136885"/>
                  <a:pt x="1863494" y="137569"/>
                </a:cubicBezTo>
                <a:cubicBezTo>
                  <a:pt x="1861289" y="138253"/>
                  <a:pt x="1861137" y="141446"/>
                  <a:pt x="1861289" y="143803"/>
                </a:cubicBezTo>
                <a:cubicBezTo>
                  <a:pt x="1861442" y="146159"/>
                  <a:pt x="1859692" y="146692"/>
                  <a:pt x="1858628" y="147528"/>
                </a:cubicBezTo>
                <a:cubicBezTo>
                  <a:pt x="1857565" y="148364"/>
                  <a:pt x="1856576" y="150188"/>
                  <a:pt x="1854904" y="149504"/>
                </a:cubicBezTo>
                <a:cubicBezTo>
                  <a:pt x="1852368" y="148051"/>
                  <a:pt x="1850891" y="145273"/>
                  <a:pt x="1851102" y="142359"/>
                </a:cubicBezTo>
                <a:cubicBezTo>
                  <a:pt x="1851026" y="140762"/>
                  <a:pt x="1851635" y="129131"/>
                  <a:pt x="1851635" y="127610"/>
                </a:cubicBezTo>
                <a:cubicBezTo>
                  <a:pt x="1851939" y="124494"/>
                  <a:pt x="1849962" y="120236"/>
                  <a:pt x="1849962" y="117576"/>
                </a:cubicBezTo>
                <a:cubicBezTo>
                  <a:pt x="1850212" y="112840"/>
                  <a:pt x="1850212" y="108096"/>
                  <a:pt x="1849962" y="103360"/>
                </a:cubicBezTo>
                <a:cubicBezTo>
                  <a:pt x="1849701" y="101744"/>
                  <a:pt x="1849346" y="100145"/>
                  <a:pt x="1848898" y="98571"/>
                </a:cubicBezTo>
                <a:cubicBezTo>
                  <a:pt x="1849124" y="96022"/>
                  <a:pt x="1850132" y="93605"/>
                  <a:pt x="1851787" y="91653"/>
                </a:cubicBezTo>
                <a:cubicBezTo>
                  <a:pt x="1853030" y="90190"/>
                  <a:pt x="1854756" y="89219"/>
                  <a:pt x="1856652" y="88916"/>
                </a:cubicBezTo>
                <a:cubicBezTo>
                  <a:pt x="1858477" y="88536"/>
                  <a:pt x="1859009" y="93249"/>
                  <a:pt x="1859008" y="96518"/>
                </a:cubicBezTo>
                <a:cubicBezTo>
                  <a:pt x="1858940" y="98256"/>
                  <a:pt x="1859507" y="99958"/>
                  <a:pt x="1860605" y="101308"/>
                </a:cubicBezTo>
                <a:cubicBezTo>
                  <a:pt x="1862043" y="106535"/>
                  <a:pt x="1862809" y="111926"/>
                  <a:pt x="1862886" y="117347"/>
                </a:cubicBezTo>
                <a:cubicBezTo>
                  <a:pt x="1862810" y="120312"/>
                  <a:pt x="1863266" y="119932"/>
                  <a:pt x="1865014" y="121073"/>
                </a:cubicBezTo>
                <a:cubicBezTo>
                  <a:pt x="1866763" y="122213"/>
                  <a:pt x="1872008" y="120008"/>
                  <a:pt x="1873301" y="121073"/>
                </a:cubicBezTo>
                <a:cubicBezTo>
                  <a:pt x="1874593" y="122137"/>
                  <a:pt x="1875201" y="125026"/>
                  <a:pt x="1876418" y="125026"/>
                </a:cubicBezTo>
                <a:cubicBezTo>
                  <a:pt x="1880294" y="125558"/>
                  <a:pt x="1882955" y="119476"/>
                  <a:pt x="1884020" y="117955"/>
                </a:cubicBezTo>
                <a:cubicBezTo>
                  <a:pt x="1886832" y="114002"/>
                  <a:pt x="1880827" y="108530"/>
                  <a:pt x="1879990" y="108377"/>
                </a:cubicBezTo>
                <a:cubicBezTo>
                  <a:pt x="1879154" y="108225"/>
                  <a:pt x="1876721" y="110430"/>
                  <a:pt x="1873301" y="110962"/>
                </a:cubicBezTo>
                <a:cubicBezTo>
                  <a:pt x="1869880" y="111494"/>
                  <a:pt x="1871324" y="113927"/>
                  <a:pt x="1868587" y="113167"/>
                </a:cubicBezTo>
                <a:cubicBezTo>
                  <a:pt x="1865851" y="112406"/>
                  <a:pt x="1867067" y="106400"/>
                  <a:pt x="1868587" y="103664"/>
                </a:cubicBezTo>
                <a:cubicBezTo>
                  <a:pt x="1870137" y="101394"/>
                  <a:pt x="1871126" y="98789"/>
                  <a:pt x="1871476" y="96062"/>
                </a:cubicBezTo>
                <a:cubicBezTo>
                  <a:pt x="1871172" y="92793"/>
                  <a:pt x="1868283" y="88840"/>
                  <a:pt x="1868283" y="87624"/>
                </a:cubicBezTo>
                <a:cubicBezTo>
                  <a:pt x="1868283" y="86407"/>
                  <a:pt x="1872008" y="82378"/>
                  <a:pt x="1873604" y="82302"/>
                </a:cubicBezTo>
                <a:cubicBezTo>
                  <a:pt x="1875201" y="82226"/>
                  <a:pt x="1877938" y="87091"/>
                  <a:pt x="1879459" y="87091"/>
                </a:cubicBezTo>
                <a:cubicBezTo>
                  <a:pt x="1880978" y="87091"/>
                  <a:pt x="1884780" y="81161"/>
                  <a:pt x="1886528" y="77741"/>
                </a:cubicBezTo>
                <a:cubicBezTo>
                  <a:pt x="1887668" y="75612"/>
                  <a:pt x="1888353" y="69530"/>
                  <a:pt x="1891774" y="68010"/>
                </a:cubicBezTo>
                <a:cubicBezTo>
                  <a:pt x="1893142" y="68010"/>
                  <a:pt x="1895043" y="68694"/>
                  <a:pt x="1896031" y="68010"/>
                </a:cubicBezTo>
                <a:cubicBezTo>
                  <a:pt x="1897352" y="67355"/>
                  <a:pt x="1898815" y="67041"/>
                  <a:pt x="1900288" y="67098"/>
                </a:cubicBezTo>
                <a:close/>
                <a:moveTo>
                  <a:pt x="244237" y="61103"/>
                </a:moveTo>
                <a:cubicBezTo>
                  <a:pt x="203233" y="55214"/>
                  <a:pt x="159983" y="64967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7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9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7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3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图片 190"/>
          <p:cNvPicPr>
            <a:picLocks noChangeAspect="1"/>
          </p:cNvPicPr>
          <p:nvPr/>
        </p:nvPicPr>
        <p:blipFill rotWithShape="1">
          <a:blip r:embed="rId2"/>
          <a:srcRect/>
          <a:stretch>
            <a:fillRect/>
          </a:stretch>
        </p:blipFill>
        <p:spPr>
          <a:xfrm rot="-60000">
            <a:off x="8490151" y="-13288"/>
            <a:ext cx="3761573" cy="6902549"/>
          </a:xfrm>
          <a:custGeom>
            <a:avLst/>
            <a:gdLst>
              <a:gd name="connsiteX0" fmla="*/ 1149508 w 3761573"/>
              <a:gd name="connsiteY0" fmla="*/ 0 h 6902549"/>
              <a:gd name="connsiteX1" fmla="*/ 3761573 w 3761573"/>
              <a:gd name="connsiteY1" fmla="*/ 45594 h 6902549"/>
              <a:gd name="connsiteX2" fmla="*/ 3641884 w 3761573"/>
              <a:gd name="connsiteY2" fmla="*/ 6902549 h 6902549"/>
              <a:gd name="connsiteX3" fmla="*/ 0 w 3761573"/>
              <a:gd name="connsiteY3" fmla="*/ 6838980 h 6902549"/>
              <a:gd name="connsiteX4" fmla="*/ 89493 w 3761573"/>
              <a:gd name="connsiteY4" fmla="*/ 6583092 h 6902549"/>
              <a:gd name="connsiteX5" fmla="*/ 232918 w 3761573"/>
              <a:gd name="connsiteY5" fmla="*/ 6118626 h 6902549"/>
              <a:gd name="connsiteX6" fmla="*/ 324196 w 3761573"/>
              <a:gd name="connsiteY6" fmla="*/ 5827236 h 6902549"/>
              <a:gd name="connsiteX7" fmla="*/ 1148708 w 3761573"/>
              <a:gd name="connsiteY7" fmla="*/ 272737 h 6902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61573" h="6902549">
                <a:moveTo>
                  <a:pt x="1149508" y="0"/>
                </a:moveTo>
                <a:lnTo>
                  <a:pt x="3761573" y="45594"/>
                </a:lnTo>
                <a:lnTo>
                  <a:pt x="3641884" y="6902549"/>
                </a:lnTo>
                <a:lnTo>
                  <a:pt x="0" y="6838980"/>
                </a:lnTo>
                <a:lnTo>
                  <a:pt x="89493" y="6583092"/>
                </a:lnTo>
                <a:lnTo>
                  <a:pt x="232918" y="6118626"/>
                </a:lnTo>
                <a:lnTo>
                  <a:pt x="324196" y="5827236"/>
                </a:lnTo>
                <a:cubicBezTo>
                  <a:pt x="819715" y="4151212"/>
                  <a:pt x="1113891" y="2267363"/>
                  <a:pt x="1148708" y="272737"/>
                </a:cubicBezTo>
                <a:close/>
              </a:path>
            </a:pathLst>
          </a:custGeom>
        </p:spPr>
      </p:pic>
      <p:sp>
        <p:nvSpPr>
          <p:cNvPr id="193" name="任意多边形: 形状 192"/>
          <p:cNvSpPr/>
          <p:nvPr/>
        </p:nvSpPr>
        <p:spPr>
          <a:xfrm>
            <a:off x="8558102" y="-1"/>
            <a:ext cx="3642439" cy="6858001"/>
          </a:xfrm>
          <a:custGeom>
            <a:avLst/>
            <a:gdLst>
              <a:gd name="connsiteX0" fmla="*/ 1029976 w 3642439"/>
              <a:gd name="connsiteY0" fmla="*/ 0 h 6858001"/>
              <a:gd name="connsiteX1" fmla="*/ 3642439 w 3642439"/>
              <a:gd name="connsiteY1" fmla="*/ 1 h 6858001"/>
              <a:gd name="connsiteX2" fmla="*/ 3642439 w 3642439"/>
              <a:gd name="connsiteY2" fmla="*/ 6858000 h 6858001"/>
              <a:gd name="connsiteX3" fmla="*/ 0 w 3642439"/>
              <a:gd name="connsiteY3" fmla="*/ 6858001 h 6858001"/>
              <a:gd name="connsiteX4" fmla="*/ 85014 w 3642439"/>
              <a:gd name="connsiteY4" fmla="*/ 6600590 h 6858001"/>
              <a:gd name="connsiteX5" fmla="*/ 220311 w 3642439"/>
              <a:gd name="connsiteY5" fmla="*/ 6133691 h 6858001"/>
              <a:gd name="connsiteX6" fmla="*/ 306489 w 3642439"/>
              <a:gd name="connsiteY6" fmla="*/ 5840753 h 6858001"/>
              <a:gd name="connsiteX7" fmla="*/ 1033936 w 3642439"/>
              <a:gd name="connsiteY7" fmla="*/ 27271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2439" h="6858001">
                <a:moveTo>
                  <a:pt x="1029976" y="0"/>
                </a:moveTo>
                <a:lnTo>
                  <a:pt x="3642439" y="1"/>
                </a:lnTo>
                <a:lnTo>
                  <a:pt x="3642439" y="6858000"/>
                </a:lnTo>
                <a:lnTo>
                  <a:pt x="0" y="6858001"/>
                </a:lnTo>
                <a:lnTo>
                  <a:pt x="85014" y="6600590"/>
                </a:lnTo>
                <a:lnTo>
                  <a:pt x="220311" y="6133691"/>
                </a:lnTo>
                <a:lnTo>
                  <a:pt x="306489" y="5840753"/>
                </a:lnTo>
                <a:cubicBezTo>
                  <a:pt x="772682" y="4156336"/>
                  <a:pt x="1033936" y="2267640"/>
                  <a:pt x="1033936" y="272710"/>
                </a:cubicBezTo>
                <a:close/>
              </a:path>
            </a:pathLst>
          </a:custGeom>
          <a:solidFill>
            <a:schemeClr val="accent5"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236" name="任意多边形: 形状 235"/>
          <p:cNvSpPr/>
          <p:nvPr/>
        </p:nvSpPr>
        <p:spPr>
          <a:xfrm>
            <a:off x="0" y="0"/>
            <a:ext cx="9459928" cy="6858000"/>
          </a:xfrm>
          <a:custGeom>
            <a:avLst/>
            <a:gdLst>
              <a:gd name="connsiteX0" fmla="*/ 0 w 9459928"/>
              <a:gd name="connsiteY0" fmla="*/ 0 h 6858000"/>
              <a:gd name="connsiteX1" fmla="*/ 9455968 w 9459928"/>
              <a:gd name="connsiteY1" fmla="*/ 0 h 6858000"/>
              <a:gd name="connsiteX2" fmla="*/ 9459928 w 9459928"/>
              <a:gd name="connsiteY2" fmla="*/ 272709 h 6858000"/>
              <a:gd name="connsiteX3" fmla="*/ 8732481 w 9459928"/>
              <a:gd name="connsiteY3" fmla="*/ 5840752 h 6858000"/>
              <a:gd name="connsiteX4" fmla="*/ 8646303 w 9459928"/>
              <a:gd name="connsiteY4" fmla="*/ 6133691 h 6858000"/>
              <a:gd name="connsiteX5" fmla="*/ 8511005 w 9459928"/>
              <a:gd name="connsiteY5" fmla="*/ 6600589 h 6858000"/>
              <a:gd name="connsiteX6" fmla="*/ 8425992 w 9459928"/>
              <a:gd name="connsiteY6" fmla="*/ 6858000 h 6858000"/>
              <a:gd name="connsiteX7" fmla="*/ 0 w 9459928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459928" h="6858000">
                <a:moveTo>
                  <a:pt x="0" y="0"/>
                </a:moveTo>
                <a:lnTo>
                  <a:pt x="9455968" y="0"/>
                </a:lnTo>
                <a:lnTo>
                  <a:pt x="9459928" y="272709"/>
                </a:lnTo>
                <a:cubicBezTo>
                  <a:pt x="9459928" y="2267639"/>
                  <a:pt x="9198674" y="4156335"/>
                  <a:pt x="8732481" y="5840752"/>
                </a:cubicBezTo>
                <a:lnTo>
                  <a:pt x="8646303" y="6133691"/>
                </a:lnTo>
                <a:lnTo>
                  <a:pt x="8511005" y="6600589"/>
                </a:lnTo>
                <a:lnTo>
                  <a:pt x="842599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78" name="组合 177"/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79" name="组合 17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2" name="任意多边形: 形状 201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3" name="任意多边形: 形状 202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0" name="组合 17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1" name="任意多边形: 形状 200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1" name="任意多边形: 形状 18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2" name="任意多边形: 形状 18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3" name="组合 18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94" name="任意多边形: 形状 193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5" name="任意多边形: 形状 194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5" name="组合 18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0" name="任意多边形: 形状 18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2" name="任意多边形: 形状 191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87" name="任意多边形: 形状 18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88" name="任意多边形: 形状 18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89" name="任意多边形: 形状 18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660614" y="532962"/>
            <a:ext cx="2904647" cy="640564"/>
            <a:chOff x="660614" y="532962"/>
            <a:chExt cx="2904647" cy="640564"/>
          </a:xfrm>
        </p:grpSpPr>
        <p:sp>
          <p:nvSpPr>
            <p:cNvPr id="292" name="任意多边形: 形状 291"/>
            <p:cNvSpPr/>
            <p:nvPr/>
          </p:nvSpPr>
          <p:spPr>
            <a:xfrm>
              <a:off x="1425456" y="622182"/>
              <a:ext cx="2139805" cy="484881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93" name="组合 292"/>
            <p:cNvGrpSpPr>
              <a:grpSpLocks noChangeAspect="1"/>
            </p:cNvGrpSpPr>
            <p:nvPr/>
          </p:nvGrpSpPr>
          <p:grpSpPr>
            <a:xfrm>
              <a:off x="660614" y="532962"/>
              <a:ext cx="640563" cy="640564"/>
              <a:chOff x="1886246" y="2354788"/>
              <a:chExt cx="1379954" cy="1379953"/>
            </a:xfrm>
          </p:grpSpPr>
          <p:sp>
            <p:nvSpPr>
              <p:cNvPr id="294" name="任意多边形: 形状 293"/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95" name="图形 4"/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64" name="任意多边形: 形状 363"/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5" name="任意多边形: 形状 364"/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6" name="任意多边形: 形状 365"/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7" name="任意多边形: 形状 366"/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8" name="任意多边形: 形状 367"/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9" name="任意多边形: 形状 368"/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0" name="任意多边形: 形状 369"/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1" name="任意多边形: 形状 370"/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2" name="任意多边形: 形状 371"/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3" name="任意多边形: 形状 372"/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4" name="任意多边形: 形状 373"/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5" name="任意多边形: 形状 374"/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296" name="任意多边形: 形状 295"/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3" name="任意多边形: 形状 302"/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0" name="任意多边形: 形状 309"/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1" name="任意多边形: 形状 310"/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2" name="任意多边形: 形状 311"/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3" name="任意多边形: 形状 312"/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8" name="任意多边形: 形状 317"/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0" name="任意多边形: 形状 319"/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8" name="任意多边形: 形状 327"/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0" name="任意多边形: 形状 329"/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1" name="任意多边形: 形状 330"/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2" name="任意多边形: 形状 331"/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3" name="任意多边形: 形状 332"/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4" name="任意多边形: 形状 333"/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5" name="任意多边形: 形状 334"/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6" name="任意多边形: 形状 335"/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7" name="任意多边形: 形状 336"/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8" name="任意多边形: 形状 337"/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9" name="任意多边形: 形状 338"/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0" name="任意多边形: 形状 339"/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1" name="任意多边形: 形状 340"/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2" name="任意多边形: 形状 341"/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3" name="任意多边形: 形状 342"/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4" name="任意多边形: 形状 343"/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5" name="任意多边形: 形状 344"/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6" name="任意多边形: 形状 345"/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7" name="任意多边形: 形状 346"/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8" name="任意多边形: 形状 347"/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9" name="任意多边形: 形状 348"/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0" name="任意多边形: 形状 349"/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1" name="任意多边形: 形状 350"/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2" name="任意多边形: 形状 351"/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3" name="任意多边形: 形状 352"/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4" name="任意多边形: 形状 353"/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5" name="任意多边形: 形状 354"/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6" name="任意多边形: 形状 355"/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7" name="任意多边形: 形状 356"/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8" name="任意多边形: 形状 357"/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9" name="任意多边形: 形状 358"/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0" name="任意多边形: 形状 359"/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1" name="任意多边形: 形状 360"/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2" name="任意多边形: 形状 361"/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3" name="任意多边形: 形状 362"/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" name="图片 573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>
          <a:xfrm>
            <a:off x="4307407" y="0"/>
            <a:ext cx="7884593" cy="6858000"/>
          </a:xfrm>
          <a:custGeom>
            <a:avLst/>
            <a:gdLst>
              <a:gd name="connsiteX0" fmla="*/ 0 w 7884593"/>
              <a:gd name="connsiteY0" fmla="*/ 0 h 6858000"/>
              <a:gd name="connsiteX1" fmla="*/ 7884593 w 7884593"/>
              <a:gd name="connsiteY1" fmla="*/ 0 h 6858000"/>
              <a:gd name="connsiteX2" fmla="*/ 7884593 w 7884593"/>
              <a:gd name="connsiteY2" fmla="*/ 6858000 h 6858000"/>
              <a:gd name="connsiteX3" fmla="*/ 0 w 788459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4593" h="6858000">
                <a:moveTo>
                  <a:pt x="0" y="0"/>
                </a:moveTo>
                <a:lnTo>
                  <a:pt x="7884593" y="0"/>
                </a:lnTo>
                <a:lnTo>
                  <a:pt x="7884593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/>
          <p:cNvSpPr/>
          <p:nvPr userDrawn="1"/>
        </p:nvSpPr>
        <p:spPr>
          <a:xfrm>
            <a:off x="-1" y="0"/>
            <a:ext cx="12192001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52" name="组合 151"/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5" name="任意多边形: 形状 17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2" name="任意多边形: 形状 17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3" name="任意多边形: 形状 17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55" name="任意多边形: 形状 15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57" name="组合 15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9" name="任意多边形: 形状 16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0" name="任意多边形: 形状 16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7" name="任意多边形: 形状 16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5" name="任意多边形: 形状 16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2" name="任意多边形: 形状 16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3" name="任意多边形: 形状 16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30" name="组合 129"/>
          <p:cNvGrpSpPr>
            <a:grpSpLocks noChangeAspect="1"/>
          </p:cNvGrpSpPr>
          <p:nvPr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131" name="任意多边形: 形状 13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2" name="组合 13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33" name="任意多边形: 形状 13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4" name="任意多边形: 形状 14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46" name="矩形 4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47" name="组合 46"/>
          <p:cNvGrpSpPr/>
          <p:nvPr userDrawn="1"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48" name="组合 4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69" name="任意多边形: 形状 6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0" name="任意多边形: 形状 6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49" name="组合 4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66" name="任意多边形: 形状 6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8" name="任意多边形: 形状 6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50" name="任意多边形: 形状 4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1" name="任意多边形: 形状 5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63" name="任意多边形: 形状 6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4" name="任意多边形: 形状 6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5" name="任意多边形: 形状 6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1" name="任意多边形: 形状 6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2" name="任意多边形: 形状 6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4" name="组合 5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59" name="任意多边形: 形状 5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0" name="任意多边形: 形状 5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5" name="组合 5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56" name="任意多边形: 形状 5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57" name="任意多边形: 形状 5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58" name="任意多边形: 形状 5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71" name="组合 70"/>
          <p:cNvGrpSpPr>
            <a:grpSpLocks noChangeAspect="1"/>
          </p:cNvGrpSpPr>
          <p:nvPr userDrawn="1"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72" name="任意多边形: 形状 7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3" name="组合 72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74" name="任意多边形: 形状 73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5" name="任意多边形: 形状 7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6" name="任意多边形: 形状 7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8" name="任意多边形: 形状 7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" name="图片 574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-13247" y="0"/>
            <a:ext cx="9566367" cy="6858000"/>
          </a:xfrm>
          <a:custGeom>
            <a:avLst/>
            <a:gdLst>
              <a:gd name="connsiteX0" fmla="*/ 0 w 9566367"/>
              <a:gd name="connsiteY0" fmla="*/ 0 h 6858000"/>
              <a:gd name="connsiteX1" fmla="*/ 9566367 w 9566367"/>
              <a:gd name="connsiteY1" fmla="*/ 0 h 6858000"/>
              <a:gd name="connsiteX2" fmla="*/ 9566367 w 9566367"/>
              <a:gd name="connsiteY2" fmla="*/ 6858000 h 6858000"/>
              <a:gd name="connsiteX3" fmla="*/ 0 w 956636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66367" h="6858000">
                <a:moveTo>
                  <a:pt x="0" y="0"/>
                </a:moveTo>
                <a:lnTo>
                  <a:pt x="9566367" y="0"/>
                </a:lnTo>
                <a:lnTo>
                  <a:pt x="9566367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/>
          <p:cNvSpPr/>
          <p:nvPr/>
        </p:nvSpPr>
        <p:spPr>
          <a:xfrm>
            <a:off x="0" y="0"/>
            <a:ext cx="12192003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52" name="组合 151"/>
          <p:cNvGrpSpPr/>
          <p:nvPr/>
        </p:nvGrpSpPr>
        <p:grpSpPr>
          <a:xfrm>
            <a:off x="8147070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5" name="任意多边形: 形状 17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2" name="任意多边形: 形状 17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3" name="任意多边形: 形状 17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55" name="任意多边形: 形状 15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57" name="组合 15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9" name="任意多边形: 形状 16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0" name="任意多边形: 形状 16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7" name="任意多边形: 形状 16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5" name="任意多边形: 形状 16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2" name="任意多边形: 形状 16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3" name="任意多边形: 形状 16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3" name="组合 112"/>
          <p:cNvGrpSpPr>
            <a:grpSpLocks noChangeAspect="1"/>
          </p:cNvGrpSpPr>
          <p:nvPr/>
        </p:nvGrpSpPr>
        <p:grpSpPr>
          <a:xfrm>
            <a:off x="8582400" y="532800"/>
            <a:ext cx="2905721" cy="640800"/>
            <a:chOff x="468000" y="514800"/>
            <a:chExt cx="2301723" cy="507600"/>
          </a:xfrm>
        </p:grpSpPr>
        <p:sp>
          <p:nvSpPr>
            <p:cNvPr id="114" name="任意多边形: 形状 113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15" name="组合 114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6" name="任意多边形: 形状 115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2"/>
          <a:srcRect t="7544"/>
          <a:stretch>
            <a:fillRect/>
          </a:stretch>
        </p:blipFill>
        <p:spPr>
          <a:xfrm>
            <a:off x="-6352" y="-910"/>
            <a:ext cx="12198351" cy="4645465"/>
          </a:xfrm>
          <a:custGeom>
            <a:avLst/>
            <a:gdLst>
              <a:gd name="connsiteX0" fmla="*/ 0 w 12198351"/>
              <a:gd name="connsiteY0" fmla="*/ 0 h 4645465"/>
              <a:gd name="connsiteX1" fmla="*/ 12198351 w 12198351"/>
              <a:gd name="connsiteY1" fmla="*/ 0 h 4645465"/>
              <a:gd name="connsiteX2" fmla="*/ 12198351 w 12198351"/>
              <a:gd name="connsiteY2" fmla="*/ 4645465 h 4645465"/>
              <a:gd name="connsiteX3" fmla="*/ 0 w 12198351"/>
              <a:gd name="connsiteY3" fmla="*/ 4645465 h 4645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351" h="4645465">
                <a:moveTo>
                  <a:pt x="0" y="0"/>
                </a:moveTo>
                <a:lnTo>
                  <a:pt x="12198351" y="0"/>
                </a:lnTo>
                <a:lnTo>
                  <a:pt x="12198351" y="4645465"/>
                </a:lnTo>
                <a:lnTo>
                  <a:pt x="0" y="4645465"/>
                </a:lnTo>
                <a:close/>
              </a:path>
            </a:pathLst>
          </a:custGeom>
        </p:spPr>
      </p:pic>
      <p:sp>
        <p:nvSpPr>
          <p:cNvPr id="7" name="矩形 6"/>
          <p:cNvSpPr/>
          <p:nvPr userDrawn="1"/>
        </p:nvSpPr>
        <p:spPr>
          <a:xfrm>
            <a:off x="-6351" y="0"/>
            <a:ext cx="12198349" cy="6857999"/>
          </a:xfrm>
          <a:prstGeom prst="rect">
            <a:avLst/>
          </a:prstGeom>
          <a:gradFill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9" name="直接连接符 8"/>
          <p:cNvCxnSpPr/>
          <p:nvPr/>
        </p:nvCxnSpPr>
        <p:spPr>
          <a:xfrm>
            <a:off x="660400" y="4550546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图片 10"/>
          <p:cNvPicPr>
            <a:picLocks noChangeAspect="1"/>
          </p:cNvPicPr>
          <p:nvPr/>
        </p:nvPicPr>
        <p:blipFill rotWithShape="1">
          <a:blip r:embed="rId3"/>
          <a:srcRect l="6610" b="12305"/>
          <a:stretch>
            <a:fillRect/>
          </a:stretch>
        </p:blipFill>
        <p:spPr>
          <a:xfrm>
            <a:off x="1225" y="5340546"/>
            <a:ext cx="6018099" cy="1518363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 rotWithShape="1">
          <a:blip r:embed="rId3"/>
          <a:srcRect l="6610" b="12305"/>
          <a:stretch>
            <a:fillRect/>
          </a:stretch>
        </p:blipFill>
        <p:spPr>
          <a:xfrm flipH="1">
            <a:off x="6168437" y="5340546"/>
            <a:ext cx="6018099" cy="1518363"/>
          </a:xfrm>
          <a:prstGeom prst="rect">
            <a:avLst/>
          </a:prstGeom>
        </p:spPr>
      </p:pic>
      <p:sp>
        <p:nvSpPr>
          <p:cNvPr id="86" name="任意多边形: 形状 85"/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0" y="0"/>
            <a:ext cx="12192000" cy="5902493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1" y="0"/>
            <a:ext cx="12191998" cy="6858000"/>
          </a:xfrm>
          <a:prstGeom prst="rect">
            <a:avLst/>
          </a:prstGeom>
          <a:gradFill>
            <a:gsLst>
              <a:gs pos="0">
                <a:schemeClr val="bg1">
                  <a:alpha val="30000"/>
                </a:schemeClr>
              </a:gs>
              <a:gs pos="6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9" name="直接连接符 8"/>
          <p:cNvCxnSpPr/>
          <p:nvPr/>
        </p:nvCxnSpPr>
        <p:spPr>
          <a:xfrm>
            <a:off x="660400" y="4626145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13"/>
          <p:cNvPicPr>
            <a:picLocks noChangeAspect="1"/>
          </p:cNvPicPr>
          <p:nvPr/>
        </p:nvPicPr>
        <p:blipFill rotWithShape="1">
          <a:blip r:embed="rId3"/>
          <a:srcRect l="6610" b="12305"/>
          <a:stretch>
            <a:fillRect/>
          </a:stretch>
        </p:blipFill>
        <p:spPr>
          <a:xfrm flipV="1">
            <a:off x="14873" y="-15231"/>
            <a:ext cx="6018099" cy="1518363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 rotWithShape="1">
          <a:blip r:embed="rId3"/>
          <a:srcRect l="6610" b="12305"/>
          <a:stretch>
            <a:fillRect/>
          </a:stretch>
        </p:blipFill>
        <p:spPr>
          <a:xfrm flipH="1" flipV="1">
            <a:off x="6154789" y="-15231"/>
            <a:ext cx="6018099" cy="1518363"/>
          </a:xfrm>
          <a:prstGeom prst="rect">
            <a:avLst/>
          </a:prstGeom>
        </p:spPr>
      </p:pic>
      <p:grpSp>
        <p:nvGrpSpPr>
          <p:cNvPr id="99" name="组合 98"/>
          <p:cNvGrpSpPr/>
          <p:nvPr/>
        </p:nvGrpSpPr>
        <p:grpSpPr>
          <a:xfrm>
            <a:off x="4216450" y="5826242"/>
            <a:ext cx="3759101" cy="4632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00" name="组合 99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21" name="任意多边形: 形状 120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1" name="组合 100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18" name="任意多边形: 形状 117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02" name="任意多边形: 形状 101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04" name="组合 103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15" name="任意多边形: 形状 114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5" name="组合 104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13" name="任意多边形: 形状 112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6" name="组合 105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11" name="任意多边形: 形状 110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7" name="组合 106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08" name="任意多边形: 形状 107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72" name="任意多边形: 形状 71"/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组合 30"/>
          <p:cNvGrpSpPr/>
          <p:nvPr/>
        </p:nvGrpSpPr>
        <p:grpSpPr>
          <a:xfrm>
            <a:off x="10272478" y="6396638"/>
            <a:ext cx="1629576" cy="198576"/>
            <a:chOff x="10272478" y="6308389"/>
            <a:chExt cx="1629576" cy="198576"/>
          </a:xfrm>
        </p:grpSpPr>
        <p:grpSp>
          <p:nvGrpSpPr>
            <p:cNvPr id="32" name="组合 31"/>
            <p:cNvGrpSpPr/>
            <p:nvPr/>
          </p:nvGrpSpPr>
          <p:grpSpPr>
            <a:xfrm>
              <a:off x="11216726" y="6310650"/>
              <a:ext cx="685328" cy="194486"/>
              <a:chOff x="2373567" y="1096524"/>
              <a:chExt cx="2578404" cy="731714"/>
            </a:xfrm>
          </p:grpSpPr>
          <p:sp>
            <p:nvSpPr>
              <p:cNvPr id="75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76" name="Freeform 6"/>
              <p:cNvSpPr/>
              <p:nvPr/>
            </p:nvSpPr>
            <p:spPr bwMode="auto">
              <a:xfrm>
                <a:off x="4620306" y="1229886"/>
                <a:ext cx="331665" cy="499208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77" name="组合 76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82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78" name="组合 77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79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33" name="组合 32"/>
            <p:cNvGrpSpPr/>
            <p:nvPr/>
          </p:nvGrpSpPr>
          <p:grpSpPr>
            <a:xfrm>
              <a:off x="10272478" y="6308389"/>
              <a:ext cx="716480" cy="198576"/>
              <a:chOff x="2372715" y="161759"/>
              <a:chExt cx="2695608" cy="747103"/>
            </a:xfrm>
          </p:grpSpPr>
          <p:grpSp>
            <p:nvGrpSpPr>
              <p:cNvPr id="34" name="组合 33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73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5" name="组合 34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71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6" name="组合 35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68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8" name="组合 37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3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45" name="Freeform 46_1_1"/>
          <p:cNvSpPr/>
          <p:nvPr/>
        </p:nvSpPr>
        <p:spPr>
          <a:xfrm>
            <a:off x="-124860" y="82060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noFill/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41" name="矩形 40"/>
          <p:cNvSpPr/>
          <p:nvPr/>
        </p:nvSpPr>
        <p:spPr>
          <a:xfrm>
            <a:off x="0" y="0"/>
            <a:ext cx="12192000" cy="16328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180000" rIns="180000" bIns="180000" numCol="1" spcCol="0" rtlCol="0" fromWordArt="0" anchor="t" anchorCtr="0" forceAA="0" compatLnSpc="1">
            <a:normAutofit fontScale="25000" lnSpcReduction="20000"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51" name="Picture 49_1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0" y="165340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52" name="文本框 51"/>
          <p:cNvSpPr txBox="1"/>
          <p:nvPr/>
        </p:nvSpPr>
        <p:spPr>
          <a:xfrm>
            <a:off x="346663" y="641418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16" name="组合 115"/>
          <p:cNvGrpSpPr>
            <a:grpSpLocks noChangeAspect="1"/>
          </p:cNvGrpSpPr>
          <p:nvPr/>
        </p:nvGrpSpPr>
        <p:grpSpPr>
          <a:xfrm>
            <a:off x="5500200" y="3067200"/>
            <a:ext cx="1191600" cy="1191600"/>
            <a:chOff x="2216986" y="864164"/>
            <a:chExt cx="5847244" cy="5847244"/>
          </a:xfrm>
        </p:grpSpPr>
        <p:sp>
          <p:nvSpPr>
            <p:cNvPr id="117" name="任意多边形: 形状 116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18" name="任意多边形: 形状 117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19" name="任意多边形: 形状 118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0" name="任意多边形: 形状 119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1" name="任意多边形: 形状 120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2" name="任意多边形: 形状 121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3" name="任意多边形: 形状 122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4" name="任意多边形: 形状 123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5" name="任意多边形: 形状 124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6" name="任意多边形: 形状 125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7" name="任意多边形: 形状 126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8" name="任意多边形: 形状 127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30" name="任意多边形: 形状 129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46_1_1"/>
          <p:cNvSpPr/>
          <p:nvPr/>
        </p:nvSpPr>
        <p:spPr>
          <a:xfrm>
            <a:off x="-124860" y="16477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accent5"/>
          </a:solidFill>
          <a:ln w="76200">
            <a:solidFill>
              <a:srgbClr val="A13F0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7" name="Freeform 46_1_1_1"/>
          <p:cNvSpPr/>
          <p:nvPr/>
        </p:nvSpPr>
        <p:spPr>
          <a:xfrm>
            <a:off x="-124860" y="-139776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rmAutofit/>
          </a:bodyPr>
          <a:lstStyle/>
          <a:p>
            <a:pPr algn="ctr" eaLnBrk="0" fontAlgn="base" hangingPunct="0"/>
            <a:endParaRPr lang="zh-CN" altLang="en-US" dirty="0"/>
          </a:p>
        </p:txBody>
      </p:sp>
      <p:pic>
        <p:nvPicPr>
          <p:cNvPr id="8" name="Picture 49_1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0" y="-97958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22" name="任意多边形: 形状 21"/>
          <p:cNvSpPr/>
          <p:nvPr>
            <p:custDataLst>
              <p:tags r:id="rId3"/>
            </p:custDataLst>
          </p:nvPr>
        </p:nvSpPr>
        <p:spPr>
          <a:xfrm>
            <a:off x="0" y="2797056"/>
            <a:ext cx="12192000" cy="4065452"/>
          </a:xfrm>
          <a:custGeom>
            <a:avLst/>
            <a:gdLst>
              <a:gd name="connsiteX0" fmla="*/ 0 w 12192000"/>
              <a:gd name="connsiteY0" fmla="*/ 0 h 4065452"/>
              <a:gd name="connsiteX1" fmla="*/ 266727 w 12192000"/>
              <a:gd name="connsiteY1" fmla="*/ 94434 h 4065452"/>
              <a:gd name="connsiteX2" fmla="*/ 6096003 w 12192000"/>
              <a:gd name="connsiteY2" fmla="*/ 1003301 h 4065452"/>
              <a:gd name="connsiteX3" fmla="*/ 11925277 w 12192000"/>
              <a:gd name="connsiteY3" fmla="*/ 94434 h 4065452"/>
              <a:gd name="connsiteX4" fmla="*/ 12192000 w 12192000"/>
              <a:gd name="connsiteY4" fmla="*/ 1 h 4065452"/>
              <a:gd name="connsiteX5" fmla="*/ 12192000 w 12192000"/>
              <a:gd name="connsiteY5" fmla="*/ 2284097 h 4065452"/>
              <a:gd name="connsiteX6" fmla="*/ 12192000 w 12192000"/>
              <a:gd name="connsiteY6" fmla="*/ 3977817 h 4065452"/>
              <a:gd name="connsiteX7" fmla="*/ 12192000 w 12192000"/>
              <a:gd name="connsiteY7" fmla="*/ 4065452 h 4065452"/>
              <a:gd name="connsiteX8" fmla="*/ 0 w 12192000"/>
              <a:gd name="connsiteY8" fmla="*/ 4065452 h 4065452"/>
              <a:gd name="connsiteX9" fmla="*/ 0 w 12192000"/>
              <a:gd name="connsiteY9" fmla="*/ 3977817 h 4065452"/>
              <a:gd name="connsiteX10" fmla="*/ 0 w 12192000"/>
              <a:gd name="connsiteY10" fmla="*/ 2284097 h 4065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4065452">
                <a:moveTo>
                  <a:pt x="0" y="0"/>
                </a:moveTo>
                <a:lnTo>
                  <a:pt x="266727" y="94434"/>
                </a:lnTo>
                <a:cubicBezTo>
                  <a:pt x="1999555" y="674060"/>
                  <a:pt x="3985336" y="1003301"/>
                  <a:pt x="6096003" y="1003301"/>
                </a:cubicBezTo>
                <a:cubicBezTo>
                  <a:pt x="8206668" y="1003301"/>
                  <a:pt x="10192449" y="674060"/>
                  <a:pt x="11925277" y="94434"/>
                </a:cubicBezTo>
                <a:lnTo>
                  <a:pt x="12192000" y="1"/>
                </a:lnTo>
                <a:lnTo>
                  <a:pt x="12192000" y="2284097"/>
                </a:lnTo>
                <a:lnTo>
                  <a:pt x="12192000" y="3977817"/>
                </a:lnTo>
                <a:lnTo>
                  <a:pt x="12192000" y="4065452"/>
                </a:lnTo>
                <a:lnTo>
                  <a:pt x="0" y="4065452"/>
                </a:lnTo>
                <a:lnTo>
                  <a:pt x="0" y="3977817"/>
                </a:lnTo>
                <a:lnTo>
                  <a:pt x="0" y="22840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4" name="组合 93"/>
          <p:cNvGrpSpPr>
            <a:grpSpLocks noChangeAspect="1"/>
          </p:cNvGrpSpPr>
          <p:nvPr/>
        </p:nvGrpSpPr>
        <p:grpSpPr>
          <a:xfrm>
            <a:off x="5500200" y="2984071"/>
            <a:ext cx="1191600" cy="1191600"/>
            <a:chOff x="2216986" y="864164"/>
            <a:chExt cx="5847244" cy="5847244"/>
          </a:xfrm>
        </p:grpSpPr>
        <p:sp>
          <p:nvSpPr>
            <p:cNvPr id="95" name="任意多边形: 形状 94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7" name="任意多边形: 形状 96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8" name="任意多边形: 形状 97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9" name="任意多边形: 形状 98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0" name="任意多边形: 形状 99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1" name="任意多边形: 形状 100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2" name="任意多边形: 形状 101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4" name="任意多边形: 形状 103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5" name="任意多边形: 形状 104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6" name="任意多边形: 形状 105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7" name="任意多边形: 形状 106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8" name="任意多边形: 形状 107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19" name="任意多边形: 形状 20"/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0" name="任意多边形: 形状 44"/>
          <p:cNvSpPr/>
          <p:nvPr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1" name="任意多边形: 形状 49"/>
          <p:cNvSpPr/>
          <p:nvPr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1" name="组合 90"/>
          <p:cNvGrpSpPr>
            <a:grpSpLocks noChangeAspect="1"/>
          </p:cNvGrpSpPr>
          <p:nvPr/>
        </p:nvGrpSpPr>
        <p:grpSpPr>
          <a:xfrm>
            <a:off x="4341141" y="1573281"/>
            <a:ext cx="3509719" cy="774000"/>
            <a:chOff x="468000" y="514800"/>
            <a:chExt cx="2301723" cy="507600"/>
          </a:xfrm>
        </p:grpSpPr>
        <p:sp>
          <p:nvSpPr>
            <p:cNvPr id="92" name="任意多边形: 形状 9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26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组合 107"/>
          <p:cNvGrpSpPr>
            <a:grpSpLocks noChangeAspect="1"/>
          </p:cNvGrpSpPr>
          <p:nvPr/>
        </p:nvGrpSpPr>
        <p:grpSpPr>
          <a:xfrm>
            <a:off x="4455411" y="4618800"/>
            <a:ext cx="3281179" cy="723600"/>
            <a:chOff x="468000" y="514800"/>
            <a:chExt cx="2301723" cy="507600"/>
          </a:xfrm>
        </p:grpSpPr>
        <p:sp>
          <p:nvSpPr>
            <p:cNvPr id="109" name="任意多边形: 形状 10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10" name="组合 109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1" name="任意多边形: 形状 110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pic>
        <p:nvPicPr>
          <p:cNvPr id="24" name="图片 23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25" name="任意多边形: 形状 20"/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7" name="任意多边形: 形状 44"/>
          <p:cNvSpPr/>
          <p:nvPr userDrawn="1"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8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6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20" y="420130"/>
            <a:ext cx="12191980" cy="6437864"/>
          </a:xfrm>
          <a:prstGeom prst="rect">
            <a:avLst/>
          </a:prstGeom>
        </p:spPr>
      </p:pic>
      <p:sp>
        <p:nvSpPr>
          <p:cNvPr id="5" name="矩形 4"/>
          <p:cNvSpPr/>
          <p:nvPr/>
        </p:nvSpPr>
        <p:spPr>
          <a:xfrm>
            <a:off x="20" y="0"/>
            <a:ext cx="12191980" cy="6857994"/>
          </a:xfrm>
          <a:prstGeom prst="rect">
            <a:avLst/>
          </a:prstGeom>
          <a:gradFill>
            <a:gsLst>
              <a:gs pos="0">
                <a:schemeClr val="accent1">
                  <a:alpha val="90000"/>
                  <a:lumMod val="85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8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10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6" name="文本占位符 10"/>
          <p:cNvSpPr>
            <a:spLocks noGrp="1"/>
          </p:cNvSpPr>
          <p:nvPr>
            <p:ph type="body" sz="quarter" idx="11"/>
          </p:nvPr>
        </p:nvSpPr>
        <p:spPr>
          <a:xfrm>
            <a:off x="1572100" y="3028371"/>
            <a:ext cx="9041450" cy="911074"/>
          </a:xfrm>
        </p:spPr>
        <p:txBody>
          <a:bodyPr anchor="ctr" anchorCtr="0"/>
          <a:lstStyle>
            <a:lvl1pPr marL="0" indent="0" algn="ctr">
              <a:buFontTx/>
              <a:buNone/>
              <a:defRPr sz="4400" b="1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1" y="1"/>
            <a:ext cx="12191998" cy="1952368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0000"/>
                  <a:alpha val="0"/>
                </a:schemeClr>
              </a:gs>
              <a:gs pos="72000">
                <a:schemeClr val="accent1">
                  <a:lumMod val="9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1" name="组合 90"/>
          <p:cNvGrpSpPr>
            <a:grpSpLocks noChangeAspect="1"/>
          </p:cNvGrpSpPr>
          <p:nvPr/>
        </p:nvGrpSpPr>
        <p:grpSpPr>
          <a:xfrm>
            <a:off x="4113725" y="1252800"/>
            <a:ext cx="4130041" cy="910800"/>
            <a:chOff x="468000" y="514800"/>
            <a:chExt cx="2301723" cy="507600"/>
          </a:xfrm>
        </p:grpSpPr>
        <p:sp>
          <p:nvSpPr>
            <p:cNvPr id="92" name="任意多边形: 形状 9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3317876"/>
            <a:ext cx="12192000" cy="35401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任意多边形: 形状 8"/>
          <p:cNvSpPr/>
          <p:nvPr/>
        </p:nvSpPr>
        <p:spPr>
          <a:xfrm>
            <a:off x="0" y="3049770"/>
            <a:ext cx="12192000" cy="195879"/>
          </a:xfrm>
          <a:custGeom>
            <a:avLst/>
            <a:gdLst>
              <a:gd name="connsiteX0" fmla="*/ 8370605 w 12192000"/>
              <a:gd name="connsiteY0" fmla="*/ 0 h 195879"/>
              <a:gd name="connsiteX1" fmla="*/ 12192000 w 12192000"/>
              <a:gd name="connsiteY1" fmla="*/ 0 h 195879"/>
              <a:gd name="connsiteX2" fmla="*/ 12192000 w 12192000"/>
              <a:gd name="connsiteY2" fmla="*/ 195879 h 195879"/>
              <a:gd name="connsiteX3" fmla="*/ 8398106 w 12192000"/>
              <a:gd name="connsiteY3" fmla="*/ 195879 h 195879"/>
              <a:gd name="connsiteX4" fmla="*/ 0 w 12192000"/>
              <a:gd name="connsiteY4" fmla="*/ 0 h 195879"/>
              <a:gd name="connsiteX5" fmla="*/ 3822132 w 12192000"/>
              <a:gd name="connsiteY5" fmla="*/ 0 h 195879"/>
              <a:gd name="connsiteX6" fmla="*/ 3794416 w 12192000"/>
              <a:gd name="connsiteY6" fmla="*/ 195879 h 195879"/>
              <a:gd name="connsiteX7" fmla="*/ 0 w 12192000"/>
              <a:gd name="connsiteY7" fmla="*/ 195879 h 19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195879">
                <a:moveTo>
                  <a:pt x="8370605" y="0"/>
                </a:moveTo>
                <a:lnTo>
                  <a:pt x="12192000" y="0"/>
                </a:lnTo>
                <a:lnTo>
                  <a:pt x="12192000" y="195879"/>
                </a:lnTo>
                <a:lnTo>
                  <a:pt x="8398106" y="195879"/>
                </a:lnTo>
                <a:close/>
                <a:moveTo>
                  <a:pt x="0" y="0"/>
                </a:moveTo>
                <a:lnTo>
                  <a:pt x="3822132" y="0"/>
                </a:lnTo>
                <a:lnTo>
                  <a:pt x="3794416" y="195879"/>
                </a:lnTo>
                <a:lnTo>
                  <a:pt x="0" y="19587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/>
          </a:p>
        </p:txBody>
      </p:sp>
      <p:grpSp>
        <p:nvGrpSpPr>
          <p:cNvPr id="247" name="组合 246"/>
          <p:cNvGrpSpPr/>
          <p:nvPr/>
        </p:nvGrpSpPr>
        <p:grpSpPr>
          <a:xfrm>
            <a:off x="576863" y="397564"/>
            <a:ext cx="2099662" cy="2552370"/>
            <a:chOff x="576863" y="397564"/>
            <a:chExt cx="2099662" cy="2552370"/>
          </a:xfrm>
        </p:grpSpPr>
        <p:grpSp>
          <p:nvGrpSpPr>
            <p:cNvPr id="248" name="组合 247"/>
            <p:cNvGrpSpPr/>
            <p:nvPr/>
          </p:nvGrpSpPr>
          <p:grpSpPr>
            <a:xfrm>
              <a:off x="576863" y="397564"/>
              <a:ext cx="1409524" cy="2552370"/>
              <a:chOff x="1960390" y="-136932"/>
              <a:chExt cx="1516124" cy="2745401"/>
            </a:xfrm>
          </p:grpSpPr>
          <p:grpSp>
            <p:nvGrpSpPr>
              <p:cNvPr id="251" name="图形 4"/>
              <p:cNvGrpSpPr/>
              <p:nvPr/>
            </p:nvGrpSpPr>
            <p:grpSpPr>
              <a:xfrm>
                <a:off x="1960390" y="-136932"/>
                <a:ext cx="1516124" cy="2745401"/>
                <a:chOff x="2109680" y="198970"/>
                <a:chExt cx="1516124" cy="2745401"/>
              </a:xfrm>
            </p:grpSpPr>
            <p:sp>
              <p:nvSpPr>
                <p:cNvPr id="253" name="任意多边形: 形状 252"/>
                <p:cNvSpPr/>
                <p:nvPr/>
              </p:nvSpPr>
              <p:spPr>
                <a:xfrm>
                  <a:off x="2775674" y="1795000"/>
                  <a:ext cx="666363" cy="505529"/>
                </a:xfrm>
                <a:custGeom>
                  <a:avLst/>
                  <a:gdLst>
                    <a:gd name="connsiteX0" fmla="*/ 9113 w 666362"/>
                    <a:gd name="connsiteY0" fmla="*/ 0 h 505529"/>
                    <a:gd name="connsiteX1" fmla="*/ 645847 w 666362"/>
                    <a:gd name="connsiteY1" fmla="*/ 54675 h 505529"/>
                    <a:gd name="connsiteX2" fmla="*/ 666362 w 666362"/>
                    <a:gd name="connsiteY2" fmla="*/ 505529 h 505529"/>
                    <a:gd name="connsiteX3" fmla="*/ 0 w 666362"/>
                    <a:gd name="connsiteY3" fmla="*/ 501222 h 505529"/>
                    <a:gd name="connsiteX4" fmla="*/ 9113 w 666362"/>
                    <a:gd name="connsiteY4" fmla="*/ 0 h 50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2" h="505529">
                      <a:moveTo>
                        <a:pt x="9113" y="0"/>
                      </a:moveTo>
                      <a:lnTo>
                        <a:pt x="645847" y="54675"/>
                      </a:lnTo>
                      <a:lnTo>
                        <a:pt x="666362" y="505529"/>
                      </a:lnTo>
                      <a:lnTo>
                        <a:pt x="0" y="501222"/>
                      </a:lnTo>
                      <a:lnTo>
                        <a:pt x="911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4" name="任意多边形: 形状 253"/>
                <p:cNvSpPr/>
                <p:nvPr/>
              </p:nvSpPr>
              <p:spPr>
                <a:xfrm>
                  <a:off x="2109680" y="1403733"/>
                  <a:ext cx="1516124" cy="1540638"/>
                </a:xfrm>
                <a:custGeom>
                  <a:avLst/>
                  <a:gdLst>
                    <a:gd name="connsiteX0" fmla="*/ 68913 w 1516124"/>
                    <a:gd name="connsiteY0" fmla="*/ 206953 h 1540638"/>
                    <a:gd name="connsiteX1" fmla="*/ 482404 w 1516124"/>
                    <a:gd name="connsiteY1" fmla="*/ 0 h 1540638"/>
                    <a:gd name="connsiteX2" fmla="*/ 1447212 w 1516124"/>
                    <a:gd name="connsiteY2" fmla="*/ 160963 h 1540638"/>
                    <a:gd name="connsiteX3" fmla="*/ 1516125 w 1516124"/>
                    <a:gd name="connsiteY3" fmla="*/ 1540638 h 1540638"/>
                    <a:gd name="connsiteX4" fmla="*/ 0 w 1516124"/>
                    <a:gd name="connsiteY4" fmla="*/ 1540638 h 1540638"/>
                    <a:gd name="connsiteX5" fmla="*/ 68913 w 1516124"/>
                    <a:gd name="connsiteY5" fmla="*/ 206953 h 154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6124" h="1540638">
                      <a:moveTo>
                        <a:pt x="68913" y="206953"/>
                      </a:moveTo>
                      <a:lnTo>
                        <a:pt x="482404" y="0"/>
                      </a:lnTo>
                      <a:lnTo>
                        <a:pt x="1447212" y="160963"/>
                      </a:lnTo>
                      <a:lnTo>
                        <a:pt x="1516125" y="1540638"/>
                      </a:lnTo>
                      <a:lnTo>
                        <a:pt x="0" y="1540638"/>
                      </a:lnTo>
                      <a:lnTo>
                        <a:pt x="68913" y="206953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5" name="任意多边形: 形状 254"/>
                <p:cNvSpPr/>
                <p:nvPr/>
              </p:nvSpPr>
              <p:spPr>
                <a:xfrm>
                  <a:off x="2256927" y="1311754"/>
                  <a:ext cx="1199335" cy="259729"/>
                </a:xfrm>
                <a:custGeom>
                  <a:avLst/>
                  <a:gdLst>
                    <a:gd name="connsiteX0" fmla="*/ 335157 w 1199335"/>
                    <a:gd name="connsiteY0" fmla="*/ 91979 h 259729"/>
                    <a:gd name="connsiteX1" fmla="*/ 1199336 w 1199335"/>
                    <a:gd name="connsiteY1" fmla="*/ 236153 h 259729"/>
                    <a:gd name="connsiteX2" fmla="*/ 1194507 w 1199335"/>
                    <a:gd name="connsiteY2" fmla="*/ 139345 h 259729"/>
                    <a:gd name="connsiteX3" fmla="*/ 361260 w 1199335"/>
                    <a:gd name="connsiteY3" fmla="*/ 0 h 259729"/>
                    <a:gd name="connsiteX4" fmla="*/ 4153 w 1199335"/>
                    <a:gd name="connsiteY4" fmla="*/ 179153 h 259729"/>
                    <a:gd name="connsiteX5" fmla="*/ 0 w 1199335"/>
                    <a:gd name="connsiteY5" fmla="*/ 259729 h 259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9335" h="259729">
                      <a:moveTo>
                        <a:pt x="335157" y="91979"/>
                      </a:moveTo>
                      <a:lnTo>
                        <a:pt x="1199336" y="236153"/>
                      </a:lnTo>
                      <a:lnTo>
                        <a:pt x="1194507" y="139345"/>
                      </a:lnTo>
                      <a:lnTo>
                        <a:pt x="361260" y="0"/>
                      </a:lnTo>
                      <a:lnTo>
                        <a:pt x="4153" y="179153"/>
                      </a:lnTo>
                      <a:lnTo>
                        <a:pt x="0" y="259729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6" name="任意多边形: 形状 255"/>
                <p:cNvSpPr/>
                <p:nvPr/>
              </p:nvSpPr>
              <p:spPr>
                <a:xfrm>
                  <a:off x="2314355" y="198970"/>
                  <a:ext cx="1032951" cy="1225088"/>
                </a:xfrm>
                <a:custGeom>
                  <a:avLst/>
                  <a:gdLst>
                    <a:gd name="connsiteX0" fmla="*/ 171357 w 1032951"/>
                    <a:gd name="connsiteY0" fmla="*/ 624162 h 1225087"/>
                    <a:gd name="connsiteX1" fmla="*/ 435821 w 1032951"/>
                    <a:gd name="connsiteY1" fmla="*/ 961028 h 1225087"/>
                    <a:gd name="connsiteX2" fmla="*/ 411782 w 1032951"/>
                    <a:gd name="connsiteY2" fmla="*/ 1008227 h 1225087"/>
                    <a:gd name="connsiteX3" fmla="*/ 208816 w 1032951"/>
                    <a:gd name="connsiteY3" fmla="*/ 714753 h 1225087"/>
                    <a:gd name="connsiteX4" fmla="*/ 75403 w 1032951"/>
                    <a:gd name="connsiteY4" fmla="*/ 846386 h 1225087"/>
                    <a:gd name="connsiteX5" fmla="*/ 75403 w 1032951"/>
                    <a:gd name="connsiteY5" fmla="*/ 1219084 h 1225087"/>
                    <a:gd name="connsiteX6" fmla="*/ 75403 w 1032951"/>
                    <a:gd name="connsiteY6" fmla="*/ 1219084 h 1225087"/>
                    <a:gd name="connsiteX7" fmla="*/ 78939 w 1032951"/>
                    <a:gd name="connsiteY7" fmla="*/ 1216984 h 1225087"/>
                    <a:gd name="connsiteX8" fmla="*/ 78939 w 1032951"/>
                    <a:gd name="connsiteY8" fmla="*/ 1217316 h 1225087"/>
                    <a:gd name="connsiteX9" fmla="*/ 303833 w 1032951"/>
                    <a:gd name="connsiteY9" fmla="*/ 1104490 h 1225087"/>
                    <a:gd name="connsiteX10" fmla="*/ 1025012 w 1032951"/>
                    <a:gd name="connsiteY10" fmla="*/ 1225088 h 1225087"/>
                    <a:gd name="connsiteX11" fmla="*/ 1025012 w 1032951"/>
                    <a:gd name="connsiteY11" fmla="*/ 1158441 h 1225087"/>
                    <a:gd name="connsiteX12" fmla="*/ 436355 w 1032951"/>
                    <a:gd name="connsiteY12" fmla="*/ 1018645 h 1225087"/>
                    <a:gd name="connsiteX13" fmla="*/ 460086 w 1032951"/>
                    <a:gd name="connsiteY13" fmla="*/ 972039 h 1225087"/>
                    <a:gd name="connsiteX14" fmla="*/ 1030612 w 1032951"/>
                    <a:gd name="connsiteY14" fmla="*/ 1112665 h 1225087"/>
                    <a:gd name="connsiteX15" fmla="*/ 1031241 w 1032951"/>
                    <a:gd name="connsiteY15" fmla="*/ 1105878 h 1225087"/>
                    <a:gd name="connsiteX16" fmla="*/ 1017193 w 1032951"/>
                    <a:gd name="connsiteY16" fmla="*/ 909984 h 1225087"/>
                    <a:gd name="connsiteX17" fmla="*/ 948849 w 1032951"/>
                    <a:gd name="connsiteY17" fmla="*/ 818859 h 1225087"/>
                    <a:gd name="connsiteX18" fmla="*/ 663704 w 1032951"/>
                    <a:gd name="connsiteY18" fmla="*/ 577010 h 1225087"/>
                    <a:gd name="connsiteX19" fmla="*/ 721037 w 1032951"/>
                    <a:gd name="connsiteY19" fmla="*/ 480534 h 1225087"/>
                    <a:gd name="connsiteX20" fmla="*/ 755589 w 1032951"/>
                    <a:gd name="connsiteY20" fmla="*/ 255083 h 1225087"/>
                    <a:gd name="connsiteX21" fmla="*/ 548849 w 1032951"/>
                    <a:gd name="connsiteY21" fmla="*/ 2141 h 1225087"/>
                    <a:gd name="connsiteX22" fmla="*/ 319127 w 1032951"/>
                    <a:gd name="connsiteY22" fmla="*/ 94120 h 1225087"/>
                    <a:gd name="connsiteX23" fmla="*/ 250214 w 1032951"/>
                    <a:gd name="connsiteY23" fmla="*/ 255083 h 1225087"/>
                    <a:gd name="connsiteX24" fmla="*/ 296156 w 1032951"/>
                    <a:gd name="connsiteY24" fmla="*/ 508026 h 1225087"/>
                    <a:gd name="connsiteX25" fmla="*/ 66433 w 1032951"/>
                    <a:gd name="connsiteY25" fmla="*/ 554015 h 1225087"/>
                    <a:gd name="connsiteX26" fmla="*/ 0 w 1032951"/>
                    <a:gd name="connsiteY26" fmla="*/ 635648 h 1225087"/>
                    <a:gd name="connsiteX27" fmla="*/ 171357 w 1032951"/>
                    <a:gd name="connsiteY27" fmla="*/ 624162 h 122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32951" h="1225087">
                      <a:moveTo>
                        <a:pt x="171357" y="624162"/>
                      </a:moveTo>
                      <a:cubicBezTo>
                        <a:pt x="248054" y="669156"/>
                        <a:pt x="345681" y="822940"/>
                        <a:pt x="435821" y="961028"/>
                      </a:cubicBezTo>
                      <a:lnTo>
                        <a:pt x="411782" y="1008227"/>
                      </a:lnTo>
                      <a:lnTo>
                        <a:pt x="208816" y="714753"/>
                      </a:lnTo>
                      <a:lnTo>
                        <a:pt x="75403" y="846386"/>
                      </a:lnTo>
                      <a:lnTo>
                        <a:pt x="75403" y="1219084"/>
                      </a:lnTo>
                      <a:lnTo>
                        <a:pt x="75403" y="1219084"/>
                      </a:lnTo>
                      <a:lnTo>
                        <a:pt x="78939" y="1216984"/>
                      </a:lnTo>
                      <a:lnTo>
                        <a:pt x="78939" y="1217316"/>
                      </a:lnTo>
                      <a:lnTo>
                        <a:pt x="303833" y="1104490"/>
                      </a:lnTo>
                      <a:lnTo>
                        <a:pt x="1025012" y="1225088"/>
                      </a:lnTo>
                      <a:lnTo>
                        <a:pt x="1025012" y="1158441"/>
                      </a:lnTo>
                      <a:lnTo>
                        <a:pt x="436355" y="1018645"/>
                      </a:lnTo>
                      <a:lnTo>
                        <a:pt x="460086" y="972039"/>
                      </a:lnTo>
                      <a:cubicBezTo>
                        <a:pt x="661011" y="1022205"/>
                        <a:pt x="884053" y="1074649"/>
                        <a:pt x="1030612" y="1112665"/>
                      </a:cubicBezTo>
                      <a:cubicBezTo>
                        <a:pt x="1030873" y="1110399"/>
                        <a:pt x="1031087" y="1108133"/>
                        <a:pt x="1031241" y="1105878"/>
                      </a:cubicBezTo>
                      <a:cubicBezTo>
                        <a:pt x="1034611" y="1056044"/>
                        <a:pt x="1034433" y="974400"/>
                        <a:pt x="1017193" y="909984"/>
                      </a:cubicBezTo>
                      <a:cubicBezTo>
                        <a:pt x="998208" y="848640"/>
                        <a:pt x="982452" y="829953"/>
                        <a:pt x="948849" y="818859"/>
                      </a:cubicBezTo>
                      <a:cubicBezTo>
                        <a:pt x="859635" y="789374"/>
                        <a:pt x="659658" y="679846"/>
                        <a:pt x="663704" y="577010"/>
                      </a:cubicBezTo>
                      <a:cubicBezTo>
                        <a:pt x="666920" y="495318"/>
                        <a:pt x="697947" y="518871"/>
                        <a:pt x="721037" y="480534"/>
                      </a:cubicBezTo>
                      <a:cubicBezTo>
                        <a:pt x="761675" y="413092"/>
                        <a:pt x="765033" y="332005"/>
                        <a:pt x="755589" y="255083"/>
                      </a:cubicBezTo>
                      <a:cubicBezTo>
                        <a:pt x="741232" y="138199"/>
                        <a:pt x="680921" y="7575"/>
                        <a:pt x="548849" y="2141"/>
                      </a:cubicBezTo>
                      <a:cubicBezTo>
                        <a:pt x="436426" y="-2487"/>
                        <a:pt x="390069" y="-9001"/>
                        <a:pt x="319127" y="94120"/>
                      </a:cubicBezTo>
                      <a:cubicBezTo>
                        <a:pt x="300724" y="120876"/>
                        <a:pt x="248541" y="186135"/>
                        <a:pt x="250214" y="255083"/>
                      </a:cubicBezTo>
                      <a:cubicBezTo>
                        <a:pt x="251863" y="323367"/>
                        <a:pt x="245432" y="382516"/>
                        <a:pt x="296156" y="508026"/>
                      </a:cubicBezTo>
                      <a:cubicBezTo>
                        <a:pt x="321725" y="571279"/>
                        <a:pt x="169815" y="523356"/>
                        <a:pt x="66433" y="554015"/>
                      </a:cubicBezTo>
                      <a:cubicBezTo>
                        <a:pt x="30790" y="564587"/>
                        <a:pt x="8804" y="596244"/>
                        <a:pt x="0" y="635648"/>
                      </a:cubicBezTo>
                      <a:cubicBezTo>
                        <a:pt x="70135" y="560636"/>
                        <a:pt x="105790" y="585696"/>
                        <a:pt x="171357" y="62416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7" name="任意多边形: 形状 256"/>
                <p:cNvSpPr/>
                <p:nvPr/>
              </p:nvSpPr>
              <p:spPr>
                <a:xfrm>
                  <a:off x="2309921" y="206089"/>
                  <a:ext cx="1037384" cy="1216437"/>
                </a:xfrm>
                <a:custGeom>
                  <a:avLst/>
                  <a:gdLst>
                    <a:gd name="connsiteX0" fmla="*/ 93838 w 1037384"/>
                    <a:gd name="connsiteY0" fmla="*/ 852936 h 1216438"/>
                    <a:gd name="connsiteX1" fmla="*/ 139780 w 1037384"/>
                    <a:gd name="connsiteY1" fmla="*/ 1013899 h 1216438"/>
                    <a:gd name="connsiteX2" fmla="*/ 375198 w 1037384"/>
                    <a:gd name="connsiteY2" fmla="*/ 1116854 h 1216438"/>
                    <a:gd name="connsiteX3" fmla="*/ 882566 w 1037384"/>
                    <a:gd name="connsiteY3" fmla="*/ 1201702 h 1216438"/>
                    <a:gd name="connsiteX4" fmla="*/ 970654 w 1037384"/>
                    <a:gd name="connsiteY4" fmla="*/ 1216438 h 1216438"/>
                    <a:gd name="connsiteX5" fmla="*/ 1035675 w 1037384"/>
                    <a:gd name="connsiteY5" fmla="*/ 1105878 h 1216438"/>
                    <a:gd name="connsiteX6" fmla="*/ 1021626 w 1037384"/>
                    <a:gd name="connsiteY6" fmla="*/ 909984 h 1216438"/>
                    <a:gd name="connsiteX7" fmla="*/ 953283 w 1037384"/>
                    <a:gd name="connsiteY7" fmla="*/ 818859 h 1216438"/>
                    <a:gd name="connsiteX8" fmla="*/ 668138 w 1037384"/>
                    <a:gd name="connsiteY8" fmla="*/ 577010 h 1216438"/>
                    <a:gd name="connsiteX9" fmla="*/ 725471 w 1037384"/>
                    <a:gd name="connsiteY9" fmla="*/ 480534 h 1216438"/>
                    <a:gd name="connsiteX10" fmla="*/ 760022 w 1037384"/>
                    <a:gd name="connsiteY10" fmla="*/ 255083 h 1216438"/>
                    <a:gd name="connsiteX11" fmla="*/ 553283 w 1037384"/>
                    <a:gd name="connsiteY11" fmla="*/ 2141 h 1216438"/>
                    <a:gd name="connsiteX12" fmla="*/ 323560 w 1037384"/>
                    <a:gd name="connsiteY12" fmla="*/ 94120 h 1216438"/>
                    <a:gd name="connsiteX13" fmla="*/ 254647 w 1037384"/>
                    <a:gd name="connsiteY13" fmla="*/ 255083 h 1216438"/>
                    <a:gd name="connsiteX14" fmla="*/ 300589 w 1037384"/>
                    <a:gd name="connsiteY14" fmla="*/ 508026 h 1216438"/>
                    <a:gd name="connsiteX15" fmla="*/ 70867 w 1037384"/>
                    <a:gd name="connsiteY15" fmla="*/ 554015 h 1216438"/>
                    <a:gd name="connsiteX16" fmla="*/ 93838 w 1037384"/>
                    <a:gd name="connsiteY16" fmla="*/ 852936 h 1216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7384" h="1216438">
                      <a:moveTo>
                        <a:pt x="93838" y="852936"/>
                      </a:moveTo>
                      <a:cubicBezTo>
                        <a:pt x="180134" y="898284"/>
                        <a:pt x="90006" y="910423"/>
                        <a:pt x="139780" y="1013899"/>
                      </a:cubicBezTo>
                      <a:cubicBezTo>
                        <a:pt x="157139" y="1049981"/>
                        <a:pt x="254125" y="1085601"/>
                        <a:pt x="375198" y="1116854"/>
                      </a:cubicBezTo>
                      <a:lnTo>
                        <a:pt x="882566" y="1201702"/>
                      </a:lnTo>
                      <a:lnTo>
                        <a:pt x="970654" y="1216438"/>
                      </a:lnTo>
                      <a:cubicBezTo>
                        <a:pt x="1006807" y="1201417"/>
                        <a:pt x="1032566" y="1151963"/>
                        <a:pt x="1035675" y="1105878"/>
                      </a:cubicBezTo>
                      <a:cubicBezTo>
                        <a:pt x="1039045" y="1056044"/>
                        <a:pt x="1038867" y="974400"/>
                        <a:pt x="1021626" y="909984"/>
                      </a:cubicBezTo>
                      <a:cubicBezTo>
                        <a:pt x="1002642" y="848640"/>
                        <a:pt x="986885" y="829953"/>
                        <a:pt x="953283" y="818859"/>
                      </a:cubicBezTo>
                      <a:cubicBezTo>
                        <a:pt x="864068" y="789374"/>
                        <a:pt x="664092" y="679846"/>
                        <a:pt x="668138" y="577010"/>
                      </a:cubicBezTo>
                      <a:cubicBezTo>
                        <a:pt x="671354" y="495318"/>
                        <a:pt x="702381" y="518871"/>
                        <a:pt x="725471" y="480534"/>
                      </a:cubicBezTo>
                      <a:cubicBezTo>
                        <a:pt x="766109" y="413092"/>
                        <a:pt x="769467" y="332005"/>
                        <a:pt x="760022" y="255083"/>
                      </a:cubicBezTo>
                      <a:cubicBezTo>
                        <a:pt x="745665" y="138199"/>
                        <a:pt x="685355" y="7575"/>
                        <a:pt x="553283" y="2141"/>
                      </a:cubicBezTo>
                      <a:cubicBezTo>
                        <a:pt x="440860" y="-2487"/>
                        <a:pt x="394503" y="-9001"/>
                        <a:pt x="323560" y="94120"/>
                      </a:cubicBezTo>
                      <a:cubicBezTo>
                        <a:pt x="305158" y="120876"/>
                        <a:pt x="252974" y="186135"/>
                        <a:pt x="254647" y="255083"/>
                      </a:cubicBezTo>
                      <a:cubicBezTo>
                        <a:pt x="256297" y="323367"/>
                        <a:pt x="249866" y="382516"/>
                        <a:pt x="300589" y="508026"/>
                      </a:cubicBezTo>
                      <a:cubicBezTo>
                        <a:pt x="326159" y="571279"/>
                        <a:pt x="174249" y="523356"/>
                        <a:pt x="70867" y="554015"/>
                      </a:cubicBezTo>
                      <a:cubicBezTo>
                        <a:pt x="-32515" y="584663"/>
                        <a:pt x="-21029" y="792577"/>
                        <a:pt x="93838" y="852936"/>
                      </a:cubicBez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cxnSp>
            <p:nvCxnSpPr>
              <p:cNvPr id="252" name="直接连接符 251"/>
              <p:cNvCxnSpPr>
                <a:stCxn id="255" idx="0"/>
              </p:cNvCxnSpPr>
              <p:nvPr/>
            </p:nvCxnSpPr>
            <p:spPr>
              <a:xfrm flipH="1">
                <a:off x="2407920" y="1067831"/>
                <a:ext cx="34874" cy="1540638"/>
              </a:xfrm>
              <a:prstGeom prst="line">
                <a:avLst/>
              </a:prstGeom>
              <a:ln w="28575">
                <a:solidFill>
                  <a:schemeClr val="accent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9" name="加号 248"/>
            <p:cNvSpPr/>
            <p:nvPr/>
          </p:nvSpPr>
          <p:spPr>
            <a:xfrm>
              <a:off x="2016732" y="948938"/>
              <a:ext cx="275977" cy="275977"/>
            </a:xfrm>
            <a:prstGeom prst="mathPlus">
              <a:avLst>
                <a:gd name="adj1" fmla="val 10635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50" name="椭圆 249"/>
            <p:cNvSpPr/>
            <p:nvPr/>
          </p:nvSpPr>
          <p:spPr>
            <a:xfrm>
              <a:off x="2577465" y="1382577"/>
              <a:ext cx="99060" cy="99060"/>
            </a:xfrm>
            <a:prstGeom prst="ellipse">
              <a:avLst/>
            </a:prstGeom>
            <a:noFill/>
            <a:ln w="285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0297955" y="255159"/>
            <a:ext cx="1702948" cy="2896548"/>
            <a:chOff x="10297955" y="255159"/>
            <a:chExt cx="1702948" cy="2896548"/>
          </a:xfrm>
        </p:grpSpPr>
        <p:sp>
          <p:nvSpPr>
            <p:cNvPr id="289" name="任意多边形: 形状 288"/>
            <p:cNvSpPr/>
            <p:nvPr/>
          </p:nvSpPr>
          <p:spPr>
            <a:xfrm>
              <a:off x="10564382" y="469939"/>
              <a:ext cx="532602" cy="1260753"/>
            </a:xfrm>
            <a:custGeom>
              <a:avLst/>
              <a:gdLst>
                <a:gd name="connsiteX0" fmla="*/ 102429 w 532602"/>
                <a:gd name="connsiteY0" fmla="*/ 1055919 h 1260753"/>
                <a:gd name="connsiteX1" fmla="*/ 102937 w 532602"/>
                <a:gd name="connsiteY1" fmla="*/ 1054057 h 1260753"/>
                <a:gd name="connsiteX2" fmla="*/ 103106 w 532602"/>
                <a:gd name="connsiteY2" fmla="*/ 786088 h 1260753"/>
                <a:gd name="connsiteX3" fmla="*/ 271041 w 532602"/>
                <a:gd name="connsiteY3" fmla="*/ 497879 h 1260753"/>
                <a:gd name="connsiteX4" fmla="*/ 430125 w 532602"/>
                <a:gd name="connsiteY4" fmla="*/ 786088 h 1260753"/>
                <a:gd name="connsiteX5" fmla="*/ 430173 w 532602"/>
                <a:gd name="connsiteY5" fmla="*/ 1055871 h 1260753"/>
                <a:gd name="connsiteX6" fmla="*/ 430173 w 532602"/>
                <a:gd name="connsiteY6" fmla="*/ 1055895 h 1260753"/>
                <a:gd name="connsiteX7" fmla="*/ 532602 w 532602"/>
                <a:gd name="connsiteY7" fmla="*/ 1260753 h 1260753"/>
                <a:gd name="connsiteX8" fmla="*/ 532602 w 532602"/>
                <a:gd name="connsiteY8" fmla="*/ 445915 h 1260753"/>
                <a:gd name="connsiteX9" fmla="*/ 274015 w 532602"/>
                <a:gd name="connsiteY9" fmla="*/ 0 h 1260753"/>
                <a:gd name="connsiteX10" fmla="*/ 0 w 532602"/>
                <a:gd name="connsiteY10" fmla="*/ 447075 h 1260753"/>
                <a:gd name="connsiteX11" fmla="*/ 0 w 532602"/>
                <a:gd name="connsiteY11" fmla="*/ 1260753 h 1260753"/>
                <a:gd name="connsiteX12" fmla="*/ 102429 w 532602"/>
                <a:gd name="connsiteY12" fmla="*/ 1055919 h 1260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602" h="1260753">
                  <a:moveTo>
                    <a:pt x="102429" y="1055919"/>
                  </a:moveTo>
                  <a:cubicBezTo>
                    <a:pt x="102598" y="1055290"/>
                    <a:pt x="102768" y="1054686"/>
                    <a:pt x="102937" y="1054057"/>
                  </a:cubicBezTo>
                  <a:cubicBezTo>
                    <a:pt x="103034" y="931631"/>
                    <a:pt x="103106" y="826735"/>
                    <a:pt x="103106" y="786088"/>
                  </a:cubicBezTo>
                  <a:cubicBezTo>
                    <a:pt x="103106" y="672850"/>
                    <a:pt x="161406" y="497879"/>
                    <a:pt x="271041" y="497879"/>
                  </a:cubicBezTo>
                  <a:cubicBezTo>
                    <a:pt x="386793" y="497879"/>
                    <a:pt x="430125" y="675461"/>
                    <a:pt x="430125" y="786088"/>
                  </a:cubicBezTo>
                  <a:cubicBezTo>
                    <a:pt x="430149" y="805964"/>
                    <a:pt x="430149" y="918912"/>
                    <a:pt x="430173" y="1055871"/>
                  </a:cubicBezTo>
                  <a:cubicBezTo>
                    <a:pt x="430173" y="1055871"/>
                    <a:pt x="430173" y="1055895"/>
                    <a:pt x="430173" y="1055895"/>
                  </a:cubicBezTo>
                  <a:cubicBezTo>
                    <a:pt x="455055" y="1148289"/>
                    <a:pt x="484797" y="1202043"/>
                    <a:pt x="532602" y="1260753"/>
                  </a:cubicBezTo>
                  <a:cubicBezTo>
                    <a:pt x="532602" y="931123"/>
                    <a:pt x="532602" y="517127"/>
                    <a:pt x="532602" y="445915"/>
                  </a:cubicBezTo>
                  <a:cubicBezTo>
                    <a:pt x="532602" y="303225"/>
                    <a:pt x="459794" y="0"/>
                    <a:pt x="274015" y="0"/>
                  </a:cubicBezTo>
                  <a:cubicBezTo>
                    <a:pt x="56075" y="0"/>
                    <a:pt x="0" y="322908"/>
                    <a:pt x="0" y="447075"/>
                  </a:cubicBezTo>
                  <a:cubicBezTo>
                    <a:pt x="0" y="582801"/>
                    <a:pt x="0" y="958882"/>
                    <a:pt x="0" y="1260753"/>
                  </a:cubicBezTo>
                  <a:cubicBezTo>
                    <a:pt x="47781" y="1202067"/>
                    <a:pt x="77523" y="1148289"/>
                    <a:pt x="102429" y="1055919"/>
                  </a:cubicBezTo>
                  <a:close/>
                </a:path>
              </a:pathLst>
            </a:custGeom>
            <a:solidFill>
              <a:schemeClr val="accent5"/>
            </a:solidFill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73" name="组合 272"/>
            <p:cNvGrpSpPr/>
            <p:nvPr/>
          </p:nvGrpSpPr>
          <p:grpSpPr>
            <a:xfrm>
              <a:off x="11391418" y="255159"/>
              <a:ext cx="279624" cy="276529"/>
              <a:chOff x="9914390" y="220263"/>
              <a:chExt cx="279624" cy="276529"/>
            </a:xfrm>
          </p:grpSpPr>
          <p:sp>
            <p:nvSpPr>
              <p:cNvPr id="303" name="任意多边形: 形状 302"/>
              <p:cNvSpPr/>
              <p:nvPr/>
            </p:nvSpPr>
            <p:spPr>
              <a:xfrm>
                <a:off x="10028692" y="3855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9971553" y="331494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9914390" y="277426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10082783" y="328374"/>
                <a:ext cx="111206" cy="111230"/>
              </a:xfrm>
              <a:custGeom>
                <a:avLst/>
                <a:gdLst>
                  <a:gd name="connsiteX0" fmla="*/ 54044 w 111206"/>
                  <a:gd name="connsiteY0" fmla="*/ 0 h 111230"/>
                  <a:gd name="connsiteX1" fmla="*/ 111207 w 111206"/>
                  <a:gd name="connsiteY1" fmla="*/ 54068 h 111230"/>
                  <a:gd name="connsiteX2" fmla="*/ 57163 w 111206"/>
                  <a:gd name="connsiteY2" fmla="*/ 111231 h 111230"/>
                  <a:gd name="connsiteX3" fmla="*/ 0 w 111206"/>
                  <a:gd name="connsiteY3" fmla="*/ 57163 h 111230"/>
                  <a:gd name="connsiteX4" fmla="*/ 54044 w 111206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30">
                    <a:moveTo>
                      <a:pt x="54044" y="0"/>
                    </a:moveTo>
                    <a:lnTo>
                      <a:pt x="111207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44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10025621" y="274331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9968458" y="220263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9914390" y="220263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74" name="组合 273"/>
            <p:cNvGrpSpPr/>
            <p:nvPr/>
          </p:nvGrpSpPr>
          <p:grpSpPr>
            <a:xfrm>
              <a:off x="11721279" y="567368"/>
              <a:ext cx="279624" cy="276529"/>
              <a:chOff x="10240441" y="528662"/>
              <a:chExt cx="279624" cy="276529"/>
            </a:xfrm>
          </p:grpSpPr>
          <p:sp>
            <p:nvSpPr>
              <p:cNvPr id="296" name="任意多边形: 形状 295"/>
              <p:cNvSpPr/>
              <p:nvPr/>
            </p:nvSpPr>
            <p:spPr>
              <a:xfrm>
                <a:off x="10354767" y="6939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10297628" y="639893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10240441" y="585825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10408835" y="636774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10351696" y="582730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10294509" y="528662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10240441" y="528662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75" name="图形 24"/>
            <p:cNvGrpSpPr/>
            <p:nvPr/>
          </p:nvGrpSpPr>
          <p:grpSpPr>
            <a:xfrm>
              <a:off x="11502856" y="363913"/>
              <a:ext cx="376637" cy="391326"/>
              <a:chOff x="11500440" y="325207"/>
              <a:chExt cx="376637" cy="391326"/>
            </a:xfrm>
            <a:solidFill>
              <a:srgbClr val="A13F0B"/>
            </a:solidFill>
          </p:grpSpPr>
          <p:sp>
            <p:nvSpPr>
              <p:cNvPr id="292" name="任意多边形: 形状 291"/>
              <p:cNvSpPr/>
              <p:nvPr/>
            </p:nvSpPr>
            <p:spPr>
              <a:xfrm rot="-2795543">
                <a:off x="11523371" y="639954"/>
                <a:ext cx="33249" cy="76460"/>
              </a:xfrm>
              <a:custGeom>
                <a:avLst/>
                <a:gdLst>
                  <a:gd name="connsiteX0" fmla="*/ 0 w 33249"/>
                  <a:gd name="connsiteY0" fmla="*/ 0 h 76460"/>
                  <a:gd name="connsiteX1" fmla="*/ 33249 w 33249"/>
                  <a:gd name="connsiteY1" fmla="*/ 0 h 76460"/>
                  <a:gd name="connsiteX2" fmla="*/ 33249 w 33249"/>
                  <a:gd name="connsiteY2" fmla="*/ 76461 h 76460"/>
                  <a:gd name="connsiteX3" fmla="*/ 0 w 33249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49" h="76460">
                    <a:moveTo>
                      <a:pt x="0" y="0"/>
                    </a:moveTo>
                    <a:lnTo>
                      <a:pt x="33249" y="0"/>
                    </a:lnTo>
                    <a:lnTo>
                      <a:pt x="33249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3" name="任意多边形: 形状 292"/>
              <p:cNvSpPr/>
              <p:nvPr/>
            </p:nvSpPr>
            <p:spPr>
              <a:xfrm rot="-2795543">
                <a:off x="11554264" y="619002"/>
                <a:ext cx="11074" cy="76460"/>
              </a:xfrm>
              <a:custGeom>
                <a:avLst/>
                <a:gdLst>
                  <a:gd name="connsiteX0" fmla="*/ 0 w 11074"/>
                  <a:gd name="connsiteY0" fmla="*/ 0 h 76460"/>
                  <a:gd name="connsiteX1" fmla="*/ 11075 w 11074"/>
                  <a:gd name="connsiteY1" fmla="*/ 0 h 76460"/>
                  <a:gd name="connsiteX2" fmla="*/ 11075 w 11074"/>
                  <a:gd name="connsiteY2" fmla="*/ 76461 h 76460"/>
                  <a:gd name="connsiteX3" fmla="*/ 0 w 11074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74" h="76460">
                    <a:moveTo>
                      <a:pt x="0" y="0"/>
                    </a:moveTo>
                    <a:lnTo>
                      <a:pt x="11075" y="0"/>
                    </a:lnTo>
                    <a:lnTo>
                      <a:pt x="11075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4" name="任意多边形: 形状 293"/>
              <p:cNvSpPr/>
              <p:nvPr/>
            </p:nvSpPr>
            <p:spPr>
              <a:xfrm>
                <a:off x="11500440" y="553728"/>
                <a:ext cx="163044" cy="159359"/>
              </a:xfrm>
              <a:custGeom>
                <a:avLst/>
                <a:gdLst>
                  <a:gd name="connsiteX0" fmla="*/ 133574 w 163044"/>
                  <a:gd name="connsiteY0" fmla="*/ 25762 h 159359"/>
                  <a:gd name="connsiteX1" fmla="*/ 411 w 163044"/>
                  <a:gd name="connsiteY1" fmla="*/ 29461 h 159359"/>
                  <a:gd name="connsiteX2" fmla="*/ 411 w 163044"/>
                  <a:gd name="connsiteY2" fmla="*/ 29461 h 159359"/>
                  <a:gd name="connsiteX3" fmla="*/ 0 w 163044"/>
                  <a:gd name="connsiteY3" fmla="*/ 29921 h 159359"/>
                  <a:gd name="connsiteX4" fmla="*/ 136838 w 163044"/>
                  <a:gd name="connsiteY4" fmla="*/ 159359 h 159359"/>
                  <a:gd name="connsiteX5" fmla="*/ 137273 w 163044"/>
                  <a:gd name="connsiteY5" fmla="*/ 158900 h 159359"/>
                  <a:gd name="connsiteX6" fmla="*/ 133574 w 163044"/>
                  <a:gd name="connsiteY6" fmla="*/ 25762 h 15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044" h="159359">
                    <a:moveTo>
                      <a:pt x="133574" y="25762"/>
                    </a:moveTo>
                    <a:cubicBezTo>
                      <a:pt x="95779" y="-9977"/>
                      <a:pt x="36174" y="-8333"/>
                      <a:pt x="411" y="29461"/>
                    </a:cubicBezTo>
                    <a:lnTo>
                      <a:pt x="411" y="29461"/>
                    </a:lnTo>
                    <a:cubicBezTo>
                      <a:pt x="266" y="29606"/>
                      <a:pt x="145" y="29776"/>
                      <a:pt x="0" y="29921"/>
                    </a:cubicBezTo>
                    <a:lnTo>
                      <a:pt x="136838" y="159359"/>
                    </a:lnTo>
                    <a:cubicBezTo>
                      <a:pt x="136983" y="159214"/>
                      <a:pt x="137128" y="159069"/>
                      <a:pt x="137273" y="158900"/>
                    </a:cubicBezTo>
                    <a:cubicBezTo>
                      <a:pt x="173037" y="121130"/>
                      <a:pt x="171368" y="61525"/>
                      <a:pt x="133574" y="2576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5" name="任意多边形: 形状 294"/>
              <p:cNvSpPr/>
              <p:nvPr/>
            </p:nvSpPr>
            <p:spPr>
              <a:xfrm>
                <a:off x="11586015" y="325207"/>
                <a:ext cx="291062" cy="297953"/>
              </a:xfrm>
              <a:custGeom>
                <a:avLst/>
                <a:gdLst>
                  <a:gd name="connsiteX0" fmla="*/ 283034 w 291062"/>
                  <a:gd name="connsiteY0" fmla="*/ 52544 h 297953"/>
                  <a:gd name="connsiteX1" fmla="*/ 261949 w 291062"/>
                  <a:gd name="connsiteY1" fmla="*/ 32595 h 297953"/>
                  <a:gd name="connsiteX2" fmla="*/ 235543 w 291062"/>
                  <a:gd name="connsiteY2" fmla="*/ 7617 h 297953"/>
                  <a:gd name="connsiteX3" fmla="*/ 235543 w 291062"/>
                  <a:gd name="connsiteY3" fmla="*/ 7617 h 297953"/>
                  <a:gd name="connsiteX4" fmla="*/ 227491 w 291062"/>
                  <a:gd name="connsiteY4" fmla="*/ 0 h 297953"/>
                  <a:gd name="connsiteX5" fmla="*/ 172819 w 291062"/>
                  <a:gd name="connsiteY5" fmla="*/ 51335 h 297953"/>
                  <a:gd name="connsiteX6" fmla="*/ 95538 w 291062"/>
                  <a:gd name="connsiteY6" fmla="*/ 91113 h 297953"/>
                  <a:gd name="connsiteX7" fmla="*/ 0 w 291062"/>
                  <a:gd name="connsiteY7" fmla="*/ 192115 h 297953"/>
                  <a:gd name="connsiteX8" fmla="*/ 77281 w 291062"/>
                  <a:gd name="connsiteY8" fmla="*/ 265213 h 297953"/>
                  <a:gd name="connsiteX9" fmla="*/ 77281 w 291062"/>
                  <a:gd name="connsiteY9" fmla="*/ 265213 h 297953"/>
                  <a:gd name="connsiteX10" fmla="*/ 111908 w 291062"/>
                  <a:gd name="connsiteY10" fmla="*/ 297954 h 297953"/>
                  <a:gd name="connsiteX11" fmla="*/ 207446 w 291062"/>
                  <a:gd name="connsiteY11" fmla="*/ 196951 h 297953"/>
                  <a:gd name="connsiteX12" fmla="*/ 242846 w 291062"/>
                  <a:gd name="connsiteY12" fmla="*/ 117590 h 297953"/>
                  <a:gd name="connsiteX13" fmla="*/ 291062 w 291062"/>
                  <a:gd name="connsiteY13" fmla="*/ 60161 h 297953"/>
                  <a:gd name="connsiteX14" fmla="*/ 283034 w 291062"/>
                  <a:gd name="connsiteY14" fmla="*/ 52544 h 2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1062" h="297953">
                    <a:moveTo>
                      <a:pt x="283034" y="52544"/>
                    </a:moveTo>
                    <a:lnTo>
                      <a:pt x="261949" y="32595"/>
                    </a:lnTo>
                    <a:lnTo>
                      <a:pt x="235543" y="7617"/>
                    </a:lnTo>
                    <a:lnTo>
                      <a:pt x="235543" y="7617"/>
                    </a:lnTo>
                    <a:lnTo>
                      <a:pt x="227491" y="0"/>
                    </a:lnTo>
                    <a:cubicBezTo>
                      <a:pt x="227491" y="0"/>
                      <a:pt x="207808" y="27808"/>
                      <a:pt x="172819" y="51335"/>
                    </a:cubicBezTo>
                    <a:cubicBezTo>
                      <a:pt x="149727" y="66884"/>
                      <a:pt x="125352" y="59605"/>
                      <a:pt x="95538" y="91113"/>
                    </a:cubicBezTo>
                    <a:cubicBezTo>
                      <a:pt x="70196" y="117905"/>
                      <a:pt x="0" y="192115"/>
                      <a:pt x="0" y="192115"/>
                    </a:cubicBezTo>
                    <a:lnTo>
                      <a:pt x="77281" y="265213"/>
                    </a:lnTo>
                    <a:lnTo>
                      <a:pt x="77281" y="265213"/>
                    </a:lnTo>
                    <a:lnTo>
                      <a:pt x="111908" y="297954"/>
                    </a:lnTo>
                    <a:cubicBezTo>
                      <a:pt x="111908" y="297954"/>
                      <a:pt x="182104" y="223743"/>
                      <a:pt x="207446" y="196951"/>
                    </a:cubicBezTo>
                    <a:cubicBezTo>
                      <a:pt x="237260" y="165444"/>
                      <a:pt x="228628" y="141505"/>
                      <a:pt x="242846" y="117590"/>
                    </a:cubicBezTo>
                    <a:cubicBezTo>
                      <a:pt x="264391" y="81368"/>
                      <a:pt x="291062" y="60161"/>
                      <a:pt x="291062" y="60161"/>
                    </a:cubicBezTo>
                    <a:lnTo>
                      <a:pt x="283034" y="52544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76" name="任意多边形: 形状 275"/>
            <p:cNvSpPr/>
            <p:nvPr/>
          </p:nvSpPr>
          <p:spPr>
            <a:xfrm>
              <a:off x="10672832" y="975199"/>
              <a:ext cx="315702" cy="1125559"/>
            </a:xfrm>
            <a:custGeom>
              <a:avLst/>
              <a:gdLst>
                <a:gd name="connsiteX0" fmla="*/ 315702 w 315702"/>
                <a:gd name="connsiteY0" fmla="*/ 448309 h 1125559"/>
                <a:gd name="connsiteX1" fmla="*/ 315702 w 315702"/>
                <a:gd name="connsiteY1" fmla="*/ 433800 h 1125559"/>
                <a:gd name="connsiteX2" fmla="*/ 165395 w 315702"/>
                <a:gd name="connsiteY2" fmla="*/ 433800 h 1125559"/>
                <a:gd name="connsiteX3" fmla="*/ 165395 w 315702"/>
                <a:gd name="connsiteY3" fmla="*/ 307868 h 1125559"/>
                <a:gd name="connsiteX4" fmla="*/ 273918 w 315702"/>
                <a:gd name="connsiteY4" fmla="*/ 307868 h 1125559"/>
                <a:gd name="connsiteX5" fmla="*/ 273918 w 315702"/>
                <a:gd name="connsiteY5" fmla="*/ 293359 h 1125559"/>
                <a:gd name="connsiteX6" fmla="*/ 165395 w 315702"/>
                <a:gd name="connsiteY6" fmla="*/ 293359 h 1125559"/>
                <a:gd name="connsiteX7" fmla="*/ 165395 w 315702"/>
                <a:gd name="connsiteY7" fmla="*/ 226621 h 1125559"/>
                <a:gd name="connsiteX8" fmla="*/ 273918 w 315702"/>
                <a:gd name="connsiteY8" fmla="*/ 226621 h 1125559"/>
                <a:gd name="connsiteX9" fmla="*/ 273918 w 315702"/>
                <a:gd name="connsiteY9" fmla="*/ 212112 h 1125559"/>
                <a:gd name="connsiteX10" fmla="*/ 165395 w 315702"/>
                <a:gd name="connsiteY10" fmla="*/ 212112 h 1125559"/>
                <a:gd name="connsiteX11" fmla="*/ 165395 w 315702"/>
                <a:gd name="connsiteY11" fmla="*/ 0 h 1125559"/>
                <a:gd name="connsiteX12" fmla="*/ 150887 w 315702"/>
                <a:gd name="connsiteY12" fmla="*/ 0 h 1125559"/>
                <a:gd name="connsiteX13" fmla="*/ 150887 w 315702"/>
                <a:gd name="connsiteY13" fmla="*/ 212112 h 1125559"/>
                <a:gd name="connsiteX14" fmla="*/ 41784 w 315702"/>
                <a:gd name="connsiteY14" fmla="*/ 212112 h 1125559"/>
                <a:gd name="connsiteX15" fmla="*/ 41784 w 315702"/>
                <a:gd name="connsiteY15" fmla="*/ 226621 h 1125559"/>
                <a:gd name="connsiteX16" fmla="*/ 150887 w 315702"/>
                <a:gd name="connsiteY16" fmla="*/ 226621 h 1125559"/>
                <a:gd name="connsiteX17" fmla="*/ 150887 w 315702"/>
                <a:gd name="connsiteY17" fmla="*/ 293359 h 1125559"/>
                <a:gd name="connsiteX18" fmla="*/ 41784 w 315702"/>
                <a:gd name="connsiteY18" fmla="*/ 293359 h 1125559"/>
                <a:gd name="connsiteX19" fmla="*/ 41784 w 315702"/>
                <a:gd name="connsiteY19" fmla="*/ 307868 h 1125559"/>
                <a:gd name="connsiteX20" fmla="*/ 150887 w 315702"/>
                <a:gd name="connsiteY20" fmla="*/ 307868 h 1125559"/>
                <a:gd name="connsiteX21" fmla="*/ 150887 w 315702"/>
                <a:gd name="connsiteY21" fmla="*/ 433800 h 1125559"/>
                <a:gd name="connsiteX22" fmla="*/ 0 w 315702"/>
                <a:gd name="connsiteY22" fmla="*/ 433800 h 1125559"/>
                <a:gd name="connsiteX23" fmla="*/ 0 w 315702"/>
                <a:gd name="connsiteY23" fmla="*/ 448309 h 1125559"/>
                <a:gd name="connsiteX24" fmla="*/ 150887 w 315702"/>
                <a:gd name="connsiteY24" fmla="*/ 448309 h 1125559"/>
                <a:gd name="connsiteX25" fmla="*/ 150887 w 315702"/>
                <a:gd name="connsiteY25" fmla="*/ 727450 h 1125559"/>
                <a:gd name="connsiteX26" fmla="*/ 41784 w 315702"/>
                <a:gd name="connsiteY26" fmla="*/ 727450 h 1125559"/>
                <a:gd name="connsiteX27" fmla="*/ 41784 w 315702"/>
                <a:gd name="connsiteY27" fmla="*/ 741958 h 1125559"/>
                <a:gd name="connsiteX28" fmla="*/ 150887 w 315702"/>
                <a:gd name="connsiteY28" fmla="*/ 741958 h 1125559"/>
                <a:gd name="connsiteX29" fmla="*/ 150887 w 315702"/>
                <a:gd name="connsiteY29" fmla="*/ 808697 h 1125559"/>
                <a:gd name="connsiteX30" fmla="*/ 41784 w 315702"/>
                <a:gd name="connsiteY30" fmla="*/ 808697 h 1125559"/>
                <a:gd name="connsiteX31" fmla="*/ 41784 w 315702"/>
                <a:gd name="connsiteY31" fmla="*/ 823205 h 1125559"/>
                <a:gd name="connsiteX32" fmla="*/ 150887 w 315702"/>
                <a:gd name="connsiteY32" fmla="*/ 823205 h 1125559"/>
                <a:gd name="connsiteX33" fmla="*/ 150887 w 315702"/>
                <a:gd name="connsiteY33" fmla="*/ 1125559 h 1125559"/>
                <a:gd name="connsiteX34" fmla="*/ 165395 w 315702"/>
                <a:gd name="connsiteY34" fmla="*/ 1125559 h 1125559"/>
                <a:gd name="connsiteX35" fmla="*/ 165395 w 315702"/>
                <a:gd name="connsiteY35" fmla="*/ 823205 h 1125559"/>
                <a:gd name="connsiteX36" fmla="*/ 273918 w 315702"/>
                <a:gd name="connsiteY36" fmla="*/ 823205 h 1125559"/>
                <a:gd name="connsiteX37" fmla="*/ 273918 w 315702"/>
                <a:gd name="connsiteY37" fmla="*/ 808697 h 1125559"/>
                <a:gd name="connsiteX38" fmla="*/ 165395 w 315702"/>
                <a:gd name="connsiteY38" fmla="*/ 808697 h 1125559"/>
                <a:gd name="connsiteX39" fmla="*/ 165395 w 315702"/>
                <a:gd name="connsiteY39" fmla="*/ 741958 h 1125559"/>
                <a:gd name="connsiteX40" fmla="*/ 273918 w 315702"/>
                <a:gd name="connsiteY40" fmla="*/ 741958 h 1125559"/>
                <a:gd name="connsiteX41" fmla="*/ 273918 w 315702"/>
                <a:gd name="connsiteY41" fmla="*/ 727450 h 1125559"/>
                <a:gd name="connsiteX42" fmla="*/ 165395 w 315702"/>
                <a:gd name="connsiteY42" fmla="*/ 727450 h 1125559"/>
                <a:gd name="connsiteX43" fmla="*/ 165395 w 315702"/>
                <a:gd name="connsiteY43" fmla="*/ 448309 h 112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5702" h="1125559">
                  <a:moveTo>
                    <a:pt x="315702" y="448309"/>
                  </a:moveTo>
                  <a:lnTo>
                    <a:pt x="315702" y="433800"/>
                  </a:lnTo>
                  <a:lnTo>
                    <a:pt x="165395" y="433800"/>
                  </a:lnTo>
                  <a:lnTo>
                    <a:pt x="165395" y="307868"/>
                  </a:lnTo>
                  <a:lnTo>
                    <a:pt x="273918" y="307868"/>
                  </a:lnTo>
                  <a:lnTo>
                    <a:pt x="273918" y="293359"/>
                  </a:lnTo>
                  <a:lnTo>
                    <a:pt x="165395" y="293359"/>
                  </a:lnTo>
                  <a:lnTo>
                    <a:pt x="165395" y="226621"/>
                  </a:lnTo>
                  <a:lnTo>
                    <a:pt x="273918" y="226621"/>
                  </a:lnTo>
                  <a:lnTo>
                    <a:pt x="273918" y="212112"/>
                  </a:lnTo>
                  <a:lnTo>
                    <a:pt x="165395" y="212112"/>
                  </a:lnTo>
                  <a:lnTo>
                    <a:pt x="165395" y="0"/>
                  </a:lnTo>
                  <a:lnTo>
                    <a:pt x="150887" y="0"/>
                  </a:lnTo>
                  <a:lnTo>
                    <a:pt x="150887" y="212112"/>
                  </a:lnTo>
                  <a:lnTo>
                    <a:pt x="41784" y="212112"/>
                  </a:lnTo>
                  <a:lnTo>
                    <a:pt x="41784" y="226621"/>
                  </a:lnTo>
                  <a:lnTo>
                    <a:pt x="150887" y="226621"/>
                  </a:lnTo>
                  <a:lnTo>
                    <a:pt x="150887" y="293359"/>
                  </a:lnTo>
                  <a:lnTo>
                    <a:pt x="41784" y="293359"/>
                  </a:lnTo>
                  <a:lnTo>
                    <a:pt x="41784" y="307868"/>
                  </a:lnTo>
                  <a:lnTo>
                    <a:pt x="150887" y="307868"/>
                  </a:lnTo>
                  <a:lnTo>
                    <a:pt x="150887" y="433800"/>
                  </a:lnTo>
                  <a:lnTo>
                    <a:pt x="0" y="433800"/>
                  </a:lnTo>
                  <a:lnTo>
                    <a:pt x="0" y="448309"/>
                  </a:lnTo>
                  <a:lnTo>
                    <a:pt x="150887" y="448309"/>
                  </a:lnTo>
                  <a:lnTo>
                    <a:pt x="150887" y="727450"/>
                  </a:lnTo>
                  <a:lnTo>
                    <a:pt x="41784" y="727450"/>
                  </a:lnTo>
                  <a:lnTo>
                    <a:pt x="41784" y="741958"/>
                  </a:lnTo>
                  <a:lnTo>
                    <a:pt x="150887" y="741958"/>
                  </a:lnTo>
                  <a:lnTo>
                    <a:pt x="150887" y="808697"/>
                  </a:lnTo>
                  <a:lnTo>
                    <a:pt x="41784" y="808697"/>
                  </a:lnTo>
                  <a:lnTo>
                    <a:pt x="41784" y="823205"/>
                  </a:lnTo>
                  <a:lnTo>
                    <a:pt x="150887" y="823205"/>
                  </a:lnTo>
                  <a:lnTo>
                    <a:pt x="150887" y="1125559"/>
                  </a:lnTo>
                  <a:lnTo>
                    <a:pt x="165395" y="1125559"/>
                  </a:lnTo>
                  <a:lnTo>
                    <a:pt x="165395" y="823205"/>
                  </a:lnTo>
                  <a:lnTo>
                    <a:pt x="273918" y="823205"/>
                  </a:lnTo>
                  <a:lnTo>
                    <a:pt x="273918" y="808697"/>
                  </a:lnTo>
                  <a:lnTo>
                    <a:pt x="165395" y="808697"/>
                  </a:lnTo>
                  <a:lnTo>
                    <a:pt x="165395" y="741958"/>
                  </a:lnTo>
                  <a:lnTo>
                    <a:pt x="273918" y="741958"/>
                  </a:lnTo>
                  <a:lnTo>
                    <a:pt x="273918" y="727450"/>
                  </a:lnTo>
                  <a:lnTo>
                    <a:pt x="165395" y="727450"/>
                  </a:lnTo>
                  <a:lnTo>
                    <a:pt x="165395" y="448309"/>
                  </a:lnTo>
                  <a:close/>
                </a:path>
              </a:pathLst>
            </a:custGeom>
            <a:solidFill>
              <a:srgbClr val="A13F0B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78" name="任意多边形: 形状 277"/>
            <p:cNvSpPr/>
            <p:nvPr/>
          </p:nvSpPr>
          <p:spPr>
            <a:xfrm>
              <a:off x="10584863" y="2100685"/>
              <a:ext cx="491640" cy="307795"/>
            </a:xfrm>
            <a:custGeom>
              <a:avLst/>
              <a:gdLst>
                <a:gd name="connsiteX0" fmla="*/ 81948 w 491640"/>
                <a:gd name="connsiteY0" fmla="*/ 0 h 307795"/>
                <a:gd name="connsiteX1" fmla="*/ 0 w 491640"/>
                <a:gd name="connsiteY1" fmla="*/ 307795 h 307795"/>
                <a:gd name="connsiteX2" fmla="*/ 491640 w 491640"/>
                <a:gd name="connsiteY2" fmla="*/ 307795 h 307795"/>
                <a:gd name="connsiteX3" fmla="*/ 409692 w 491640"/>
                <a:gd name="connsiteY3" fmla="*/ 24 h 307795"/>
                <a:gd name="connsiteX4" fmla="*/ 81948 w 491640"/>
                <a:gd name="connsiteY4" fmla="*/ 24 h 30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40" h="307795">
                  <a:moveTo>
                    <a:pt x="81948" y="0"/>
                  </a:moveTo>
                  <a:lnTo>
                    <a:pt x="0" y="307795"/>
                  </a:lnTo>
                  <a:lnTo>
                    <a:pt x="491640" y="307795"/>
                  </a:lnTo>
                  <a:lnTo>
                    <a:pt x="409692" y="24"/>
                  </a:lnTo>
                  <a:lnTo>
                    <a:pt x="81948" y="24"/>
                  </a:ln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79" name="任意多边形: 形状 278"/>
            <p:cNvSpPr/>
            <p:nvPr/>
          </p:nvSpPr>
          <p:spPr>
            <a:xfrm>
              <a:off x="10297955" y="1528330"/>
              <a:ext cx="1065502" cy="732237"/>
            </a:xfrm>
            <a:custGeom>
              <a:avLst/>
              <a:gdLst>
                <a:gd name="connsiteX0" fmla="*/ 1044849 w 1065502"/>
                <a:gd name="connsiteY0" fmla="*/ 487675 h 732237"/>
                <a:gd name="connsiteX1" fmla="*/ 860496 w 1065502"/>
                <a:gd name="connsiteY1" fmla="*/ 276457 h 732237"/>
                <a:gd name="connsiteX2" fmla="*/ 696624 w 1065502"/>
                <a:gd name="connsiteY2" fmla="*/ 1862 h 732237"/>
                <a:gd name="connsiteX3" fmla="*/ 696624 w 1065502"/>
                <a:gd name="connsiteY3" fmla="*/ 1838 h 732237"/>
                <a:gd name="connsiteX4" fmla="*/ 696624 w 1065502"/>
                <a:gd name="connsiteY4" fmla="*/ 572162 h 732237"/>
                <a:gd name="connsiteX5" fmla="*/ 368855 w 1065502"/>
                <a:gd name="connsiteY5" fmla="*/ 572162 h 732237"/>
                <a:gd name="connsiteX6" fmla="*/ 369363 w 1065502"/>
                <a:gd name="connsiteY6" fmla="*/ 0 h 732237"/>
                <a:gd name="connsiteX7" fmla="*/ 368855 w 1065502"/>
                <a:gd name="connsiteY7" fmla="*/ 1862 h 732237"/>
                <a:gd name="connsiteX8" fmla="*/ 204983 w 1065502"/>
                <a:gd name="connsiteY8" fmla="*/ 276457 h 732237"/>
                <a:gd name="connsiteX9" fmla="*/ 20630 w 1065502"/>
                <a:gd name="connsiteY9" fmla="*/ 487675 h 732237"/>
                <a:gd name="connsiteX10" fmla="*/ 149 w 1065502"/>
                <a:gd name="connsiteY10" fmla="*/ 572162 h 732237"/>
                <a:gd name="connsiteX11" fmla="*/ 149 w 1065502"/>
                <a:gd name="connsiteY11" fmla="*/ 572162 h 732237"/>
                <a:gd name="connsiteX12" fmla="*/ 82097 w 1065502"/>
                <a:gd name="connsiteY12" fmla="*/ 731101 h 732237"/>
                <a:gd name="connsiteX13" fmla="*/ 326322 w 1065502"/>
                <a:gd name="connsiteY13" fmla="*/ 732237 h 732237"/>
                <a:gd name="connsiteX14" fmla="*/ 368879 w 1065502"/>
                <a:gd name="connsiteY14" fmla="*/ 572379 h 732237"/>
                <a:gd name="connsiteX15" fmla="*/ 696648 w 1065502"/>
                <a:gd name="connsiteY15" fmla="*/ 572379 h 732237"/>
                <a:gd name="connsiteX16" fmla="*/ 739061 w 1065502"/>
                <a:gd name="connsiteY16" fmla="*/ 731681 h 732237"/>
                <a:gd name="connsiteX17" fmla="*/ 983430 w 1065502"/>
                <a:gd name="connsiteY17" fmla="*/ 731101 h 732237"/>
                <a:gd name="connsiteX18" fmla="*/ 1065378 w 1065502"/>
                <a:gd name="connsiteY18" fmla="*/ 572162 h 732237"/>
                <a:gd name="connsiteX19" fmla="*/ 1065378 w 1065502"/>
                <a:gd name="connsiteY19" fmla="*/ 572162 h 732237"/>
                <a:gd name="connsiteX20" fmla="*/ 1044849 w 1065502"/>
                <a:gd name="connsiteY20" fmla="*/ 487675 h 73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65502" h="732237">
                  <a:moveTo>
                    <a:pt x="1044849" y="487675"/>
                  </a:moveTo>
                  <a:cubicBezTo>
                    <a:pt x="1003597" y="426691"/>
                    <a:pt x="960168" y="384544"/>
                    <a:pt x="860496" y="276457"/>
                  </a:cubicBezTo>
                  <a:cubicBezTo>
                    <a:pt x="774002" y="182660"/>
                    <a:pt x="730767" y="128592"/>
                    <a:pt x="696624" y="1862"/>
                  </a:cubicBezTo>
                  <a:cubicBezTo>
                    <a:pt x="696624" y="1862"/>
                    <a:pt x="696624" y="1838"/>
                    <a:pt x="696624" y="1838"/>
                  </a:cubicBezTo>
                  <a:cubicBezTo>
                    <a:pt x="696624" y="244780"/>
                    <a:pt x="696624" y="563312"/>
                    <a:pt x="696624" y="572162"/>
                  </a:cubicBezTo>
                  <a:lnTo>
                    <a:pt x="368855" y="572162"/>
                  </a:lnTo>
                  <a:cubicBezTo>
                    <a:pt x="368855" y="563384"/>
                    <a:pt x="369170" y="246183"/>
                    <a:pt x="369363" y="0"/>
                  </a:cubicBezTo>
                  <a:cubicBezTo>
                    <a:pt x="369194" y="629"/>
                    <a:pt x="369025" y="1233"/>
                    <a:pt x="368855" y="1862"/>
                  </a:cubicBezTo>
                  <a:cubicBezTo>
                    <a:pt x="334712" y="128592"/>
                    <a:pt x="291477" y="182660"/>
                    <a:pt x="204983" y="276457"/>
                  </a:cubicBezTo>
                  <a:cubicBezTo>
                    <a:pt x="105311" y="384544"/>
                    <a:pt x="61858" y="426691"/>
                    <a:pt x="20630" y="487675"/>
                  </a:cubicBezTo>
                  <a:cubicBezTo>
                    <a:pt x="-3091" y="522761"/>
                    <a:pt x="149" y="572162"/>
                    <a:pt x="149" y="572162"/>
                  </a:cubicBezTo>
                  <a:lnTo>
                    <a:pt x="149" y="572162"/>
                  </a:lnTo>
                  <a:cubicBezTo>
                    <a:pt x="15407" y="647654"/>
                    <a:pt x="37049" y="728586"/>
                    <a:pt x="82097" y="731101"/>
                  </a:cubicBezTo>
                  <a:cubicBezTo>
                    <a:pt x="97379" y="731947"/>
                    <a:pt x="197729" y="732237"/>
                    <a:pt x="326322" y="732237"/>
                  </a:cubicBezTo>
                  <a:lnTo>
                    <a:pt x="368879" y="572379"/>
                  </a:lnTo>
                  <a:lnTo>
                    <a:pt x="696648" y="572379"/>
                  </a:lnTo>
                  <a:lnTo>
                    <a:pt x="739061" y="731681"/>
                  </a:lnTo>
                  <a:cubicBezTo>
                    <a:pt x="869902" y="731391"/>
                    <a:pt x="971340" y="731101"/>
                    <a:pt x="983430" y="731101"/>
                  </a:cubicBezTo>
                  <a:cubicBezTo>
                    <a:pt x="1017863" y="731101"/>
                    <a:pt x="1061969" y="617500"/>
                    <a:pt x="1065378" y="572162"/>
                  </a:cubicBezTo>
                  <a:lnTo>
                    <a:pt x="1065378" y="572162"/>
                  </a:lnTo>
                  <a:cubicBezTo>
                    <a:pt x="1065330" y="572162"/>
                    <a:pt x="1068570" y="522761"/>
                    <a:pt x="1044849" y="487675"/>
                  </a:cubicBez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0" name="任意多边形: 形状 279"/>
            <p:cNvSpPr/>
            <p:nvPr/>
          </p:nvSpPr>
          <p:spPr>
            <a:xfrm>
              <a:off x="10298709" y="2094777"/>
              <a:ext cx="1064748" cy="160075"/>
            </a:xfrm>
            <a:custGeom>
              <a:avLst/>
              <a:gdLst>
                <a:gd name="connsiteX0" fmla="*/ 0 w 1063947"/>
                <a:gd name="connsiteY0" fmla="*/ 0 h 160075"/>
                <a:gd name="connsiteX1" fmla="*/ 80884 w 1063947"/>
                <a:gd name="connsiteY1" fmla="*/ 158939 h 160075"/>
                <a:gd name="connsiteX2" fmla="*/ 325108 w 1063947"/>
                <a:gd name="connsiteY2" fmla="*/ 160076 h 160075"/>
                <a:gd name="connsiteX3" fmla="*/ 367666 w 1063947"/>
                <a:gd name="connsiteY3" fmla="*/ 218 h 160075"/>
                <a:gd name="connsiteX4" fmla="*/ 695435 w 1063947"/>
                <a:gd name="connsiteY4" fmla="*/ 218 h 160075"/>
                <a:gd name="connsiteX5" fmla="*/ 737847 w 1063947"/>
                <a:gd name="connsiteY5" fmla="*/ 159519 h 160075"/>
                <a:gd name="connsiteX6" fmla="*/ 982217 w 1063947"/>
                <a:gd name="connsiteY6" fmla="*/ 158939 h 160075"/>
                <a:gd name="connsiteX7" fmla="*/ 1063947 w 1063947"/>
                <a:gd name="connsiteY7" fmla="*/ 0 h 160075"/>
                <a:gd name="connsiteX8" fmla="*/ 0 w 1063947"/>
                <a:gd name="connsiteY8" fmla="*/ 0 h 16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947" h="160075">
                  <a:moveTo>
                    <a:pt x="0" y="0"/>
                  </a:moveTo>
                  <a:cubicBezTo>
                    <a:pt x="15258" y="75492"/>
                    <a:pt x="35836" y="156424"/>
                    <a:pt x="80884" y="158939"/>
                  </a:cubicBezTo>
                  <a:cubicBezTo>
                    <a:pt x="96166" y="159785"/>
                    <a:pt x="196516" y="160076"/>
                    <a:pt x="325108" y="160076"/>
                  </a:cubicBezTo>
                  <a:lnTo>
                    <a:pt x="367666" y="218"/>
                  </a:lnTo>
                  <a:lnTo>
                    <a:pt x="695435" y="218"/>
                  </a:lnTo>
                  <a:lnTo>
                    <a:pt x="737847" y="159519"/>
                  </a:lnTo>
                  <a:cubicBezTo>
                    <a:pt x="868689" y="159229"/>
                    <a:pt x="970126" y="158939"/>
                    <a:pt x="982217" y="158939"/>
                  </a:cubicBezTo>
                  <a:cubicBezTo>
                    <a:pt x="1016650" y="158939"/>
                    <a:pt x="1060538" y="45339"/>
                    <a:pt x="106394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2" name="任意多边形: 形状 281"/>
            <p:cNvSpPr/>
            <p:nvPr/>
          </p:nvSpPr>
          <p:spPr>
            <a:xfrm>
              <a:off x="10358895" y="1048804"/>
              <a:ext cx="163872" cy="912939"/>
            </a:xfrm>
            <a:custGeom>
              <a:avLst/>
              <a:gdLst>
                <a:gd name="connsiteX0" fmla="*/ 143391 w 163872"/>
                <a:gd name="connsiteY0" fmla="*/ 755983 h 912939"/>
                <a:gd name="connsiteX1" fmla="*/ 163872 w 163872"/>
                <a:gd name="connsiteY1" fmla="*/ 733567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912939 h 912939"/>
                <a:gd name="connsiteX6" fmla="*/ 14339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143391" y="755983"/>
                  </a:moveTo>
                  <a:cubicBezTo>
                    <a:pt x="150524" y="748245"/>
                    <a:pt x="157319" y="740822"/>
                    <a:pt x="163872" y="733567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912939"/>
                  </a:lnTo>
                  <a:cubicBezTo>
                    <a:pt x="32910" y="873428"/>
                    <a:pt x="74863" y="830290"/>
                    <a:pt x="14339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3" name="任意多边形: 形状 282"/>
            <p:cNvSpPr/>
            <p:nvPr/>
          </p:nvSpPr>
          <p:spPr>
            <a:xfrm>
              <a:off x="11137317" y="1048804"/>
              <a:ext cx="163872" cy="912939"/>
            </a:xfrm>
            <a:custGeom>
              <a:avLst/>
              <a:gdLst>
                <a:gd name="connsiteX0" fmla="*/ 20481 w 163872"/>
                <a:gd name="connsiteY0" fmla="*/ 755983 h 912939"/>
                <a:gd name="connsiteX1" fmla="*/ 163872 w 163872"/>
                <a:gd name="connsiteY1" fmla="*/ 912939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733567 h 912939"/>
                <a:gd name="connsiteX6" fmla="*/ 2048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20481" y="755983"/>
                  </a:moveTo>
                  <a:cubicBezTo>
                    <a:pt x="89009" y="830290"/>
                    <a:pt x="130962" y="873428"/>
                    <a:pt x="163872" y="912939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733567"/>
                  </a:lnTo>
                  <a:cubicBezTo>
                    <a:pt x="6553" y="740822"/>
                    <a:pt x="13348" y="748245"/>
                    <a:pt x="2048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63" name="组合 262"/>
            <p:cNvGrpSpPr/>
            <p:nvPr/>
          </p:nvGrpSpPr>
          <p:grpSpPr>
            <a:xfrm>
              <a:off x="10662405" y="2417813"/>
              <a:ext cx="335273" cy="733894"/>
              <a:chOff x="9923478" y="2342478"/>
              <a:chExt cx="335273" cy="733894"/>
            </a:xfrm>
          </p:grpSpPr>
          <p:grpSp>
            <p:nvGrpSpPr>
              <p:cNvPr id="264" name="组合 263"/>
              <p:cNvGrpSpPr/>
              <p:nvPr/>
            </p:nvGrpSpPr>
            <p:grpSpPr>
              <a:xfrm>
                <a:off x="9923478" y="2342478"/>
                <a:ext cx="0" cy="733894"/>
                <a:chOff x="9923478" y="2342478"/>
                <a:chExt cx="0" cy="733894"/>
              </a:xfrm>
            </p:grpSpPr>
            <p:cxnSp>
              <p:nvCxnSpPr>
                <p:cNvPr id="271" name="直接连接符 270"/>
                <p:cNvCxnSpPr/>
                <p:nvPr/>
              </p:nvCxnSpPr>
              <p:spPr>
                <a:xfrm>
                  <a:off x="9923478" y="2342478"/>
                  <a:ext cx="0" cy="418290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直接连接符 271"/>
                <p:cNvCxnSpPr/>
                <p:nvPr/>
              </p:nvCxnSpPr>
              <p:spPr>
                <a:xfrm>
                  <a:off x="9923478" y="2813459"/>
                  <a:ext cx="0" cy="262913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5" name="组合 264"/>
              <p:cNvGrpSpPr/>
              <p:nvPr/>
            </p:nvGrpSpPr>
            <p:grpSpPr>
              <a:xfrm>
                <a:off x="10091115" y="2342478"/>
                <a:ext cx="0" cy="541773"/>
                <a:chOff x="10087362" y="2342478"/>
                <a:chExt cx="0" cy="541773"/>
              </a:xfrm>
            </p:grpSpPr>
            <p:cxnSp>
              <p:nvCxnSpPr>
                <p:cNvPr id="269" name="直接连接符 268"/>
                <p:cNvCxnSpPr/>
                <p:nvPr/>
              </p:nvCxnSpPr>
              <p:spPr>
                <a:xfrm>
                  <a:off x="10087362" y="2342478"/>
                  <a:ext cx="0" cy="11618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直接连接符 269"/>
                <p:cNvCxnSpPr/>
                <p:nvPr/>
              </p:nvCxnSpPr>
              <p:spPr>
                <a:xfrm>
                  <a:off x="10087362" y="2510014"/>
                  <a:ext cx="0" cy="374237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6" name="组合 265"/>
              <p:cNvGrpSpPr/>
              <p:nvPr/>
            </p:nvGrpSpPr>
            <p:grpSpPr>
              <a:xfrm>
                <a:off x="10258751" y="2342478"/>
                <a:ext cx="0" cy="733894"/>
                <a:chOff x="10258751" y="2342478"/>
                <a:chExt cx="0" cy="733894"/>
              </a:xfrm>
            </p:grpSpPr>
            <p:cxnSp>
              <p:nvCxnSpPr>
                <p:cNvPr id="267" name="直接连接符 266"/>
                <p:cNvCxnSpPr/>
                <p:nvPr/>
              </p:nvCxnSpPr>
              <p:spPr>
                <a:xfrm>
                  <a:off x="10258751" y="2342478"/>
                  <a:ext cx="0" cy="167536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直接连接符 267"/>
                <p:cNvCxnSpPr/>
                <p:nvPr/>
              </p:nvCxnSpPr>
              <p:spPr>
                <a:xfrm>
                  <a:off x="10258751" y="2580944"/>
                  <a:ext cx="0" cy="49542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60" name="椭圆 259"/>
            <p:cNvSpPr/>
            <p:nvPr/>
          </p:nvSpPr>
          <p:spPr>
            <a:xfrm>
              <a:off x="10312253" y="504446"/>
              <a:ext cx="79545" cy="795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61" name="椭圆 260"/>
            <p:cNvSpPr/>
            <p:nvPr/>
          </p:nvSpPr>
          <p:spPr>
            <a:xfrm>
              <a:off x="11375857" y="2467362"/>
              <a:ext cx="126999" cy="126999"/>
            </a:xfrm>
            <a:prstGeom prst="ellipse">
              <a:avLst/>
            </a:prstGeom>
            <a:noFill/>
            <a:ln w="285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2481325" y="315666"/>
            <a:ext cx="7225946" cy="2930019"/>
            <a:chOff x="2481325" y="315666"/>
            <a:chExt cx="7225946" cy="2930019"/>
          </a:xfrm>
        </p:grpSpPr>
        <p:sp>
          <p:nvSpPr>
            <p:cNvPr id="313" name="任意多边形: 形状 312"/>
            <p:cNvSpPr/>
            <p:nvPr/>
          </p:nvSpPr>
          <p:spPr>
            <a:xfrm>
              <a:off x="2637617" y="1716641"/>
              <a:ext cx="6913505" cy="1203125"/>
            </a:xfrm>
            <a:custGeom>
              <a:avLst/>
              <a:gdLst>
                <a:gd name="connsiteX0" fmla="*/ 6835395 w 6913505"/>
                <a:gd name="connsiteY0" fmla="*/ 1134117 h 1203125"/>
                <a:gd name="connsiteX1" fmla="*/ 6913505 w 6913505"/>
                <a:gd name="connsiteY1" fmla="*/ 1134117 h 1203125"/>
                <a:gd name="connsiteX2" fmla="*/ 6913505 w 6913505"/>
                <a:gd name="connsiteY2" fmla="*/ 1203125 h 1203125"/>
                <a:gd name="connsiteX3" fmla="*/ 6835395 w 6913505"/>
                <a:gd name="connsiteY3" fmla="*/ 1203125 h 1203125"/>
                <a:gd name="connsiteX4" fmla="*/ 6434329 w 6913505"/>
                <a:gd name="connsiteY4" fmla="*/ 1134117 h 1203125"/>
                <a:gd name="connsiteX5" fmla="*/ 6585398 w 6913505"/>
                <a:gd name="connsiteY5" fmla="*/ 1134117 h 1203125"/>
                <a:gd name="connsiteX6" fmla="*/ 6585398 w 6913505"/>
                <a:gd name="connsiteY6" fmla="*/ 1203125 h 1203125"/>
                <a:gd name="connsiteX7" fmla="*/ 6434329 w 6913505"/>
                <a:gd name="connsiteY7" fmla="*/ 1203125 h 1203125"/>
                <a:gd name="connsiteX8" fmla="*/ 6059372 w 6913505"/>
                <a:gd name="connsiteY8" fmla="*/ 1134117 h 1203125"/>
                <a:gd name="connsiteX9" fmla="*/ 6210442 w 6913505"/>
                <a:gd name="connsiteY9" fmla="*/ 1134117 h 1203125"/>
                <a:gd name="connsiteX10" fmla="*/ 6210442 w 6913505"/>
                <a:gd name="connsiteY10" fmla="*/ 1203125 h 1203125"/>
                <a:gd name="connsiteX11" fmla="*/ 6059372 w 6913505"/>
                <a:gd name="connsiteY11" fmla="*/ 1203125 h 1203125"/>
                <a:gd name="connsiteX12" fmla="*/ 5684343 w 6913505"/>
                <a:gd name="connsiteY12" fmla="*/ 1134117 h 1203125"/>
                <a:gd name="connsiteX13" fmla="*/ 5835413 w 6913505"/>
                <a:gd name="connsiteY13" fmla="*/ 1134117 h 1203125"/>
                <a:gd name="connsiteX14" fmla="*/ 5835413 w 6913505"/>
                <a:gd name="connsiteY14" fmla="*/ 1203125 h 1203125"/>
                <a:gd name="connsiteX15" fmla="*/ 5684343 w 6913505"/>
                <a:gd name="connsiteY15" fmla="*/ 1203125 h 1203125"/>
                <a:gd name="connsiteX16" fmla="*/ 1078092 w 6913505"/>
                <a:gd name="connsiteY16" fmla="*/ 1134117 h 1203125"/>
                <a:gd name="connsiteX17" fmla="*/ 1229162 w 6913505"/>
                <a:gd name="connsiteY17" fmla="*/ 1134117 h 1203125"/>
                <a:gd name="connsiteX18" fmla="*/ 1229162 w 6913505"/>
                <a:gd name="connsiteY18" fmla="*/ 1203125 h 1203125"/>
                <a:gd name="connsiteX19" fmla="*/ 1078092 w 6913505"/>
                <a:gd name="connsiteY19" fmla="*/ 1203125 h 1203125"/>
                <a:gd name="connsiteX20" fmla="*/ 703063 w 6913505"/>
                <a:gd name="connsiteY20" fmla="*/ 1134117 h 1203125"/>
                <a:gd name="connsiteX21" fmla="*/ 854133 w 6913505"/>
                <a:gd name="connsiteY21" fmla="*/ 1134117 h 1203125"/>
                <a:gd name="connsiteX22" fmla="*/ 854133 w 6913505"/>
                <a:gd name="connsiteY22" fmla="*/ 1203125 h 1203125"/>
                <a:gd name="connsiteX23" fmla="*/ 703063 w 6913505"/>
                <a:gd name="connsiteY23" fmla="*/ 1203125 h 1203125"/>
                <a:gd name="connsiteX24" fmla="*/ 328105 w 6913505"/>
                <a:gd name="connsiteY24" fmla="*/ 1134117 h 1203125"/>
                <a:gd name="connsiteX25" fmla="*/ 479175 w 6913505"/>
                <a:gd name="connsiteY25" fmla="*/ 1134117 h 1203125"/>
                <a:gd name="connsiteX26" fmla="*/ 479175 w 6913505"/>
                <a:gd name="connsiteY26" fmla="*/ 1203125 h 1203125"/>
                <a:gd name="connsiteX27" fmla="*/ 328105 w 6913505"/>
                <a:gd name="connsiteY27" fmla="*/ 1203125 h 1203125"/>
                <a:gd name="connsiteX28" fmla="*/ 0 w 6913505"/>
                <a:gd name="connsiteY28" fmla="*/ 1134117 h 1203125"/>
                <a:gd name="connsiteX29" fmla="*/ 78110 w 6913505"/>
                <a:gd name="connsiteY29" fmla="*/ 1134117 h 1203125"/>
                <a:gd name="connsiteX30" fmla="*/ 78110 w 6913505"/>
                <a:gd name="connsiteY30" fmla="*/ 1203125 h 1203125"/>
                <a:gd name="connsiteX31" fmla="*/ 0 w 6913505"/>
                <a:gd name="connsiteY31" fmla="*/ 1203125 h 1203125"/>
                <a:gd name="connsiteX32" fmla="*/ 6835395 w 6913505"/>
                <a:gd name="connsiteY32" fmla="*/ 1020656 h 1203125"/>
                <a:gd name="connsiteX33" fmla="*/ 6913505 w 6913505"/>
                <a:gd name="connsiteY33" fmla="*/ 1020656 h 1203125"/>
                <a:gd name="connsiteX34" fmla="*/ 6913505 w 6913505"/>
                <a:gd name="connsiteY34" fmla="*/ 1089664 h 1203125"/>
                <a:gd name="connsiteX35" fmla="*/ 6835395 w 6913505"/>
                <a:gd name="connsiteY35" fmla="*/ 1089664 h 1203125"/>
                <a:gd name="connsiteX36" fmla="*/ 6434329 w 6913505"/>
                <a:gd name="connsiteY36" fmla="*/ 1020656 h 1203125"/>
                <a:gd name="connsiteX37" fmla="*/ 6585398 w 6913505"/>
                <a:gd name="connsiteY37" fmla="*/ 1020656 h 1203125"/>
                <a:gd name="connsiteX38" fmla="*/ 6585398 w 6913505"/>
                <a:gd name="connsiteY38" fmla="*/ 1089664 h 1203125"/>
                <a:gd name="connsiteX39" fmla="*/ 6434329 w 6913505"/>
                <a:gd name="connsiteY39" fmla="*/ 1089664 h 1203125"/>
                <a:gd name="connsiteX40" fmla="*/ 6059372 w 6913505"/>
                <a:gd name="connsiteY40" fmla="*/ 1020656 h 1203125"/>
                <a:gd name="connsiteX41" fmla="*/ 6210442 w 6913505"/>
                <a:gd name="connsiteY41" fmla="*/ 1020656 h 1203125"/>
                <a:gd name="connsiteX42" fmla="*/ 6210442 w 6913505"/>
                <a:gd name="connsiteY42" fmla="*/ 1089664 h 1203125"/>
                <a:gd name="connsiteX43" fmla="*/ 6059372 w 6913505"/>
                <a:gd name="connsiteY43" fmla="*/ 1089664 h 1203125"/>
                <a:gd name="connsiteX44" fmla="*/ 5684343 w 6913505"/>
                <a:gd name="connsiteY44" fmla="*/ 1020656 h 1203125"/>
                <a:gd name="connsiteX45" fmla="*/ 5835413 w 6913505"/>
                <a:gd name="connsiteY45" fmla="*/ 1020656 h 1203125"/>
                <a:gd name="connsiteX46" fmla="*/ 5835413 w 6913505"/>
                <a:gd name="connsiteY46" fmla="*/ 1089664 h 1203125"/>
                <a:gd name="connsiteX47" fmla="*/ 5684343 w 6913505"/>
                <a:gd name="connsiteY47" fmla="*/ 1089664 h 1203125"/>
                <a:gd name="connsiteX48" fmla="*/ 1078092 w 6913505"/>
                <a:gd name="connsiteY48" fmla="*/ 1020656 h 1203125"/>
                <a:gd name="connsiteX49" fmla="*/ 1229162 w 6913505"/>
                <a:gd name="connsiteY49" fmla="*/ 1020656 h 1203125"/>
                <a:gd name="connsiteX50" fmla="*/ 1229162 w 6913505"/>
                <a:gd name="connsiteY50" fmla="*/ 1089664 h 1203125"/>
                <a:gd name="connsiteX51" fmla="*/ 1078092 w 6913505"/>
                <a:gd name="connsiteY51" fmla="*/ 1089664 h 1203125"/>
                <a:gd name="connsiteX52" fmla="*/ 703063 w 6913505"/>
                <a:gd name="connsiteY52" fmla="*/ 1020656 h 1203125"/>
                <a:gd name="connsiteX53" fmla="*/ 854133 w 6913505"/>
                <a:gd name="connsiteY53" fmla="*/ 1020656 h 1203125"/>
                <a:gd name="connsiteX54" fmla="*/ 854133 w 6913505"/>
                <a:gd name="connsiteY54" fmla="*/ 1089664 h 1203125"/>
                <a:gd name="connsiteX55" fmla="*/ 703063 w 6913505"/>
                <a:gd name="connsiteY55" fmla="*/ 1089664 h 1203125"/>
                <a:gd name="connsiteX56" fmla="*/ 328105 w 6913505"/>
                <a:gd name="connsiteY56" fmla="*/ 1020656 h 1203125"/>
                <a:gd name="connsiteX57" fmla="*/ 479175 w 6913505"/>
                <a:gd name="connsiteY57" fmla="*/ 1020656 h 1203125"/>
                <a:gd name="connsiteX58" fmla="*/ 479175 w 6913505"/>
                <a:gd name="connsiteY58" fmla="*/ 1089664 h 1203125"/>
                <a:gd name="connsiteX59" fmla="*/ 328105 w 6913505"/>
                <a:gd name="connsiteY59" fmla="*/ 1089664 h 1203125"/>
                <a:gd name="connsiteX60" fmla="*/ 0 w 6913505"/>
                <a:gd name="connsiteY60" fmla="*/ 1020656 h 1203125"/>
                <a:gd name="connsiteX61" fmla="*/ 78110 w 6913505"/>
                <a:gd name="connsiteY61" fmla="*/ 1020656 h 1203125"/>
                <a:gd name="connsiteX62" fmla="*/ 78110 w 6913505"/>
                <a:gd name="connsiteY62" fmla="*/ 1089664 h 1203125"/>
                <a:gd name="connsiteX63" fmla="*/ 0 w 6913505"/>
                <a:gd name="connsiteY63" fmla="*/ 1089664 h 1203125"/>
                <a:gd name="connsiteX64" fmla="*/ 6835395 w 6913505"/>
                <a:gd name="connsiteY64" fmla="*/ 907195 h 1203125"/>
                <a:gd name="connsiteX65" fmla="*/ 6913505 w 6913505"/>
                <a:gd name="connsiteY65" fmla="*/ 907195 h 1203125"/>
                <a:gd name="connsiteX66" fmla="*/ 6913505 w 6913505"/>
                <a:gd name="connsiteY66" fmla="*/ 976203 h 1203125"/>
                <a:gd name="connsiteX67" fmla="*/ 6835395 w 6913505"/>
                <a:gd name="connsiteY67" fmla="*/ 976203 h 1203125"/>
                <a:gd name="connsiteX68" fmla="*/ 6434329 w 6913505"/>
                <a:gd name="connsiteY68" fmla="*/ 907195 h 1203125"/>
                <a:gd name="connsiteX69" fmla="*/ 6585398 w 6913505"/>
                <a:gd name="connsiteY69" fmla="*/ 907195 h 1203125"/>
                <a:gd name="connsiteX70" fmla="*/ 6585398 w 6913505"/>
                <a:gd name="connsiteY70" fmla="*/ 976203 h 1203125"/>
                <a:gd name="connsiteX71" fmla="*/ 6434329 w 6913505"/>
                <a:gd name="connsiteY71" fmla="*/ 976203 h 1203125"/>
                <a:gd name="connsiteX72" fmla="*/ 6059372 w 6913505"/>
                <a:gd name="connsiteY72" fmla="*/ 907195 h 1203125"/>
                <a:gd name="connsiteX73" fmla="*/ 6210442 w 6913505"/>
                <a:gd name="connsiteY73" fmla="*/ 907195 h 1203125"/>
                <a:gd name="connsiteX74" fmla="*/ 6210442 w 6913505"/>
                <a:gd name="connsiteY74" fmla="*/ 976203 h 1203125"/>
                <a:gd name="connsiteX75" fmla="*/ 6059372 w 6913505"/>
                <a:gd name="connsiteY75" fmla="*/ 976203 h 1203125"/>
                <a:gd name="connsiteX76" fmla="*/ 5684343 w 6913505"/>
                <a:gd name="connsiteY76" fmla="*/ 907195 h 1203125"/>
                <a:gd name="connsiteX77" fmla="*/ 5835413 w 6913505"/>
                <a:gd name="connsiteY77" fmla="*/ 907195 h 1203125"/>
                <a:gd name="connsiteX78" fmla="*/ 5835413 w 6913505"/>
                <a:gd name="connsiteY78" fmla="*/ 976203 h 1203125"/>
                <a:gd name="connsiteX79" fmla="*/ 5684343 w 6913505"/>
                <a:gd name="connsiteY79" fmla="*/ 976203 h 1203125"/>
                <a:gd name="connsiteX80" fmla="*/ 5304164 w 6913505"/>
                <a:gd name="connsiteY80" fmla="*/ 907195 h 1203125"/>
                <a:gd name="connsiteX81" fmla="*/ 5455163 w 6913505"/>
                <a:gd name="connsiteY81" fmla="*/ 907195 h 1203125"/>
                <a:gd name="connsiteX82" fmla="*/ 5455163 w 6913505"/>
                <a:gd name="connsiteY82" fmla="*/ 942687 h 1203125"/>
                <a:gd name="connsiteX83" fmla="*/ 5304164 w 6913505"/>
                <a:gd name="connsiteY83" fmla="*/ 942687 h 1203125"/>
                <a:gd name="connsiteX84" fmla="*/ 5007316 w 6913505"/>
                <a:gd name="connsiteY84" fmla="*/ 907195 h 1203125"/>
                <a:gd name="connsiteX85" fmla="*/ 5085426 w 6913505"/>
                <a:gd name="connsiteY85" fmla="*/ 907195 h 1203125"/>
                <a:gd name="connsiteX86" fmla="*/ 5085426 w 6913505"/>
                <a:gd name="connsiteY86" fmla="*/ 942687 h 1203125"/>
                <a:gd name="connsiteX87" fmla="*/ 5007316 w 6913505"/>
                <a:gd name="connsiteY87" fmla="*/ 942687 h 1203125"/>
                <a:gd name="connsiteX88" fmla="*/ 1828078 w 6913505"/>
                <a:gd name="connsiteY88" fmla="*/ 907195 h 1203125"/>
                <a:gd name="connsiteX89" fmla="*/ 1906188 w 6913505"/>
                <a:gd name="connsiteY89" fmla="*/ 907195 h 1203125"/>
                <a:gd name="connsiteX90" fmla="*/ 1906188 w 6913505"/>
                <a:gd name="connsiteY90" fmla="*/ 942687 h 1203125"/>
                <a:gd name="connsiteX91" fmla="*/ 1828078 w 6913505"/>
                <a:gd name="connsiteY91" fmla="*/ 942687 h 1203125"/>
                <a:gd name="connsiteX92" fmla="*/ 1458341 w 6913505"/>
                <a:gd name="connsiteY92" fmla="*/ 907195 h 1203125"/>
                <a:gd name="connsiteX93" fmla="*/ 1609340 w 6913505"/>
                <a:gd name="connsiteY93" fmla="*/ 907195 h 1203125"/>
                <a:gd name="connsiteX94" fmla="*/ 1609340 w 6913505"/>
                <a:gd name="connsiteY94" fmla="*/ 942687 h 1203125"/>
                <a:gd name="connsiteX95" fmla="*/ 1458341 w 6913505"/>
                <a:gd name="connsiteY95" fmla="*/ 942687 h 1203125"/>
                <a:gd name="connsiteX96" fmla="*/ 1078092 w 6913505"/>
                <a:gd name="connsiteY96" fmla="*/ 907195 h 1203125"/>
                <a:gd name="connsiteX97" fmla="*/ 1229162 w 6913505"/>
                <a:gd name="connsiteY97" fmla="*/ 907195 h 1203125"/>
                <a:gd name="connsiteX98" fmla="*/ 1229162 w 6913505"/>
                <a:gd name="connsiteY98" fmla="*/ 976203 h 1203125"/>
                <a:gd name="connsiteX99" fmla="*/ 1078092 w 6913505"/>
                <a:gd name="connsiteY99" fmla="*/ 976203 h 1203125"/>
                <a:gd name="connsiteX100" fmla="*/ 703063 w 6913505"/>
                <a:gd name="connsiteY100" fmla="*/ 907195 h 1203125"/>
                <a:gd name="connsiteX101" fmla="*/ 854133 w 6913505"/>
                <a:gd name="connsiteY101" fmla="*/ 907195 h 1203125"/>
                <a:gd name="connsiteX102" fmla="*/ 854133 w 6913505"/>
                <a:gd name="connsiteY102" fmla="*/ 976203 h 1203125"/>
                <a:gd name="connsiteX103" fmla="*/ 703063 w 6913505"/>
                <a:gd name="connsiteY103" fmla="*/ 976203 h 1203125"/>
                <a:gd name="connsiteX104" fmla="*/ 328105 w 6913505"/>
                <a:gd name="connsiteY104" fmla="*/ 907195 h 1203125"/>
                <a:gd name="connsiteX105" fmla="*/ 479175 w 6913505"/>
                <a:gd name="connsiteY105" fmla="*/ 907195 h 1203125"/>
                <a:gd name="connsiteX106" fmla="*/ 479175 w 6913505"/>
                <a:gd name="connsiteY106" fmla="*/ 976203 h 1203125"/>
                <a:gd name="connsiteX107" fmla="*/ 328105 w 6913505"/>
                <a:gd name="connsiteY107" fmla="*/ 976203 h 1203125"/>
                <a:gd name="connsiteX108" fmla="*/ 0 w 6913505"/>
                <a:gd name="connsiteY108" fmla="*/ 907195 h 1203125"/>
                <a:gd name="connsiteX109" fmla="*/ 78110 w 6913505"/>
                <a:gd name="connsiteY109" fmla="*/ 907195 h 1203125"/>
                <a:gd name="connsiteX110" fmla="*/ 78110 w 6913505"/>
                <a:gd name="connsiteY110" fmla="*/ 976203 h 1203125"/>
                <a:gd name="connsiteX111" fmla="*/ 0 w 6913505"/>
                <a:gd name="connsiteY111" fmla="*/ 976203 h 1203125"/>
                <a:gd name="connsiteX112" fmla="*/ 4135966 w 6913505"/>
                <a:gd name="connsiteY112" fmla="*/ 829296 h 1203125"/>
                <a:gd name="connsiteX113" fmla="*/ 4307780 w 6913505"/>
                <a:gd name="connsiteY113" fmla="*/ 829296 h 1203125"/>
                <a:gd name="connsiteX114" fmla="*/ 4307780 w 6913505"/>
                <a:gd name="connsiteY114" fmla="*/ 898657 h 1203125"/>
                <a:gd name="connsiteX115" fmla="*/ 4135966 w 6913505"/>
                <a:gd name="connsiteY115" fmla="*/ 898657 h 1203125"/>
                <a:gd name="connsiteX116" fmla="*/ 3666599 w 6913505"/>
                <a:gd name="connsiteY116" fmla="*/ 829296 h 1203125"/>
                <a:gd name="connsiteX117" fmla="*/ 3687414 w 6913505"/>
                <a:gd name="connsiteY117" fmla="*/ 829296 h 1203125"/>
                <a:gd name="connsiteX118" fmla="*/ 3687414 w 6913505"/>
                <a:gd name="connsiteY118" fmla="*/ 898657 h 1203125"/>
                <a:gd name="connsiteX119" fmla="*/ 3666599 w 6913505"/>
                <a:gd name="connsiteY119" fmla="*/ 898657 h 1203125"/>
                <a:gd name="connsiteX120" fmla="*/ 3223621 w 6913505"/>
                <a:gd name="connsiteY120" fmla="*/ 829296 h 1203125"/>
                <a:gd name="connsiteX121" fmla="*/ 3244507 w 6913505"/>
                <a:gd name="connsiteY121" fmla="*/ 829296 h 1203125"/>
                <a:gd name="connsiteX122" fmla="*/ 3244507 w 6913505"/>
                <a:gd name="connsiteY122" fmla="*/ 898657 h 1203125"/>
                <a:gd name="connsiteX123" fmla="*/ 3223621 w 6913505"/>
                <a:gd name="connsiteY123" fmla="*/ 898657 h 1203125"/>
                <a:gd name="connsiteX124" fmla="*/ 2605441 w 6913505"/>
                <a:gd name="connsiteY124" fmla="*/ 829296 h 1203125"/>
                <a:gd name="connsiteX125" fmla="*/ 2777256 w 6913505"/>
                <a:gd name="connsiteY125" fmla="*/ 829296 h 1203125"/>
                <a:gd name="connsiteX126" fmla="*/ 2777256 w 6913505"/>
                <a:gd name="connsiteY126" fmla="*/ 898657 h 1203125"/>
                <a:gd name="connsiteX127" fmla="*/ 2605441 w 6913505"/>
                <a:gd name="connsiteY127" fmla="*/ 898657 h 1203125"/>
                <a:gd name="connsiteX128" fmla="*/ 6835395 w 6913505"/>
                <a:gd name="connsiteY128" fmla="*/ 793946 h 1203125"/>
                <a:gd name="connsiteX129" fmla="*/ 6913505 w 6913505"/>
                <a:gd name="connsiteY129" fmla="*/ 793946 h 1203125"/>
                <a:gd name="connsiteX130" fmla="*/ 6913505 w 6913505"/>
                <a:gd name="connsiteY130" fmla="*/ 862954 h 1203125"/>
                <a:gd name="connsiteX131" fmla="*/ 6835395 w 6913505"/>
                <a:gd name="connsiteY131" fmla="*/ 862954 h 1203125"/>
                <a:gd name="connsiteX132" fmla="*/ 6434329 w 6913505"/>
                <a:gd name="connsiteY132" fmla="*/ 793946 h 1203125"/>
                <a:gd name="connsiteX133" fmla="*/ 6585398 w 6913505"/>
                <a:gd name="connsiteY133" fmla="*/ 793946 h 1203125"/>
                <a:gd name="connsiteX134" fmla="*/ 6585398 w 6913505"/>
                <a:gd name="connsiteY134" fmla="*/ 862954 h 1203125"/>
                <a:gd name="connsiteX135" fmla="*/ 6434329 w 6913505"/>
                <a:gd name="connsiteY135" fmla="*/ 862954 h 1203125"/>
                <a:gd name="connsiteX136" fmla="*/ 6059372 w 6913505"/>
                <a:gd name="connsiteY136" fmla="*/ 793946 h 1203125"/>
                <a:gd name="connsiteX137" fmla="*/ 6210442 w 6913505"/>
                <a:gd name="connsiteY137" fmla="*/ 793946 h 1203125"/>
                <a:gd name="connsiteX138" fmla="*/ 6210442 w 6913505"/>
                <a:gd name="connsiteY138" fmla="*/ 862954 h 1203125"/>
                <a:gd name="connsiteX139" fmla="*/ 6059372 w 6913505"/>
                <a:gd name="connsiteY139" fmla="*/ 862954 h 1203125"/>
                <a:gd name="connsiteX140" fmla="*/ 5684343 w 6913505"/>
                <a:gd name="connsiteY140" fmla="*/ 793946 h 1203125"/>
                <a:gd name="connsiteX141" fmla="*/ 5835413 w 6913505"/>
                <a:gd name="connsiteY141" fmla="*/ 793946 h 1203125"/>
                <a:gd name="connsiteX142" fmla="*/ 5835413 w 6913505"/>
                <a:gd name="connsiteY142" fmla="*/ 862954 h 1203125"/>
                <a:gd name="connsiteX143" fmla="*/ 5684343 w 6913505"/>
                <a:gd name="connsiteY143" fmla="*/ 862954 h 1203125"/>
                <a:gd name="connsiteX144" fmla="*/ 5304164 w 6913505"/>
                <a:gd name="connsiteY144" fmla="*/ 793946 h 1203125"/>
                <a:gd name="connsiteX145" fmla="*/ 5455163 w 6913505"/>
                <a:gd name="connsiteY145" fmla="*/ 793946 h 1203125"/>
                <a:gd name="connsiteX146" fmla="*/ 5455163 w 6913505"/>
                <a:gd name="connsiteY146" fmla="*/ 862954 h 1203125"/>
                <a:gd name="connsiteX147" fmla="*/ 5304164 w 6913505"/>
                <a:gd name="connsiteY147" fmla="*/ 862954 h 1203125"/>
                <a:gd name="connsiteX148" fmla="*/ 5007316 w 6913505"/>
                <a:gd name="connsiteY148" fmla="*/ 793946 h 1203125"/>
                <a:gd name="connsiteX149" fmla="*/ 5085426 w 6913505"/>
                <a:gd name="connsiteY149" fmla="*/ 793946 h 1203125"/>
                <a:gd name="connsiteX150" fmla="*/ 5085426 w 6913505"/>
                <a:gd name="connsiteY150" fmla="*/ 862954 h 1203125"/>
                <a:gd name="connsiteX151" fmla="*/ 5007316 w 6913505"/>
                <a:gd name="connsiteY151" fmla="*/ 862954 h 1203125"/>
                <a:gd name="connsiteX152" fmla="*/ 1828078 w 6913505"/>
                <a:gd name="connsiteY152" fmla="*/ 793946 h 1203125"/>
                <a:gd name="connsiteX153" fmla="*/ 1906188 w 6913505"/>
                <a:gd name="connsiteY153" fmla="*/ 793946 h 1203125"/>
                <a:gd name="connsiteX154" fmla="*/ 1906188 w 6913505"/>
                <a:gd name="connsiteY154" fmla="*/ 862954 h 1203125"/>
                <a:gd name="connsiteX155" fmla="*/ 1828078 w 6913505"/>
                <a:gd name="connsiteY155" fmla="*/ 862954 h 1203125"/>
                <a:gd name="connsiteX156" fmla="*/ 1458341 w 6913505"/>
                <a:gd name="connsiteY156" fmla="*/ 793946 h 1203125"/>
                <a:gd name="connsiteX157" fmla="*/ 1609340 w 6913505"/>
                <a:gd name="connsiteY157" fmla="*/ 793946 h 1203125"/>
                <a:gd name="connsiteX158" fmla="*/ 1609340 w 6913505"/>
                <a:gd name="connsiteY158" fmla="*/ 862954 h 1203125"/>
                <a:gd name="connsiteX159" fmla="*/ 1458341 w 6913505"/>
                <a:gd name="connsiteY159" fmla="*/ 862954 h 1203125"/>
                <a:gd name="connsiteX160" fmla="*/ 1078092 w 6913505"/>
                <a:gd name="connsiteY160" fmla="*/ 793946 h 1203125"/>
                <a:gd name="connsiteX161" fmla="*/ 1229162 w 6913505"/>
                <a:gd name="connsiteY161" fmla="*/ 793946 h 1203125"/>
                <a:gd name="connsiteX162" fmla="*/ 1229162 w 6913505"/>
                <a:gd name="connsiteY162" fmla="*/ 862954 h 1203125"/>
                <a:gd name="connsiteX163" fmla="*/ 1078092 w 6913505"/>
                <a:gd name="connsiteY163" fmla="*/ 862954 h 1203125"/>
                <a:gd name="connsiteX164" fmla="*/ 703063 w 6913505"/>
                <a:gd name="connsiteY164" fmla="*/ 793946 h 1203125"/>
                <a:gd name="connsiteX165" fmla="*/ 854133 w 6913505"/>
                <a:gd name="connsiteY165" fmla="*/ 793946 h 1203125"/>
                <a:gd name="connsiteX166" fmla="*/ 854133 w 6913505"/>
                <a:gd name="connsiteY166" fmla="*/ 862954 h 1203125"/>
                <a:gd name="connsiteX167" fmla="*/ 703063 w 6913505"/>
                <a:gd name="connsiteY167" fmla="*/ 862954 h 1203125"/>
                <a:gd name="connsiteX168" fmla="*/ 328105 w 6913505"/>
                <a:gd name="connsiteY168" fmla="*/ 793946 h 1203125"/>
                <a:gd name="connsiteX169" fmla="*/ 479175 w 6913505"/>
                <a:gd name="connsiteY169" fmla="*/ 793946 h 1203125"/>
                <a:gd name="connsiteX170" fmla="*/ 479175 w 6913505"/>
                <a:gd name="connsiteY170" fmla="*/ 862954 h 1203125"/>
                <a:gd name="connsiteX171" fmla="*/ 328105 w 6913505"/>
                <a:gd name="connsiteY171" fmla="*/ 862954 h 1203125"/>
                <a:gd name="connsiteX172" fmla="*/ 0 w 6913505"/>
                <a:gd name="connsiteY172" fmla="*/ 793946 h 1203125"/>
                <a:gd name="connsiteX173" fmla="*/ 78110 w 6913505"/>
                <a:gd name="connsiteY173" fmla="*/ 793946 h 1203125"/>
                <a:gd name="connsiteX174" fmla="*/ 78110 w 6913505"/>
                <a:gd name="connsiteY174" fmla="*/ 862954 h 1203125"/>
                <a:gd name="connsiteX175" fmla="*/ 0 w 6913505"/>
                <a:gd name="connsiteY175" fmla="*/ 862954 h 1203125"/>
                <a:gd name="connsiteX176" fmla="*/ 4135966 w 6913505"/>
                <a:gd name="connsiteY176" fmla="*/ 725643 h 1203125"/>
                <a:gd name="connsiteX177" fmla="*/ 4307780 w 6913505"/>
                <a:gd name="connsiteY177" fmla="*/ 725643 h 1203125"/>
                <a:gd name="connsiteX178" fmla="*/ 4307780 w 6913505"/>
                <a:gd name="connsiteY178" fmla="*/ 795004 h 1203125"/>
                <a:gd name="connsiteX179" fmla="*/ 4135966 w 6913505"/>
                <a:gd name="connsiteY179" fmla="*/ 795004 h 1203125"/>
                <a:gd name="connsiteX180" fmla="*/ 3666599 w 6913505"/>
                <a:gd name="connsiteY180" fmla="*/ 725643 h 1203125"/>
                <a:gd name="connsiteX181" fmla="*/ 3687414 w 6913505"/>
                <a:gd name="connsiteY181" fmla="*/ 725643 h 1203125"/>
                <a:gd name="connsiteX182" fmla="*/ 3687414 w 6913505"/>
                <a:gd name="connsiteY182" fmla="*/ 795004 h 1203125"/>
                <a:gd name="connsiteX183" fmla="*/ 3666599 w 6913505"/>
                <a:gd name="connsiteY183" fmla="*/ 795004 h 1203125"/>
                <a:gd name="connsiteX184" fmla="*/ 3223621 w 6913505"/>
                <a:gd name="connsiteY184" fmla="*/ 725643 h 1203125"/>
                <a:gd name="connsiteX185" fmla="*/ 3244507 w 6913505"/>
                <a:gd name="connsiteY185" fmla="*/ 725643 h 1203125"/>
                <a:gd name="connsiteX186" fmla="*/ 3244507 w 6913505"/>
                <a:gd name="connsiteY186" fmla="*/ 795004 h 1203125"/>
                <a:gd name="connsiteX187" fmla="*/ 3223621 w 6913505"/>
                <a:gd name="connsiteY187" fmla="*/ 795004 h 1203125"/>
                <a:gd name="connsiteX188" fmla="*/ 2605441 w 6913505"/>
                <a:gd name="connsiteY188" fmla="*/ 725643 h 1203125"/>
                <a:gd name="connsiteX189" fmla="*/ 2777256 w 6913505"/>
                <a:gd name="connsiteY189" fmla="*/ 725643 h 1203125"/>
                <a:gd name="connsiteX190" fmla="*/ 2777256 w 6913505"/>
                <a:gd name="connsiteY190" fmla="*/ 795004 h 1203125"/>
                <a:gd name="connsiteX191" fmla="*/ 2605441 w 6913505"/>
                <a:gd name="connsiteY191" fmla="*/ 795004 h 1203125"/>
                <a:gd name="connsiteX192" fmla="*/ 6835395 w 6913505"/>
                <a:gd name="connsiteY192" fmla="*/ 680485 h 1203125"/>
                <a:gd name="connsiteX193" fmla="*/ 6913505 w 6913505"/>
                <a:gd name="connsiteY193" fmla="*/ 680485 h 1203125"/>
                <a:gd name="connsiteX194" fmla="*/ 6913505 w 6913505"/>
                <a:gd name="connsiteY194" fmla="*/ 749493 h 1203125"/>
                <a:gd name="connsiteX195" fmla="*/ 6835395 w 6913505"/>
                <a:gd name="connsiteY195" fmla="*/ 749493 h 1203125"/>
                <a:gd name="connsiteX196" fmla="*/ 6434329 w 6913505"/>
                <a:gd name="connsiteY196" fmla="*/ 680485 h 1203125"/>
                <a:gd name="connsiteX197" fmla="*/ 6585398 w 6913505"/>
                <a:gd name="connsiteY197" fmla="*/ 680485 h 1203125"/>
                <a:gd name="connsiteX198" fmla="*/ 6585398 w 6913505"/>
                <a:gd name="connsiteY198" fmla="*/ 749493 h 1203125"/>
                <a:gd name="connsiteX199" fmla="*/ 6434329 w 6913505"/>
                <a:gd name="connsiteY199" fmla="*/ 749493 h 1203125"/>
                <a:gd name="connsiteX200" fmla="*/ 6059372 w 6913505"/>
                <a:gd name="connsiteY200" fmla="*/ 680485 h 1203125"/>
                <a:gd name="connsiteX201" fmla="*/ 6210442 w 6913505"/>
                <a:gd name="connsiteY201" fmla="*/ 680485 h 1203125"/>
                <a:gd name="connsiteX202" fmla="*/ 6210442 w 6913505"/>
                <a:gd name="connsiteY202" fmla="*/ 749493 h 1203125"/>
                <a:gd name="connsiteX203" fmla="*/ 6059372 w 6913505"/>
                <a:gd name="connsiteY203" fmla="*/ 749493 h 1203125"/>
                <a:gd name="connsiteX204" fmla="*/ 5684343 w 6913505"/>
                <a:gd name="connsiteY204" fmla="*/ 680485 h 1203125"/>
                <a:gd name="connsiteX205" fmla="*/ 5835413 w 6913505"/>
                <a:gd name="connsiteY205" fmla="*/ 680485 h 1203125"/>
                <a:gd name="connsiteX206" fmla="*/ 5835413 w 6913505"/>
                <a:gd name="connsiteY206" fmla="*/ 749493 h 1203125"/>
                <a:gd name="connsiteX207" fmla="*/ 5684343 w 6913505"/>
                <a:gd name="connsiteY207" fmla="*/ 749493 h 1203125"/>
                <a:gd name="connsiteX208" fmla="*/ 5304164 w 6913505"/>
                <a:gd name="connsiteY208" fmla="*/ 680485 h 1203125"/>
                <a:gd name="connsiteX209" fmla="*/ 5455163 w 6913505"/>
                <a:gd name="connsiteY209" fmla="*/ 680485 h 1203125"/>
                <a:gd name="connsiteX210" fmla="*/ 5455163 w 6913505"/>
                <a:gd name="connsiteY210" fmla="*/ 749493 h 1203125"/>
                <a:gd name="connsiteX211" fmla="*/ 5304164 w 6913505"/>
                <a:gd name="connsiteY211" fmla="*/ 749493 h 1203125"/>
                <a:gd name="connsiteX212" fmla="*/ 5007316 w 6913505"/>
                <a:gd name="connsiteY212" fmla="*/ 680485 h 1203125"/>
                <a:gd name="connsiteX213" fmla="*/ 5085426 w 6913505"/>
                <a:gd name="connsiteY213" fmla="*/ 680485 h 1203125"/>
                <a:gd name="connsiteX214" fmla="*/ 5085426 w 6913505"/>
                <a:gd name="connsiteY214" fmla="*/ 749493 h 1203125"/>
                <a:gd name="connsiteX215" fmla="*/ 5007316 w 6913505"/>
                <a:gd name="connsiteY215" fmla="*/ 749493 h 1203125"/>
                <a:gd name="connsiteX216" fmla="*/ 1828078 w 6913505"/>
                <a:gd name="connsiteY216" fmla="*/ 680485 h 1203125"/>
                <a:gd name="connsiteX217" fmla="*/ 1906188 w 6913505"/>
                <a:gd name="connsiteY217" fmla="*/ 680485 h 1203125"/>
                <a:gd name="connsiteX218" fmla="*/ 1906188 w 6913505"/>
                <a:gd name="connsiteY218" fmla="*/ 749493 h 1203125"/>
                <a:gd name="connsiteX219" fmla="*/ 1828078 w 6913505"/>
                <a:gd name="connsiteY219" fmla="*/ 749493 h 1203125"/>
                <a:gd name="connsiteX220" fmla="*/ 1458341 w 6913505"/>
                <a:gd name="connsiteY220" fmla="*/ 680485 h 1203125"/>
                <a:gd name="connsiteX221" fmla="*/ 1609340 w 6913505"/>
                <a:gd name="connsiteY221" fmla="*/ 680485 h 1203125"/>
                <a:gd name="connsiteX222" fmla="*/ 1609340 w 6913505"/>
                <a:gd name="connsiteY222" fmla="*/ 749493 h 1203125"/>
                <a:gd name="connsiteX223" fmla="*/ 1458341 w 6913505"/>
                <a:gd name="connsiteY223" fmla="*/ 749493 h 1203125"/>
                <a:gd name="connsiteX224" fmla="*/ 1078092 w 6913505"/>
                <a:gd name="connsiteY224" fmla="*/ 680485 h 1203125"/>
                <a:gd name="connsiteX225" fmla="*/ 1229162 w 6913505"/>
                <a:gd name="connsiteY225" fmla="*/ 680485 h 1203125"/>
                <a:gd name="connsiteX226" fmla="*/ 1229162 w 6913505"/>
                <a:gd name="connsiteY226" fmla="*/ 749493 h 1203125"/>
                <a:gd name="connsiteX227" fmla="*/ 1078092 w 6913505"/>
                <a:gd name="connsiteY227" fmla="*/ 749493 h 1203125"/>
                <a:gd name="connsiteX228" fmla="*/ 703063 w 6913505"/>
                <a:gd name="connsiteY228" fmla="*/ 680485 h 1203125"/>
                <a:gd name="connsiteX229" fmla="*/ 854133 w 6913505"/>
                <a:gd name="connsiteY229" fmla="*/ 680485 h 1203125"/>
                <a:gd name="connsiteX230" fmla="*/ 854133 w 6913505"/>
                <a:gd name="connsiteY230" fmla="*/ 749493 h 1203125"/>
                <a:gd name="connsiteX231" fmla="*/ 703063 w 6913505"/>
                <a:gd name="connsiteY231" fmla="*/ 749493 h 1203125"/>
                <a:gd name="connsiteX232" fmla="*/ 328105 w 6913505"/>
                <a:gd name="connsiteY232" fmla="*/ 680485 h 1203125"/>
                <a:gd name="connsiteX233" fmla="*/ 479175 w 6913505"/>
                <a:gd name="connsiteY233" fmla="*/ 680485 h 1203125"/>
                <a:gd name="connsiteX234" fmla="*/ 479175 w 6913505"/>
                <a:gd name="connsiteY234" fmla="*/ 749493 h 1203125"/>
                <a:gd name="connsiteX235" fmla="*/ 328105 w 6913505"/>
                <a:gd name="connsiteY235" fmla="*/ 749493 h 1203125"/>
                <a:gd name="connsiteX236" fmla="*/ 0 w 6913505"/>
                <a:gd name="connsiteY236" fmla="*/ 680485 h 1203125"/>
                <a:gd name="connsiteX237" fmla="*/ 78110 w 6913505"/>
                <a:gd name="connsiteY237" fmla="*/ 680485 h 1203125"/>
                <a:gd name="connsiteX238" fmla="*/ 78110 w 6913505"/>
                <a:gd name="connsiteY238" fmla="*/ 749493 h 1203125"/>
                <a:gd name="connsiteX239" fmla="*/ 0 w 6913505"/>
                <a:gd name="connsiteY239" fmla="*/ 749493 h 1203125"/>
                <a:gd name="connsiteX240" fmla="*/ 4135966 w 6913505"/>
                <a:gd name="connsiteY240" fmla="*/ 621990 h 1203125"/>
                <a:gd name="connsiteX241" fmla="*/ 4307780 w 6913505"/>
                <a:gd name="connsiteY241" fmla="*/ 621990 h 1203125"/>
                <a:gd name="connsiteX242" fmla="*/ 4307780 w 6913505"/>
                <a:gd name="connsiteY242" fmla="*/ 691492 h 1203125"/>
                <a:gd name="connsiteX243" fmla="*/ 4135966 w 6913505"/>
                <a:gd name="connsiteY243" fmla="*/ 691492 h 1203125"/>
                <a:gd name="connsiteX244" fmla="*/ 3666599 w 6913505"/>
                <a:gd name="connsiteY244" fmla="*/ 621990 h 1203125"/>
                <a:gd name="connsiteX245" fmla="*/ 3687414 w 6913505"/>
                <a:gd name="connsiteY245" fmla="*/ 621990 h 1203125"/>
                <a:gd name="connsiteX246" fmla="*/ 3687414 w 6913505"/>
                <a:gd name="connsiteY246" fmla="*/ 691492 h 1203125"/>
                <a:gd name="connsiteX247" fmla="*/ 3666599 w 6913505"/>
                <a:gd name="connsiteY247" fmla="*/ 691492 h 1203125"/>
                <a:gd name="connsiteX248" fmla="*/ 3223621 w 6913505"/>
                <a:gd name="connsiteY248" fmla="*/ 621990 h 1203125"/>
                <a:gd name="connsiteX249" fmla="*/ 3244507 w 6913505"/>
                <a:gd name="connsiteY249" fmla="*/ 621990 h 1203125"/>
                <a:gd name="connsiteX250" fmla="*/ 3244507 w 6913505"/>
                <a:gd name="connsiteY250" fmla="*/ 691492 h 1203125"/>
                <a:gd name="connsiteX251" fmla="*/ 3223621 w 6913505"/>
                <a:gd name="connsiteY251" fmla="*/ 691492 h 1203125"/>
                <a:gd name="connsiteX252" fmla="*/ 2605441 w 6913505"/>
                <a:gd name="connsiteY252" fmla="*/ 621990 h 1203125"/>
                <a:gd name="connsiteX253" fmla="*/ 2777256 w 6913505"/>
                <a:gd name="connsiteY253" fmla="*/ 621990 h 1203125"/>
                <a:gd name="connsiteX254" fmla="*/ 2777256 w 6913505"/>
                <a:gd name="connsiteY254" fmla="*/ 691492 h 1203125"/>
                <a:gd name="connsiteX255" fmla="*/ 2605441 w 6913505"/>
                <a:gd name="connsiteY255" fmla="*/ 691492 h 1203125"/>
                <a:gd name="connsiteX256" fmla="*/ 6835395 w 6913505"/>
                <a:gd name="connsiteY256" fmla="*/ 567094 h 1203125"/>
                <a:gd name="connsiteX257" fmla="*/ 6913505 w 6913505"/>
                <a:gd name="connsiteY257" fmla="*/ 567094 h 1203125"/>
                <a:gd name="connsiteX258" fmla="*/ 6913505 w 6913505"/>
                <a:gd name="connsiteY258" fmla="*/ 636102 h 1203125"/>
                <a:gd name="connsiteX259" fmla="*/ 6835395 w 6913505"/>
                <a:gd name="connsiteY259" fmla="*/ 636102 h 1203125"/>
                <a:gd name="connsiteX260" fmla="*/ 6434329 w 6913505"/>
                <a:gd name="connsiteY260" fmla="*/ 567094 h 1203125"/>
                <a:gd name="connsiteX261" fmla="*/ 6585398 w 6913505"/>
                <a:gd name="connsiteY261" fmla="*/ 567094 h 1203125"/>
                <a:gd name="connsiteX262" fmla="*/ 6585398 w 6913505"/>
                <a:gd name="connsiteY262" fmla="*/ 636102 h 1203125"/>
                <a:gd name="connsiteX263" fmla="*/ 6434329 w 6913505"/>
                <a:gd name="connsiteY263" fmla="*/ 636102 h 1203125"/>
                <a:gd name="connsiteX264" fmla="*/ 6059372 w 6913505"/>
                <a:gd name="connsiteY264" fmla="*/ 567094 h 1203125"/>
                <a:gd name="connsiteX265" fmla="*/ 6210442 w 6913505"/>
                <a:gd name="connsiteY265" fmla="*/ 567094 h 1203125"/>
                <a:gd name="connsiteX266" fmla="*/ 6210442 w 6913505"/>
                <a:gd name="connsiteY266" fmla="*/ 636102 h 1203125"/>
                <a:gd name="connsiteX267" fmla="*/ 6059372 w 6913505"/>
                <a:gd name="connsiteY267" fmla="*/ 636102 h 1203125"/>
                <a:gd name="connsiteX268" fmla="*/ 5684343 w 6913505"/>
                <a:gd name="connsiteY268" fmla="*/ 567094 h 1203125"/>
                <a:gd name="connsiteX269" fmla="*/ 5835413 w 6913505"/>
                <a:gd name="connsiteY269" fmla="*/ 567094 h 1203125"/>
                <a:gd name="connsiteX270" fmla="*/ 5835413 w 6913505"/>
                <a:gd name="connsiteY270" fmla="*/ 636102 h 1203125"/>
                <a:gd name="connsiteX271" fmla="*/ 5684343 w 6913505"/>
                <a:gd name="connsiteY271" fmla="*/ 636102 h 1203125"/>
                <a:gd name="connsiteX272" fmla="*/ 5304164 w 6913505"/>
                <a:gd name="connsiteY272" fmla="*/ 567094 h 1203125"/>
                <a:gd name="connsiteX273" fmla="*/ 5455163 w 6913505"/>
                <a:gd name="connsiteY273" fmla="*/ 567094 h 1203125"/>
                <a:gd name="connsiteX274" fmla="*/ 5455163 w 6913505"/>
                <a:gd name="connsiteY274" fmla="*/ 636102 h 1203125"/>
                <a:gd name="connsiteX275" fmla="*/ 5304164 w 6913505"/>
                <a:gd name="connsiteY275" fmla="*/ 636102 h 1203125"/>
                <a:gd name="connsiteX276" fmla="*/ 5007316 w 6913505"/>
                <a:gd name="connsiteY276" fmla="*/ 567094 h 1203125"/>
                <a:gd name="connsiteX277" fmla="*/ 5085426 w 6913505"/>
                <a:gd name="connsiteY277" fmla="*/ 567094 h 1203125"/>
                <a:gd name="connsiteX278" fmla="*/ 5085426 w 6913505"/>
                <a:gd name="connsiteY278" fmla="*/ 636102 h 1203125"/>
                <a:gd name="connsiteX279" fmla="*/ 5007316 w 6913505"/>
                <a:gd name="connsiteY279" fmla="*/ 636102 h 1203125"/>
                <a:gd name="connsiteX280" fmla="*/ 1828078 w 6913505"/>
                <a:gd name="connsiteY280" fmla="*/ 567094 h 1203125"/>
                <a:gd name="connsiteX281" fmla="*/ 1906188 w 6913505"/>
                <a:gd name="connsiteY281" fmla="*/ 567094 h 1203125"/>
                <a:gd name="connsiteX282" fmla="*/ 1906188 w 6913505"/>
                <a:gd name="connsiteY282" fmla="*/ 636102 h 1203125"/>
                <a:gd name="connsiteX283" fmla="*/ 1828078 w 6913505"/>
                <a:gd name="connsiteY283" fmla="*/ 636102 h 1203125"/>
                <a:gd name="connsiteX284" fmla="*/ 1458341 w 6913505"/>
                <a:gd name="connsiteY284" fmla="*/ 567094 h 1203125"/>
                <a:gd name="connsiteX285" fmla="*/ 1609340 w 6913505"/>
                <a:gd name="connsiteY285" fmla="*/ 567094 h 1203125"/>
                <a:gd name="connsiteX286" fmla="*/ 1609340 w 6913505"/>
                <a:gd name="connsiteY286" fmla="*/ 636102 h 1203125"/>
                <a:gd name="connsiteX287" fmla="*/ 1458341 w 6913505"/>
                <a:gd name="connsiteY287" fmla="*/ 636102 h 1203125"/>
                <a:gd name="connsiteX288" fmla="*/ 1078092 w 6913505"/>
                <a:gd name="connsiteY288" fmla="*/ 567094 h 1203125"/>
                <a:gd name="connsiteX289" fmla="*/ 1229162 w 6913505"/>
                <a:gd name="connsiteY289" fmla="*/ 567094 h 1203125"/>
                <a:gd name="connsiteX290" fmla="*/ 1229162 w 6913505"/>
                <a:gd name="connsiteY290" fmla="*/ 636102 h 1203125"/>
                <a:gd name="connsiteX291" fmla="*/ 1078092 w 6913505"/>
                <a:gd name="connsiteY291" fmla="*/ 636102 h 1203125"/>
                <a:gd name="connsiteX292" fmla="*/ 703063 w 6913505"/>
                <a:gd name="connsiteY292" fmla="*/ 567094 h 1203125"/>
                <a:gd name="connsiteX293" fmla="*/ 854133 w 6913505"/>
                <a:gd name="connsiteY293" fmla="*/ 567094 h 1203125"/>
                <a:gd name="connsiteX294" fmla="*/ 854133 w 6913505"/>
                <a:gd name="connsiteY294" fmla="*/ 636102 h 1203125"/>
                <a:gd name="connsiteX295" fmla="*/ 703063 w 6913505"/>
                <a:gd name="connsiteY295" fmla="*/ 636102 h 1203125"/>
                <a:gd name="connsiteX296" fmla="*/ 328105 w 6913505"/>
                <a:gd name="connsiteY296" fmla="*/ 567094 h 1203125"/>
                <a:gd name="connsiteX297" fmla="*/ 479175 w 6913505"/>
                <a:gd name="connsiteY297" fmla="*/ 567094 h 1203125"/>
                <a:gd name="connsiteX298" fmla="*/ 479175 w 6913505"/>
                <a:gd name="connsiteY298" fmla="*/ 636102 h 1203125"/>
                <a:gd name="connsiteX299" fmla="*/ 328105 w 6913505"/>
                <a:gd name="connsiteY299" fmla="*/ 636102 h 1203125"/>
                <a:gd name="connsiteX300" fmla="*/ 0 w 6913505"/>
                <a:gd name="connsiteY300" fmla="*/ 567094 h 1203125"/>
                <a:gd name="connsiteX301" fmla="*/ 78110 w 6913505"/>
                <a:gd name="connsiteY301" fmla="*/ 567094 h 1203125"/>
                <a:gd name="connsiteX302" fmla="*/ 78110 w 6913505"/>
                <a:gd name="connsiteY302" fmla="*/ 636102 h 1203125"/>
                <a:gd name="connsiteX303" fmla="*/ 0 w 6913505"/>
                <a:gd name="connsiteY303" fmla="*/ 636102 h 1203125"/>
                <a:gd name="connsiteX304" fmla="*/ 6835395 w 6913505"/>
                <a:gd name="connsiteY304" fmla="*/ 453633 h 1203125"/>
                <a:gd name="connsiteX305" fmla="*/ 6913505 w 6913505"/>
                <a:gd name="connsiteY305" fmla="*/ 453633 h 1203125"/>
                <a:gd name="connsiteX306" fmla="*/ 6913505 w 6913505"/>
                <a:gd name="connsiteY306" fmla="*/ 522641 h 1203125"/>
                <a:gd name="connsiteX307" fmla="*/ 6835395 w 6913505"/>
                <a:gd name="connsiteY307" fmla="*/ 522641 h 1203125"/>
                <a:gd name="connsiteX308" fmla="*/ 6434329 w 6913505"/>
                <a:gd name="connsiteY308" fmla="*/ 453633 h 1203125"/>
                <a:gd name="connsiteX309" fmla="*/ 6585398 w 6913505"/>
                <a:gd name="connsiteY309" fmla="*/ 453633 h 1203125"/>
                <a:gd name="connsiteX310" fmla="*/ 6585398 w 6913505"/>
                <a:gd name="connsiteY310" fmla="*/ 522641 h 1203125"/>
                <a:gd name="connsiteX311" fmla="*/ 6434329 w 6913505"/>
                <a:gd name="connsiteY311" fmla="*/ 522641 h 1203125"/>
                <a:gd name="connsiteX312" fmla="*/ 6059372 w 6913505"/>
                <a:gd name="connsiteY312" fmla="*/ 453633 h 1203125"/>
                <a:gd name="connsiteX313" fmla="*/ 6210442 w 6913505"/>
                <a:gd name="connsiteY313" fmla="*/ 453633 h 1203125"/>
                <a:gd name="connsiteX314" fmla="*/ 6210442 w 6913505"/>
                <a:gd name="connsiteY314" fmla="*/ 522641 h 1203125"/>
                <a:gd name="connsiteX315" fmla="*/ 6059372 w 6913505"/>
                <a:gd name="connsiteY315" fmla="*/ 522641 h 1203125"/>
                <a:gd name="connsiteX316" fmla="*/ 5684343 w 6913505"/>
                <a:gd name="connsiteY316" fmla="*/ 453633 h 1203125"/>
                <a:gd name="connsiteX317" fmla="*/ 5835413 w 6913505"/>
                <a:gd name="connsiteY317" fmla="*/ 453633 h 1203125"/>
                <a:gd name="connsiteX318" fmla="*/ 5835413 w 6913505"/>
                <a:gd name="connsiteY318" fmla="*/ 522641 h 1203125"/>
                <a:gd name="connsiteX319" fmla="*/ 5684343 w 6913505"/>
                <a:gd name="connsiteY319" fmla="*/ 522641 h 1203125"/>
                <a:gd name="connsiteX320" fmla="*/ 5304164 w 6913505"/>
                <a:gd name="connsiteY320" fmla="*/ 453633 h 1203125"/>
                <a:gd name="connsiteX321" fmla="*/ 5455163 w 6913505"/>
                <a:gd name="connsiteY321" fmla="*/ 453633 h 1203125"/>
                <a:gd name="connsiteX322" fmla="*/ 5455163 w 6913505"/>
                <a:gd name="connsiteY322" fmla="*/ 522641 h 1203125"/>
                <a:gd name="connsiteX323" fmla="*/ 5304164 w 6913505"/>
                <a:gd name="connsiteY323" fmla="*/ 522641 h 1203125"/>
                <a:gd name="connsiteX324" fmla="*/ 5007316 w 6913505"/>
                <a:gd name="connsiteY324" fmla="*/ 453633 h 1203125"/>
                <a:gd name="connsiteX325" fmla="*/ 5085426 w 6913505"/>
                <a:gd name="connsiteY325" fmla="*/ 453633 h 1203125"/>
                <a:gd name="connsiteX326" fmla="*/ 5085426 w 6913505"/>
                <a:gd name="connsiteY326" fmla="*/ 522641 h 1203125"/>
                <a:gd name="connsiteX327" fmla="*/ 5007316 w 6913505"/>
                <a:gd name="connsiteY327" fmla="*/ 522641 h 1203125"/>
                <a:gd name="connsiteX328" fmla="*/ 1828078 w 6913505"/>
                <a:gd name="connsiteY328" fmla="*/ 453633 h 1203125"/>
                <a:gd name="connsiteX329" fmla="*/ 1906188 w 6913505"/>
                <a:gd name="connsiteY329" fmla="*/ 453633 h 1203125"/>
                <a:gd name="connsiteX330" fmla="*/ 1906188 w 6913505"/>
                <a:gd name="connsiteY330" fmla="*/ 522641 h 1203125"/>
                <a:gd name="connsiteX331" fmla="*/ 1828078 w 6913505"/>
                <a:gd name="connsiteY331" fmla="*/ 522641 h 1203125"/>
                <a:gd name="connsiteX332" fmla="*/ 1458341 w 6913505"/>
                <a:gd name="connsiteY332" fmla="*/ 453633 h 1203125"/>
                <a:gd name="connsiteX333" fmla="*/ 1609340 w 6913505"/>
                <a:gd name="connsiteY333" fmla="*/ 453633 h 1203125"/>
                <a:gd name="connsiteX334" fmla="*/ 1609340 w 6913505"/>
                <a:gd name="connsiteY334" fmla="*/ 522641 h 1203125"/>
                <a:gd name="connsiteX335" fmla="*/ 1458341 w 6913505"/>
                <a:gd name="connsiteY335" fmla="*/ 522641 h 1203125"/>
                <a:gd name="connsiteX336" fmla="*/ 1078092 w 6913505"/>
                <a:gd name="connsiteY336" fmla="*/ 453633 h 1203125"/>
                <a:gd name="connsiteX337" fmla="*/ 1229162 w 6913505"/>
                <a:gd name="connsiteY337" fmla="*/ 453633 h 1203125"/>
                <a:gd name="connsiteX338" fmla="*/ 1229162 w 6913505"/>
                <a:gd name="connsiteY338" fmla="*/ 522641 h 1203125"/>
                <a:gd name="connsiteX339" fmla="*/ 1078092 w 6913505"/>
                <a:gd name="connsiteY339" fmla="*/ 522641 h 1203125"/>
                <a:gd name="connsiteX340" fmla="*/ 703063 w 6913505"/>
                <a:gd name="connsiteY340" fmla="*/ 453633 h 1203125"/>
                <a:gd name="connsiteX341" fmla="*/ 854133 w 6913505"/>
                <a:gd name="connsiteY341" fmla="*/ 453633 h 1203125"/>
                <a:gd name="connsiteX342" fmla="*/ 854133 w 6913505"/>
                <a:gd name="connsiteY342" fmla="*/ 522641 h 1203125"/>
                <a:gd name="connsiteX343" fmla="*/ 703063 w 6913505"/>
                <a:gd name="connsiteY343" fmla="*/ 522641 h 1203125"/>
                <a:gd name="connsiteX344" fmla="*/ 328105 w 6913505"/>
                <a:gd name="connsiteY344" fmla="*/ 453633 h 1203125"/>
                <a:gd name="connsiteX345" fmla="*/ 479175 w 6913505"/>
                <a:gd name="connsiteY345" fmla="*/ 453633 h 1203125"/>
                <a:gd name="connsiteX346" fmla="*/ 479175 w 6913505"/>
                <a:gd name="connsiteY346" fmla="*/ 522641 h 1203125"/>
                <a:gd name="connsiteX347" fmla="*/ 328105 w 6913505"/>
                <a:gd name="connsiteY347" fmla="*/ 522641 h 1203125"/>
                <a:gd name="connsiteX348" fmla="*/ 0 w 6913505"/>
                <a:gd name="connsiteY348" fmla="*/ 453633 h 1203125"/>
                <a:gd name="connsiteX349" fmla="*/ 78110 w 6913505"/>
                <a:gd name="connsiteY349" fmla="*/ 453633 h 1203125"/>
                <a:gd name="connsiteX350" fmla="*/ 78110 w 6913505"/>
                <a:gd name="connsiteY350" fmla="*/ 522641 h 1203125"/>
                <a:gd name="connsiteX351" fmla="*/ 0 w 6913505"/>
                <a:gd name="connsiteY351" fmla="*/ 522641 h 1203125"/>
                <a:gd name="connsiteX352" fmla="*/ 6835395 w 6913505"/>
                <a:gd name="connsiteY352" fmla="*/ 340172 h 1203125"/>
                <a:gd name="connsiteX353" fmla="*/ 6913505 w 6913505"/>
                <a:gd name="connsiteY353" fmla="*/ 340172 h 1203125"/>
                <a:gd name="connsiteX354" fmla="*/ 6913505 w 6913505"/>
                <a:gd name="connsiteY354" fmla="*/ 409180 h 1203125"/>
                <a:gd name="connsiteX355" fmla="*/ 6835395 w 6913505"/>
                <a:gd name="connsiteY355" fmla="*/ 409180 h 1203125"/>
                <a:gd name="connsiteX356" fmla="*/ 6434329 w 6913505"/>
                <a:gd name="connsiteY356" fmla="*/ 340172 h 1203125"/>
                <a:gd name="connsiteX357" fmla="*/ 6585398 w 6913505"/>
                <a:gd name="connsiteY357" fmla="*/ 340172 h 1203125"/>
                <a:gd name="connsiteX358" fmla="*/ 6585398 w 6913505"/>
                <a:gd name="connsiteY358" fmla="*/ 409180 h 1203125"/>
                <a:gd name="connsiteX359" fmla="*/ 6434329 w 6913505"/>
                <a:gd name="connsiteY359" fmla="*/ 409180 h 1203125"/>
                <a:gd name="connsiteX360" fmla="*/ 6059372 w 6913505"/>
                <a:gd name="connsiteY360" fmla="*/ 340172 h 1203125"/>
                <a:gd name="connsiteX361" fmla="*/ 6210442 w 6913505"/>
                <a:gd name="connsiteY361" fmla="*/ 340172 h 1203125"/>
                <a:gd name="connsiteX362" fmla="*/ 6210442 w 6913505"/>
                <a:gd name="connsiteY362" fmla="*/ 409180 h 1203125"/>
                <a:gd name="connsiteX363" fmla="*/ 6059372 w 6913505"/>
                <a:gd name="connsiteY363" fmla="*/ 409180 h 1203125"/>
                <a:gd name="connsiteX364" fmla="*/ 5684343 w 6913505"/>
                <a:gd name="connsiteY364" fmla="*/ 340172 h 1203125"/>
                <a:gd name="connsiteX365" fmla="*/ 5835413 w 6913505"/>
                <a:gd name="connsiteY365" fmla="*/ 340172 h 1203125"/>
                <a:gd name="connsiteX366" fmla="*/ 5835413 w 6913505"/>
                <a:gd name="connsiteY366" fmla="*/ 409180 h 1203125"/>
                <a:gd name="connsiteX367" fmla="*/ 5684343 w 6913505"/>
                <a:gd name="connsiteY367" fmla="*/ 409180 h 1203125"/>
                <a:gd name="connsiteX368" fmla="*/ 5304164 w 6913505"/>
                <a:gd name="connsiteY368" fmla="*/ 340172 h 1203125"/>
                <a:gd name="connsiteX369" fmla="*/ 5455163 w 6913505"/>
                <a:gd name="connsiteY369" fmla="*/ 340172 h 1203125"/>
                <a:gd name="connsiteX370" fmla="*/ 5455163 w 6913505"/>
                <a:gd name="connsiteY370" fmla="*/ 409180 h 1203125"/>
                <a:gd name="connsiteX371" fmla="*/ 5304164 w 6913505"/>
                <a:gd name="connsiteY371" fmla="*/ 409180 h 1203125"/>
                <a:gd name="connsiteX372" fmla="*/ 5007316 w 6913505"/>
                <a:gd name="connsiteY372" fmla="*/ 340172 h 1203125"/>
                <a:gd name="connsiteX373" fmla="*/ 5085426 w 6913505"/>
                <a:gd name="connsiteY373" fmla="*/ 340172 h 1203125"/>
                <a:gd name="connsiteX374" fmla="*/ 5085426 w 6913505"/>
                <a:gd name="connsiteY374" fmla="*/ 409180 h 1203125"/>
                <a:gd name="connsiteX375" fmla="*/ 5007316 w 6913505"/>
                <a:gd name="connsiteY375" fmla="*/ 409180 h 1203125"/>
                <a:gd name="connsiteX376" fmla="*/ 1828078 w 6913505"/>
                <a:gd name="connsiteY376" fmla="*/ 340172 h 1203125"/>
                <a:gd name="connsiteX377" fmla="*/ 1906188 w 6913505"/>
                <a:gd name="connsiteY377" fmla="*/ 340172 h 1203125"/>
                <a:gd name="connsiteX378" fmla="*/ 1906188 w 6913505"/>
                <a:gd name="connsiteY378" fmla="*/ 409180 h 1203125"/>
                <a:gd name="connsiteX379" fmla="*/ 1828078 w 6913505"/>
                <a:gd name="connsiteY379" fmla="*/ 409180 h 1203125"/>
                <a:gd name="connsiteX380" fmla="*/ 1458341 w 6913505"/>
                <a:gd name="connsiteY380" fmla="*/ 340172 h 1203125"/>
                <a:gd name="connsiteX381" fmla="*/ 1609340 w 6913505"/>
                <a:gd name="connsiteY381" fmla="*/ 340172 h 1203125"/>
                <a:gd name="connsiteX382" fmla="*/ 1609340 w 6913505"/>
                <a:gd name="connsiteY382" fmla="*/ 409180 h 1203125"/>
                <a:gd name="connsiteX383" fmla="*/ 1458341 w 6913505"/>
                <a:gd name="connsiteY383" fmla="*/ 409180 h 1203125"/>
                <a:gd name="connsiteX384" fmla="*/ 1078092 w 6913505"/>
                <a:gd name="connsiteY384" fmla="*/ 340172 h 1203125"/>
                <a:gd name="connsiteX385" fmla="*/ 1229162 w 6913505"/>
                <a:gd name="connsiteY385" fmla="*/ 340172 h 1203125"/>
                <a:gd name="connsiteX386" fmla="*/ 1229162 w 6913505"/>
                <a:gd name="connsiteY386" fmla="*/ 409180 h 1203125"/>
                <a:gd name="connsiteX387" fmla="*/ 1078092 w 6913505"/>
                <a:gd name="connsiteY387" fmla="*/ 409180 h 1203125"/>
                <a:gd name="connsiteX388" fmla="*/ 703063 w 6913505"/>
                <a:gd name="connsiteY388" fmla="*/ 340172 h 1203125"/>
                <a:gd name="connsiteX389" fmla="*/ 854133 w 6913505"/>
                <a:gd name="connsiteY389" fmla="*/ 340172 h 1203125"/>
                <a:gd name="connsiteX390" fmla="*/ 854133 w 6913505"/>
                <a:gd name="connsiteY390" fmla="*/ 409180 h 1203125"/>
                <a:gd name="connsiteX391" fmla="*/ 703063 w 6913505"/>
                <a:gd name="connsiteY391" fmla="*/ 409180 h 1203125"/>
                <a:gd name="connsiteX392" fmla="*/ 328105 w 6913505"/>
                <a:gd name="connsiteY392" fmla="*/ 340172 h 1203125"/>
                <a:gd name="connsiteX393" fmla="*/ 479175 w 6913505"/>
                <a:gd name="connsiteY393" fmla="*/ 340172 h 1203125"/>
                <a:gd name="connsiteX394" fmla="*/ 479175 w 6913505"/>
                <a:gd name="connsiteY394" fmla="*/ 409180 h 1203125"/>
                <a:gd name="connsiteX395" fmla="*/ 328105 w 6913505"/>
                <a:gd name="connsiteY395" fmla="*/ 409180 h 1203125"/>
                <a:gd name="connsiteX396" fmla="*/ 0 w 6913505"/>
                <a:gd name="connsiteY396" fmla="*/ 340172 h 1203125"/>
                <a:gd name="connsiteX397" fmla="*/ 78110 w 6913505"/>
                <a:gd name="connsiteY397" fmla="*/ 340172 h 1203125"/>
                <a:gd name="connsiteX398" fmla="*/ 78110 w 6913505"/>
                <a:gd name="connsiteY398" fmla="*/ 409180 h 1203125"/>
                <a:gd name="connsiteX399" fmla="*/ 0 w 6913505"/>
                <a:gd name="connsiteY399" fmla="*/ 409180 h 1203125"/>
                <a:gd name="connsiteX400" fmla="*/ 6835395 w 6913505"/>
                <a:gd name="connsiteY400" fmla="*/ 226923 h 1203125"/>
                <a:gd name="connsiteX401" fmla="*/ 6913505 w 6913505"/>
                <a:gd name="connsiteY401" fmla="*/ 226923 h 1203125"/>
                <a:gd name="connsiteX402" fmla="*/ 6913505 w 6913505"/>
                <a:gd name="connsiteY402" fmla="*/ 295931 h 1203125"/>
                <a:gd name="connsiteX403" fmla="*/ 6835395 w 6913505"/>
                <a:gd name="connsiteY403" fmla="*/ 295931 h 1203125"/>
                <a:gd name="connsiteX404" fmla="*/ 6434329 w 6913505"/>
                <a:gd name="connsiteY404" fmla="*/ 226923 h 1203125"/>
                <a:gd name="connsiteX405" fmla="*/ 6585398 w 6913505"/>
                <a:gd name="connsiteY405" fmla="*/ 226923 h 1203125"/>
                <a:gd name="connsiteX406" fmla="*/ 6585398 w 6913505"/>
                <a:gd name="connsiteY406" fmla="*/ 295931 h 1203125"/>
                <a:gd name="connsiteX407" fmla="*/ 6434329 w 6913505"/>
                <a:gd name="connsiteY407" fmla="*/ 295931 h 1203125"/>
                <a:gd name="connsiteX408" fmla="*/ 6059372 w 6913505"/>
                <a:gd name="connsiteY408" fmla="*/ 226923 h 1203125"/>
                <a:gd name="connsiteX409" fmla="*/ 6210442 w 6913505"/>
                <a:gd name="connsiteY409" fmla="*/ 226923 h 1203125"/>
                <a:gd name="connsiteX410" fmla="*/ 6210442 w 6913505"/>
                <a:gd name="connsiteY410" fmla="*/ 295931 h 1203125"/>
                <a:gd name="connsiteX411" fmla="*/ 6059372 w 6913505"/>
                <a:gd name="connsiteY411" fmla="*/ 295931 h 1203125"/>
                <a:gd name="connsiteX412" fmla="*/ 5684343 w 6913505"/>
                <a:gd name="connsiteY412" fmla="*/ 226923 h 1203125"/>
                <a:gd name="connsiteX413" fmla="*/ 5835413 w 6913505"/>
                <a:gd name="connsiteY413" fmla="*/ 226923 h 1203125"/>
                <a:gd name="connsiteX414" fmla="*/ 5835413 w 6913505"/>
                <a:gd name="connsiteY414" fmla="*/ 295931 h 1203125"/>
                <a:gd name="connsiteX415" fmla="*/ 5684343 w 6913505"/>
                <a:gd name="connsiteY415" fmla="*/ 295931 h 1203125"/>
                <a:gd name="connsiteX416" fmla="*/ 5304164 w 6913505"/>
                <a:gd name="connsiteY416" fmla="*/ 226923 h 1203125"/>
                <a:gd name="connsiteX417" fmla="*/ 5455163 w 6913505"/>
                <a:gd name="connsiteY417" fmla="*/ 226923 h 1203125"/>
                <a:gd name="connsiteX418" fmla="*/ 5455163 w 6913505"/>
                <a:gd name="connsiteY418" fmla="*/ 295931 h 1203125"/>
                <a:gd name="connsiteX419" fmla="*/ 5304164 w 6913505"/>
                <a:gd name="connsiteY419" fmla="*/ 295931 h 1203125"/>
                <a:gd name="connsiteX420" fmla="*/ 5007316 w 6913505"/>
                <a:gd name="connsiteY420" fmla="*/ 226923 h 1203125"/>
                <a:gd name="connsiteX421" fmla="*/ 5085426 w 6913505"/>
                <a:gd name="connsiteY421" fmla="*/ 226923 h 1203125"/>
                <a:gd name="connsiteX422" fmla="*/ 5085426 w 6913505"/>
                <a:gd name="connsiteY422" fmla="*/ 295931 h 1203125"/>
                <a:gd name="connsiteX423" fmla="*/ 5007316 w 6913505"/>
                <a:gd name="connsiteY423" fmla="*/ 295931 h 1203125"/>
                <a:gd name="connsiteX424" fmla="*/ 1828078 w 6913505"/>
                <a:gd name="connsiteY424" fmla="*/ 226923 h 1203125"/>
                <a:gd name="connsiteX425" fmla="*/ 1906188 w 6913505"/>
                <a:gd name="connsiteY425" fmla="*/ 226923 h 1203125"/>
                <a:gd name="connsiteX426" fmla="*/ 1906188 w 6913505"/>
                <a:gd name="connsiteY426" fmla="*/ 295931 h 1203125"/>
                <a:gd name="connsiteX427" fmla="*/ 1828078 w 6913505"/>
                <a:gd name="connsiteY427" fmla="*/ 295931 h 1203125"/>
                <a:gd name="connsiteX428" fmla="*/ 1458341 w 6913505"/>
                <a:gd name="connsiteY428" fmla="*/ 226923 h 1203125"/>
                <a:gd name="connsiteX429" fmla="*/ 1609340 w 6913505"/>
                <a:gd name="connsiteY429" fmla="*/ 226923 h 1203125"/>
                <a:gd name="connsiteX430" fmla="*/ 1609340 w 6913505"/>
                <a:gd name="connsiteY430" fmla="*/ 295931 h 1203125"/>
                <a:gd name="connsiteX431" fmla="*/ 1458341 w 6913505"/>
                <a:gd name="connsiteY431" fmla="*/ 295931 h 1203125"/>
                <a:gd name="connsiteX432" fmla="*/ 1078092 w 6913505"/>
                <a:gd name="connsiteY432" fmla="*/ 226923 h 1203125"/>
                <a:gd name="connsiteX433" fmla="*/ 1229162 w 6913505"/>
                <a:gd name="connsiteY433" fmla="*/ 226923 h 1203125"/>
                <a:gd name="connsiteX434" fmla="*/ 1229162 w 6913505"/>
                <a:gd name="connsiteY434" fmla="*/ 295931 h 1203125"/>
                <a:gd name="connsiteX435" fmla="*/ 1078092 w 6913505"/>
                <a:gd name="connsiteY435" fmla="*/ 295931 h 1203125"/>
                <a:gd name="connsiteX436" fmla="*/ 703063 w 6913505"/>
                <a:gd name="connsiteY436" fmla="*/ 226923 h 1203125"/>
                <a:gd name="connsiteX437" fmla="*/ 854133 w 6913505"/>
                <a:gd name="connsiteY437" fmla="*/ 226923 h 1203125"/>
                <a:gd name="connsiteX438" fmla="*/ 854133 w 6913505"/>
                <a:gd name="connsiteY438" fmla="*/ 295931 h 1203125"/>
                <a:gd name="connsiteX439" fmla="*/ 703063 w 6913505"/>
                <a:gd name="connsiteY439" fmla="*/ 295931 h 1203125"/>
                <a:gd name="connsiteX440" fmla="*/ 328105 w 6913505"/>
                <a:gd name="connsiteY440" fmla="*/ 226923 h 1203125"/>
                <a:gd name="connsiteX441" fmla="*/ 479175 w 6913505"/>
                <a:gd name="connsiteY441" fmla="*/ 226923 h 1203125"/>
                <a:gd name="connsiteX442" fmla="*/ 479175 w 6913505"/>
                <a:gd name="connsiteY442" fmla="*/ 295931 h 1203125"/>
                <a:gd name="connsiteX443" fmla="*/ 328105 w 6913505"/>
                <a:gd name="connsiteY443" fmla="*/ 295931 h 1203125"/>
                <a:gd name="connsiteX444" fmla="*/ 0 w 6913505"/>
                <a:gd name="connsiteY444" fmla="*/ 226923 h 1203125"/>
                <a:gd name="connsiteX445" fmla="*/ 78110 w 6913505"/>
                <a:gd name="connsiteY445" fmla="*/ 226923 h 1203125"/>
                <a:gd name="connsiteX446" fmla="*/ 78110 w 6913505"/>
                <a:gd name="connsiteY446" fmla="*/ 295931 h 1203125"/>
                <a:gd name="connsiteX447" fmla="*/ 0 w 6913505"/>
                <a:gd name="connsiteY447" fmla="*/ 295931 h 1203125"/>
                <a:gd name="connsiteX448" fmla="*/ 6835395 w 6913505"/>
                <a:gd name="connsiteY448" fmla="*/ 113462 h 1203125"/>
                <a:gd name="connsiteX449" fmla="*/ 6913505 w 6913505"/>
                <a:gd name="connsiteY449" fmla="*/ 113462 h 1203125"/>
                <a:gd name="connsiteX450" fmla="*/ 6913505 w 6913505"/>
                <a:gd name="connsiteY450" fmla="*/ 182470 h 1203125"/>
                <a:gd name="connsiteX451" fmla="*/ 6835395 w 6913505"/>
                <a:gd name="connsiteY451" fmla="*/ 182470 h 1203125"/>
                <a:gd name="connsiteX452" fmla="*/ 6434329 w 6913505"/>
                <a:gd name="connsiteY452" fmla="*/ 113462 h 1203125"/>
                <a:gd name="connsiteX453" fmla="*/ 6585398 w 6913505"/>
                <a:gd name="connsiteY453" fmla="*/ 113462 h 1203125"/>
                <a:gd name="connsiteX454" fmla="*/ 6585398 w 6913505"/>
                <a:gd name="connsiteY454" fmla="*/ 182470 h 1203125"/>
                <a:gd name="connsiteX455" fmla="*/ 6434329 w 6913505"/>
                <a:gd name="connsiteY455" fmla="*/ 182470 h 1203125"/>
                <a:gd name="connsiteX456" fmla="*/ 6059372 w 6913505"/>
                <a:gd name="connsiteY456" fmla="*/ 113462 h 1203125"/>
                <a:gd name="connsiteX457" fmla="*/ 6210442 w 6913505"/>
                <a:gd name="connsiteY457" fmla="*/ 113462 h 1203125"/>
                <a:gd name="connsiteX458" fmla="*/ 6210442 w 6913505"/>
                <a:gd name="connsiteY458" fmla="*/ 182470 h 1203125"/>
                <a:gd name="connsiteX459" fmla="*/ 6059372 w 6913505"/>
                <a:gd name="connsiteY459" fmla="*/ 182470 h 1203125"/>
                <a:gd name="connsiteX460" fmla="*/ 5684343 w 6913505"/>
                <a:gd name="connsiteY460" fmla="*/ 113462 h 1203125"/>
                <a:gd name="connsiteX461" fmla="*/ 5835413 w 6913505"/>
                <a:gd name="connsiteY461" fmla="*/ 113462 h 1203125"/>
                <a:gd name="connsiteX462" fmla="*/ 5835413 w 6913505"/>
                <a:gd name="connsiteY462" fmla="*/ 182470 h 1203125"/>
                <a:gd name="connsiteX463" fmla="*/ 5684343 w 6913505"/>
                <a:gd name="connsiteY463" fmla="*/ 182470 h 1203125"/>
                <a:gd name="connsiteX464" fmla="*/ 5304164 w 6913505"/>
                <a:gd name="connsiteY464" fmla="*/ 113462 h 1203125"/>
                <a:gd name="connsiteX465" fmla="*/ 5455163 w 6913505"/>
                <a:gd name="connsiteY465" fmla="*/ 113462 h 1203125"/>
                <a:gd name="connsiteX466" fmla="*/ 5455163 w 6913505"/>
                <a:gd name="connsiteY466" fmla="*/ 182470 h 1203125"/>
                <a:gd name="connsiteX467" fmla="*/ 5304164 w 6913505"/>
                <a:gd name="connsiteY467" fmla="*/ 182470 h 1203125"/>
                <a:gd name="connsiteX468" fmla="*/ 5007316 w 6913505"/>
                <a:gd name="connsiteY468" fmla="*/ 113462 h 1203125"/>
                <a:gd name="connsiteX469" fmla="*/ 5085426 w 6913505"/>
                <a:gd name="connsiteY469" fmla="*/ 113462 h 1203125"/>
                <a:gd name="connsiteX470" fmla="*/ 5085426 w 6913505"/>
                <a:gd name="connsiteY470" fmla="*/ 182470 h 1203125"/>
                <a:gd name="connsiteX471" fmla="*/ 5007316 w 6913505"/>
                <a:gd name="connsiteY471" fmla="*/ 182470 h 1203125"/>
                <a:gd name="connsiteX472" fmla="*/ 1828078 w 6913505"/>
                <a:gd name="connsiteY472" fmla="*/ 113462 h 1203125"/>
                <a:gd name="connsiteX473" fmla="*/ 1906188 w 6913505"/>
                <a:gd name="connsiteY473" fmla="*/ 113462 h 1203125"/>
                <a:gd name="connsiteX474" fmla="*/ 1906188 w 6913505"/>
                <a:gd name="connsiteY474" fmla="*/ 182470 h 1203125"/>
                <a:gd name="connsiteX475" fmla="*/ 1828078 w 6913505"/>
                <a:gd name="connsiteY475" fmla="*/ 182470 h 1203125"/>
                <a:gd name="connsiteX476" fmla="*/ 1458341 w 6913505"/>
                <a:gd name="connsiteY476" fmla="*/ 113462 h 1203125"/>
                <a:gd name="connsiteX477" fmla="*/ 1609340 w 6913505"/>
                <a:gd name="connsiteY477" fmla="*/ 113462 h 1203125"/>
                <a:gd name="connsiteX478" fmla="*/ 1609340 w 6913505"/>
                <a:gd name="connsiteY478" fmla="*/ 182470 h 1203125"/>
                <a:gd name="connsiteX479" fmla="*/ 1458341 w 6913505"/>
                <a:gd name="connsiteY479" fmla="*/ 182470 h 1203125"/>
                <a:gd name="connsiteX480" fmla="*/ 1078092 w 6913505"/>
                <a:gd name="connsiteY480" fmla="*/ 113462 h 1203125"/>
                <a:gd name="connsiteX481" fmla="*/ 1229162 w 6913505"/>
                <a:gd name="connsiteY481" fmla="*/ 113462 h 1203125"/>
                <a:gd name="connsiteX482" fmla="*/ 1229162 w 6913505"/>
                <a:gd name="connsiteY482" fmla="*/ 182470 h 1203125"/>
                <a:gd name="connsiteX483" fmla="*/ 1078092 w 6913505"/>
                <a:gd name="connsiteY483" fmla="*/ 182470 h 1203125"/>
                <a:gd name="connsiteX484" fmla="*/ 703063 w 6913505"/>
                <a:gd name="connsiteY484" fmla="*/ 113462 h 1203125"/>
                <a:gd name="connsiteX485" fmla="*/ 854133 w 6913505"/>
                <a:gd name="connsiteY485" fmla="*/ 113462 h 1203125"/>
                <a:gd name="connsiteX486" fmla="*/ 854133 w 6913505"/>
                <a:gd name="connsiteY486" fmla="*/ 182470 h 1203125"/>
                <a:gd name="connsiteX487" fmla="*/ 703063 w 6913505"/>
                <a:gd name="connsiteY487" fmla="*/ 182470 h 1203125"/>
                <a:gd name="connsiteX488" fmla="*/ 328105 w 6913505"/>
                <a:gd name="connsiteY488" fmla="*/ 113462 h 1203125"/>
                <a:gd name="connsiteX489" fmla="*/ 479175 w 6913505"/>
                <a:gd name="connsiteY489" fmla="*/ 113462 h 1203125"/>
                <a:gd name="connsiteX490" fmla="*/ 479175 w 6913505"/>
                <a:gd name="connsiteY490" fmla="*/ 182470 h 1203125"/>
                <a:gd name="connsiteX491" fmla="*/ 328105 w 6913505"/>
                <a:gd name="connsiteY491" fmla="*/ 182470 h 1203125"/>
                <a:gd name="connsiteX492" fmla="*/ 0 w 6913505"/>
                <a:gd name="connsiteY492" fmla="*/ 113462 h 1203125"/>
                <a:gd name="connsiteX493" fmla="*/ 78110 w 6913505"/>
                <a:gd name="connsiteY493" fmla="*/ 113462 h 1203125"/>
                <a:gd name="connsiteX494" fmla="*/ 78110 w 6913505"/>
                <a:gd name="connsiteY494" fmla="*/ 182470 h 1203125"/>
                <a:gd name="connsiteX495" fmla="*/ 0 w 6913505"/>
                <a:gd name="connsiteY495" fmla="*/ 182470 h 1203125"/>
                <a:gd name="connsiteX496" fmla="*/ 6835395 w 6913505"/>
                <a:gd name="connsiteY496" fmla="*/ 0 h 1203125"/>
                <a:gd name="connsiteX497" fmla="*/ 6913505 w 6913505"/>
                <a:gd name="connsiteY497" fmla="*/ 0 h 1203125"/>
                <a:gd name="connsiteX498" fmla="*/ 6913505 w 6913505"/>
                <a:gd name="connsiteY498" fmla="*/ 69008 h 1203125"/>
                <a:gd name="connsiteX499" fmla="*/ 6835395 w 6913505"/>
                <a:gd name="connsiteY499" fmla="*/ 69008 h 1203125"/>
                <a:gd name="connsiteX500" fmla="*/ 6434329 w 6913505"/>
                <a:gd name="connsiteY500" fmla="*/ 0 h 1203125"/>
                <a:gd name="connsiteX501" fmla="*/ 6585398 w 6913505"/>
                <a:gd name="connsiteY501" fmla="*/ 0 h 1203125"/>
                <a:gd name="connsiteX502" fmla="*/ 6585398 w 6913505"/>
                <a:gd name="connsiteY502" fmla="*/ 69008 h 1203125"/>
                <a:gd name="connsiteX503" fmla="*/ 6434329 w 6913505"/>
                <a:gd name="connsiteY503" fmla="*/ 69008 h 1203125"/>
                <a:gd name="connsiteX504" fmla="*/ 6059372 w 6913505"/>
                <a:gd name="connsiteY504" fmla="*/ 0 h 1203125"/>
                <a:gd name="connsiteX505" fmla="*/ 6210442 w 6913505"/>
                <a:gd name="connsiteY505" fmla="*/ 0 h 1203125"/>
                <a:gd name="connsiteX506" fmla="*/ 6210442 w 6913505"/>
                <a:gd name="connsiteY506" fmla="*/ 69008 h 1203125"/>
                <a:gd name="connsiteX507" fmla="*/ 6059372 w 6913505"/>
                <a:gd name="connsiteY507" fmla="*/ 69008 h 1203125"/>
                <a:gd name="connsiteX508" fmla="*/ 5684343 w 6913505"/>
                <a:gd name="connsiteY508" fmla="*/ 0 h 1203125"/>
                <a:gd name="connsiteX509" fmla="*/ 5835413 w 6913505"/>
                <a:gd name="connsiteY509" fmla="*/ 0 h 1203125"/>
                <a:gd name="connsiteX510" fmla="*/ 5835413 w 6913505"/>
                <a:gd name="connsiteY510" fmla="*/ 69008 h 1203125"/>
                <a:gd name="connsiteX511" fmla="*/ 5684343 w 6913505"/>
                <a:gd name="connsiteY511" fmla="*/ 69008 h 1203125"/>
                <a:gd name="connsiteX512" fmla="*/ 5304164 w 6913505"/>
                <a:gd name="connsiteY512" fmla="*/ 0 h 1203125"/>
                <a:gd name="connsiteX513" fmla="*/ 5455163 w 6913505"/>
                <a:gd name="connsiteY513" fmla="*/ 0 h 1203125"/>
                <a:gd name="connsiteX514" fmla="*/ 5455163 w 6913505"/>
                <a:gd name="connsiteY514" fmla="*/ 69008 h 1203125"/>
                <a:gd name="connsiteX515" fmla="*/ 5304164 w 6913505"/>
                <a:gd name="connsiteY515" fmla="*/ 69008 h 1203125"/>
                <a:gd name="connsiteX516" fmla="*/ 5007316 w 6913505"/>
                <a:gd name="connsiteY516" fmla="*/ 0 h 1203125"/>
                <a:gd name="connsiteX517" fmla="*/ 5085426 w 6913505"/>
                <a:gd name="connsiteY517" fmla="*/ 0 h 1203125"/>
                <a:gd name="connsiteX518" fmla="*/ 5085426 w 6913505"/>
                <a:gd name="connsiteY518" fmla="*/ 69008 h 1203125"/>
                <a:gd name="connsiteX519" fmla="*/ 5007316 w 6913505"/>
                <a:gd name="connsiteY519" fmla="*/ 69008 h 1203125"/>
                <a:gd name="connsiteX520" fmla="*/ 1828078 w 6913505"/>
                <a:gd name="connsiteY520" fmla="*/ 0 h 1203125"/>
                <a:gd name="connsiteX521" fmla="*/ 1906188 w 6913505"/>
                <a:gd name="connsiteY521" fmla="*/ 0 h 1203125"/>
                <a:gd name="connsiteX522" fmla="*/ 1906188 w 6913505"/>
                <a:gd name="connsiteY522" fmla="*/ 69008 h 1203125"/>
                <a:gd name="connsiteX523" fmla="*/ 1828078 w 6913505"/>
                <a:gd name="connsiteY523" fmla="*/ 69008 h 1203125"/>
                <a:gd name="connsiteX524" fmla="*/ 1458341 w 6913505"/>
                <a:gd name="connsiteY524" fmla="*/ 0 h 1203125"/>
                <a:gd name="connsiteX525" fmla="*/ 1609340 w 6913505"/>
                <a:gd name="connsiteY525" fmla="*/ 0 h 1203125"/>
                <a:gd name="connsiteX526" fmla="*/ 1609340 w 6913505"/>
                <a:gd name="connsiteY526" fmla="*/ 69008 h 1203125"/>
                <a:gd name="connsiteX527" fmla="*/ 1458341 w 6913505"/>
                <a:gd name="connsiteY527" fmla="*/ 69008 h 1203125"/>
                <a:gd name="connsiteX528" fmla="*/ 1078092 w 6913505"/>
                <a:gd name="connsiteY528" fmla="*/ 0 h 1203125"/>
                <a:gd name="connsiteX529" fmla="*/ 1229162 w 6913505"/>
                <a:gd name="connsiteY529" fmla="*/ 0 h 1203125"/>
                <a:gd name="connsiteX530" fmla="*/ 1229162 w 6913505"/>
                <a:gd name="connsiteY530" fmla="*/ 69008 h 1203125"/>
                <a:gd name="connsiteX531" fmla="*/ 1078092 w 6913505"/>
                <a:gd name="connsiteY531" fmla="*/ 69008 h 1203125"/>
                <a:gd name="connsiteX532" fmla="*/ 703063 w 6913505"/>
                <a:gd name="connsiteY532" fmla="*/ 0 h 1203125"/>
                <a:gd name="connsiteX533" fmla="*/ 854133 w 6913505"/>
                <a:gd name="connsiteY533" fmla="*/ 0 h 1203125"/>
                <a:gd name="connsiteX534" fmla="*/ 854133 w 6913505"/>
                <a:gd name="connsiteY534" fmla="*/ 69008 h 1203125"/>
                <a:gd name="connsiteX535" fmla="*/ 703063 w 6913505"/>
                <a:gd name="connsiteY535" fmla="*/ 69008 h 1203125"/>
                <a:gd name="connsiteX536" fmla="*/ 328105 w 6913505"/>
                <a:gd name="connsiteY536" fmla="*/ 0 h 1203125"/>
                <a:gd name="connsiteX537" fmla="*/ 479175 w 6913505"/>
                <a:gd name="connsiteY537" fmla="*/ 0 h 1203125"/>
                <a:gd name="connsiteX538" fmla="*/ 479175 w 6913505"/>
                <a:gd name="connsiteY538" fmla="*/ 69008 h 1203125"/>
                <a:gd name="connsiteX539" fmla="*/ 328105 w 6913505"/>
                <a:gd name="connsiteY539" fmla="*/ 69008 h 1203125"/>
                <a:gd name="connsiteX540" fmla="*/ 0 w 6913505"/>
                <a:gd name="connsiteY540" fmla="*/ 0 h 1203125"/>
                <a:gd name="connsiteX541" fmla="*/ 78110 w 6913505"/>
                <a:gd name="connsiteY541" fmla="*/ 0 h 1203125"/>
                <a:gd name="connsiteX542" fmla="*/ 78110 w 6913505"/>
                <a:gd name="connsiteY542" fmla="*/ 69008 h 1203125"/>
                <a:gd name="connsiteX543" fmla="*/ 0 w 6913505"/>
                <a:gd name="connsiteY543" fmla="*/ 69008 h 120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6913505" h="1203125">
                  <a:moveTo>
                    <a:pt x="6835395" y="1134117"/>
                  </a:moveTo>
                  <a:lnTo>
                    <a:pt x="6913505" y="1134117"/>
                  </a:lnTo>
                  <a:lnTo>
                    <a:pt x="6913505" y="1203125"/>
                  </a:lnTo>
                  <a:lnTo>
                    <a:pt x="6835395" y="1203125"/>
                  </a:lnTo>
                  <a:close/>
                  <a:moveTo>
                    <a:pt x="6434329" y="1134117"/>
                  </a:moveTo>
                  <a:lnTo>
                    <a:pt x="6585398" y="1134117"/>
                  </a:lnTo>
                  <a:lnTo>
                    <a:pt x="6585398" y="1203125"/>
                  </a:lnTo>
                  <a:lnTo>
                    <a:pt x="6434329" y="1203125"/>
                  </a:lnTo>
                  <a:close/>
                  <a:moveTo>
                    <a:pt x="6059372" y="1134117"/>
                  </a:moveTo>
                  <a:lnTo>
                    <a:pt x="6210442" y="1134117"/>
                  </a:lnTo>
                  <a:lnTo>
                    <a:pt x="6210442" y="1203125"/>
                  </a:lnTo>
                  <a:lnTo>
                    <a:pt x="6059372" y="1203125"/>
                  </a:lnTo>
                  <a:close/>
                  <a:moveTo>
                    <a:pt x="5684343" y="1134117"/>
                  </a:moveTo>
                  <a:lnTo>
                    <a:pt x="5835413" y="1134117"/>
                  </a:lnTo>
                  <a:lnTo>
                    <a:pt x="5835413" y="1203125"/>
                  </a:lnTo>
                  <a:lnTo>
                    <a:pt x="5684343" y="1203125"/>
                  </a:lnTo>
                  <a:close/>
                  <a:moveTo>
                    <a:pt x="1078092" y="1134117"/>
                  </a:moveTo>
                  <a:lnTo>
                    <a:pt x="1229162" y="1134117"/>
                  </a:lnTo>
                  <a:lnTo>
                    <a:pt x="1229162" y="1203125"/>
                  </a:lnTo>
                  <a:lnTo>
                    <a:pt x="1078092" y="1203125"/>
                  </a:lnTo>
                  <a:close/>
                  <a:moveTo>
                    <a:pt x="703063" y="1134117"/>
                  </a:moveTo>
                  <a:lnTo>
                    <a:pt x="854133" y="1134117"/>
                  </a:lnTo>
                  <a:lnTo>
                    <a:pt x="854133" y="1203125"/>
                  </a:lnTo>
                  <a:lnTo>
                    <a:pt x="703063" y="1203125"/>
                  </a:lnTo>
                  <a:close/>
                  <a:moveTo>
                    <a:pt x="328105" y="1134117"/>
                  </a:moveTo>
                  <a:lnTo>
                    <a:pt x="479175" y="1134117"/>
                  </a:lnTo>
                  <a:lnTo>
                    <a:pt x="479175" y="1203125"/>
                  </a:lnTo>
                  <a:lnTo>
                    <a:pt x="328105" y="1203125"/>
                  </a:lnTo>
                  <a:close/>
                  <a:moveTo>
                    <a:pt x="0" y="1134117"/>
                  </a:moveTo>
                  <a:lnTo>
                    <a:pt x="78110" y="1134117"/>
                  </a:lnTo>
                  <a:lnTo>
                    <a:pt x="78110" y="1203125"/>
                  </a:lnTo>
                  <a:lnTo>
                    <a:pt x="0" y="1203125"/>
                  </a:lnTo>
                  <a:close/>
                  <a:moveTo>
                    <a:pt x="6835395" y="1020656"/>
                  </a:moveTo>
                  <a:lnTo>
                    <a:pt x="6913505" y="1020656"/>
                  </a:lnTo>
                  <a:lnTo>
                    <a:pt x="6913505" y="1089664"/>
                  </a:lnTo>
                  <a:lnTo>
                    <a:pt x="6835395" y="1089664"/>
                  </a:lnTo>
                  <a:close/>
                  <a:moveTo>
                    <a:pt x="6434329" y="1020656"/>
                  </a:moveTo>
                  <a:lnTo>
                    <a:pt x="6585398" y="1020656"/>
                  </a:lnTo>
                  <a:lnTo>
                    <a:pt x="6585398" y="1089664"/>
                  </a:lnTo>
                  <a:lnTo>
                    <a:pt x="6434329" y="1089664"/>
                  </a:lnTo>
                  <a:close/>
                  <a:moveTo>
                    <a:pt x="6059372" y="1020656"/>
                  </a:moveTo>
                  <a:lnTo>
                    <a:pt x="6210442" y="1020656"/>
                  </a:lnTo>
                  <a:lnTo>
                    <a:pt x="6210442" y="1089664"/>
                  </a:lnTo>
                  <a:lnTo>
                    <a:pt x="6059372" y="1089664"/>
                  </a:lnTo>
                  <a:close/>
                  <a:moveTo>
                    <a:pt x="5684343" y="1020656"/>
                  </a:moveTo>
                  <a:lnTo>
                    <a:pt x="5835413" y="1020656"/>
                  </a:lnTo>
                  <a:lnTo>
                    <a:pt x="5835413" y="1089664"/>
                  </a:lnTo>
                  <a:lnTo>
                    <a:pt x="5684343" y="1089664"/>
                  </a:lnTo>
                  <a:close/>
                  <a:moveTo>
                    <a:pt x="1078092" y="1020656"/>
                  </a:moveTo>
                  <a:lnTo>
                    <a:pt x="1229162" y="1020656"/>
                  </a:lnTo>
                  <a:lnTo>
                    <a:pt x="1229162" y="1089664"/>
                  </a:lnTo>
                  <a:lnTo>
                    <a:pt x="1078092" y="1089664"/>
                  </a:lnTo>
                  <a:close/>
                  <a:moveTo>
                    <a:pt x="703063" y="1020656"/>
                  </a:moveTo>
                  <a:lnTo>
                    <a:pt x="854133" y="1020656"/>
                  </a:lnTo>
                  <a:lnTo>
                    <a:pt x="854133" y="1089664"/>
                  </a:lnTo>
                  <a:lnTo>
                    <a:pt x="703063" y="1089664"/>
                  </a:lnTo>
                  <a:close/>
                  <a:moveTo>
                    <a:pt x="328105" y="1020656"/>
                  </a:moveTo>
                  <a:lnTo>
                    <a:pt x="479175" y="1020656"/>
                  </a:lnTo>
                  <a:lnTo>
                    <a:pt x="479175" y="1089664"/>
                  </a:lnTo>
                  <a:lnTo>
                    <a:pt x="328105" y="1089664"/>
                  </a:lnTo>
                  <a:close/>
                  <a:moveTo>
                    <a:pt x="0" y="1020656"/>
                  </a:moveTo>
                  <a:lnTo>
                    <a:pt x="78110" y="1020656"/>
                  </a:lnTo>
                  <a:lnTo>
                    <a:pt x="78110" y="1089664"/>
                  </a:lnTo>
                  <a:lnTo>
                    <a:pt x="0" y="1089664"/>
                  </a:lnTo>
                  <a:close/>
                  <a:moveTo>
                    <a:pt x="6835395" y="907195"/>
                  </a:moveTo>
                  <a:lnTo>
                    <a:pt x="6913505" y="907195"/>
                  </a:lnTo>
                  <a:lnTo>
                    <a:pt x="6913505" y="976203"/>
                  </a:lnTo>
                  <a:lnTo>
                    <a:pt x="6835395" y="976203"/>
                  </a:lnTo>
                  <a:close/>
                  <a:moveTo>
                    <a:pt x="6434329" y="907195"/>
                  </a:moveTo>
                  <a:lnTo>
                    <a:pt x="6585398" y="907195"/>
                  </a:lnTo>
                  <a:lnTo>
                    <a:pt x="6585398" y="976203"/>
                  </a:lnTo>
                  <a:lnTo>
                    <a:pt x="6434329" y="976203"/>
                  </a:lnTo>
                  <a:close/>
                  <a:moveTo>
                    <a:pt x="6059372" y="907195"/>
                  </a:moveTo>
                  <a:lnTo>
                    <a:pt x="6210442" y="907195"/>
                  </a:lnTo>
                  <a:lnTo>
                    <a:pt x="6210442" y="976203"/>
                  </a:lnTo>
                  <a:lnTo>
                    <a:pt x="6059372" y="976203"/>
                  </a:lnTo>
                  <a:close/>
                  <a:moveTo>
                    <a:pt x="5684343" y="907195"/>
                  </a:moveTo>
                  <a:lnTo>
                    <a:pt x="5835413" y="907195"/>
                  </a:lnTo>
                  <a:lnTo>
                    <a:pt x="5835413" y="976203"/>
                  </a:lnTo>
                  <a:lnTo>
                    <a:pt x="5684343" y="976203"/>
                  </a:lnTo>
                  <a:close/>
                  <a:moveTo>
                    <a:pt x="5304164" y="907195"/>
                  </a:moveTo>
                  <a:lnTo>
                    <a:pt x="5455163" y="907195"/>
                  </a:lnTo>
                  <a:lnTo>
                    <a:pt x="5455163" y="942687"/>
                  </a:lnTo>
                  <a:lnTo>
                    <a:pt x="5304164" y="942687"/>
                  </a:lnTo>
                  <a:close/>
                  <a:moveTo>
                    <a:pt x="5007316" y="907195"/>
                  </a:moveTo>
                  <a:lnTo>
                    <a:pt x="5085426" y="907195"/>
                  </a:lnTo>
                  <a:lnTo>
                    <a:pt x="5085426" y="942687"/>
                  </a:lnTo>
                  <a:lnTo>
                    <a:pt x="5007316" y="942687"/>
                  </a:lnTo>
                  <a:close/>
                  <a:moveTo>
                    <a:pt x="1828078" y="907195"/>
                  </a:moveTo>
                  <a:lnTo>
                    <a:pt x="1906188" y="907195"/>
                  </a:lnTo>
                  <a:lnTo>
                    <a:pt x="1906188" y="942687"/>
                  </a:lnTo>
                  <a:lnTo>
                    <a:pt x="1828078" y="942687"/>
                  </a:lnTo>
                  <a:close/>
                  <a:moveTo>
                    <a:pt x="1458341" y="907195"/>
                  </a:moveTo>
                  <a:lnTo>
                    <a:pt x="1609340" y="907195"/>
                  </a:lnTo>
                  <a:lnTo>
                    <a:pt x="1609340" y="942687"/>
                  </a:lnTo>
                  <a:lnTo>
                    <a:pt x="1458341" y="942687"/>
                  </a:lnTo>
                  <a:close/>
                  <a:moveTo>
                    <a:pt x="1078092" y="907195"/>
                  </a:moveTo>
                  <a:lnTo>
                    <a:pt x="1229162" y="907195"/>
                  </a:lnTo>
                  <a:lnTo>
                    <a:pt x="1229162" y="976203"/>
                  </a:lnTo>
                  <a:lnTo>
                    <a:pt x="1078092" y="976203"/>
                  </a:lnTo>
                  <a:close/>
                  <a:moveTo>
                    <a:pt x="703063" y="907195"/>
                  </a:moveTo>
                  <a:lnTo>
                    <a:pt x="854133" y="907195"/>
                  </a:lnTo>
                  <a:lnTo>
                    <a:pt x="854133" y="976203"/>
                  </a:lnTo>
                  <a:lnTo>
                    <a:pt x="703063" y="976203"/>
                  </a:lnTo>
                  <a:close/>
                  <a:moveTo>
                    <a:pt x="328105" y="907195"/>
                  </a:moveTo>
                  <a:lnTo>
                    <a:pt x="479175" y="907195"/>
                  </a:lnTo>
                  <a:lnTo>
                    <a:pt x="479175" y="976203"/>
                  </a:lnTo>
                  <a:lnTo>
                    <a:pt x="328105" y="976203"/>
                  </a:lnTo>
                  <a:close/>
                  <a:moveTo>
                    <a:pt x="0" y="907195"/>
                  </a:moveTo>
                  <a:lnTo>
                    <a:pt x="78110" y="907195"/>
                  </a:lnTo>
                  <a:lnTo>
                    <a:pt x="78110" y="976203"/>
                  </a:lnTo>
                  <a:lnTo>
                    <a:pt x="0" y="976203"/>
                  </a:lnTo>
                  <a:close/>
                  <a:moveTo>
                    <a:pt x="4135966" y="829296"/>
                  </a:moveTo>
                  <a:lnTo>
                    <a:pt x="4307780" y="829296"/>
                  </a:lnTo>
                  <a:lnTo>
                    <a:pt x="4307780" y="898657"/>
                  </a:lnTo>
                  <a:lnTo>
                    <a:pt x="4135966" y="898657"/>
                  </a:lnTo>
                  <a:close/>
                  <a:moveTo>
                    <a:pt x="3666599" y="829296"/>
                  </a:moveTo>
                  <a:lnTo>
                    <a:pt x="3687414" y="829296"/>
                  </a:lnTo>
                  <a:lnTo>
                    <a:pt x="3687414" y="898657"/>
                  </a:lnTo>
                  <a:lnTo>
                    <a:pt x="3666599" y="898657"/>
                  </a:lnTo>
                  <a:close/>
                  <a:moveTo>
                    <a:pt x="3223621" y="829296"/>
                  </a:moveTo>
                  <a:lnTo>
                    <a:pt x="3244507" y="829296"/>
                  </a:lnTo>
                  <a:lnTo>
                    <a:pt x="3244507" y="898657"/>
                  </a:lnTo>
                  <a:lnTo>
                    <a:pt x="3223621" y="898657"/>
                  </a:lnTo>
                  <a:close/>
                  <a:moveTo>
                    <a:pt x="2605441" y="829296"/>
                  </a:moveTo>
                  <a:lnTo>
                    <a:pt x="2777256" y="829296"/>
                  </a:lnTo>
                  <a:lnTo>
                    <a:pt x="2777256" y="898657"/>
                  </a:lnTo>
                  <a:lnTo>
                    <a:pt x="2605441" y="898657"/>
                  </a:lnTo>
                  <a:close/>
                  <a:moveTo>
                    <a:pt x="6835395" y="793946"/>
                  </a:moveTo>
                  <a:lnTo>
                    <a:pt x="6913505" y="793946"/>
                  </a:lnTo>
                  <a:lnTo>
                    <a:pt x="6913505" y="862954"/>
                  </a:lnTo>
                  <a:lnTo>
                    <a:pt x="6835395" y="862954"/>
                  </a:lnTo>
                  <a:close/>
                  <a:moveTo>
                    <a:pt x="6434329" y="793946"/>
                  </a:moveTo>
                  <a:lnTo>
                    <a:pt x="6585398" y="793946"/>
                  </a:lnTo>
                  <a:lnTo>
                    <a:pt x="6585398" y="862954"/>
                  </a:lnTo>
                  <a:lnTo>
                    <a:pt x="6434329" y="862954"/>
                  </a:lnTo>
                  <a:close/>
                  <a:moveTo>
                    <a:pt x="6059372" y="793946"/>
                  </a:moveTo>
                  <a:lnTo>
                    <a:pt x="6210442" y="793946"/>
                  </a:lnTo>
                  <a:lnTo>
                    <a:pt x="6210442" y="862954"/>
                  </a:lnTo>
                  <a:lnTo>
                    <a:pt x="6059372" y="862954"/>
                  </a:lnTo>
                  <a:close/>
                  <a:moveTo>
                    <a:pt x="5684343" y="793946"/>
                  </a:moveTo>
                  <a:lnTo>
                    <a:pt x="5835413" y="793946"/>
                  </a:lnTo>
                  <a:lnTo>
                    <a:pt x="5835413" y="862954"/>
                  </a:lnTo>
                  <a:lnTo>
                    <a:pt x="5684343" y="862954"/>
                  </a:lnTo>
                  <a:close/>
                  <a:moveTo>
                    <a:pt x="5304164" y="793946"/>
                  </a:moveTo>
                  <a:lnTo>
                    <a:pt x="5455163" y="793946"/>
                  </a:lnTo>
                  <a:lnTo>
                    <a:pt x="5455163" y="862954"/>
                  </a:lnTo>
                  <a:lnTo>
                    <a:pt x="5304164" y="862954"/>
                  </a:lnTo>
                  <a:close/>
                  <a:moveTo>
                    <a:pt x="5007316" y="793946"/>
                  </a:moveTo>
                  <a:lnTo>
                    <a:pt x="5085426" y="793946"/>
                  </a:lnTo>
                  <a:lnTo>
                    <a:pt x="5085426" y="862954"/>
                  </a:lnTo>
                  <a:lnTo>
                    <a:pt x="5007316" y="862954"/>
                  </a:lnTo>
                  <a:close/>
                  <a:moveTo>
                    <a:pt x="1828078" y="793946"/>
                  </a:moveTo>
                  <a:lnTo>
                    <a:pt x="1906188" y="793946"/>
                  </a:lnTo>
                  <a:lnTo>
                    <a:pt x="1906188" y="862954"/>
                  </a:lnTo>
                  <a:lnTo>
                    <a:pt x="1828078" y="862954"/>
                  </a:lnTo>
                  <a:close/>
                  <a:moveTo>
                    <a:pt x="1458341" y="793946"/>
                  </a:moveTo>
                  <a:lnTo>
                    <a:pt x="1609340" y="793946"/>
                  </a:lnTo>
                  <a:lnTo>
                    <a:pt x="1609340" y="862954"/>
                  </a:lnTo>
                  <a:lnTo>
                    <a:pt x="1458341" y="862954"/>
                  </a:lnTo>
                  <a:close/>
                  <a:moveTo>
                    <a:pt x="1078092" y="793946"/>
                  </a:moveTo>
                  <a:lnTo>
                    <a:pt x="1229162" y="793946"/>
                  </a:lnTo>
                  <a:lnTo>
                    <a:pt x="1229162" y="862954"/>
                  </a:lnTo>
                  <a:lnTo>
                    <a:pt x="1078092" y="862954"/>
                  </a:lnTo>
                  <a:close/>
                  <a:moveTo>
                    <a:pt x="703063" y="793946"/>
                  </a:moveTo>
                  <a:lnTo>
                    <a:pt x="854133" y="793946"/>
                  </a:lnTo>
                  <a:lnTo>
                    <a:pt x="854133" y="862954"/>
                  </a:lnTo>
                  <a:lnTo>
                    <a:pt x="703063" y="862954"/>
                  </a:lnTo>
                  <a:close/>
                  <a:moveTo>
                    <a:pt x="328105" y="793946"/>
                  </a:moveTo>
                  <a:lnTo>
                    <a:pt x="479175" y="793946"/>
                  </a:lnTo>
                  <a:lnTo>
                    <a:pt x="479175" y="862954"/>
                  </a:lnTo>
                  <a:lnTo>
                    <a:pt x="328105" y="862954"/>
                  </a:lnTo>
                  <a:close/>
                  <a:moveTo>
                    <a:pt x="0" y="793946"/>
                  </a:moveTo>
                  <a:lnTo>
                    <a:pt x="78110" y="793946"/>
                  </a:lnTo>
                  <a:lnTo>
                    <a:pt x="78110" y="862954"/>
                  </a:lnTo>
                  <a:lnTo>
                    <a:pt x="0" y="862954"/>
                  </a:lnTo>
                  <a:close/>
                  <a:moveTo>
                    <a:pt x="4135966" y="725643"/>
                  </a:moveTo>
                  <a:lnTo>
                    <a:pt x="4307780" y="725643"/>
                  </a:lnTo>
                  <a:lnTo>
                    <a:pt x="4307780" y="795004"/>
                  </a:lnTo>
                  <a:lnTo>
                    <a:pt x="4135966" y="795004"/>
                  </a:lnTo>
                  <a:close/>
                  <a:moveTo>
                    <a:pt x="3666599" y="725643"/>
                  </a:moveTo>
                  <a:lnTo>
                    <a:pt x="3687414" y="725643"/>
                  </a:lnTo>
                  <a:lnTo>
                    <a:pt x="3687414" y="795004"/>
                  </a:lnTo>
                  <a:lnTo>
                    <a:pt x="3666599" y="795004"/>
                  </a:lnTo>
                  <a:close/>
                  <a:moveTo>
                    <a:pt x="3223621" y="725643"/>
                  </a:moveTo>
                  <a:lnTo>
                    <a:pt x="3244507" y="725643"/>
                  </a:lnTo>
                  <a:lnTo>
                    <a:pt x="3244507" y="795004"/>
                  </a:lnTo>
                  <a:lnTo>
                    <a:pt x="3223621" y="795004"/>
                  </a:lnTo>
                  <a:close/>
                  <a:moveTo>
                    <a:pt x="2605441" y="725643"/>
                  </a:moveTo>
                  <a:lnTo>
                    <a:pt x="2777256" y="725643"/>
                  </a:lnTo>
                  <a:lnTo>
                    <a:pt x="2777256" y="795004"/>
                  </a:lnTo>
                  <a:lnTo>
                    <a:pt x="2605441" y="795004"/>
                  </a:lnTo>
                  <a:close/>
                  <a:moveTo>
                    <a:pt x="6835395" y="680485"/>
                  </a:moveTo>
                  <a:lnTo>
                    <a:pt x="6913505" y="680485"/>
                  </a:lnTo>
                  <a:lnTo>
                    <a:pt x="6913505" y="749493"/>
                  </a:lnTo>
                  <a:lnTo>
                    <a:pt x="6835395" y="749493"/>
                  </a:lnTo>
                  <a:close/>
                  <a:moveTo>
                    <a:pt x="6434329" y="680485"/>
                  </a:moveTo>
                  <a:lnTo>
                    <a:pt x="6585398" y="680485"/>
                  </a:lnTo>
                  <a:lnTo>
                    <a:pt x="6585398" y="749493"/>
                  </a:lnTo>
                  <a:lnTo>
                    <a:pt x="6434329" y="749493"/>
                  </a:lnTo>
                  <a:close/>
                  <a:moveTo>
                    <a:pt x="6059372" y="680485"/>
                  </a:moveTo>
                  <a:lnTo>
                    <a:pt x="6210442" y="680485"/>
                  </a:lnTo>
                  <a:lnTo>
                    <a:pt x="6210442" y="749493"/>
                  </a:lnTo>
                  <a:lnTo>
                    <a:pt x="6059372" y="749493"/>
                  </a:lnTo>
                  <a:close/>
                  <a:moveTo>
                    <a:pt x="5684343" y="680485"/>
                  </a:moveTo>
                  <a:lnTo>
                    <a:pt x="5835413" y="680485"/>
                  </a:lnTo>
                  <a:lnTo>
                    <a:pt x="5835413" y="749493"/>
                  </a:lnTo>
                  <a:lnTo>
                    <a:pt x="5684343" y="749493"/>
                  </a:lnTo>
                  <a:close/>
                  <a:moveTo>
                    <a:pt x="5304164" y="680485"/>
                  </a:moveTo>
                  <a:lnTo>
                    <a:pt x="5455163" y="680485"/>
                  </a:lnTo>
                  <a:lnTo>
                    <a:pt x="5455163" y="749493"/>
                  </a:lnTo>
                  <a:lnTo>
                    <a:pt x="5304164" y="749493"/>
                  </a:lnTo>
                  <a:close/>
                  <a:moveTo>
                    <a:pt x="5007316" y="680485"/>
                  </a:moveTo>
                  <a:lnTo>
                    <a:pt x="5085426" y="680485"/>
                  </a:lnTo>
                  <a:lnTo>
                    <a:pt x="5085426" y="749493"/>
                  </a:lnTo>
                  <a:lnTo>
                    <a:pt x="5007316" y="749493"/>
                  </a:lnTo>
                  <a:close/>
                  <a:moveTo>
                    <a:pt x="1828078" y="680485"/>
                  </a:moveTo>
                  <a:lnTo>
                    <a:pt x="1906188" y="680485"/>
                  </a:lnTo>
                  <a:lnTo>
                    <a:pt x="1906188" y="749493"/>
                  </a:lnTo>
                  <a:lnTo>
                    <a:pt x="1828078" y="749493"/>
                  </a:lnTo>
                  <a:close/>
                  <a:moveTo>
                    <a:pt x="1458341" y="680485"/>
                  </a:moveTo>
                  <a:lnTo>
                    <a:pt x="1609340" y="680485"/>
                  </a:lnTo>
                  <a:lnTo>
                    <a:pt x="1609340" y="749493"/>
                  </a:lnTo>
                  <a:lnTo>
                    <a:pt x="1458341" y="749493"/>
                  </a:lnTo>
                  <a:close/>
                  <a:moveTo>
                    <a:pt x="1078092" y="680485"/>
                  </a:moveTo>
                  <a:lnTo>
                    <a:pt x="1229162" y="680485"/>
                  </a:lnTo>
                  <a:lnTo>
                    <a:pt x="1229162" y="749493"/>
                  </a:lnTo>
                  <a:lnTo>
                    <a:pt x="1078092" y="749493"/>
                  </a:lnTo>
                  <a:close/>
                  <a:moveTo>
                    <a:pt x="703063" y="680485"/>
                  </a:moveTo>
                  <a:lnTo>
                    <a:pt x="854133" y="680485"/>
                  </a:lnTo>
                  <a:lnTo>
                    <a:pt x="854133" y="749493"/>
                  </a:lnTo>
                  <a:lnTo>
                    <a:pt x="703063" y="749493"/>
                  </a:lnTo>
                  <a:close/>
                  <a:moveTo>
                    <a:pt x="328105" y="680485"/>
                  </a:moveTo>
                  <a:lnTo>
                    <a:pt x="479175" y="680485"/>
                  </a:lnTo>
                  <a:lnTo>
                    <a:pt x="479175" y="749493"/>
                  </a:lnTo>
                  <a:lnTo>
                    <a:pt x="328105" y="749493"/>
                  </a:lnTo>
                  <a:close/>
                  <a:moveTo>
                    <a:pt x="0" y="680485"/>
                  </a:moveTo>
                  <a:lnTo>
                    <a:pt x="78110" y="680485"/>
                  </a:lnTo>
                  <a:lnTo>
                    <a:pt x="78110" y="749493"/>
                  </a:lnTo>
                  <a:lnTo>
                    <a:pt x="0" y="749493"/>
                  </a:lnTo>
                  <a:close/>
                  <a:moveTo>
                    <a:pt x="4135966" y="621990"/>
                  </a:moveTo>
                  <a:lnTo>
                    <a:pt x="4307780" y="621990"/>
                  </a:lnTo>
                  <a:lnTo>
                    <a:pt x="4307780" y="691492"/>
                  </a:lnTo>
                  <a:lnTo>
                    <a:pt x="4135966" y="691492"/>
                  </a:lnTo>
                  <a:close/>
                  <a:moveTo>
                    <a:pt x="3666599" y="621990"/>
                  </a:moveTo>
                  <a:lnTo>
                    <a:pt x="3687414" y="621990"/>
                  </a:lnTo>
                  <a:lnTo>
                    <a:pt x="3687414" y="691492"/>
                  </a:lnTo>
                  <a:lnTo>
                    <a:pt x="3666599" y="691492"/>
                  </a:lnTo>
                  <a:close/>
                  <a:moveTo>
                    <a:pt x="3223621" y="621990"/>
                  </a:moveTo>
                  <a:lnTo>
                    <a:pt x="3244507" y="621990"/>
                  </a:lnTo>
                  <a:lnTo>
                    <a:pt x="3244507" y="691492"/>
                  </a:lnTo>
                  <a:lnTo>
                    <a:pt x="3223621" y="691492"/>
                  </a:lnTo>
                  <a:close/>
                  <a:moveTo>
                    <a:pt x="2605441" y="621990"/>
                  </a:moveTo>
                  <a:lnTo>
                    <a:pt x="2777256" y="621990"/>
                  </a:lnTo>
                  <a:lnTo>
                    <a:pt x="2777256" y="691492"/>
                  </a:lnTo>
                  <a:lnTo>
                    <a:pt x="2605441" y="691492"/>
                  </a:lnTo>
                  <a:close/>
                  <a:moveTo>
                    <a:pt x="6835395" y="567094"/>
                  </a:moveTo>
                  <a:lnTo>
                    <a:pt x="6913505" y="567094"/>
                  </a:lnTo>
                  <a:lnTo>
                    <a:pt x="6913505" y="636102"/>
                  </a:lnTo>
                  <a:lnTo>
                    <a:pt x="6835395" y="636102"/>
                  </a:lnTo>
                  <a:close/>
                  <a:moveTo>
                    <a:pt x="6434329" y="567094"/>
                  </a:moveTo>
                  <a:lnTo>
                    <a:pt x="6585398" y="567094"/>
                  </a:lnTo>
                  <a:lnTo>
                    <a:pt x="6585398" y="636102"/>
                  </a:lnTo>
                  <a:lnTo>
                    <a:pt x="6434329" y="636102"/>
                  </a:lnTo>
                  <a:close/>
                  <a:moveTo>
                    <a:pt x="6059372" y="567094"/>
                  </a:moveTo>
                  <a:lnTo>
                    <a:pt x="6210442" y="567094"/>
                  </a:lnTo>
                  <a:lnTo>
                    <a:pt x="6210442" y="636102"/>
                  </a:lnTo>
                  <a:lnTo>
                    <a:pt x="6059372" y="636102"/>
                  </a:lnTo>
                  <a:close/>
                  <a:moveTo>
                    <a:pt x="5684343" y="567094"/>
                  </a:moveTo>
                  <a:lnTo>
                    <a:pt x="5835413" y="567094"/>
                  </a:lnTo>
                  <a:lnTo>
                    <a:pt x="5835413" y="636102"/>
                  </a:lnTo>
                  <a:lnTo>
                    <a:pt x="5684343" y="636102"/>
                  </a:lnTo>
                  <a:close/>
                  <a:moveTo>
                    <a:pt x="5304164" y="567094"/>
                  </a:moveTo>
                  <a:lnTo>
                    <a:pt x="5455163" y="567094"/>
                  </a:lnTo>
                  <a:lnTo>
                    <a:pt x="5455163" y="636102"/>
                  </a:lnTo>
                  <a:lnTo>
                    <a:pt x="5304164" y="636102"/>
                  </a:lnTo>
                  <a:close/>
                  <a:moveTo>
                    <a:pt x="5007316" y="567094"/>
                  </a:moveTo>
                  <a:lnTo>
                    <a:pt x="5085426" y="567094"/>
                  </a:lnTo>
                  <a:lnTo>
                    <a:pt x="5085426" y="636102"/>
                  </a:lnTo>
                  <a:lnTo>
                    <a:pt x="5007316" y="636102"/>
                  </a:lnTo>
                  <a:close/>
                  <a:moveTo>
                    <a:pt x="1828078" y="567094"/>
                  </a:moveTo>
                  <a:lnTo>
                    <a:pt x="1906188" y="567094"/>
                  </a:lnTo>
                  <a:lnTo>
                    <a:pt x="1906188" y="636102"/>
                  </a:lnTo>
                  <a:lnTo>
                    <a:pt x="1828078" y="636102"/>
                  </a:lnTo>
                  <a:close/>
                  <a:moveTo>
                    <a:pt x="1458341" y="567094"/>
                  </a:moveTo>
                  <a:lnTo>
                    <a:pt x="1609340" y="567094"/>
                  </a:lnTo>
                  <a:lnTo>
                    <a:pt x="1609340" y="636102"/>
                  </a:lnTo>
                  <a:lnTo>
                    <a:pt x="1458341" y="636102"/>
                  </a:lnTo>
                  <a:close/>
                  <a:moveTo>
                    <a:pt x="1078092" y="567094"/>
                  </a:moveTo>
                  <a:lnTo>
                    <a:pt x="1229162" y="567094"/>
                  </a:lnTo>
                  <a:lnTo>
                    <a:pt x="1229162" y="636102"/>
                  </a:lnTo>
                  <a:lnTo>
                    <a:pt x="1078092" y="636102"/>
                  </a:lnTo>
                  <a:close/>
                  <a:moveTo>
                    <a:pt x="703063" y="567094"/>
                  </a:moveTo>
                  <a:lnTo>
                    <a:pt x="854133" y="567094"/>
                  </a:lnTo>
                  <a:lnTo>
                    <a:pt x="854133" y="636102"/>
                  </a:lnTo>
                  <a:lnTo>
                    <a:pt x="703063" y="636102"/>
                  </a:lnTo>
                  <a:close/>
                  <a:moveTo>
                    <a:pt x="328105" y="567094"/>
                  </a:moveTo>
                  <a:lnTo>
                    <a:pt x="479175" y="567094"/>
                  </a:lnTo>
                  <a:lnTo>
                    <a:pt x="479175" y="636102"/>
                  </a:lnTo>
                  <a:lnTo>
                    <a:pt x="328105" y="636102"/>
                  </a:lnTo>
                  <a:close/>
                  <a:moveTo>
                    <a:pt x="0" y="567094"/>
                  </a:moveTo>
                  <a:lnTo>
                    <a:pt x="78110" y="567094"/>
                  </a:lnTo>
                  <a:lnTo>
                    <a:pt x="78110" y="636102"/>
                  </a:lnTo>
                  <a:lnTo>
                    <a:pt x="0" y="636102"/>
                  </a:lnTo>
                  <a:close/>
                  <a:moveTo>
                    <a:pt x="6835395" y="453633"/>
                  </a:moveTo>
                  <a:lnTo>
                    <a:pt x="6913505" y="453633"/>
                  </a:lnTo>
                  <a:lnTo>
                    <a:pt x="6913505" y="522641"/>
                  </a:lnTo>
                  <a:lnTo>
                    <a:pt x="6835395" y="522641"/>
                  </a:lnTo>
                  <a:close/>
                  <a:moveTo>
                    <a:pt x="6434329" y="453633"/>
                  </a:moveTo>
                  <a:lnTo>
                    <a:pt x="6585398" y="453633"/>
                  </a:lnTo>
                  <a:lnTo>
                    <a:pt x="6585398" y="522641"/>
                  </a:lnTo>
                  <a:lnTo>
                    <a:pt x="6434329" y="522641"/>
                  </a:lnTo>
                  <a:close/>
                  <a:moveTo>
                    <a:pt x="6059372" y="453633"/>
                  </a:moveTo>
                  <a:lnTo>
                    <a:pt x="6210442" y="453633"/>
                  </a:lnTo>
                  <a:lnTo>
                    <a:pt x="6210442" y="522641"/>
                  </a:lnTo>
                  <a:lnTo>
                    <a:pt x="6059372" y="522641"/>
                  </a:lnTo>
                  <a:close/>
                  <a:moveTo>
                    <a:pt x="5684343" y="453633"/>
                  </a:moveTo>
                  <a:lnTo>
                    <a:pt x="5835413" y="453633"/>
                  </a:lnTo>
                  <a:lnTo>
                    <a:pt x="5835413" y="522641"/>
                  </a:lnTo>
                  <a:lnTo>
                    <a:pt x="5684343" y="522641"/>
                  </a:lnTo>
                  <a:close/>
                  <a:moveTo>
                    <a:pt x="5304164" y="453633"/>
                  </a:moveTo>
                  <a:lnTo>
                    <a:pt x="5455163" y="453633"/>
                  </a:lnTo>
                  <a:lnTo>
                    <a:pt x="5455163" y="522641"/>
                  </a:lnTo>
                  <a:lnTo>
                    <a:pt x="5304164" y="522641"/>
                  </a:lnTo>
                  <a:close/>
                  <a:moveTo>
                    <a:pt x="5007316" y="453633"/>
                  </a:moveTo>
                  <a:lnTo>
                    <a:pt x="5085426" y="453633"/>
                  </a:lnTo>
                  <a:lnTo>
                    <a:pt x="5085426" y="522641"/>
                  </a:lnTo>
                  <a:lnTo>
                    <a:pt x="5007316" y="522641"/>
                  </a:lnTo>
                  <a:close/>
                  <a:moveTo>
                    <a:pt x="1828078" y="453633"/>
                  </a:moveTo>
                  <a:lnTo>
                    <a:pt x="1906188" y="453633"/>
                  </a:lnTo>
                  <a:lnTo>
                    <a:pt x="1906188" y="522641"/>
                  </a:lnTo>
                  <a:lnTo>
                    <a:pt x="1828078" y="522641"/>
                  </a:lnTo>
                  <a:close/>
                  <a:moveTo>
                    <a:pt x="1458341" y="453633"/>
                  </a:moveTo>
                  <a:lnTo>
                    <a:pt x="1609340" y="453633"/>
                  </a:lnTo>
                  <a:lnTo>
                    <a:pt x="1609340" y="522641"/>
                  </a:lnTo>
                  <a:lnTo>
                    <a:pt x="1458341" y="522641"/>
                  </a:lnTo>
                  <a:close/>
                  <a:moveTo>
                    <a:pt x="1078092" y="453633"/>
                  </a:moveTo>
                  <a:lnTo>
                    <a:pt x="1229162" y="453633"/>
                  </a:lnTo>
                  <a:lnTo>
                    <a:pt x="1229162" y="522641"/>
                  </a:lnTo>
                  <a:lnTo>
                    <a:pt x="1078092" y="522641"/>
                  </a:lnTo>
                  <a:close/>
                  <a:moveTo>
                    <a:pt x="703063" y="453633"/>
                  </a:moveTo>
                  <a:lnTo>
                    <a:pt x="854133" y="453633"/>
                  </a:lnTo>
                  <a:lnTo>
                    <a:pt x="854133" y="522641"/>
                  </a:lnTo>
                  <a:lnTo>
                    <a:pt x="703063" y="522641"/>
                  </a:lnTo>
                  <a:close/>
                  <a:moveTo>
                    <a:pt x="328105" y="453633"/>
                  </a:moveTo>
                  <a:lnTo>
                    <a:pt x="479175" y="453633"/>
                  </a:lnTo>
                  <a:lnTo>
                    <a:pt x="479175" y="522641"/>
                  </a:lnTo>
                  <a:lnTo>
                    <a:pt x="328105" y="522641"/>
                  </a:lnTo>
                  <a:close/>
                  <a:moveTo>
                    <a:pt x="0" y="453633"/>
                  </a:moveTo>
                  <a:lnTo>
                    <a:pt x="78110" y="453633"/>
                  </a:lnTo>
                  <a:lnTo>
                    <a:pt x="78110" y="522641"/>
                  </a:lnTo>
                  <a:lnTo>
                    <a:pt x="0" y="522641"/>
                  </a:lnTo>
                  <a:close/>
                  <a:moveTo>
                    <a:pt x="6835395" y="340172"/>
                  </a:moveTo>
                  <a:lnTo>
                    <a:pt x="6913505" y="340172"/>
                  </a:lnTo>
                  <a:lnTo>
                    <a:pt x="6913505" y="409180"/>
                  </a:lnTo>
                  <a:lnTo>
                    <a:pt x="6835395" y="409180"/>
                  </a:lnTo>
                  <a:close/>
                  <a:moveTo>
                    <a:pt x="6434329" y="340172"/>
                  </a:moveTo>
                  <a:lnTo>
                    <a:pt x="6585398" y="340172"/>
                  </a:lnTo>
                  <a:lnTo>
                    <a:pt x="6585398" y="409180"/>
                  </a:lnTo>
                  <a:lnTo>
                    <a:pt x="6434329" y="409180"/>
                  </a:lnTo>
                  <a:close/>
                  <a:moveTo>
                    <a:pt x="6059372" y="340172"/>
                  </a:moveTo>
                  <a:lnTo>
                    <a:pt x="6210442" y="340172"/>
                  </a:lnTo>
                  <a:lnTo>
                    <a:pt x="6210442" y="409180"/>
                  </a:lnTo>
                  <a:lnTo>
                    <a:pt x="6059372" y="409180"/>
                  </a:lnTo>
                  <a:close/>
                  <a:moveTo>
                    <a:pt x="5684343" y="340172"/>
                  </a:moveTo>
                  <a:lnTo>
                    <a:pt x="5835413" y="340172"/>
                  </a:lnTo>
                  <a:lnTo>
                    <a:pt x="5835413" y="409180"/>
                  </a:lnTo>
                  <a:lnTo>
                    <a:pt x="5684343" y="409180"/>
                  </a:lnTo>
                  <a:close/>
                  <a:moveTo>
                    <a:pt x="5304164" y="340172"/>
                  </a:moveTo>
                  <a:lnTo>
                    <a:pt x="5455163" y="340172"/>
                  </a:lnTo>
                  <a:lnTo>
                    <a:pt x="5455163" y="409180"/>
                  </a:lnTo>
                  <a:lnTo>
                    <a:pt x="5304164" y="409180"/>
                  </a:lnTo>
                  <a:close/>
                  <a:moveTo>
                    <a:pt x="5007316" y="340172"/>
                  </a:moveTo>
                  <a:lnTo>
                    <a:pt x="5085426" y="340172"/>
                  </a:lnTo>
                  <a:lnTo>
                    <a:pt x="5085426" y="409180"/>
                  </a:lnTo>
                  <a:lnTo>
                    <a:pt x="5007316" y="409180"/>
                  </a:lnTo>
                  <a:close/>
                  <a:moveTo>
                    <a:pt x="1828078" y="340172"/>
                  </a:moveTo>
                  <a:lnTo>
                    <a:pt x="1906188" y="340172"/>
                  </a:lnTo>
                  <a:lnTo>
                    <a:pt x="1906188" y="409180"/>
                  </a:lnTo>
                  <a:lnTo>
                    <a:pt x="1828078" y="409180"/>
                  </a:lnTo>
                  <a:close/>
                  <a:moveTo>
                    <a:pt x="1458341" y="340172"/>
                  </a:moveTo>
                  <a:lnTo>
                    <a:pt x="1609340" y="340172"/>
                  </a:lnTo>
                  <a:lnTo>
                    <a:pt x="1609340" y="409180"/>
                  </a:lnTo>
                  <a:lnTo>
                    <a:pt x="1458341" y="409180"/>
                  </a:lnTo>
                  <a:close/>
                  <a:moveTo>
                    <a:pt x="1078092" y="340172"/>
                  </a:moveTo>
                  <a:lnTo>
                    <a:pt x="1229162" y="340172"/>
                  </a:lnTo>
                  <a:lnTo>
                    <a:pt x="1229162" y="409180"/>
                  </a:lnTo>
                  <a:lnTo>
                    <a:pt x="1078092" y="409180"/>
                  </a:lnTo>
                  <a:close/>
                  <a:moveTo>
                    <a:pt x="703063" y="340172"/>
                  </a:moveTo>
                  <a:lnTo>
                    <a:pt x="854133" y="340172"/>
                  </a:lnTo>
                  <a:lnTo>
                    <a:pt x="854133" y="409180"/>
                  </a:lnTo>
                  <a:lnTo>
                    <a:pt x="703063" y="409180"/>
                  </a:lnTo>
                  <a:close/>
                  <a:moveTo>
                    <a:pt x="328105" y="340172"/>
                  </a:moveTo>
                  <a:lnTo>
                    <a:pt x="479175" y="340172"/>
                  </a:lnTo>
                  <a:lnTo>
                    <a:pt x="479175" y="409180"/>
                  </a:lnTo>
                  <a:lnTo>
                    <a:pt x="328105" y="409180"/>
                  </a:lnTo>
                  <a:close/>
                  <a:moveTo>
                    <a:pt x="0" y="340172"/>
                  </a:moveTo>
                  <a:lnTo>
                    <a:pt x="78110" y="340172"/>
                  </a:lnTo>
                  <a:lnTo>
                    <a:pt x="78110" y="409180"/>
                  </a:lnTo>
                  <a:lnTo>
                    <a:pt x="0" y="409180"/>
                  </a:lnTo>
                  <a:close/>
                  <a:moveTo>
                    <a:pt x="6835395" y="226923"/>
                  </a:moveTo>
                  <a:lnTo>
                    <a:pt x="6913505" y="226923"/>
                  </a:lnTo>
                  <a:lnTo>
                    <a:pt x="6913505" y="295931"/>
                  </a:lnTo>
                  <a:lnTo>
                    <a:pt x="6835395" y="295931"/>
                  </a:lnTo>
                  <a:close/>
                  <a:moveTo>
                    <a:pt x="6434329" y="226923"/>
                  </a:moveTo>
                  <a:lnTo>
                    <a:pt x="6585398" y="226923"/>
                  </a:lnTo>
                  <a:lnTo>
                    <a:pt x="6585398" y="295931"/>
                  </a:lnTo>
                  <a:lnTo>
                    <a:pt x="6434329" y="295931"/>
                  </a:lnTo>
                  <a:close/>
                  <a:moveTo>
                    <a:pt x="6059372" y="226923"/>
                  </a:moveTo>
                  <a:lnTo>
                    <a:pt x="6210442" y="226923"/>
                  </a:lnTo>
                  <a:lnTo>
                    <a:pt x="6210442" y="295931"/>
                  </a:lnTo>
                  <a:lnTo>
                    <a:pt x="6059372" y="295931"/>
                  </a:lnTo>
                  <a:close/>
                  <a:moveTo>
                    <a:pt x="5684343" y="226923"/>
                  </a:moveTo>
                  <a:lnTo>
                    <a:pt x="5835413" y="226923"/>
                  </a:lnTo>
                  <a:lnTo>
                    <a:pt x="5835413" y="295931"/>
                  </a:lnTo>
                  <a:lnTo>
                    <a:pt x="5684343" y="295931"/>
                  </a:lnTo>
                  <a:close/>
                  <a:moveTo>
                    <a:pt x="5304164" y="226923"/>
                  </a:moveTo>
                  <a:lnTo>
                    <a:pt x="5455163" y="226923"/>
                  </a:lnTo>
                  <a:lnTo>
                    <a:pt x="5455163" y="295931"/>
                  </a:lnTo>
                  <a:lnTo>
                    <a:pt x="5304164" y="295931"/>
                  </a:lnTo>
                  <a:close/>
                  <a:moveTo>
                    <a:pt x="5007316" y="226923"/>
                  </a:moveTo>
                  <a:lnTo>
                    <a:pt x="5085426" y="226923"/>
                  </a:lnTo>
                  <a:lnTo>
                    <a:pt x="5085426" y="295931"/>
                  </a:lnTo>
                  <a:lnTo>
                    <a:pt x="5007316" y="295931"/>
                  </a:lnTo>
                  <a:close/>
                  <a:moveTo>
                    <a:pt x="1828078" y="226923"/>
                  </a:moveTo>
                  <a:lnTo>
                    <a:pt x="1906188" y="226923"/>
                  </a:lnTo>
                  <a:lnTo>
                    <a:pt x="1906188" y="295931"/>
                  </a:lnTo>
                  <a:lnTo>
                    <a:pt x="1828078" y="295931"/>
                  </a:lnTo>
                  <a:close/>
                  <a:moveTo>
                    <a:pt x="1458341" y="226923"/>
                  </a:moveTo>
                  <a:lnTo>
                    <a:pt x="1609340" y="226923"/>
                  </a:lnTo>
                  <a:lnTo>
                    <a:pt x="1609340" y="295931"/>
                  </a:lnTo>
                  <a:lnTo>
                    <a:pt x="1458341" y="295931"/>
                  </a:lnTo>
                  <a:close/>
                  <a:moveTo>
                    <a:pt x="1078092" y="226923"/>
                  </a:moveTo>
                  <a:lnTo>
                    <a:pt x="1229162" y="226923"/>
                  </a:lnTo>
                  <a:lnTo>
                    <a:pt x="1229162" y="295931"/>
                  </a:lnTo>
                  <a:lnTo>
                    <a:pt x="1078092" y="295931"/>
                  </a:lnTo>
                  <a:close/>
                  <a:moveTo>
                    <a:pt x="703063" y="226923"/>
                  </a:moveTo>
                  <a:lnTo>
                    <a:pt x="854133" y="226923"/>
                  </a:lnTo>
                  <a:lnTo>
                    <a:pt x="854133" y="295931"/>
                  </a:lnTo>
                  <a:lnTo>
                    <a:pt x="703063" y="295931"/>
                  </a:lnTo>
                  <a:close/>
                  <a:moveTo>
                    <a:pt x="328105" y="226923"/>
                  </a:moveTo>
                  <a:lnTo>
                    <a:pt x="479175" y="226923"/>
                  </a:lnTo>
                  <a:lnTo>
                    <a:pt x="479175" y="295931"/>
                  </a:lnTo>
                  <a:lnTo>
                    <a:pt x="328105" y="295931"/>
                  </a:lnTo>
                  <a:close/>
                  <a:moveTo>
                    <a:pt x="0" y="226923"/>
                  </a:moveTo>
                  <a:lnTo>
                    <a:pt x="78110" y="226923"/>
                  </a:lnTo>
                  <a:lnTo>
                    <a:pt x="78110" y="295931"/>
                  </a:lnTo>
                  <a:lnTo>
                    <a:pt x="0" y="295931"/>
                  </a:lnTo>
                  <a:close/>
                  <a:moveTo>
                    <a:pt x="6835395" y="113462"/>
                  </a:moveTo>
                  <a:lnTo>
                    <a:pt x="6913505" y="113462"/>
                  </a:lnTo>
                  <a:lnTo>
                    <a:pt x="6913505" y="182470"/>
                  </a:lnTo>
                  <a:lnTo>
                    <a:pt x="6835395" y="182470"/>
                  </a:lnTo>
                  <a:close/>
                  <a:moveTo>
                    <a:pt x="6434329" y="113462"/>
                  </a:moveTo>
                  <a:lnTo>
                    <a:pt x="6585398" y="113462"/>
                  </a:lnTo>
                  <a:lnTo>
                    <a:pt x="6585398" y="182470"/>
                  </a:lnTo>
                  <a:lnTo>
                    <a:pt x="6434329" y="182470"/>
                  </a:lnTo>
                  <a:close/>
                  <a:moveTo>
                    <a:pt x="6059372" y="113462"/>
                  </a:moveTo>
                  <a:lnTo>
                    <a:pt x="6210442" y="113462"/>
                  </a:lnTo>
                  <a:lnTo>
                    <a:pt x="6210442" y="182470"/>
                  </a:lnTo>
                  <a:lnTo>
                    <a:pt x="6059372" y="182470"/>
                  </a:lnTo>
                  <a:close/>
                  <a:moveTo>
                    <a:pt x="5684343" y="113462"/>
                  </a:moveTo>
                  <a:lnTo>
                    <a:pt x="5835413" y="113462"/>
                  </a:lnTo>
                  <a:lnTo>
                    <a:pt x="5835413" y="182470"/>
                  </a:lnTo>
                  <a:lnTo>
                    <a:pt x="5684343" y="182470"/>
                  </a:lnTo>
                  <a:close/>
                  <a:moveTo>
                    <a:pt x="5304164" y="113462"/>
                  </a:moveTo>
                  <a:lnTo>
                    <a:pt x="5455163" y="113462"/>
                  </a:lnTo>
                  <a:lnTo>
                    <a:pt x="5455163" y="182470"/>
                  </a:lnTo>
                  <a:lnTo>
                    <a:pt x="5304164" y="182470"/>
                  </a:lnTo>
                  <a:close/>
                  <a:moveTo>
                    <a:pt x="5007316" y="113462"/>
                  </a:moveTo>
                  <a:lnTo>
                    <a:pt x="5085426" y="113462"/>
                  </a:lnTo>
                  <a:lnTo>
                    <a:pt x="5085426" y="182470"/>
                  </a:lnTo>
                  <a:lnTo>
                    <a:pt x="5007316" y="182470"/>
                  </a:lnTo>
                  <a:close/>
                  <a:moveTo>
                    <a:pt x="1828078" y="113462"/>
                  </a:moveTo>
                  <a:lnTo>
                    <a:pt x="1906188" y="113462"/>
                  </a:lnTo>
                  <a:lnTo>
                    <a:pt x="1906188" y="182470"/>
                  </a:lnTo>
                  <a:lnTo>
                    <a:pt x="1828078" y="182470"/>
                  </a:lnTo>
                  <a:close/>
                  <a:moveTo>
                    <a:pt x="1458341" y="113462"/>
                  </a:moveTo>
                  <a:lnTo>
                    <a:pt x="1609340" y="113462"/>
                  </a:lnTo>
                  <a:lnTo>
                    <a:pt x="1609340" y="182470"/>
                  </a:lnTo>
                  <a:lnTo>
                    <a:pt x="1458341" y="182470"/>
                  </a:lnTo>
                  <a:close/>
                  <a:moveTo>
                    <a:pt x="1078092" y="113462"/>
                  </a:moveTo>
                  <a:lnTo>
                    <a:pt x="1229162" y="113462"/>
                  </a:lnTo>
                  <a:lnTo>
                    <a:pt x="1229162" y="182470"/>
                  </a:lnTo>
                  <a:lnTo>
                    <a:pt x="1078092" y="182470"/>
                  </a:lnTo>
                  <a:close/>
                  <a:moveTo>
                    <a:pt x="703063" y="113462"/>
                  </a:moveTo>
                  <a:lnTo>
                    <a:pt x="854133" y="113462"/>
                  </a:lnTo>
                  <a:lnTo>
                    <a:pt x="854133" y="182470"/>
                  </a:lnTo>
                  <a:lnTo>
                    <a:pt x="703063" y="182470"/>
                  </a:lnTo>
                  <a:close/>
                  <a:moveTo>
                    <a:pt x="328105" y="113462"/>
                  </a:moveTo>
                  <a:lnTo>
                    <a:pt x="479175" y="113462"/>
                  </a:lnTo>
                  <a:lnTo>
                    <a:pt x="479175" y="182470"/>
                  </a:lnTo>
                  <a:lnTo>
                    <a:pt x="328105" y="182470"/>
                  </a:lnTo>
                  <a:close/>
                  <a:moveTo>
                    <a:pt x="0" y="113462"/>
                  </a:moveTo>
                  <a:lnTo>
                    <a:pt x="78110" y="113462"/>
                  </a:lnTo>
                  <a:lnTo>
                    <a:pt x="78110" y="182470"/>
                  </a:lnTo>
                  <a:lnTo>
                    <a:pt x="0" y="182470"/>
                  </a:lnTo>
                  <a:close/>
                  <a:moveTo>
                    <a:pt x="6835395" y="0"/>
                  </a:moveTo>
                  <a:lnTo>
                    <a:pt x="6913505" y="0"/>
                  </a:lnTo>
                  <a:lnTo>
                    <a:pt x="6913505" y="69008"/>
                  </a:lnTo>
                  <a:lnTo>
                    <a:pt x="6835395" y="69008"/>
                  </a:lnTo>
                  <a:close/>
                  <a:moveTo>
                    <a:pt x="6434329" y="0"/>
                  </a:moveTo>
                  <a:lnTo>
                    <a:pt x="6585398" y="0"/>
                  </a:lnTo>
                  <a:lnTo>
                    <a:pt x="6585398" y="69008"/>
                  </a:lnTo>
                  <a:lnTo>
                    <a:pt x="6434329" y="69008"/>
                  </a:lnTo>
                  <a:close/>
                  <a:moveTo>
                    <a:pt x="6059372" y="0"/>
                  </a:moveTo>
                  <a:lnTo>
                    <a:pt x="6210442" y="0"/>
                  </a:lnTo>
                  <a:lnTo>
                    <a:pt x="6210442" y="69008"/>
                  </a:lnTo>
                  <a:lnTo>
                    <a:pt x="6059372" y="69008"/>
                  </a:lnTo>
                  <a:close/>
                  <a:moveTo>
                    <a:pt x="5684343" y="0"/>
                  </a:moveTo>
                  <a:lnTo>
                    <a:pt x="5835413" y="0"/>
                  </a:lnTo>
                  <a:lnTo>
                    <a:pt x="5835413" y="69008"/>
                  </a:lnTo>
                  <a:lnTo>
                    <a:pt x="5684343" y="69008"/>
                  </a:lnTo>
                  <a:close/>
                  <a:moveTo>
                    <a:pt x="5304164" y="0"/>
                  </a:moveTo>
                  <a:lnTo>
                    <a:pt x="5455163" y="0"/>
                  </a:lnTo>
                  <a:lnTo>
                    <a:pt x="5455163" y="69008"/>
                  </a:lnTo>
                  <a:lnTo>
                    <a:pt x="5304164" y="69008"/>
                  </a:lnTo>
                  <a:close/>
                  <a:moveTo>
                    <a:pt x="5007316" y="0"/>
                  </a:moveTo>
                  <a:lnTo>
                    <a:pt x="5085426" y="0"/>
                  </a:lnTo>
                  <a:lnTo>
                    <a:pt x="5085426" y="69008"/>
                  </a:lnTo>
                  <a:lnTo>
                    <a:pt x="5007316" y="69008"/>
                  </a:lnTo>
                  <a:close/>
                  <a:moveTo>
                    <a:pt x="1828078" y="0"/>
                  </a:moveTo>
                  <a:lnTo>
                    <a:pt x="1906188" y="0"/>
                  </a:lnTo>
                  <a:lnTo>
                    <a:pt x="1906188" y="69008"/>
                  </a:lnTo>
                  <a:lnTo>
                    <a:pt x="1828078" y="69008"/>
                  </a:lnTo>
                  <a:close/>
                  <a:moveTo>
                    <a:pt x="1458341" y="0"/>
                  </a:moveTo>
                  <a:lnTo>
                    <a:pt x="1609340" y="0"/>
                  </a:lnTo>
                  <a:lnTo>
                    <a:pt x="1609340" y="69008"/>
                  </a:lnTo>
                  <a:lnTo>
                    <a:pt x="1458341" y="69008"/>
                  </a:lnTo>
                  <a:close/>
                  <a:moveTo>
                    <a:pt x="1078092" y="0"/>
                  </a:moveTo>
                  <a:lnTo>
                    <a:pt x="1229162" y="0"/>
                  </a:lnTo>
                  <a:lnTo>
                    <a:pt x="1229162" y="69008"/>
                  </a:lnTo>
                  <a:lnTo>
                    <a:pt x="1078092" y="69008"/>
                  </a:lnTo>
                  <a:close/>
                  <a:moveTo>
                    <a:pt x="703063" y="0"/>
                  </a:moveTo>
                  <a:lnTo>
                    <a:pt x="854133" y="0"/>
                  </a:lnTo>
                  <a:lnTo>
                    <a:pt x="854133" y="69008"/>
                  </a:lnTo>
                  <a:lnTo>
                    <a:pt x="703063" y="69008"/>
                  </a:lnTo>
                  <a:close/>
                  <a:moveTo>
                    <a:pt x="328105" y="0"/>
                  </a:moveTo>
                  <a:lnTo>
                    <a:pt x="479175" y="0"/>
                  </a:lnTo>
                  <a:lnTo>
                    <a:pt x="479175" y="69008"/>
                  </a:lnTo>
                  <a:lnTo>
                    <a:pt x="328105" y="69008"/>
                  </a:lnTo>
                  <a:close/>
                  <a:moveTo>
                    <a:pt x="0" y="0"/>
                  </a:moveTo>
                  <a:lnTo>
                    <a:pt x="78110" y="0"/>
                  </a:lnTo>
                  <a:lnTo>
                    <a:pt x="78110" y="69008"/>
                  </a:lnTo>
                  <a:lnTo>
                    <a:pt x="0" y="69008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312" name="任意多边形: 形状 311"/>
            <p:cNvSpPr/>
            <p:nvPr/>
          </p:nvSpPr>
          <p:spPr>
            <a:xfrm>
              <a:off x="2481325" y="315666"/>
              <a:ext cx="7225946" cy="2930019"/>
            </a:xfrm>
            <a:custGeom>
              <a:avLst/>
              <a:gdLst>
                <a:gd name="connsiteX0" fmla="*/ 3032026 w 7225946"/>
                <a:gd name="connsiteY0" fmla="*/ 2808697 h 2930019"/>
                <a:gd name="connsiteX1" fmla="*/ 3048474 w 7225946"/>
                <a:gd name="connsiteY1" fmla="*/ 2808697 h 2930019"/>
                <a:gd name="connsiteX2" fmla="*/ 3056745 w 7225946"/>
                <a:gd name="connsiteY2" fmla="*/ 2810883 h 2930019"/>
                <a:gd name="connsiteX3" fmla="*/ 3059502 w 7225946"/>
                <a:gd name="connsiteY3" fmla="*/ 2817538 h 2930019"/>
                <a:gd name="connsiteX4" fmla="*/ 3056840 w 7225946"/>
                <a:gd name="connsiteY4" fmla="*/ 2825144 h 2930019"/>
                <a:gd name="connsiteX5" fmla="*/ 3048759 w 7225946"/>
                <a:gd name="connsiteY5" fmla="*/ 2827615 h 2930019"/>
                <a:gd name="connsiteX6" fmla="*/ 3032122 w 7225946"/>
                <a:gd name="connsiteY6" fmla="*/ 2827615 h 2930019"/>
                <a:gd name="connsiteX7" fmla="*/ 4776309 w 7225946"/>
                <a:gd name="connsiteY7" fmla="*/ 2799690 h 2930019"/>
                <a:gd name="connsiteX8" fmla="*/ 4776358 w 7225946"/>
                <a:gd name="connsiteY8" fmla="*/ 2799801 h 2930019"/>
                <a:gd name="connsiteX9" fmla="*/ 4776263 w 7225946"/>
                <a:gd name="connsiteY9" fmla="*/ 2799801 h 2930019"/>
                <a:gd name="connsiteX10" fmla="*/ 3032026 w 7225946"/>
                <a:gd name="connsiteY10" fmla="*/ 2781031 h 2930019"/>
                <a:gd name="connsiteX11" fmla="*/ 3047238 w 7225946"/>
                <a:gd name="connsiteY11" fmla="*/ 2781031 h 2930019"/>
                <a:gd name="connsiteX12" fmla="*/ 3055319 w 7225946"/>
                <a:gd name="connsiteY12" fmla="*/ 2782838 h 2930019"/>
                <a:gd name="connsiteX13" fmla="*/ 3057981 w 7225946"/>
                <a:gd name="connsiteY13" fmla="*/ 2788256 h 2930019"/>
                <a:gd name="connsiteX14" fmla="*/ 3055509 w 7225946"/>
                <a:gd name="connsiteY14" fmla="*/ 2794626 h 2930019"/>
                <a:gd name="connsiteX15" fmla="*/ 3047809 w 7225946"/>
                <a:gd name="connsiteY15" fmla="*/ 2796717 h 2930019"/>
                <a:gd name="connsiteX16" fmla="*/ 3032122 w 7225946"/>
                <a:gd name="connsiteY16" fmla="*/ 2796717 h 2930019"/>
                <a:gd name="connsiteX17" fmla="*/ 4633391 w 7225946"/>
                <a:gd name="connsiteY17" fmla="*/ 2779039 h 2930019"/>
                <a:gd name="connsiteX18" fmla="*/ 4643940 w 7225946"/>
                <a:gd name="connsiteY18" fmla="*/ 2785499 h 2930019"/>
                <a:gd name="connsiteX19" fmla="*/ 4648693 w 7225946"/>
                <a:gd name="connsiteY19" fmla="*/ 2804513 h 2930019"/>
                <a:gd name="connsiteX20" fmla="*/ 4643940 w 7225946"/>
                <a:gd name="connsiteY20" fmla="*/ 2822576 h 2930019"/>
                <a:gd name="connsiteX21" fmla="*/ 4643939 w 7225946"/>
                <a:gd name="connsiteY21" fmla="*/ 2822576 h 2930019"/>
                <a:gd name="connsiteX22" fmla="*/ 4640580 w 7225946"/>
                <a:gd name="connsiteY22" fmla="*/ 2825936 h 2930019"/>
                <a:gd name="connsiteX23" fmla="*/ 4617701 w 7225946"/>
                <a:gd name="connsiteY23" fmla="*/ 2822576 h 2930019"/>
                <a:gd name="connsiteX24" fmla="*/ 4613042 w 7225946"/>
                <a:gd name="connsiteY24" fmla="*/ 2804513 h 2930019"/>
                <a:gd name="connsiteX25" fmla="*/ 4617796 w 7225946"/>
                <a:gd name="connsiteY25" fmla="*/ 2785499 h 2930019"/>
                <a:gd name="connsiteX26" fmla="*/ 4621364 w 7225946"/>
                <a:gd name="connsiteY26" fmla="*/ 2781931 h 2930019"/>
                <a:gd name="connsiteX27" fmla="*/ 4633391 w 7225946"/>
                <a:gd name="connsiteY27" fmla="*/ 2779039 h 2930019"/>
                <a:gd name="connsiteX28" fmla="*/ 4499261 w 7225946"/>
                <a:gd name="connsiteY28" fmla="*/ 2779035 h 2930019"/>
                <a:gd name="connsiteX29" fmla="*/ 4509892 w 7225946"/>
                <a:gd name="connsiteY29" fmla="*/ 2785500 h 2930019"/>
                <a:gd name="connsiteX30" fmla="*/ 4514550 w 7225946"/>
                <a:gd name="connsiteY30" fmla="*/ 2804514 h 2930019"/>
                <a:gd name="connsiteX31" fmla="*/ 4509892 w 7225946"/>
                <a:gd name="connsiteY31" fmla="*/ 2822577 h 2930019"/>
                <a:gd name="connsiteX32" fmla="*/ 4506532 w 7225946"/>
                <a:gd name="connsiteY32" fmla="*/ 2825936 h 2930019"/>
                <a:gd name="connsiteX33" fmla="*/ 4483652 w 7225946"/>
                <a:gd name="connsiteY33" fmla="*/ 2822577 h 2930019"/>
                <a:gd name="connsiteX34" fmla="*/ 4478994 w 7225946"/>
                <a:gd name="connsiteY34" fmla="*/ 2804514 h 2930019"/>
                <a:gd name="connsiteX35" fmla="*/ 4483652 w 7225946"/>
                <a:gd name="connsiteY35" fmla="*/ 2785500 h 2930019"/>
                <a:gd name="connsiteX36" fmla="*/ 4487172 w 7225946"/>
                <a:gd name="connsiteY36" fmla="*/ 2781980 h 2930019"/>
                <a:gd name="connsiteX37" fmla="*/ 4499261 w 7225946"/>
                <a:gd name="connsiteY37" fmla="*/ 2779035 h 2930019"/>
                <a:gd name="connsiteX38" fmla="*/ 4003470 w 7225946"/>
                <a:gd name="connsiteY38" fmla="*/ 2779035 h 2930019"/>
                <a:gd name="connsiteX39" fmla="*/ 4014101 w 7225946"/>
                <a:gd name="connsiteY39" fmla="*/ 2785500 h 2930019"/>
                <a:gd name="connsiteX40" fmla="*/ 4018759 w 7225946"/>
                <a:gd name="connsiteY40" fmla="*/ 2804514 h 2930019"/>
                <a:gd name="connsiteX41" fmla="*/ 4014101 w 7225946"/>
                <a:gd name="connsiteY41" fmla="*/ 2822577 h 2930019"/>
                <a:gd name="connsiteX42" fmla="*/ 4010741 w 7225946"/>
                <a:gd name="connsiteY42" fmla="*/ 2825936 h 2930019"/>
                <a:gd name="connsiteX43" fmla="*/ 3987861 w 7225946"/>
                <a:gd name="connsiteY43" fmla="*/ 2822577 h 2930019"/>
                <a:gd name="connsiteX44" fmla="*/ 3983203 w 7225946"/>
                <a:gd name="connsiteY44" fmla="*/ 2804514 h 2930019"/>
                <a:gd name="connsiteX45" fmla="*/ 3987861 w 7225946"/>
                <a:gd name="connsiteY45" fmla="*/ 2785500 h 2930019"/>
                <a:gd name="connsiteX46" fmla="*/ 3991381 w 7225946"/>
                <a:gd name="connsiteY46" fmla="*/ 2781980 h 2930019"/>
                <a:gd name="connsiteX47" fmla="*/ 4003470 w 7225946"/>
                <a:gd name="connsiteY47" fmla="*/ 2779035 h 2930019"/>
                <a:gd name="connsiteX48" fmla="*/ 4746410 w 7225946"/>
                <a:gd name="connsiteY48" fmla="*/ 2768903 h 2930019"/>
                <a:gd name="connsiteX49" fmla="*/ 4769227 w 7225946"/>
                <a:gd name="connsiteY49" fmla="*/ 2813396 h 2930019"/>
                <a:gd name="connsiteX50" fmla="*/ 4769227 w 7225946"/>
                <a:gd name="connsiteY50" fmla="*/ 2840206 h 2930019"/>
                <a:gd name="connsiteX51" fmla="*/ 4776167 w 7225946"/>
                <a:gd name="connsiteY51" fmla="*/ 2840206 h 2930019"/>
                <a:gd name="connsiteX52" fmla="*/ 4782917 w 7225946"/>
                <a:gd name="connsiteY52" fmla="*/ 2840206 h 2930019"/>
                <a:gd name="connsiteX53" fmla="*/ 4782917 w 7225946"/>
                <a:gd name="connsiteY53" fmla="*/ 2813110 h 2930019"/>
                <a:gd name="connsiteX54" fmla="*/ 4804593 w 7225946"/>
                <a:gd name="connsiteY54" fmla="*/ 2768903 h 2930019"/>
                <a:gd name="connsiteX55" fmla="*/ 4796893 w 7225946"/>
                <a:gd name="connsiteY55" fmla="*/ 2768903 h 2930019"/>
                <a:gd name="connsiteX56" fmla="*/ 4789097 w 7225946"/>
                <a:gd name="connsiteY56" fmla="*/ 2768903 h 2930019"/>
                <a:gd name="connsiteX57" fmla="*/ 4776309 w 7225946"/>
                <a:gd name="connsiteY57" fmla="*/ 2799690 h 2930019"/>
                <a:gd name="connsiteX58" fmla="*/ 4762668 w 7225946"/>
                <a:gd name="connsiteY58" fmla="*/ 2768903 h 2930019"/>
                <a:gd name="connsiteX59" fmla="*/ 4754491 w 7225946"/>
                <a:gd name="connsiteY59" fmla="*/ 2768903 h 2930019"/>
                <a:gd name="connsiteX60" fmla="*/ 4543245 w 7225946"/>
                <a:gd name="connsiteY60" fmla="*/ 2768903 h 2930019"/>
                <a:gd name="connsiteX61" fmla="*/ 4543245 w 7225946"/>
                <a:gd name="connsiteY61" fmla="*/ 2840110 h 2930019"/>
                <a:gd name="connsiteX62" fmla="*/ 4589449 w 7225946"/>
                <a:gd name="connsiteY62" fmla="*/ 2840110 h 2930019"/>
                <a:gd name="connsiteX63" fmla="*/ 4589449 w 7225946"/>
                <a:gd name="connsiteY63" fmla="*/ 2833836 h 2930019"/>
                <a:gd name="connsiteX64" fmla="*/ 4589449 w 7225946"/>
                <a:gd name="connsiteY64" fmla="*/ 2827466 h 2930019"/>
                <a:gd name="connsiteX65" fmla="*/ 4556935 w 7225946"/>
                <a:gd name="connsiteY65" fmla="*/ 2827466 h 2930019"/>
                <a:gd name="connsiteX66" fmla="*/ 4556935 w 7225946"/>
                <a:gd name="connsiteY66" fmla="*/ 2768903 h 2930019"/>
                <a:gd name="connsiteX67" fmla="*/ 4550090 w 7225946"/>
                <a:gd name="connsiteY67" fmla="*/ 2768903 h 2930019"/>
                <a:gd name="connsiteX68" fmla="*/ 4398359 w 7225946"/>
                <a:gd name="connsiteY68" fmla="*/ 2768903 h 2930019"/>
                <a:gd name="connsiteX69" fmla="*/ 4398359 w 7225946"/>
                <a:gd name="connsiteY69" fmla="*/ 2840110 h 2930019"/>
                <a:gd name="connsiteX70" fmla="*/ 4404729 w 7225946"/>
                <a:gd name="connsiteY70" fmla="*/ 2840110 h 2930019"/>
                <a:gd name="connsiteX71" fmla="*/ 4411098 w 7225946"/>
                <a:gd name="connsiteY71" fmla="*/ 2840110 h 2930019"/>
                <a:gd name="connsiteX72" fmla="*/ 4411098 w 7225946"/>
                <a:gd name="connsiteY72" fmla="*/ 2788772 h 2930019"/>
                <a:gd name="connsiteX73" fmla="*/ 4438098 w 7225946"/>
                <a:gd name="connsiteY73" fmla="*/ 2840110 h 2930019"/>
                <a:gd name="connsiteX74" fmla="*/ 4444943 w 7225946"/>
                <a:gd name="connsiteY74" fmla="*/ 2840110 h 2930019"/>
                <a:gd name="connsiteX75" fmla="*/ 4451788 w 7225946"/>
                <a:gd name="connsiteY75" fmla="*/ 2840110 h 2930019"/>
                <a:gd name="connsiteX76" fmla="*/ 4451788 w 7225946"/>
                <a:gd name="connsiteY76" fmla="*/ 2768903 h 2930019"/>
                <a:gd name="connsiteX77" fmla="*/ 4445324 w 7225946"/>
                <a:gd name="connsiteY77" fmla="*/ 2768903 h 2930019"/>
                <a:gd name="connsiteX78" fmla="*/ 4438955 w 7225946"/>
                <a:gd name="connsiteY78" fmla="*/ 2768903 h 2930019"/>
                <a:gd name="connsiteX79" fmla="*/ 4438955 w 7225946"/>
                <a:gd name="connsiteY79" fmla="*/ 2818910 h 2930019"/>
                <a:gd name="connsiteX80" fmla="*/ 4412620 w 7225946"/>
                <a:gd name="connsiteY80" fmla="*/ 2768903 h 2930019"/>
                <a:gd name="connsiteX81" fmla="*/ 4405490 w 7225946"/>
                <a:gd name="connsiteY81" fmla="*/ 2768903 h 2930019"/>
                <a:gd name="connsiteX82" fmla="*/ 4328956 w 7225946"/>
                <a:gd name="connsiteY82" fmla="*/ 2768903 h 2930019"/>
                <a:gd name="connsiteX83" fmla="*/ 4328956 w 7225946"/>
                <a:gd name="connsiteY83" fmla="*/ 2840110 h 2930019"/>
                <a:gd name="connsiteX84" fmla="*/ 4335801 w 7225946"/>
                <a:gd name="connsiteY84" fmla="*/ 2840110 h 2930019"/>
                <a:gd name="connsiteX85" fmla="*/ 4342552 w 7225946"/>
                <a:gd name="connsiteY85" fmla="*/ 2840110 h 2930019"/>
                <a:gd name="connsiteX86" fmla="*/ 4342552 w 7225946"/>
                <a:gd name="connsiteY86" fmla="*/ 2807882 h 2930019"/>
                <a:gd name="connsiteX87" fmla="*/ 4368220 w 7225946"/>
                <a:gd name="connsiteY87" fmla="*/ 2807882 h 2930019"/>
                <a:gd name="connsiteX88" fmla="*/ 4368220 w 7225946"/>
                <a:gd name="connsiteY88" fmla="*/ 2840110 h 2930019"/>
                <a:gd name="connsiteX89" fmla="*/ 4375065 w 7225946"/>
                <a:gd name="connsiteY89" fmla="*/ 2840110 h 2930019"/>
                <a:gd name="connsiteX90" fmla="*/ 4381910 w 7225946"/>
                <a:gd name="connsiteY90" fmla="*/ 2840110 h 2930019"/>
                <a:gd name="connsiteX91" fmla="*/ 4381910 w 7225946"/>
                <a:gd name="connsiteY91" fmla="*/ 2768903 h 2930019"/>
                <a:gd name="connsiteX92" fmla="*/ 4375065 w 7225946"/>
                <a:gd name="connsiteY92" fmla="*/ 2768903 h 2930019"/>
                <a:gd name="connsiteX93" fmla="*/ 4368220 w 7225946"/>
                <a:gd name="connsiteY93" fmla="*/ 2768903 h 2930019"/>
                <a:gd name="connsiteX94" fmla="*/ 4368220 w 7225946"/>
                <a:gd name="connsiteY94" fmla="*/ 2795617 h 2930019"/>
                <a:gd name="connsiteX95" fmla="*/ 4342552 w 7225946"/>
                <a:gd name="connsiteY95" fmla="*/ 2795617 h 2930019"/>
                <a:gd name="connsiteX96" fmla="*/ 4342552 w 7225946"/>
                <a:gd name="connsiteY96" fmla="*/ 2768903 h 2930019"/>
                <a:gd name="connsiteX97" fmla="*/ 4335707 w 7225946"/>
                <a:gd name="connsiteY97" fmla="*/ 2768903 h 2930019"/>
                <a:gd name="connsiteX98" fmla="*/ 4195289 w 7225946"/>
                <a:gd name="connsiteY98" fmla="*/ 2768903 h 2930019"/>
                <a:gd name="connsiteX99" fmla="*/ 4195289 w 7225946"/>
                <a:gd name="connsiteY99" fmla="*/ 2840110 h 2930019"/>
                <a:gd name="connsiteX100" fmla="*/ 4245011 w 7225946"/>
                <a:gd name="connsiteY100" fmla="*/ 2840110 h 2930019"/>
                <a:gd name="connsiteX101" fmla="*/ 4245011 w 7225946"/>
                <a:gd name="connsiteY101" fmla="*/ 2833836 h 2930019"/>
                <a:gd name="connsiteX102" fmla="*/ 4245011 w 7225946"/>
                <a:gd name="connsiteY102" fmla="*/ 2827466 h 2930019"/>
                <a:gd name="connsiteX103" fmla="*/ 4208979 w 7225946"/>
                <a:gd name="connsiteY103" fmla="*/ 2827466 h 2930019"/>
                <a:gd name="connsiteX104" fmla="*/ 4208979 w 7225946"/>
                <a:gd name="connsiteY104" fmla="*/ 2808927 h 2930019"/>
                <a:gd name="connsiteX105" fmla="*/ 4241018 w 7225946"/>
                <a:gd name="connsiteY105" fmla="*/ 2808927 h 2930019"/>
                <a:gd name="connsiteX106" fmla="*/ 4241018 w 7225946"/>
                <a:gd name="connsiteY106" fmla="*/ 2802748 h 2930019"/>
                <a:gd name="connsiteX107" fmla="*/ 4241018 w 7225946"/>
                <a:gd name="connsiteY107" fmla="*/ 2796663 h 2930019"/>
                <a:gd name="connsiteX108" fmla="*/ 4208979 w 7225946"/>
                <a:gd name="connsiteY108" fmla="*/ 2796663 h 2930019"/>
                <a:gd name="connsiteX109" fmla="*/ 4208979 w 7225946"/>
                <a:gd name="connsiteY109" fmla="*/ 2781547 h 2930019"/>
                <a:gd name="connsiteX110" fmla="*/ 4243490 w 7225946"/>
                <a:gd name="connsiteY110" fmla="*/ 2781547 h 2930019"/>
                <a:gd name="connsiteX111" fmla="*/ 4243490 w 7225946"/>
                <a:gd name="connsiteY111" fmla="*/ 2775177 h 2930019"/>
                <a:gd name="connsiteX112" fmla="*/ 4243490 w 7225946"/>
                <a:gd name="connsiteY112" fmla="*/ 2768903 h 2930019"/>
                <a:gd name="connsiteX113" fmla="*/ 4130165 w 7225946"/>
                <a:gd name="connsiteY113" fmla="*/ 2768903 h 2930019"/>
                <a:gd name="connsiteX114" fmla="*/ 4130165 w 7225946"/>
                <a:gd name="connsiteY114" fmla="*/ 2775273 h 2930019"/>
                <a:gd name="connsiteX115" fmla="*/ 4130165 w 7225946"/>
                <a:gd name="connsiteY115" fmla="*/ 2781547 h 2930019"/>
                <a:gd name="connsiteX116" fmla="*/ 4150035 w 7225946"/>
                <a:gd name="connsiteY116" fmla="*/ 2781547 h 2930019"/>
                <a:gd name="connsiteX117" fmla="*/ 4150035 w 7225946"/>
                <a:gd name="connsiteY117" fmla="*/ 2840110 h 2930019"/>
                <a:gd name="connsiteX118" fmla="*/ 4156880 w 7225946"/>
                <a:gd name="connsiteY118" fmla="*/ 2840110 h 2930019"/>
                <a:gd name="connsiteX119" fmla="*/ 4163630 w 7225946"/>
                <a:gd name="connsiteY119" fmla="*/ 2840110 h 2930019"/>
                <a:gd name="connsiteX120" fmla="*/ 4163630 w 7225946"/>
                <a:gd name="connsiteY120" fmla="*/ 2781547 h 2930019"/>
                <a:gd name="connsiteX121" fmla="*/ 4183499 w 7225946"/>
                <a:gd name="connsiteY121" fmla="*/ 2781547 h 2930019"/>
                <a:gd name="connsiteX122" fmla="*/ 4183499 w 7225946"/>
                <a:gd name="connsiteY122" fmla="*/ 2775177 h 2930019"/>
                <a:gd name="connsiteX123" fmla="*/ 4183499 w 7225946"/>
                <a:gd name="connsiteY123" fmla="*/ 2768903 h 2930019"/>
                <a:gd name="connsiteX124" fmla="*/ 4047454 w 7225946"/>
                <a:gd name="connsiteY124" fmla="*/ 2768903 h 2930019"/>
                <a:gd name="connsiteX125" fmla="*/ 4047454 w 7225946"/>
                <a:gd name="connsiteY125" fmla="*/ 2840110 h 2930019"/>
                <a:gd name="connsiteX126" fmla="*/ 4054299 w 7225946"/>
                <a:gd name="connsiteY126" fmla="*/ 2840110 h 2930019"/>
                <a:gd name="connsiteX127" fmla="*/ 4061144 w 7225946"/>
                <a:gd name="connsiteY127" fmla="*/ 2840110 h 2930019"/>
                <a:gd name="connsiteX128" fmla="*/ 4061144 w 7225946"/>
                <a:gd name="connsiteY128" fmla="*/ 2809973 h 2930019"/>
                <a:gd name="connsiteX129" fmla="*/ 4089856 w 7225946"/>
                <a:gd name="connsiteY129" fmla="*/ 2809973 h 2930019"/>
                <a:gd name="connsiteX130" fmla="*/ 4089856 w 7225946"/>
                <a:gd name="connsiteY130" fmla="*/ 2803889 h 2930019"/>
                <a:gd name="connsiteX131" fmla="*/ 4089856 w 7225946"/>
                <a:gd name="connsiteY131" fmla="*/ 2797710 h 2930019"/>
                <a:gd name="connsiteX132" fmla="*/ 4061144 w 7225946"/>
                <a:gd name="connsiteY132" fmla="*/ 2797710 h 2930019"/>
                <a:gd name="connsiteX133" fmla="*/ 4061144 w 7225946"/>
                <a:gd name="connsiteY133" fmla="*/ 2781547 h 2930019"/>
                <a:gd name="connsiteX134" fmla="*/ 4094038 w 7225946"/>
                <a:gd name="connsiteY134" fmla="*/ 2781547 h 2930019"/>
                <a:gd name="connsiteX135" fmla="*/ 4094038 w 7225946"/>
                <a:gd name="connsiteY135" fmla="*/ 2775177 h 2930019"/>
                <a:gd name="connsiteX136" fmla="*/ 4094038 w 7225946"/>
                <a:gd name="connsiteY136" fmla="*/ 2768903 h 2930019"/>
                <a:gd name="connsiteX137" fmla="*/ 3879181 w 7225946"/>
                <a:gd name="connsiteY137" fmla="*/ 2768903 h 2930019"/>
                <a:gd name="connsiteX138" fmla="*/ 3879181 w 7225946"/>
                <a:gd name="connsiteY138" fmla="*/ 2840110 h 2930019"/>
                <a:gd name="connsiteX139" fmla="*/ 3928998 w 7225946"/>
                <a:gd name="connsiteY139" fmla="*/ 2840110 h 2930019"/>
                <a:gd name="connsiteX140" fmla="*/ 3928998 w 7225946"/>
                <a:gd name="connsiteY140" fmla="*/ 2833836 h 2930019"/>
                <a:gd name="connsiteX141" fmla="*/ 3928998 w 7225946"/>
                <a:gd name="connsiteY141" fmla="*/ 2827466 h 2930019"/>
                <a:gd name="connsiteX142" fmla="*/ 3892871 w 7225946"/>
                <a:gd name="connsiteY142" fmla="*/ 2827466 h 2930019"/>
                <a:gd name="connsiteX143" fmla="*/ 3892871 w 7225946"/>
                <a:gd name="connsiteY143" fmla="*/ 2808927 h 2930019"/>
                <a:gd name="connsiteX144" fmla="*/ 3924910 w 7225946"/>
                <a:gd name="connsiteY144" fmla="*/ 2808927 h 2930019"/>
                <a:gd name="connsiteX145" fmla="*/ 3924910 w 7225946"/>
                <a:gd name="connsiteY145" fmla="*/ 2802748 h 2930019"/>
                <a:gd name="connsiteX146" fmla="*/ 3924910 w 7225946"/>
                <a:gd name="connsiteY146" fmla="*/ 2796663 h 2930019"/>
                <a:gd name="connsiteX147" fmla="*/ 3892871 w 7225946"/>
                <a:gd name="connsiteY147" fmla="*/ 2796663 h 2930019"/>
                <a:gd name="connsiteX148" fmla="*/ 3892871 w 7225946"/>
                <a:gd name="connsiteY148" fmla="*/ 2781547 h 2930019"/>
                <a:gd name="connsiteX149" fmla="*/ 3927477 w 7225946"/>
                <a:gd name="connsiteY149" fmla="*/ 2781547 h 2930019"/>
                <a:gd name="connsiteX150" fmla="*/ 3927477 w 7225946"/>
                <a:gd name="connsiteY150" fmla="*/ 2775177 h 2930019"/>
                <a:gd name="connsiteX151" fmla="*/ 3927477 w 7225946"/>
                <a:gd name="connsiteY151" fmla="*/ 2768903 h 2930019"/>
                <a:gd name="connsiteX152" fmla="*/ 3814153 w 7225946"/>
                <a:gd name="connsiteY152" fmla="*/ 2768903 h 2930019"/>
                <a:gd name="connsiteX153" fmla="*/ 3814153 w 7225946"/>
                <a:gd name="connsiteY153" fmla="*/ 2775273 h 2930019"/>
                <a:gd name="connsiteX154" fmla="*/ 3814153 w 7225946"/>
                <a:gd name="connsiteY154" fmla="*/ 2781547 h 2930019"/>
                <a:gd name="connsiteX155" fmla="*/ 3833928 w 7225946"/>
                <a:gd name="connsiteY155" fmla="*/ 2781547 h 2930019"/>
                <a:gd name="connsiteX156" fmla="*/ 3833928 w 7225946"/>
                <a:gd name="connsiteY156" fmla="*/ 2840110 h 2930019"/>
                <a:gd name="connsiteX157" fmla="*/ 3840773 w 7225946"/>
                <a:gd name="connsiteY157" fmla="*/ 2840110 h 2930019"/>
                <a:gd name="connsiteX158" fmla="*/ 3847618 w 7225946"/>
                <a:gd name="connsiteY158" fmla="*/ 2840110 h 2930019"/>
                <a:gd name="connsiteX159" fmla="*/ 3847618 w 7225946"/>
                <a:gd name="connsiteY159" fmla="*/ 2781547 h 2930019"/>
                <a:gd name="connsiteX160" fmla="*/ 3867392 w 7225946"/>
                <a:gd name="connsiteY160" fmla="*/ 2781547 h 2930019"/>
                <a:gd name="connsiteX161" fmla="*/ 3867392 w 7225946"/>
                <a:gd name="connsiteY161" fmla="*/ 2775177 h 2930019"/>
                <a:gd name="connsiteX162" fmla="*/ 3867392 w 7225946"/>
                <a:gd name="connsiteY162" fmla="*/ 2768903 h 2930019"/>
                <a:gd name="connsiteX163" fmla="*/ 3685142 w 7225946"/>
                <a:gd name="connsiteY163" fmla="*/ 2768903 h 2930019"/>
                <a:gd name="connsiteX164" fmla="*/ 3685142 w 7225946"/>
                <a:gd name="connsiteY164" fmla="*/ 2775273 h 2930019"/>
                <a:gd name="connsiteX165" fmla="*/ 3685142 w 7225946"/>
                <a:gd name="connsiteY165" fmla="*/ 2781547 h 2930019"/>
                <a:gd name="connsiteX166" fmla="*/ 3704917 w 7225946"/>
                <a:gd name="connsiteY166" fmla="*/ 2781547 h 2930019"/>
                <a:gd name="connsiteX167" fmla="*/ 3704917 w 7225946"/>
                <a:gd name="connsiteY167" fmla="*/ 2840110 h 2930019"/>
                <a:gd name="connsiteX168" fmla="*/ 3711762 w 7225946"/>
                <a:gd name="connsiteY168" fmla="*/ 2840110 h 2930019"/>
                <a:gd name="connsiteX169" fmla="*/ 3718607 w 7225946"/>
                <a:gd name="connsiteY169" fmla="*/ 2840110 h 2930019"/>
                <a:gd name="connsiteX170" fmla="*/ 3718607 w 7225946"/>
                <a:gd name="connsiteY170" fmla="*/ 2781547 h 2930019"/>
                <a:gd name="connsiteX171" fmla="*/ 3738381 w 7225946"/>
                <a:gd name="connsiteY171" fmla="*/ 2781547 h 2930019"/>
                <a:gd name="connsiteX172" fmla="*/ 3738381 w 7225946"/>
                <a:gd name="connsiteY172" fmla="*/ 2775177 h 2930019"/>
                <a:gd name="connsiteX173" fmla="*/ 3738381 w 7225946"/>
                <a:gd name="connsiteY173" fmla="*/ 2768903 h 2930019"/>
                <a:gd name="connsiteX174" fmla="*/ 3660614 w 7225946"/>
                <a:gd name="connsiteY174" fmla="*/ 2768903 h 2930019"/>
                <a:gd name="connsiteX175" fmla="*/ 3660614 w 7225946"/>
                <a:gd name="connsiteY175" fmla="*/ 2840110 h 2930019"/>
                <a:gd name="connsiteX176" fmla="*/ 3667554 w 7225946"/>
                <a:gd name="connsiteY176" fmla="*/ 2840110 h 2930019"/>
                <a:gd name="connsiteX177" fmla="*/ 3674304 w 7225946"/>
                <a:gd name="connsiteY177" fmla="*/ 2840110 h 2930019"/>
                <a:gd name="connsiteX178" fmla="*/ 3674304 w 7225946"/>
                <a:gd name="connsiteY178" fmla="*/ 2768903 h 2930019"/>
                <a:gd name="connsiteX179" fmla="*/ 3667459 w 7225946"/>
                <a:gd name="connsiteY179" fmla="*/ 2768903 h 2930019"/>
                <a:gd name="connsiteX180" fmla="*/ 3596727 w 7225946"/>
                <a:gd name="connsiteY180" fmla="*/ 2768903 h 2930019"/>
                <a:gd name="connsiteX181" fmla="*/ 3596727 w 7225946"/>
                <a:gd name="connsiteY181" fmla="*/ 2775273 h 2930019"/>
                <a:gd name="connsiteX182" fmla="*/ 3596727 w 7225946"/>
                <a:gd name="connsiteY182" fmla="*/ 2781547 h 2930019"/>
                <a:gd name="connsiteX183" fmla="*/ 3616502 w 7225946"/>
                <a:gd name="connsiteY183" fmla="*/ 2781547 h 2930019"/>
                <a:gd name="connsiteX184" fmla="*/ 3616502 w 7225946"/>
                <a:gd name="connsiteY184" fmla="*/ 2840110 h 2930019"/>
                <a:gd name="connsiteX185" fmla="*/ 3623347 w 7225946"/>
                <a:gd name="connsiteY185" fmla="*/ 2840110 h 2930019"/>
                <a:gd name="connsiteX186" fmla="*/ 3630192 w 7225946"/>
                <a:gd name="connsiteY186" fmla="*/ 2840110 h 2930019"/>
                <a:gd name="connsiteX187" fmla="*/ 3630192 w 7225946"/>
                <a:gd name="connsiteY187" fmla="*/ 2781547 h 2930019"/>
                <a:gd name="connsiteX188" fmla="*/ 3649966 w 7225946"/>
                <a:gd name="connsiteY188" fmla="*/ 2781547 h 2930019"/>
                <a:gd name="connsiteX189" fmla="*/ 3649966 w 7225946"/>
                <a:gd name="connsiteY189" fmla="*/ 2775177 h 2930019"/>
                <a:gd name="connsiteX190" fmla="*/ 3649966 w 7225946"/>
                <a:gd name="connsiteY190" fmla="*/ 2768903 h 2930019"/>
                <a:gd name="connsiteX191" fmla="*/ 3467526 w 7225946"/>
                <a:gd name="connsiteY191" fmla="*/ 2768903 h 2930019"/>
                <a:gd name="connsiteX192" fmla="*/ 3467526 w 7225946"/>
                <a:gd name="connsiteY192" fmla="*/ 2840110 h 2930019"/>
                <a:gd name="connsiteX193" fmla="*/ 3473991 w 7225946"/>
                <a:gd name="connsiteY193" fmla="*/ 2840110 h 2930019"/>
                <a:gd name="connsiteX194" fmla="*/ 3480361 w 7225946"/>
                <a:gd name="connsiteY194" fmla="*/ 2840110 h 2930019"/>
                <a:gd name="connsiteX195" fmla="*/ 3480361 w 7225946"/>
                <a:gd name="connsiteY195" fmla="*/ 2788772 h 2930019"/>
                <a:gd name="connsiteX196" fmla="*/ 3507361 w 7225946"/>
                <a:gd name="connsiteY196" fmla="*/ 2840110 h 2930019"/>
                <a:gd name="connsiteX197" fmla="*/ 3514206 w 7225946"/>
                <a:gd name="connsiteY197" fmla="*/ 2840110 h 2930019"/>
                <a:gd name="connsiteX198" fmla="*/ 3521051 w 7225946"/>
                <a:gd name="connsiteY198" fmla="*/ 2840110 h 2930019"/>
                <a:gd name="connsiteX199" fmla="*/ 3521051 w 7225946"/>
                <a:gd name="connsiteY199" fmla="*/ 2768903 h 2930019"/>
                <a:gd name="connsiteX200" fmla="*/ 3514586 w 7225946"/>
                <a:gd name="connsiteY200" fmla="*/ 2768903 h 2930019"/>
                <a:gd name="connsiteX201" fmla="*/ 3508216 w 7225946"/>
                <a:gd name="connsiteY201" fmla="*/ 2768903 h 2930019"/>
                <a:gd name="connsiteX202" fmla="*/ 3508216 w 7225946"/>
                <a:gd name="connsiteY202" fmla="*/ 2818910 h 2930019"/>
                <a:gd name="connsiteX203" fmla="*/ 3481882 w 7225946"/>
                <a:gd name="connsiteY203" fmla="*/ 2768903 h 2930019"/>
                <a:gd name="connsiteX204" fmla="*/ 3474752 w 7225946"/>
                <a:gd name="connsiteY204" fmla="*/ 2768903 h 2930019"/>
                <a:gd name="connsiteX205" fmla="*/ 3438150 w 7225946"/>
                <a:gd name="connsiteY205" fmla="*/ 2768903 h 2930019"/>
                <a:gd name="connsiteX206" fmla="*/ 3438150 w 7225946"/>
                <a:gd name="connsiteY206" fmla="*/ 2840110 h 2930019"/>
                <a:gd name="connsiteX207" fmla="*/ 3444995 w 7225946"/>
                <a:gd name="connsiteY207" fmla="*/ 2840110 h 2930019"/>
                <a:gd name="connsiteX208" fmla="*/ 3451840 w 7225946"/>
                <a:gd name="connsiteY208" fmla="*/ 2840110 h 2930019"/>
                <a:gd name="connsiteX209" fmla="*/ 3451840 w 7225946"/>
                <a:gd name="connsiteY209" fmla="*/ 2768903 h 2930019"/>
                <a:gd name="connsiteX210" fmla="*/ 3444900 w 7225946"/>
                <a:gd name="connsiteY210" fmla="*/ 2768903 h 2930019"/>
                <a:gd name="connsiteX211" fmla="*/ 3265312 w 7225946"/>
                <a:gd name="connsiteY211" fmla="*/ 2768903 h 2930019"/>
                <a:gd name="connsiteX212" fmla="*/ 3265312 w 7225946"/>
                <a:gd name="connsiteY212" fmla="*/ 2840110 h 2930019"/>
                <a:gd name="connsiteX213" fmla="*/ 3271682 w 7225946"/>
                <a:gd name="connsiteY213" fmla="*/ 2840110 h 2930019"/>
                <a:gd name="connsiteX214" fmla="*/ 3278051 w 7225946"/>
                <a:gd name="connsiteY214" fmla="*/ 2840110 h 2930019"/>
                <a:gd name="connsiteX215" fmla="*/ 3278051 w 7225946"/>
                <a:gd name="connsiteY215" fmla="*/ 2788772 h 2930019"/>
                <a:gd name="connsiteX216" fmla="*/ 3305052 w 7225946"/>
                <a:gd name="connsiteY216" fmla="*/ 2840110 h 2930019"/>
                <a:gd name="connsiteX217" fmla="*/ 3311897 w 7225946"/>
                <a:gd name="connsiteY217" fmla="*/ 2840110 h 2930019"/>
                <a:gd name="connsiteX218" fmla="*/ 3318741 w 7225946"/>
                <a:gd name="connsiteY218" fmla="*/ 2840110 h 2930019"/>
                <a:gd name="connsiteX219" fmla="*/ 3318741 w 7225946"/>
                <a:gd name="connsiteY219" fmla="*/ 2768903 h 2930019"/>
                <a:gd name="connsiteX220" fmla="*/ 3312276 w 7225946"/>
                <a:gd name="connsiteY220" fmla="*/ 2768903 h 2930019"/>
                <a:gd name="connsiteX221" fmla="*/ 3305908 w 7225946"/>
                <a:gd name="connsiteY221" fmla="*/ 2768903 h 2930019"/>
                <a:gd name="connsiteX222" fmla="*/ 3305908 w 7225946"/>
                <a:gd name="connsiteY222" fmla="*/ 2818910 h 2930019"/>
                <a:gd name="connsiteX223" fmla="*/ 3279668 w 7225946"/>
                <a:gd name="connsiteY223" fmla="*/ 2768903 h 2930019"/>
                <a:gd name="connsiteX224" fmla="*/ 3272443 w 7225946"/>
                <a:gd name="connsiteY224" fmla="*/ 2768903 h 2930019"/>
                <a:gd name="connsiteX225" fmla="*/ 3235841 w 7225946"/>
                <a:gd name="connsiteY225" fmla="*/ 2768903 h 2930019"/>
                <a:gd name="connsiteX226" fmla="*/ 3235841 w 7225946"/>
                <a:gd name="connsiteY226" fmla="*/ 2840110 h 2930019"/>
                <a:gd name="connsiteX227" fmla="*/ 3242686 w 7225946"/>
                <a:gd name="connsiteY227" fmla="*/ 2840110 h 2930019"/>
                <a:gd name="connsiteX228" fmla="*/ 3249531 w 7225946"/>
                <a:gd name="connsiteY228" fmla="*/ 2840110 h 2930019"/>
                <a:gd name="connsiteX229" fmla="*/ 3249531 w 7225946"/>
                <a:gd name="connsiteY229" fmla="*/ 2768903 h 2930019"/>
                <a:gd name="connsiteX230" fmla="*/ 3242686 w 7225946"/>
                <a:gd name="connsiteY230" fmla="*/ 2768903 h 2930019"/>
                <a:gd name="connsiteX231" fmla="*/ 3152368 w 7225946"/>
                <a:gd name="connsiteY231" fmla="*/ 2768903 h 2930019"/>
                <a:gd name="connsiteX232" fmla="*/ 3152368 w 7225946"/>
                <a:gd name="connsiteY232" fmla="*/ 2840110 h 2930019"/>
                <a:gd name="connsiteX233" fmla="*/ 3159308 w 7225946"/>
                <a:gd name="connsiteY233" fmla="*/ 2840110 h 2930019"/>
                <a:gd name="connsiteX234" fmla="*/ 3166058 w 7225946"/>
                <a:gd name="connsiteY234" fmla="*/ 2840110 h 2930019"/>
                <a:gd name="connsiteX235" fmla="*/ 3166058 w 7225946"/>
                <a:gd name="connsiteY235" fmla="*/ 2768903 h 2930019"/>
                <a:gd name="connsiteX236" fmla="*/ 3159213 w 7225946"/>
                <a:gd name="connsiteY236" fmla="*/ 2768903 h 2930019"/>
                <a:gd name="connsiteX237" fmla="*/ 3088956 w 7225946"/>
                <a:gd name="connsiteY237" fmla="*/ 2768903 h 2930019"/>
                <a:gd name="connsiteX238" fmla="*/ 3088956 w 7225946"/>
                <a:gd name="connsiteY238" fmla="*/ 2840110 h 2930019"/>
                <a:gd name="connsiteX239" fmla="*/ 3138678 w 7225946"/>
                <a:gd name="connsiteY239" fmla="*/ 2840110 h 2930019"/>
                <a:gd name="connsiteX240" fmla="*/ 3138678 w 7225946"/>
                <a:gd name="connsiteY240" fmla="*/ 2833836 h 2930019"/>
                <a:gd name="connsiteX241" fmla="*/ 3138678 w 7225946"/>
                <a:gd name="connsiteY241" fmla="*/ 2827466 h 2930019"/>
                <a:gd name="connsiteX242" fmla="*/ 3102646 w 7225946"/>
                <a:gd name="connsiteY242" fmla="*/ 2827466 h 2930019"/>
                <a:gd name="connsiteX243" fmla="*/ 3102646 w 7225946"/>
                <a:gd name="connsiteY243" fmla="*/ 2808927 h 2930019"/>
                <a:gd name="connsiteX244" fmla="*/ 3134685 w 7225946"/>
                <a:gd name="connsiteY244" fmla="*/ 2808927 h 2930019"/>
                <a:gd name="connsiteX245" fmla="*/ 3134685 w 7225946"/>
                <a:gd name="connsiteY245" fmla="*/ 2802748 h 2930019"/>
                <a:gd name="connsiteX246" fmla="*/ 3134685 w 7225946"/>
                <a:gd name="connsiteY246" fmla="*/ 2796663 h 2930019"/>
                <a:gd name="connsiteX247" fmla="*/ 3102646 w 7225946"/>
                <a:gd name="connsiteY247" fmla="*/ 2796663 h 2930019"/>
                <a:gd name="connsiteX248" fmla="*/ 3102646 w 7225946"/>
                <a:gd name="connsiteY248" fmla="*/ 2781547 h 2930019"/>
                <a:gd name="connsiteX249" fmla="*/ 3137157 w 7225946"/>
                <a:gd name="connsiteY249" fmla="*/ 2781547 h 2930019"/>
                <a:gd name="connsiteX250" fmla="*/ 3137157 w 7225946"/>
                <a:gd name="connsiteY250" fmla="*/ 2775177 h 2930019"/>
                <a:gd name="connsiteX251" fmla="*/ 3137157 w 7225946"/>
                <a:gd name="connsiteY251" fmla="*/ 2768903 h 2930019"/>
                <a:gd name="connsiteX252" fmla="*/ 3205815 w 7225946"/>
                <a:gd name="connsiteY252" fmla="*/ 2768767 h 2930019"/>
                <a:gd name="connsiteX253" fmla="*/ 3205815 w 7225946"/>
                <a:gd name="connsiteY253" fmla="*/ 2820296 h 2930019"/>
                <a:gd name="connsiteX254" fmla="*/ 3204008 w 7225946"/>
                <a:gd name="connsiteY254" fmla="*/ 2827711 h 2930019"/>
                <a:gd name="connsiteX255" fmla="*/ 3198209 w 7225946"/>
                <a:gd name="connsiteY255" fmla="*/ 2829992 h 2930019"/>
                <a:gd name="connsiteX256" fmla="*/ 3192030 w 7225946"/>
                <a:gd name="connsiteY256" fmla="*/ 2826855 h 2930019"/>
                <a:gd name="connsiteX257" fmla="*/ 3190223 w 7225946"/>
                <a:gd name="connsiteY257" fmla="*/ 2817348 h 2930019"/>
                <a:gd name="connsiteX258" fmla="*/ 3190223 w 7225946"/>
                <a:gd name="connsiteY258" fmla="*/ 2813070 h 2930019"/>
                <a:gd name="connsiteX259" fmla="*/ 3177199 w 7225946"/>
                <a:gd name="connsiteY259" fmla="*/ 2813070 h 2930019"/>
                <a:gd name="connsiteX260" fmla="*/ 3177199 w 7225946"/>
                <a:gd name="connsiteY260" fmla="*/ 2816777 h 2930019"/>
                <a:gd name="connsiteX261" fmla="*/ 3182047 w 7225946"/>
                <a:gd name="connsiteY261" fmla="*/ 2835791 h 2930019"/>
                <a:gd name="connsiteX262" fmla="*/ 3198304 w 7225946"/>
                <a:gd name="connsiteY262" fmla="*/ 2841972 h 2930019"/>
                <a:gd name="connsiteX263" fmla="*/ 3214086 w 7225946"/>
                <a:gd name="connsiteY263" fmla="*/ 2836362 h 2930019"/>
                <a:gd name="connsiteX264" fmla="*/ 3219410 w 7225946"/>
                <a:gd name="connsiteY264" fmla="*/ 2820010 h 2930019"/>
                <a:gd name="connsiteX265" fmla="*/ 3219410 w 7225946"/>
                <a:gd name="connsiteY265" fmla="*/ 2768767 h 2930019"/>
                <a:gd name="connsiteX266" fmla="*/ 3019002 w 7225946"/>
                <a:gd name="connsiteY266" fmla="*/ 2768767 h 2930019"/>
                <a:gd name="connsiteX267" fmla="*/ 3019287 w 7225946"/>
                <a:gd name="connsiteY267" fmla="*/ 2839975 h 2930019"/>
                <a:gd name="connsiteX268" fmla="*/ 3049044 w 7225946"/>
                <a:gd name="connsiteY268" fmla="*/ 2839975 h 2930019"/>
                <a:gd name="connsiteX269" fmla="*/ 3067203 w 7225946"/>
                <a:gd name="connsiteY269" fmla="*/ 2834270 h 2930019"/>
                <a:gd name="connsiteX270" fmla="*/ 3073477 w 7225946"/>
                <a:gd name="connsiteY270" fmla="*/ 2817728 h 2930019"/>
                <a:gd name="connsiteX271" fmla="*/ 3067203 w 7225946"/>
                <a:gd name="connsiteY271" fmla="*/ 2804038 h 2930019"/>
                <a:gd name="connsiteX272" fmla="*/ 3063020 w 7225946"/>
                <a:gd name="connsiteY272" fmla="*/ 2801661 h 2930019"/>
                <a:gd name="connsiteX273" fmla="*/ 3065206 w 7225946"/>
                <a:gd name="connsiteY273" fmla="*/ 2800235 h 2930019"/>
                <a:gd name="connsiteX274" fmla="*/ 3071291 w 7225946"/>
                <a:gd name="connsiteY274" fmla="*/ 2786830 h 2930019"/>
                <a:gd name="connsiteX275" fmla="*/ 3065871 w 7225946"/>
                <a:gd name="connsiteY275" fmla="*/ 2773520 h 2930019"/>
                <a:gd name="connsiteX276" fmla="*/ 3051040 w 7225946"/>
                <a:gd name="connsiteY276" fmla="*/ 2768767 h 2930019"/>
                <a:gd name="connsiteX277" fmla="*/ 3749141 w 7225946"/>
                <a:gd name="connsiteY277" fmla="*/ 2768672 h 2930019"/>
                <a:gd name="connsiteX278" fmla="*/ 3749141 w 7225946"/>
                <a:gd name="connsiteY278" fmla="*/ 2813071 h 2930019"/>
                <a:gd name="connsiteX279" fmla="*/ 3755700 w 7225946"/>
                <a:gd name="connsiteY279" fmla="*/ 2834842 h 2930019"/>
                <a:gd name="connsiteX280" fmla="*/ 3775664 w 7225946"/>
                <a:gd name="connsiteY280" fmla="*/ 2841878 h 2930019"/>
                <a:gd name="connsiteX281" fmla="*/ 3795914 w 7225946"/>
                <a:gd name="connsiteY281" fmla="*/ 2835127 h 2930019"/>
                <a:gd name="connsiteX282" fmla="*/ 3802094 w 7225946"/>
                <a:gd name="connsiteY282" fmla="*/ 2813071 h 2930019"/>
                <a:gd name="connsiteX283" fmla="*/ 3802094 w 7225946"/>
                <a:gd name="connsiteY283" fmla="*/ 2768672 h 2930019"/>
                <a:gd name="connsiteX284" fmla="*/ 3788024 w 7225946"/>
                <a:gd name="connsiteY284" fmla="*/ 2768672 h 2930019"/>
                <a:gd name="connsiteX285" fmla="*/ 3788024 w 7225946"/>
                <a:gd name="connsiteY285" fmla="*/ 2813546 h 2930019"/>
                <a:gd name="connsiteX286" fmla="*/ 3785077 w 7225946"/>
                <a:gd name="connsiteY286" fmla="*/ 2825335 h 2930019"/>
                <a:gd name="connsiteX287" fmla="*/ 3775570 w 7225946"/>
                <a:gd name="connsiteY287" fmla="*/ 2828852 h 2930019"/>
                <a:gd name="connsiteX288" fmla="*/ 3766063 w 7225946"/>
                <a:gd name="connsiteY288" fmla="*/ 2825049 h 2930019"/>
                <a:gd name="connsiteX289" fmla="*/ 3762831 w 7225946"/>
                <a:gd name="connsiteY289" fmla="*/ 2813546 h 2930019"/>
                <a:gd name="connsiteX290" fmla="*/ 3762831 w 7225946"/>
                <a:gd name="connsiteY290" fmla="*/ 2768672 h 2930019"/>
                <a:gd name="connsiteX291" fmla="*/ 4629154 w 7225946"/>
                <a:gd name="connsiteY291" fmla="*/ 2767102 h 2930019"/>
                <a:gd name="connsiteX292" fmla="*/ 4607909 w 7225946"/>
                <a:gd name="connsiteY292" fmla="*/ 2777323 h 2930019"/>
                <a:gd name="connsiteX293" fmla="*/ 4599352 w 7225946"/>
                <a:gd name="connsiteY293" fmla="*/ 2804989 h 2930019"/>
                <a:gd name="connsiteX294" fmla="*/ 4607909 w 7225946"/>
                <a:gd name="connsiteY294" fmla="*/ 2832083 h 2930019"/>
                <a:gd name="connsiteX295" fmla="*/ 4609767 w 7225946"/>
                <a:gd name="connsiteY295" fmla="*/ 2833942 h 2930019"/>
                <a:gd name="connsiteX296" fmla="*/ 4653827 w 7225946"/>
                <a:gd name="connsiteY296" fmla="*/ 2832083 h 2930019"/>
                <a:gd name="connsiteX297" fmla="*/ 4662384 w 7225946"/>
                <a:gd name="connsiteY297" fmla="*/ 2804989 h 2930019"/>
                <a:gd name="connsiteX298" fmla="*/ 4653827 w 7225946"/>
                <a:gd name="connsiteY298" fmla="*/ 2777323 h 2930019"/>
                <a:gd name="connsiteX299" fmla="*/ 4651403 w 7225946"/>
                <a:gd name="connsiteY299" fmla="*/ 2774898 h 2930019"/>
                <a:gd name="connsiteX300" fmla="*/ 4629154 w 7225946"/>
                <a:gd name="connsiteY300" fmla="*/ 2767102 h 2930019"/>
                <a:gd name="connsiteX301" fmla="*/ 4495087 w 7225946"/>
                <a:gd name="connsiteY301" fmla="*/ 2767095 h 2930019"/>
                <a:gd name="connsiteX302" fmla="*/ 4473765 w 7225946"/>
                <a:gd name="connsiteY302" fmla="*/ 2777323 h 2930019"/>
                <a:gd name="connsiteX303" fmla="*/ 4465304 w 7225946"/>
                <a:gd name="connsiteY303" fmla="*/ 2804989 h 2930019"/>
                <a:gd name="connsiteX304" fmla="*/ 4473765 w 7225946"/>
                <a:gd name="connsiteY304" fmla="*/ 2832084 h 2930019"/>
                <a:gd name="connsiteX305" fmla="*/ 4473766 w 7225946"/>
                <a:gd name="connsiteY305" fmla="*/ 2832084 h 2930019"/>
                <a:gd name="connsiteX306" fmla="*/ 4475583 w 7225946"/>
                <a:gd name="connsiteY306" fmla="*/ 2833901 h 2930019"/>
                <a:gd name="connsiteX307" fmla="*/ 4519779 w 7225946"/>
                <a:gd name="connsiteY307" fmla="*/ 2832084 h 2930019"/>
                <a:gd name="connsiteX308" fmla="*/ 4528241 w 7225946"/>
                <a:gd name="connsiteY308" fmla="*/ 2804989 h 2930019"/>
                <a:gd name="connsiteX309" fmla="*/ 4519779 w 7225946"/>
                <a:gd name="connsiteY309" fmla="*/ 2777323 h 2930019"/>
                <a:gd name="connsiteX310" fmla="*/ 4517397 w 7225946"/>
                <a:gd name="connsiteY310" fmla="*/ 2774940 h 2930019"/>
                <a:gd name="connsiteX311" fmla="*/ 4495087 w 7225946"/>
                <a:gd name="connsiteY311" fmla="*/ 2767095 h 2930019"/>
                <a:gd name="connsiteX312" fmla="*/ 3999296 w 7225946"/>
                <a:gd name="connsiteY312" fmla="*/ 2767095 h 2930019"/>
                <a:gd name="connsiteX313" fmla="*/ 3977974 w 7225946"/>
                <a:gd name="connsiteY313" fmla="*/ 2777323 h 2930019"/>
                <a:gd name="connsiteX314" fmla="*/ 3969513 w 7225946"/>
                <a:gd name="connsiteY314" fmla="*/ 2804989 h 2930019"/>
                <a:gd name="connsiteX315" fmla="*/ 3977974 w 7225946"/>
                <a:gd name="connsiteY315" fmla="*/ 2832084 h 2930019"/>
                <a:gd name="connsiteX316" fmla="*/ 3977975 w 7225946"/>
                <a:gd name="connsiteY316" fmla="*/ 2832084 h 2930019"/>
                <a:gd name="connsiteX317" fmla="*/ 3979792 w 7225946"/>
                <a:gd name="connsiteY317" fmla="*/ 2833901 h 2930019"/>
                <a:gd name="connsiteX318" fmla="*/ 4023988 w 7225946"/>
                <a:gd name="connsiteY318" fmla="*/ 2832084 h 2930019"/>
                <a:gd name="connsiteX319" fmla="*/ 4032450 w 7225946"/>
                <a:gd name="connsiteY319" fmla="*/ 2804989 h 2930019"/>
                <a:gd name="connsiteX320" fmla="*/ 4023988 w 7225946"/>
                <a:gd name="connsiteY320" fmla="*/ 2777323 h 2930019"/>
                <a:gd name="connsiteX321" fmla="*/ 4021606 w 7225946"/>
                <a:gd name="connsiteY321" fmla="*/ 2774940 h 2930019"/>
                <a:gd name="connsiteX322" fmla="*/ 3999296 w 7225946"/>
                <a:gd name="connsiteY322" fmla="*/ 2767095 h 2930019"/>
                <a:gd name="connsiteX323" fmla="*/ 4706117 w 7225946"/>
                <a:gd name="connsiteY323" fmla="*/ 2767055 h 2930019"/>
                <a:gd name="connsiteX324" fmla="*/ 4682445 w 7225946"/>
                <a:gd name="connsiteY324" fmla="*/ 2777323 h 2930019"/>
                <a:gd name="connsiteX325" fmla="*/ 4682445 w 7225946"/>
                <a:gd name="connsiteY325" fmla="*/ 2832083 h 2930019"/>
                <a:gd name="connsiteX326" fmla="*/ 4705262 w 7225946"/>
                <a:gd name="connsiteY326" fmla="*/ 2841590 h 2930019"/>
                <a:gd name="connsiteX327" fmla="*/ 4705262 w 7225946"/>
                <a:gd name="connsiteY327" fmla="*/ 2842161 h 2930019"/>
                <a:gd name="connsiteX328" fmla="*/ 4724276 w 7225946"/>
                <a:gd name="connsiteY328" fmla="*/ 2832083 h 2930019"/>
                <a:gd name="connsiteX329" fmla="*/ 4724466 w 7225946"/>
                <a:gd name="connsiteY329" fmla="*/ 2830373 h 2930019"/>
                <a:gd name="connsiteX330" fmla="*/ 4725797 w 7225946"/>
                <a:gd name="connsiteY330" fmla="*/ 2839880 h 2930019"/>
                <a:gd name="connsiteX331" fmla="*/ 4735304 w 7225946"/>
                <a:gd name="connsiteY331" fmla="*/ 2839880 h 2930019"/>
                <a:gd name="connsiteX332" fmla="*/ 4735304 w 7225946"/>
                <a:gd name="connsiteY332" fmla="*/ 2801852 h 2930019"/>
                <a:gd name="connsiteX333" fmla="*/ 4707829 w 7225946"/>
                <a:gd name="connsiteY333" fmla="*/ 2801852 h 2930019"/>
                <a:gd name="connsiteX334" fmla="*/ 4707829 w 7225946"/>
                <a:gd name="connsiteY334" fmla="*/ 2814115 h 2930019"/>
                <a:gd name="connsiteX335" fmla="*/ 4723230 w 7225946"/>
                <a:gd name="connsiteY335" fmla="*/ 2814115 h 2930019"/>
                <a:gd name="connsiteX336" fmla="*/ 4719618 w 7225946"/>
                <a:gd name="connsiteY336" fmla="*/ 2822862 h 2930019"/>
                <a:gd name="connsiteX337" fmla="*/ 4707259 w 7225946"/>
                <a:gd name="connsiteY337" fmla="*/ 2829516 h 2930019"/>
                <a:gd name="connsiteX338" fmla="*/ 4693093 w 7225946"/>
                <a:gd name="connsiteY338" fmla="*/ 2823146 h 2930019"/>
                <a:gd name="connsiteX339" fmla="*/ 4693093 w 7225946"/>
                <a:gd name="connsiteY339" fmla="*/ 2786069 h 2930019"/>
                <a:gd name="connsiteX340" fmla="*/ 4707068 w 7225946"/>
                <a:gd name="connsiteY340" fmla="*/ 2779415 h 2930019"/>
                <a:gd name="connsiteX341" fmla="*/ 4716575 w 7225946"/>
                <a:gd name="connsiteY341" fmla="*/ 2782932 h 2930019"/>
                <a:gd name="connsiteX342" fmla="*/ 4721424 w 7225946"/>
                <a:gd name="connsiteY342" fmla="*/ 2791013 h 2930019"/>
                <a:gd name="connsiteX343" fmla="*/ 4734829 w 7225946"/>
                <a:gd name="connsiteY343" fmla="*/ 2791013 h 2930019"/>
                <a:gd name="connsiteX344" fmla="*/ 4725797 w 7225946"/>
                <a:gd name="connsiteY344" fmla="*/ 2773520 h 2930019"/>
                <a:gd name="connsiteX345" fmla="*/ 4706117 w 7225946"/>
                <a:gd name="connsiteY345" fmla="*/ 2767055 h 2930019"/>
                <a:gd name="connsiteX346" fmla="*/ 4287523 w 7225946"/>
                <a:gd name="connsiteY346" fmla="*/ 2766866 h 2930019"/>
                <a:gd name="connsiteX347" fmla="*/ 4265561 w 7225946"/>
                <a:gd name="connsiteY347" fmla="*/ 2777134 h 2930019"/>
                <a:gd name="connsiteX348" fmla="*/ 4257386 w 7225946"/>
                <a:gd name="connsiteY348" fmla="*/ 2804799 h 2930019"/>
                <a:gd name="connsiteX349" fmla="*/ 4265561 w 7225946"/>
                <a:gd name="connsiteY349" fmla="*/ 2831894 h 2930019"/>
                <a:gd name="connsiteX350" fmla="*/ 4287523 w 7225946"/>
                <a:gd name="connsiteY350" fmla="*/ 2841971 h 2930019"/>
                <a:gd name="connsiteX351" fmla="*/ 4306537 w 7225946"/>
                <a:gd name="connsiteY351" fmla="*/ 2834651 h 2930019"/>
                <a:gd name="connsiteX352" fmla="*/ 4315474 w 7225946"/>
                <a:gd name="connsiteY352" fmla="*/ 2815066 h 2930019"/>
                <a:gd name="connsiteX353" fmla="*/ 4302829 w 7225946"/>
                <a:gd name="connsiteY353" fmla="*/ 2814686 h 2930019"/>
                <a:gd name="connsiteX354" fmla="*/ 4298266 w 7225946"/>
                <a:gd name="connsiteY354" fmla="*/ 2824859 h 2930019"/>
                <a:gd name="connsiteX355" fmla="*/ 4296631 w 7225946"/>
                <a:gd name="connsiteY355" fmla="*/ 2826140 h 2930019"/>
                <a:gd name="connsiteX356" fmla="*/ 4276305 w 7225946"/>
                <a:gd name="connsiteY356" fmla="*/ 2822197 h 2930019"/>
                <a:gd name="connsiteX357" fmla="*/ 4272026 w 7225946"/>
                <a:gd name="connsiteY357" fmla="*/ 2804324 h 2930019"/>
                <a:gd name="connsiteX358" fmla="*/ 4276305 w 7225946"/>
                <a:gd name="connsiteY358" fmla="*/ 2785975 h 2930019"/>
                <a:gd name="connsiteX359" fmla="*/ 4288283 w 7225946"/>
                <a:gd name="connsiteY359" fmla="*/ 2779320 h 2930019"/>
                <a:gd name="connsiteX360" fmla="*/ 4297790 w 7225946"/>
                <a:gd name="connsiteY360" fmla="*/ 2782742 h 2930019"/>
                <a:gd name="connsiteX361" fmla="*/ 4302354 w 7225946"/>
                <a:gd name="connsiteY361" fmla="*/ 2792249 h 2930019"/>
                <a:gd name="connsiteX362" fmla="*/ 4316044 w 7225946"/>
                <a:gd name="connsiteY362" fmla="*/ 2792249 h 2930019"/>
                <a:gd name="connsiteX363" fmla="*/ 4306537 w 7225946"/>
                <a:gd name="connsiteY363" fmla="*/ 2773711 h 2930019"/>
                <a:gd name="connsiteX364" fmla="*/ 4287523 w 7225946"/>
                <a:gd name="connsiteY364" fmla="*/ 2766866 h 2930019"/>
                <a:gd name="connsiteX365" fmla="*/ 3561280 w 7225946"/>
                <a:gd name="connsiteY365" fmla="*/ 2766865 h 2930019"/>
                <a:gd name="connsiteX366" fmla="*/ 3542266 w 7225946"/>
                <a:gd name="connsiteY366" fmla="*/ 2772950 h 2930019"/>
                <a:gd name="connsiteX367" fmla="*/ 3535327 w 7225946"/>
                <a:gd name="connsiteY367" fmla="*/ 2789398 h 2930019"/>
                <a:gd name="connsiteX368" fmla="*/ 3540556 w 7225946"/>
                <a:gd name="connsiteY368" fmla="*/ 2802992 h 2930019"/>
                <a:gd name="connsiteX369" fmla="*/ 3561375 w 7225946"/>
                <a:gd name="connsiteY369" fmla="*/ 2811169 h 2930019"/>
                <a:gd name="connsiteX370" fmla="*/ 3572499 w 7225946"/>
                <a:gd name="connsiteY370" fmla="*/ 2815066 h 2930019"/>
                <a:gd name="connsiteX371" fmla="*/ 3575161 w 7225946"/>
                <a:gd name="connsiteY371" fmla="*/ 2821056 h 2930019"/>
                <a:gd name="connsiteX372" fmla="*/ 3571453 w 7225946"/>
                <a:gd name="connsiteY372" fmla="*/ 2827426 h 2930019"/>
                <a:gd name="connsiteX373" fmla="*/ 3561185 w 7225946"/>
                <a:gd name="connsiteY373" fmla="*/ 2829708 h 2930019"/>
                <a:gd name="connsiteX374" fmla="*/ 3551679 w 7225946"/>
                <a:gd name="connsiteY374" fmla="*/ 2826665 h 2930019"/>
                <a:gd name="connsiteX375" fmla="*/ 3547876 w 7225946"/>
                <a:gd name="connsiteY375" fmla="*/ 2817919 h 2930019"/>
                <a:gd name="connsiteX376" fmla="*/ 3534661 w 7225946"/>
                <a:gd name="connsiteY376" fmla="*/ 2817918 h 2930019"/>
                <a:gd name="connsiteX377" fmla="*/ 3542172 w 7225946"/>
                <a:gd name="connsiteY377" fmla="*/ 2835696 h 2930019"/>
                <a:gd name="connsiteX378" fmla="*/ 3561185 w 7225946"/>
                <a:gd name="connsiteY378" fmla="*/ 2841971 h 2930019"/>
                <a:gd name="connsiteX379" fmla="*/ 3580864 w 7225946"/>
                <a:gd name="connsiteY379" fmla="*/ 2836077 h 2930019"/>
                <a:gd name="connsiteX380" fmla="*/ 3588090 w 7225946"/>
                <a:gd name="connsiteY380" fmla="*/ 2820105 h 2930019"/>
                <a:gd name="connsiteX381" fmla="*/ 3583336 w 7225946"/>
                <a:gd name="connsiteY381" fmla="*/ 2805654 h 2930019"/>
                <a:gd name="connsiteX382" fmla="*/ 3564322 w 7225946"/>
                <a:gd name="connsiteY382" fmla="*/ 2797573 h 2930019"/>
                <a:gd name="connsiteX383" fmla="*/ 3551393 w 7225946"/>
                <a:gd name="connsiteY383" fmla="*/ 2793485 h 2930019"/>
                <a:gd name="connsiteX384" fmla="*/ 3548351 w 7225946"/>
                <a:gd name="connsiteY384" fmla="*/ 2788541 h 2930019"/>
                <a:gd name="connsiteX385" fmla="*/ 3551298 w 7225946"/>
                <a:gd name="connsiteY385" fmla="*/ 2781601 h 2930019"/>
                <a:gd name="connsiteX386" fmla="*/ 3559379 w 7225946"/>
                <a:gd name="connsiteY386" fmla="*/ 2779130 h 2930019"/>
                <a:gd name="connsiteX387" fmla="*/ 3568886 w 7225946"/>
                <a:gd name="connsiteY387" fmla="*/ 2782077 h 2930019"/>
                <a:gd name="connsiteX388" fmla="*/ 3572974 w 7225946"/>
                <a:gd name="connsiteY388" fmla="*/ 2790158 h 2930019"/>
                <a:gd name="connsiteX389" fmla="*/ 3586854 w 7225946"/>
                <a:gd name="connsiteY389" fmla="*/ 2790158 h 2930019"/>
                <a:gd name="connsiteX390" fmla="*/ 3579249 w 7225946"/>
                <a:gd name="connsiteY390" fmla="*/ 2773140 h 2930019"/>
                <a:gd name="connsiteX391" fmla="*/ 3561280 w 7225946"/>
                <a:gd name="connsiteY391" fmla="*/ 2766865 h 2930019"/>
                <a:gd name="connsiteX392" fmla="*/ 3361528 w 7225946"/>
                <a:gd name="connsiteY392" fmla="*/ 2766605 h 2930019"/>
                <a:gd name="connsiteX393" fmla="*/ 3340624 w 7225946"/>
                <a:gd name="connsiteY393" fmla="*/ 2776754 h 2930019"/>
                <a:gd name="connsiteX394" fmla="*/ 3340624 w 7225946"/>
                <a:gd name="connsiteY394" fmla="*/ 2831514 h 2930019"/>
                <a:gd name="connsiteX395" fmla="*/ 3362789 w 7225946"/>
                <a:gd name="connsiteY395" fmla="*/ 2841344 h 2930019"/>
                <a:gd name="connsiteX396" fmla="*/ 3362681 w 7225946"/>
                <a:gd name="connsiteY396" fmla="*/ 2841402 h 2930019"/>
                <a:gd name="connsiteX397" fmla="*/ 3363346 w 7225946"/>
                <a:gd name="connsiteY397" fmla="*/ 2841591 h 2930019"/>
                <a:gd name="connsiteX398" fmla="*/ 3362789 w 7225946"/>
                <a:gd name="connsiteY398" fmla="*/ 2841344 h 2930019"/>
                <a:gd name="connsiteX399" fmla="*/ 3381695 w 7225946"/>
                <a:gd name="connsiteY399" fmla="*/ 2831324 h 2930019"/>
                <a:gd name="connsiteX400" fmla="*/ 3382454 w 7225946"/>
                <a:gd name="connsiteY400" fmla="*/ 2830183 h 2930019"/>
                <a:gd name="connsiteX401" fmla="*/ 3383786 w 7225946"/>
                <a:gd name="connsiteY401" fmla="*/ 2839690 h 2930019"/>
                <a:gd name="connsiteX402" fmla="*/ 3393293 w 7225946"/>
                <a:gd name="connsiteY402" fmla="*/ 2839690 h 2930019"/>
                <a:gd name="connsiteX403" fmla="*/ 3393293 w 7225946"/>
                <a:gd name="connsiteY403" fmla="*/ 2801662 h 2930019"/>
                <a:gd name="connsiteX404" fmla="*/ 3365533 w 7225946"/>
                <a:gd name="connsiteY404" fmla="*/ 2801662 h 2930019"/>
                <a:gd name="connsiteX405" fmla="*/ 3365533 w 7225946"/>
                <a:gd name="connsiteY405" fmla="*/ 2813927 h 2930019"/>
                <a:gd name="connsiteX406" fmla="*/ 3380933 w 7225946"/>
                <a:gd name="connsiteY406" fmla="*/ 2813927 h 2930019"/>
                <a:gd name="connsiteX407" fmla="*/ 3377321 w 7225946"/>
                <a:gd name="connsiteY407" fmla="*/ 2822673 h 2930019"/>
                <a:gd name="connsiteX408" fmla="*/ 3364962 w 7225946"/>
                <a:gd name="connsiteY408" fmla="*/ 2829328 h 2930019"/>
                <a:gd name="connsiteX409" fmla="*/ 3350796 w 7225946"/>
                <a:gd name="connsiteY409" fmla="*/ 2822958 h 2930019"/>
                <a:gd name="connsiteX410" fmla="*/ 3345948 w 7225946"/>
                <a:gd name="connsiteY410" fmla="*/ 2804514 h 2930019"/>
                <a:gd name="connsiteX411" fmla="*/ 3350987 w 7225946"/>
                <a:gd name="connsiteY411" fmla="*/ 2785500 h 2930019"/>
                <a:gd name="connsiteX412" fmla="*/ 3364962 w 7225946"/>
                <a:gd name="connsiteY412" fmla="*/ 2778845 h 2930019"/>
                <a:gd name="connsiteX413" fmla="*/ 3374469 w 7225946"/>
                <a:gd name="connsiteY413" fmla="*/ 2782363 h 2930019"/>
                <a:gd name="connsiteX414" fmla="*/ 3379223 w 7225946"/>
                <a:gd name="connsiteY414" fmla="*/ 2790444 h 2930019"/>
                <a:gd name="connsiteX415" fmla="*/ 3392913 w 7225946"/>
                <a:gd name="connsiteY415" fmla="*/ 2790444 h 2930019"/>
                <a:gd name="connsiteX416" fmla="*/ 3383881 w 7225946"/>
                <a:gd name="connsiteY416" fmla="*/ 2772951 h 2930019"/>
                <a:gd name="connsiteX417" fmla="*/ 3361528 w 7225946"/>
                <a:gd name="connsiteY417" fmla="*/ 2766605 h 2930019"/>
                <a:gd name="connsiteX418" fmla="*/ 2419021 w 7225946"/>
                <a:gd name="connsiteY418" fmla="*/ 2750289 h 2930019"/>
                <a:gd name="connsiteX419" fmla="*/ 2448774 w 7225946"/>
                <a:gd name="connsiteY419" fmla="*/ 2783479 h 2930019"/>
                <a:gd name="connsiteX420" fmla="*/ 2635882 w 7225946"/>
                <a:gd name="connsiteY420" fmla="*/ 2817842 h 2930019"/>
                <a:gd name="connsiteX421" fmla="*/ 2623856 w 7225946"/>
                <a:gd name="connsiteY421" fmla="*/ 2865948 h 2930019"/>
                <a:gd name="connsiteX422" fmla="*/ 2665762 w 7225946"/>
                <a:gd name="connsiteY422" fmla="*/ 2875001 h 2930019"/>
                <a:gd name="connsiteX423" fmla="*/ 2707667 w 7225946"/>
                <a:gd name="connsiteY423" fmla="*/ 2865948 h 2930019"/>
                <a:gd name="connsiteX424" fmla="*/ 2695640 w 7225946"/>
                <a:gd name="connsiteY424" fmla="*/ 2817842 h 2930019"/>
                <a:gd name="connsiteX425" fmla="*/ 2883126 w 7225946"/>
                <a:gd name="connsiteY425" fmla="*/ 2783479 h 2930019"/>
                <a:gd name="connsiteX426" fmla="*/ 2912879 w 7225946"/>
                <a:gd name="connsiteY426" fmla="*/ 2750289 h 2930019"/>
                <a:gd name="connsiteX427" fmla="*/ 2865609 w 7225946"/>
                <a:gd name="connsiteY427" fmla="*/ 2757790 h 2930019"/>
                <a:gd name="connsiteX428" fmla="*/ 2865442 w 7225946"/>
                <a:gd name="connsiteY428" fmla="*/ 2757832 h 2930019"/>
                <a:gd name="connsiteX429" fmla="*/ 2751877 w 7225946"/>
                <a:gd name="connsiteY429" fmla="*/ 2756910 h 2930019"/>
                <a:gd name="connsiteX430" fmla="*/ 2735367 w 7225946"/>
                <a:gd name="connsiteY430" fmla="*/ 2759592 h 2930019"/>
                <a:gd name="connsiteX431" fmla="*/ 2699202 w 7225946"/>
                <a:gd name="connsiteY431" fmla="*/ 2763782 h 2930019"/>
                <a:gd name="connsiteX432" fmla="*/ 2710307 w 7225946"/>
                <a:gd name="connsiteY432" fmla="*/ 2808622 h 2930019"/>
                <a:gd name="connsiteX433" fmla="*/ 2665887 w 7225946"/>
                <a:gd name="connsiteY433" fmla="*/ 2816165 h 2930019"/>
                <a:gd name="connsiteX434" fmla="*/ 2621426 w 7225946"/>
                <a:gd name="connsiteY434" fmla="*/ 2808622 h 2930019"/>
                <a:gd name="connsiteX435" fmla="*/ 2632530 w 7225946"/>
                <a:gd name="connsiteY435" fmla="*/ 2763740 h 2930019"/>
                <a:gd name="connsiteX436" fmla="*/ 2596366 w 7225946"/>
                <a:gd name="connsiteY436" fmla="*/ 2759550 h 2930019"/>
                <a:gd name="connsiteX437" fmla="*/ 2579896 w 7225946"/>
                <a:gd name="connsiteY437" fmla="*/ 2756868 h 2930019"/>
                <a:gd name="connsiteX438" fmla="*/ 2466333 w 7225946"/>
                <a:gd name="connsiteY438" fmla="*/ 2757790 h 2930019"/>
                <a:gd name="connsiteX439" fmla="*/ 2419021 w 7225946"/>
                <a:gd name="connsiteY439" fmla="*/ 2750289 h 2930019"/>
                <a:gd name="connsiteX440" fmla="*/ 2446218 w 7225946"/>
                <a:gd name="connsiteY440" fmla="*/ 2691664 h 2930019"/>
                <a:gd name="connsiteX441" fmla="*/ 2471362 w 7225946"/>
                <a:gd name="connsiteY441" fmla="*/ 2716430 h 2930019"/>
                <a:gd name="connsiteX442" fmla="*/ 2507945 w 7225946"/>
                <a:gd name="connsiteY442" fmla="*/ 2733193 h 2930019"/>
                <a:gd name="connsiteX443" fmla="*/ 2596911 w 7225946"/>
                <a:gd name="connsiteY443" fmla="*/ 2752930 h 2930019"/>
                <a:gd name="connsiteX444" fmla="*/ 2636764 w 7225946"/>
                <a:gd name="connsiteY444" fmla="*/ 2757413 h 2930019"/>
                <a:gd name="connsiteX445" fmla="*/ 2640661 w 7225946"/>
                <a:gd name="connsiteY445" fmla="*/ 2757791 h 2930019"/>
                <a:gd name="connsiteX446" fmla="*/ 2629430 w 7225946"/>
                <a:gd name="connsiteY446" fmla="*/ 2803175 h 2930019"/>
                <a:gd name="connsiteX447" fmla="*/ 2665552 w 7225946"/>
                <a:gd name="connsiteY447" fmla="*/ 2809293 h 2930019"/>
                <a:gd name="connsiteX448" fmla="*/ 2701632 w 7225946"/>
                <a:gd name="connsiteY448" fmla="*/ 2803175 h 2930019"/>
                <a:gd name="connsiteX449" fmla="*/ 2690444 w 7225946"/>
                <a:gd name="connsiteY449" fmla="*/ 2757791 h 2930019"/>
                <a:gd name="connsiteX450" fmla="*/ 2694299 w 7225946"/>
                <a:gd name="connsiteY450" fmla="*/ 2757413 h 2930019"/>
                <a:gd name="connsiteX451" fmla="*/ 2734152 w 7225946"/>
                <a:gd name="connsiteY451" fmla="*/ 2752930 h 2930019"/>
                <a:gd name="connsiteX452" fmla="*/ 2823452 w 7225946"/>
                <a:gd name="connsiteY452" fmla="*/ 2733193 h 2930019"/>
                <a:gd name="connsiteX453" fmla="*/ 2860036 w 7225946"/>
                <a:gd name="connsiteY453" fmla="*/ 2716430 h 2930019"/>
                <a:gd name="connsiteX454" fmla="*/ 2885179 w 7225946"/>
                <a:gd name="connsiteY454" fmla="*/ 2691664 h 2930019"/>
                <a:gd name="connsiteX455" fmla="*/ 2858946 w 7225946"/>
                <a:gd name="connsiteY455" fmla="*/ 2694514 h 2930019"/>
                <a:gd name="connsiteX456" fmla="*/ 2858946 w 7225946"/>
                <a:gd name="connsiteY456" fmla="*/ 2694556 h 2930019"/>
                <a:gd name="connsiteX457" fmla="*/ 2836191 w 7225946"/>
                <a:gd name="connsiteY457" fmla="*/ 2694556 h 2930019"/>
                <a:gd name="connsiteX458" fmla="*/ 2810127 w 7225946"/>
                <a:gd name="connsiteY458" fmla="*/ 2694304 h 2930019"/>
                <a:gd name="connsiteX459" fmla="*/ 2770777 w 7225946"/>
                <a:gd name="connsiteY459" fmla="*/ 2695309 h 2930019"/>
                <a:gd name="connsiteX460" fmla="*/ 2728075 w 7225946"/>
                <a:gd name="connsiteY460" fmla="*/ 2705074 h 2930019"/>
                <a:gd name="connsiteX461" fmla="*/ 2698029 w 7225946"/>
                <a:gd name="connsiteY461" fmla="*/ 2707127 h 2930019"/>
                <a:gd name="connsiteX462" fmla="*/ 2708170 w 7225946"/>
                <a:gd name="connsiteY462" fmla="*/ 2750248 h 2930019"/>
                <a:gd name="connsiteX463" fmla="*/ 2665971 w 7225946"/>
                <a:gd name="connsiteY463" fmla="*/ 2755276 h 2930019"/>
                <a:gd name="connsiteX464" fmla="*/ 2665427 w 7225946"/>
                <a:gd name="connsiteY464" fmla="*/ 2755276 h 2930019"/>
                <a:gd name="connsiteX465" fmla="*/ 2664965 w 7225946"/>
                <a:gd name="connsiteY465" fmla="*/ 2755276 h 2930019"/>
                <a:gd name="connsiteX466" fmla="*/ 2623060 w 7225946"/>
                <a:gd name="connsiteY466" fmla="*/ 2750331 h 2930019"/>
                <a:gd name="connsiteX467" fmla="*/ 2633201 w 7225946"/>
                <a:gd name="connsiteY467" fmla="*/ 2707210 h 2930019"/>
                <a:gd name="connsiteX468" fmla="*/ 2603154 w 7225946"/>
                <a:gd name="connsiteY468" fmla="*/ 2705157 h 2930019"/>
                <a:gd name="connsiteX469" fmla="*/ 2560620 w 7225946"/>
                <a:gd name="connsiteY469" fmla="*/ 2695268 h 2930019"/>
                <a:gd name="connsiteX470" fmla="*/ 2521271 w 7225946"/>
                <a:gd name="connsiteY470" fmla="*/ 2694262 h 2930019"/>
                <a:gd name="connsiteX471" fmla="*/ 2495206 w 7225946"/>
                <a:gd name="connsiteY471" fmla="*/ 2694514 h 2930019"/>
                <a:gd name="connsiteX472" fmla="*/ 2472452 w 7225946"/>
                <a:gd name="connsiteY472" fmla="*/ 2694514 h 2930019"/>
                <a:gd name="connsiteX473" fmla="*/ 2446218 w 7225946"/>
                <a:gd name="connsiteY473" fmla="*/ 2691664 h 2930019"/>
                <a:gd name="connsiteX474" fmla="*/ 3376275 w 7225946"/>
                <a:gd name="connsiteY474" fmla="*/ 2651355 h 2930019"/>
                <a:gd name="connsiteX475" fmla="*/ 3368670 w 7225946"/>
                <a:gd name="connsiteY475" fmla="*/ 2655444 h 2930019"/>
                <a:gd name="connsiteX476" fmla="*/ 3358307 w 7225946"/>
                <a:gd name="connsiteY476" fmla="*/ 2673221 h 2930019"/>
                <a:gd name="connsiteX477" fmla="*/ 3354219 w 7225946"/>
                <a:gd name="connsiteY477" fmla="*/ 2681017 h 2930019"/>
                <a:gd name="connsiteX478" fmla="*/ 3356215 w 7225946"/>
                <a:gd name="connsiteY478" fmla="*/ 2687671 h 2930019"/>
                <a:gd name="connsiteX479" fmla="*/ 3354789 w 7225946"/>
                <a:gd name="connsiteY479" fmla="*/ 2696039 h 2930019"/>
                <a:gd name="connsiteX480" fmla="*/ 3368289 w 7225946"/>
                <a:gd name="connsiteY480" fmla="*/ 2707161 h 2930019"/>
                <a:gd name="connsiteX481" fmla="*/ 3379603 w 7225946"/>
                <a:gd name="connsiteY481" fmla="*/ 2702407 h 2930019"/>
                <a:gd name="connsiteX482" fmla="*/ 3388159 w 7225946"/>
                <a:gd name="connsiteY482" fmla="*/ 2701647 h 2930019"/>
                <a:gd name="connsiteX483" fmla="*/ 3395575 w 7225946"/>
                <a:gd name="connsiteY483" fmla="*/ 2696608 h 2930019"/>
                <a:gd name="connsiteX484" fmla="*/ 3399282 w 7225946"/>
                <a:gd name="connsiteY484" fmla="*/ 2686055 h 2930019"/>
                <a:gd name="connsiteX485" fmla="*/ 3404511 w 7225946"/>
                <a:gd name="connsiteY485" fmla="*/ 2682158 h 2930019"/>
                <a:gd name="connsiteX486" fmla="*/ 3409565 w 7225946"/>
                <a:gd name="connsiteY486" fmla="*/ 2676636 h 2930019"/>
                <a:gd name="connsiteX487" fmla="*/ 3409549 w 7225946"/>
                <a:gd name="connsiteY487" fmla="*/ 2676739 h 2930019"/>
                <a:gd name="connsiteX488" fmla="*/ 3409645 w 7225946"/>
                <a:gd name="connsiteY488" fmla="*/ 2676549 h 2930019"/>
                <a:gd name="connsiteX489" fmla="*/ 3409565 w 7225946"/>
                <a:gd name="connsiteY489" fmla="*/ 2676636 h 2930019"/>
                <a:gd name="connsiteX490" fmla="*/ 3410690 w 7225946"/>
                <a:gd name="connsiteY490" fmla="*/ 2669323 h 2930019"/>
                <a:gd name="connsiteX491" fmla="*/ 3411641 w 7225946"/>
                <a:gd name="connsiteY491" fmla="*/ 2662669 h 2930019"/>
                <a:gd name="connsiteX492" fmla="*/ 3407553 w 7225946"/>
                <a:gd name="connsiteY492" fmla="*/ 2660768 h 2930019"/>
                <a:gd name="connsiteX493" fmla="*/ 3395859 w 7225946"/>
                <a:gd name="connsiteY493" fmla="*/ 2660768 h 2930019"/>
                <a:gd name="connsiteX494" fmla="*/ 3385782 w 7225946"/>
                <a:gd name="connsiteY494" fmla="*/ 2663239 h 2930019"/>
                <a:gd name="connsiteX495" fmla="*/ 3376275 w 7225946"/>
                <a:gd name="connsiteY495" fmla="*/ 2651355 h 2930019"/>
                <a:gd name="connsiteX496" fmla="*/ 3503098 w 7225946"/>
                <a:gd name="connsiteY496" fmla="*/ 2627967 h 2930019"/>
                <a:gd name="connsiteX497" fmla="*/ 3500532 w 7225946"/>
                <a:gd name="connsiteY497" fmla="*/ 2638045 h 2930019"/>
                <a:gd name="connsiteX498" fmla="*/ 3499961 w 7225946"/>
                <a:gd name="connsiteY498" fmla="*/ 2644890 h 2930019"/>
                <a:gd name="connsiteX499" fmla="*/ 3502909 w 7225946"/>
                <a:gd name="connsiteY499" fmla="*/ 2656013 h 2930019"/>
                <a:gd name="connsiteX500" fmla="*/ 3507947 w 7225946"/>
                <a:gd name="connsiteY500" fmla="*/ 2665995 h 2930019"/>
                <a:gd name="connsiteX501" fmla="*/ 3514222 w 7225946"/>
                <a:gd name="connsiteY501" fmla="*/ 2677500 h 2930019"/>
                <a:gd name="connsiteX502" fmla="*/ 3514222 w 7225946"/>
                <a:gd name="connsiteY502" fmla="*/ 2686056 h 2930019"/>
                <a:gd name="connsiteX503" fmla="*/ 3520307 w 7225946"/>
                <a:gd name="connsiteY503" fmla="*/ 2692520 h 2930019"/>
                <a:gd name="connsiteX504" fmla="*/ 3528102 w 7225946"/>
                <a:gd name="connsiteY504" fmla="*/ 2688812 h 2930019"/>
                <a:gd name="connsiteX505" fmla="*/ 3535518 w 7225946"/>
                <a:gd name="connsiteY505" fmla="*/ 2688812 h 2930019"/>
                <a:gd name="connsiteX506" fmla="*/ 3544265 w 7225946"/>
                <a:gd name="connsiteY506" fmla="*/ 2685295 h 2930019"/>
                <a:gd name="connsiteX507" fmla="*/ 3549303 w 7225946"/>
                <a:gd name="connsiteY507" fmla="*/ 2679401 h 2930019"/>
                <a:gd name="connsiteX508" fmla="*/ 3553581 w 7225946"/>
                <a:gd name="connsiteY508" fmla="*/ 2670655 h 2930019"/>
                <a:gd name="connsiteX509" fmla="*/ 3559096 w 7225946"/>
                <a:gd name="connsiteY509" fmla="*/ 2663428 h 2930019"/>
                <a:gd name="connsiteX510" fmla="*/ 3559096 w 7225946"/>
                <a:gd name="connsiteY510" fmla="*/ 2655633 h 2930019"/>
                <a:gd name="connsiteX511" fmla="*/ 3555007 w 7225946"/>
                <a:gd name="connsiteY511" fmla="*/ 2649643 h 2930019"/>
                <a:gd name="connsiteX512" fmla="*/ 3555863 w 7225946"/>
                <a:gd name="connsiteY512" fmla="*/ 2649454 h 2930019"/>
                <a:gd name="connsiteX513" fmla="*/ 3540271 w 7225946"/>
                <a:gd name="connsiteY513" fmla="*/ 2635669 h 2930019"/>
                <a:gd name="connsiteX514" fmla="*/ 3533712 w 7225946"/>
                <a:gd name="connsiteY514" fmla="*/ 2636714 h 2930019"/>
                <a:gd name="connsiteX515" fmla="*/ 3526106 w 7225946"/>
                <a:gd name="connsiteY515" fmla="*/ 2634337 h 2930019"/>
                <a:gd name="connsiteX516" fmla="*/ 3518405 w 7225946"/>
                <a:gd name="connsiteY516" fmla="*/ 2633672 h 2930019"/>
                <a:gd name="connsiteX517" fmla="*/ 3510705 w 7225946"/>
                <a:gd name="connsiteY517" fmla="*/ 2629679 h 2930019"/>
                <a:gd name="connsiteX518" fmla="*/ 3503098 w 7225946"/>
                <a:gd name="connsiteY518" fmla="*/ 2627967 h 2930019"/>
                <a:gd name="connsiteX519" fmla="*/ 2859910 w 7225946"/>
                <a:gd name="connsiteY519" fmla="*/ 2626334 h 2930019"/>
                <a:gd name="connsiteX520" fmla="*/ 2833970 w 7225946"/>
                <a:gd name="connsiteY520" fmla="*/ 2629268 h 2930019"/>
                <a:gd name="connsiteX521" fmla="*/ 2834390 w 7225946"/>
                <a:gd name="connsiteY521" fmla="*/ 2629351 h 2930019"/>
                <a:gd name="connsiteX522" fmla="*/ 2824374 w 7225946"/>
                <a:gd name="connsiteY522" fmla="*/ 2629812 h 2930019"/>
                <a:gd name="connsiteX523" fmla="*/ 2777105 w 7225946"/>
                <a:gd name="connsiteY523" fmla="*/ 2632285 h 2930019"/>
                <a:gd name="connsiteX524" fmla="*/ 2771824 w 7225946"/>
                <a:gd name="connsiteY524" fmla="*/ 2635093 h 2930019"/>
                <a:gd name="connsiteX525" fmla="*/ 2718395 w 7225946"/>
                <a:gd name="connsiteY525" fmla="*/ 2652148 h 2930019"/>
                <a:gd name="connsiteX526" fmla="*/ 2708840 w 7225946"/>
                <a:gd name="connsiteY526" fmla="*/ 2652777 h 2930019"/>
                <a:gd name="connsiteX527" fmla="*/ 2697148 w 7225946"/>
                <a:gd name="connsiteY527" fmla="*/ 2652148 h 2930019"/>
                <a:gd name="connsiteX528" fmla="*/ 2706326 w 7225946"/>
                <a:gd name="connsiteY528" fmla="*/ 2690492 h 2930019"/>
                <a:gd name="connsiteX529" fmla="*/ 2665888 w 7225946"/>
                <a:gd name="connsiteY529" fmla="*/ 2693047 h 2930019"/>
                <a:gd name="connsiteX530" fmla="*/ 2625406 w 7225946"/>
                <a:gd name="connsiteY530" fmla="*/ 2690492 h 2930019"/>
                <a:gd name="connsiteX531" fmla="*/ 2634626 w 7225946"/>
                <a:gd name="connsiteY531" fmla="*/ 2652148 h 2930019"/>
                <a:gd name="connsiteX532" fmla="*/ 2622892 w 7225946"/>
                <a:gd name="connsiteY532" fmla="*/ 2652777 h 2930019"/>
                <a:gd name="connsiteX533" fmla="*/ 2613337 w 7225946"/>
                <a:gd name="connsiteY533" fmla="*/ 2652148 h 2930019"/>
                <a:gd name="connsiteX534" fmla="*/ 2559950 w 7225946"/>
                <a:gd name="connsiteY534" fmla="*/ 2635093 h 2930019"/>
                <a:gd name="connsiteX535" fmla="*/ 2554670 w 7225946"/>
                <a:gd name="connsiteY535" fmla="*/ 2632285 h 2930019"/>
                <a:gd name="connsiteX536" fmla="*/ 2507401 w 7225946"/>
                <a:gd name="connsiteY536" fmla="*/ 2629812 h 2930019"/>
                <a:gd name="connsiteX537" fmla="*/ 2497344 w 7225946"/>
                <a:gd name="connsiteY537" fmla="*/ 2629351 h 2930019"/>
                <a:gd name="connsiteX538" fmla="*/ 2471445 w 7225946"/>
                <a:gd name="connsiteY538" fmla="*/ 2626418 h 2930019"/>
                <a:gd name="connsiteX539" fmla="*/ 2496128 w 7225946"/>
                <a:gd name="connsiteY539" fmla="*/ 2653572 h 2930019"/>
                <a:gd name="connsiteX540" fmla="*/ 2532711 w 7225946"/>
                <a:gd name="connsiteY540" fmla="*/ 2677249 h 2930019"/>
                <a:gd name="connsiteX541" fmla="*/ 2604663 w 7225946"/>
                <a:gd name="connsiteY541" fmla="*/ 2698412 h 2930019"/>
                <a:gd name="connsiteX542" fmla="*/ 2635715 w 7225946"/>
                <a:gd name="connsiteY542" fmla="*/ 2700381 h 2930019"/>
                <a:gd name="connsiteX543" fmla="*/ 2642126 w 7225946"/>
                <a:gd name="connsiteY543" fmla="*/ 2700381 h 2930019"/>
                <a:gd name="connsiteX544" fmla="*/ 2631692 w 7225946"/>
                <a:gd name="connsiteY544" fmla="*/ 2744423 h 2930019"/>
                <a:gd name="connsiteX545" fmla="*/ 2665217 w 7225946"/>
                <a:gd name="connsiteY545" fmla="*/ 2748614 h 2930019"/>
                <a:gd name="connsiteX546" fmla="*/ 2665677 w 7225946"/>
                <a:gd name="connsiteY546" fmla="*/ 2748614 h 2930019"/>
                <a:gd name="connsiteX547" fmla="*/ 2666097 w 7225946"/>
                <a:gd name="connsiteY547" fmla="*/ 2748614 h 2930019"/>
                <a:gd name="connsiteX548" fmla="*/ 2699621 w 7225946"/>
                <a:gd name="connsiteY548" fmla="*/ 2744423 h 2930019"/>
                <a:gd name="connsiteX549" fmla="*/ 2689228 w 7225946"/>
                <a:gd name="connsiteY549" fmla="*/ 2700297 h 2930019"/>
                <a:gd name="connsiteX550" fmla="*/ 2695640 w 7225946"/>
                <a:gd name="connsiteY550" fmla="*/ 2700297 h 2930019"/>
                <a:gd name="connsiteX551" fmla="*/ 2726692 w 7225946"/>
                <a:gd name="connsiteY551" fmla="*/ 2698328 h 2930019"/>
                <a:gd name="connsiteX552" fmla="*/ 2798645 w 7225946"/>
                <a:gd name="connsiteY552" fmla="*/ 2677165 h 2930019"/>
                <a:gd name="connsiteX553" fmla="*/ 2835144 w 7225946"/>
                <a:gd name="connsiteY553" fmla="*/ 2653530 h 2930019"/>
                <a:gd name="connsiteX554" fmla="*/ 2859910 w 7225946"/>
                <a:gd name="connsiteY554" fmla="*/ 2626334 h 2930019"/>
                <a:gd name="connsiteX555" fmla="*/ 3475813 w 7225946"/>
                <a:gd name="connsiteY555" fmla="*/ 2572829 h 2930019"/>
                <a:gd name="connsiteX556" fmla="*/ 3473057 w 7225946"/>
                <a:gd name="connsiteY556" fmla="*/ 2580435 h 2930019"/>
                <a:gd name="connsiteX557" fmla="*/ 3464690 w 7225946"/>
                <a:gd name="connsiteY557" fmla="*/ 2587850 h 2930019"/>
                <a:gd name="connsiteX558" fmla="*/ 3454612 w 7225946"/>
                <a:gd name="connsiteY558" fmla="*/ 2595646 h 2930019"/>
                <a:gd name="connsiteX559" fmla="*/ 3443870 w 7225946"/>
                <a:gd name="connsiteY559" fmla="*/ 2598973 h 2930019"/>
                <a:gd name="connsiteX560" fmla="*/ 3437785 w 7225946"/>
                <a:gd name="connsiteY560" fmla="*/ 2592888 h 2930019"/>
                <a:gd name="connsiteX561" fmla="*/ 3442063 w 7225946"/>
                <a:gd name="connsiteY561" fmla="*/ 2585663 h 2930019"/>
                <a:gd name="connsiteX562" fmla="*/ 3456134 w 7225946"/>
                <a:gd name="connsiteY562" fmla="*/ 2579578 h 2930019"/>
                <a:gd name="connsiteX563" fmla="*/ 3461553 w 7225946"/>
                <a:gd name="connsiteY563" fmla="*/ 2576156 h 2930019"/>
                <a:gd name="connsiteX564" fmla="*/ 3468778 w 7225946"/>
                <a:gd name="connsiteY564" fmla="*/ 2573779 h 2930019"/>
                <a:gd name="connsiteX565" fmla="*/ 3475813 w 7225946"/>
                <a:gd name="connsiteY565" fmla="*/ 2572829 h 2930019"/>
                <a:gd name="connsiteX566" fmla="*/ 3809795 w 7225946"/>
                <a:gd name="connsiteY566" fmla="*/ 2557522 h 2930019"/>
                <a:gd name="connsiteX567" fmla="*/ 3812859 w 7225946"/>
                <a:gd name="connsiteY567" fmla="*/ 2560347 h 2930019"/>
                <a:gd name="connsiteX568" fmla="*/ 3812837 w 7225946"/>
                <a:gd name="connsiteY568" fmla="*/ 2560849 h 2930019"/>
                <a:gd name="connsiteX569" fmla="*/ 3806467 w 7225946"/>
                <a:gd name="connsiteY569" fmla="*/ 2571877 h 2930019"/>
                <a:gd name="connsiteX570" fmla="*/ 3806373 w 7225946"/>
                <a:gd name="connsiteY570" fmla="*/ 2571877 h 2930019"/>
                <a:gd name="connsiteX571" fmla="*/ 3796866 w 7225946"/>
                <a:gd name="connsiteY571" fmla="*/ 2570832 h 2930019"/>
                <a:gd name="connsiteX572" fmla="*/ 3796009 w 7225946"/>
                <a:gd name="connsiteY572" fmla="*/ 2565318 h 2930019"/>
                <a:gd name="connsiteX573" fmla="*/ 3798671 w 7225946"/>
                <a:gd name="connsiteY573" fmla="*/ 2559424 h 2930019"/>
                <a:gd name="connsiteX574" fmla="*/ 3809795 w 7225946"/>
                <a:gd name="connsiteY574" fmla="*/ 2557522 h 2930019"/>
                <a:gd name="connsiteX575" fmla="*/ 3843069 w 7225946"/>
                <a:gd name="connsiteY575" fmla="*/ 2547634 h 2930019"/>
                <a:gd name="connsiteX576" fmla="*/ 3848584 w 7225946"/>
                <a:gd name="connsiteY576" fmla="*/ 2549631 h 2930019"/>
                <a:gd name="connsiteX577" fmla="*/ 3848584 w 7225946"/>
                <a:gd name="connsiteY577" fmla="*/ 2556857 h 2930019"/>
                <a:gd name="connsiteX578" fmla="*/ 3848202 w 7225946"/>
                <a:gd name="connsiteY578" fmla="*/ 2556857 h 2930019"/>
                <a:gd name="connsiteX579" fmla="*/ 3838695 w 7225946"/>
                <a:gd name="connsiteY579" fmla="*/ 2563986 h 2930019"/>
                <a:gd name="connsiteX580" fmla="*/ 3833371 w 7225946"/>
                <a:gd name="connsiteY580" fmla="*/ 2559138 h 2930019"/>
                <a:gd name="connsiteX581" fmla="*/ 3834419 w 7225946"/>
                <a:gd name="connsiteY581" fmla="*/ 2550487 h 2930019"/>
                <a:gd name="connsiteX582" fmla="*/ 3843069 w 7225946"/>
                <a:gd name="connsiteY582" fmla="*/ 2547634 h 2930019"/>
                <a:gd name="connsiteX583" fmla="*/ 3495398 w 7225946"/>
                <a:gd name="connsiteY583" fmla="*/ 2536701 h 2930019"/>
                <a:gd name="connsiteX584" fmla="*/ 3489978 w 7225946"/>
                <a:gd name="connsiteY584" fmla="*/ 2538508 h 2930019"/>
                <a:gd name="connsiteX585" fmla="*/ 3485225 w 7225946"/>
                <a:gd name="connsiteY585" fmla="*/ 2540980 h 2930019"/>
                <a:gd name="connsiteX586" fmla="*/ 3479806 w 7225946"/>
                <a:gd name="connsiteY586" fmla="*/ 2544498 h 2930019"/>
                <a:gd name="connsiteX587" fmla="*/ 3470299 w 7225946"/>
                <a:gd name="connsiteY587" fmla="*/ 2548206 h 2930019"/>
                <a:gd name="connsiteX588" fmla="*/ 3463454 w 7225946"/>
                <a:gd name="connsiteY588" fmla="*/ 2550202 h 2930019"/>
                <a:gd name="connsiteX589" fmla="*/ 3454707 w 7225946"/>
                <a:gd name="connsiteY589" fmla="*/ 2553339 h 2930019"/>
                <a:gd name="connsiteX590" fmla="*/ 3442729 w 7225946"/>
                <a:gd name="connsiteY590" fmla="*/ 2556572 h 2930019"/>
                <a:gd name="connsiteX591" fmla="*/ 3426567 w 7225946"/>
                <a:gd name="connsiteY591" fmla="*/ 2561325 h 2930019"/>
                <a:gd name="connsiteX592" fmla="*/ 3422859 w 7225946"/>
                <a:gd name="connsiteY592" fmla="*/ 2556381 h 2930019"/>
                <a:gd name="connsiteX593" fmla="*/ 3415063 w 7225946"/>
                <a:gd name="connsiteY593" fmla="*/ 2552294 h 2930019"/>
                <a:gd name="connsiteX594" fmla="*/ 3406317 w 7225946"/>
                <a:gd name="connsiteY594" fmla="*/ 2556191 h 2930019"/>
                <a:gd name="connsiteX595" fmla="*/ 3396810 w 7225946"/>
                <a:gd name="connsiteY595" fmla="*/ 2573399 h 2930019"/>
                <a:gd name="connsiteX596" fmla="*/ 3397570 w 7225946"/>
                <a:gd name="connsiteY596" fmla="*/ 2588610 h 2930019"/>
                <a:gd name="connsiteX597" fmla="*/ 3400042 w 7225946"/>
                <a:gd name="connsiteY597" fmla="*/ 2603632 h 2930019"/>
                <a:gd name="connsiteX598" fmla="*/ 3402609 w 7225946"/>
                <a:gd name="connsiteY598" fmla="*/ 2615325 h 2930019"/>
                <a:gd name="connsiteX599" fmla="*/ 3403560 w 7225946"/>
                <a:gd name="connsiteY599" fmla="*/ 2623311 h 2930019"/>
                <a:gd name="connsiteX600" fmla="*/ 3405366 w 7225946"/>
                <a:gd name="connsiteY600" fmla="*/ 2627399 h 2930019"/>
                <a:gd name="connsiteX601" fmla="*/ 3407458 w 7225946"/>
                <a:gd name="connsiteY601" fmla="*/ 2635004 h 2930019"/>
                <a:gd name="connsiteX602" fmla="*/ 3411166 w 7225946"/>
                <a:gd name="connsiteY602" fmla="*/ 2638332 h 2930019"/>
                <a:gd name="connsiteX603" fmla="*/ 3421528 w 7225946"/>
                <a:gd name="connsiteY603" fmla="*/ 2639282 h 2930019"/>
                <a:gd name="connsiteX604" fmla="*/ 3427993 w 7225946"/>
                <a:gd name="connsiteY604" fmla="*/ 2638142 h 2930019"/>
                <a:gd name="connsiteX605" fmla="*/ 3436169 w 7225946"/>
                <a:gd name="connsiteY605" fmla="*/ 2640423 h 2930019"/>
                <a:gd name="connsiteX606" fmla="*/ 3438926 w 7225946"/>
                <a:gd name="connsiteY606" fmla="*/ 2645558 h 2930019"/>
                <a:gd name="connsiteX607" fmla="*/ 3437120 w 7225946"/>
                <a:gd name="connsiteY607" fmla="*/ 2660674 h 2930019"/>
                <a:gd name="connsiteX608" fmla="*/ 3437120 w 7225946"/>
                <a:gd name="connsiteY608" fmla="*/ 2671987 h 2930019"/>
                <a:gd name="connsiteX609" fmla="*/ 3437120 w 7225946"/>
                <a:gd name="connsiteY609" fmla="*/ 2680258 h 2930019"/>
                <a:gd name="connsiteX610" fmla="*/ 3426947 w 7225946"/>
                <a:gd name="connsiteY610" fmla="*/ 2692141 h 2930019"/>
                <a:gd name="connsiteX611" fmla="*/ 3414303 w 7225946"/>
                <a:gd name="connsiteY611" fmla="*/ 2687769 h 2930019"/>
                <a:gd name="connsiteX612" fmla="*/ 3405747 w 7225946"/>
                <a:gd name="connsiteY612" fmla="*/ 2691286 h 2930019"/>
                <a:gd name="connsiteX613" fmla="*/ 3419152 w 7225946"/>
                <a:gd name="connsiteY613" fmla="*/ 2704976 h 2930019"/>
                <a:gd name="connsiteX614" fmla="*/ 3423905 w 7225946"/>
                <a:gd name="connsiteY614" fmla="*/ 2713913 h 2930019"/>
                <a:gd name="connsiteX615" fmla="*/ 3432651 w 7225946"/>
                <a:gd name="connsiteY615" fmla="*/ 2718191 h 2930019"/>
                <a:gd name="connsiteX616" fmla="*/ 3437880 w 7225946"/>
                <a:gd name="connsiteY616" fmla="*/ 2722280 h 2930019"/>
                <a:gd name="connsiteX617" fmla="*/ 3444536 w 7225946"/>
                <a:gd name="connsiteY617" fmla="*/ 2725226 h 2930019"/>
                <a:gd name="connsiteX618" fmla="*/ 3448813 w 7225946"/>
                <a:gd name="connsiteY618" fmla="*/ 2728173 h 2930019"/>
                <a:gd name="connsiteX619" fmla="*/ 3458320 w 7225946"/>
                <a:gd name="connsiteY619" fmla="*/ 2723325 h 2930019"/>
                <a:gd name="connsiteX620" fmla="*/ 3468493 w 7225946"/>
                <a:gd name="connsiteY620" fmla="*/ 2713153 h 2930019"/>
                <a:gd name="connsiteX621" fmla="*/ 3478000 w 7225946"/>
                <a:gd name="connsiteY621" fmla="*/ 2698892 h 2930019"/>
                <a:gd name="connsiteX622" fmla="*/ 3478000 w 7225946"/>
                <a:gd name="connsiteY622" fmla="*/ 2648600 h 2930019"/>
                <a:gd name="connsiteX623" fmla="*/ 3476194 w 7225946"/>
                <a:gd name="connsiteY623" fmla="*/ 2637286 h 2930019"/>
                <a:gd name="connsiteX624" fmla="*/ 3481707 w 7225946"/>
                <a:gd name="connsiteY624" fmla="*/ 2631107 h 2930019"/>
                <a:gd name="connsiteX625" fmla="*/ 3487506 w 7225946"/>
                <a:gd name="connsiteY625" fmla="*/ 2630346 h 2930019"/>
                <a:gd name="connsiteX626" fmla="*/ 3495302 w 7225946"/>
                <a:gd name="connsiteY626" fmla="*/ 2620364 h 2930019"/>
                <a:gd name="connsiteX627" fmla="*/ 3513081 w 7225946"/>
                <a:gd name="connsiteY627" fmla="*/ 2589371 h 2930019"/>
                <a:gd name="connsiteX628" fmla="*/ 3518499 w 7225946"/>
                <a:gd name="connsiteY628" fmla="*/ 2579864 h 2930019"/>
                <a:gd name="connsiteX629" fmla="*/ 3518880 w 7225946"/>
                <a:gd name="connsiteY629" fmla="*/ 2579864 h 2930019"/>
                <a:gd name="connsiteX630" fmla="*/ 3530193 w 7225946"/>
                <a:gd name="connsiteY630" fmla="*/ 2568360 h 2930019"/>
                <a:gd name="connsiteX631" fmla="*/ 3530193 w 7225946"/>
                <a:gd name="connsiteY631" fmla="*/ 2559709 h 2930019"/>
                <a:gd name="connsiteX632" fmla="*/ 3526485 w 7225946"/>
                <a:gd name="connsiteY632" fmla="*/ 2548586 h 2930019"/>
                <a:gd name="connsiteX633" fmla="*/ 3513081 w 7225946"/>
                <a:gd name="connsiteY633" fmla="*/ 2539839 h 2930019"/>
                <a:gd name="connsiteX634" fmla="*/ 3503574 w 7225946"/>
                <a:gd name="connsiteY634" fmla="*/ 2539839 h 2930019"/>
                <a:gd name="connsiteX635" fmla="*/ 3495398 w 7225946"/>
                <a:gd name="connsiteY635" fmla="*/ 2536701 h 2930019"/>
                <a:gd name="connsiteX636" fmla="*/ 3806943 w 7225946"/>
                <a:gd name="connsiteY636" fmla="*/ 2521110 h 2930019"/>
                <a:gd name="connsiteX637" fmla="*/ 3813882 w 7225946"/>
                <a:gd name="connsiteY637" fmla="*/ 2529096 h 2930019"/>
                <a:gd name="connsiteX638" fmla="*/ 3813407 w 7225946"/>
                <a:gd name="connsiteY638" fmla="*/ 2529382 h 2930019"/>
                <a:gd name="connsiteX639" fmla="*/ 3802569 w 7225946"/>
                <a:gd name="connsiteY639" fmla="*/ 2539649 h 2930019"/>
                <a:gd name="connsiteX640" fmla="*/ 3798482 w 7225946"/>
                <a:gd name="connsiteY640" fmla="*/ 2537177 h 2930019"/>
                <a:gd name="connsiteX641" fmla="*/ 3797436 w 7225946"/>
                <a:gd name="connsiteY641" fmla="*/ 2527670 h 2930019"/>
                <a:gd name="connsiteX642" fmla="*/ 3806943 w 7225946"/>
                <a:gd name="connsiteY642" fmla="*/ 2521110 h 2930019"/>
                <a:gd name="connsiteX643" fmla="*/ 3858280 w 7225946"/>
                <a:gd name="connsiteY643" fmla="*/ 2507135 h 2930019"/>
                <a:gd name="connsiteX644" fmla="*/ 3859136 w 7225946"/>
                <a:gd name="connsiteY644" fmla="*/ 2515501 h 2930019"/>
                <a:gd name="connsiteX645" fmla="*/ 3851340 w 7225946"/>
                <a:gd name="connsiteY645" fmla="*/ 2526624 h 2930019"/>
                <a:gd name="connsiteX646" fmla="*/ 3839647 w 7225946"/>
                <a:gd name="connsiteY646" fmla="*/ 2525958 h 2930019"/>
                <a:gd name="connsiteX647" fmla="*/ 3836510 w 7225946"/>
                <a:gd name="connsiteY647" fmla="*/ 2515691 h 2930019"/>
                <a:gd name="connsiteX648" fmla="*/ 3858280 w 7225946"/>
                <a:gd name="connsiteY648" fmla="*/ 2507135 h 2930019"/>
                <a:gd name="connsiteX649" fmla="*/ 4168970 w 7225946"/>
                <a:gd name="connsiteY649" fmla="*/ 2504947 h 2930019"/>
                <a:gd name="connsiteX650" fmla="*/ 4161649 w 7225946"/>
                <a:gd name="connsiteY650" fmla="*/ 2505993 h 2930019"/>
                <a:gd name="connsiteX651" fmla="*/ 4153188 w 7225946"/>
                <a:gd name="connsiteY651" fmla="*/ 2507039 h 2930019"/>
                <a:gd name="connsiteX652" fmla="*/ 4123241 w 7225946"/>
                <a:gd name="connsiteY652" fmla="*/ 2519683 h 2930019"/>
                <a:gd name="connsiteX653" fmla="*/ 4118297 w 7225946"/>
                <a:gd name="connsiteY653" fmla="*/ 2521585 h 2930019"/>
                <a:gd name="connsiteX654" fmla="*/ 4111358 w 7225946"/>
                <a:gd name="connsiteY654" fmla="*/ 2523486 h 2930019"/>
                <a:gd name="connsiteX655" fmla="*/ 4071428 w 7225946"/>
                <a:gd name="connsiteY655" fmla="*/ 2530141 h 2930019"/>
                <a:gd name="connsiteX656" fmla="*/ 4054696 w 7225946"/>
                <a:gd name="connsiteY656" fmla="*/ 2526148 h 2930019"/>
                <a:gd name="connsiteX657" fmla="*/ 4045189 w 7225946"/>
                <a:gd name="connsiteY657" fmla="*/ 2534039 h 2930019"/>
                <a:gd name="connsiteX658" fmla="*/ 4046139 w 7225946"/>
                <a:gd name="connsiteY658" fmla="*/ 2544591 h 2930019"/>
                <a:gd name="connsiteX659" fmla="*/ 4048040 w 7225946"/>
                <a:gd name="connsiteY659" fmla="*/ 2555525 h 2930019"/>
                <a:gd name="connsiteX660" fmla="*/ 4055456 w 7225946"/>
                <a:gd name="connsiteY660" fmla="*/ 2569120 h 2930019"/>
                <a:gd name="connsiteX661" fmla="*/ 4059259 w 7225946"/>
                <a:gd name="connsiteY661" fmla="*/ 2580433 h 2930019"/>
                <a:gd name="connsiteX662" fmla="*/ 4071713 w 7225946"/>
                <a:gd name="connsiteY662" fmla="*/ 2579577 h 2930019"/>
                <a:gd name="connsiteX663" fmla="*/ 4081220 w 7225946"/>
                <a:gd name="connsiteY663" fmla="*/ 2578056 h 2930019"/>
                <a:gd name="connsiteX664" fmla="*/ 4083217 w 7225946"/>
                <a:gd name="connsiteY664" fmla="*/ 2586898 h 2930019"/>
                <a:gd name="connsiteX665" fmla="*/ 4081220 w 7225946"/>
                <a:gd name="connsiteY665" fmla="*/ 2598116 h 2930019"/>
                <a:gd name="connsiteX666" fmla="*/ 4061636 w 7225946"/>
                <a:gd name="connsiteY666" fmla="*/ 2631580 h 2930019"/>
                <a:gd name="connsiteX667" fmla="*/ 4036632 w 7225946"/>
                <a:gd name="connsiteY667" fmla="*/ 2642039 h 2930019"/>
                <a:gd name="connsiteX668" fmla="*/ 4027125 w 7225946"/>
                <a:gd name="connsiteY668" fmla="*/ 2643844 h 2930019"/>
                <a:gd name="connsiteX669" fmla="*/ 4004308 w 7225946"/>
                <a:gd name="connsiteY669" fmla="*/ 2652496 h 2930019"/>
                <a:gd name="connsiteX670" fmla="*/ 3993280 w 7225946"/>
                <a:gd name="connsiteY670" fmla="*/ 2651450 h 2930019"/>
                <a:gd name="connsiteX671" fmla="*/ 3974266 w 7225946"/>
                <a:gd name="connsiteY671" fmla="*/ 2661813 h 2930019"/>
                <a:gd name="connsiteX672" fmla="*/ 3975312 w 7225946"/>
                <a:gd name="connsiteY672" fmla="*/ 2673411 h 2930019"/>
                <a:gd name="connsiteX673" fmla="*/ 3975312 w 7225946"/>
                <a:gd name="connsiteY673" fmla="*/ 2682918 h 2930019"/>
                <a:gd name="connsiteX674" fmla="*/ 3992425 w 7225946"/>
                <a:gd name="connsiteY674" fmla="*/ 2699080 h 2930019"/>
                <a:gd name="connsiteX675" fmla="*/ 4037298 w 7225946"/>
                <a:gd name="connsiteY675" fmla="*/ 2681968 h 2930019"/>
                <a:gd name="connsiteX676" fmla="*/ 4073899 w 7225946"/>
                <a:gd name="connsiteY676" fmla="*/ 2674457 h 2930019"/>
                <a:gd name="connsiteX677" fmla="*/ 4094529 w 7225946"/>
                <a:gd name="connsiteY677" fmla="*/ 2674932 h 2930019"/>
                <a:gd name="connsiteX678" fmla="*/ 4112688 w 7225946"/>
                <a:gd name="connsiteY678" fmla="*/ 2672365 h 2930019"/>
                <a:gd name="connsiteX679" fmla="*/ 4131702 w 7225946"/>
                <a:gd name="connsiteY679" fmla="*/ 2670844 h 2930019"/>
                <a:gd name="connsiteX680" fmla="*/ 4150716 w 7225946"/>
                <a:gd name="connsiteY680" fmla="*/ 2670844 h 2930019"/>
                <a:gd name="connsiteX681" fmla="*/ 4171157 w 7225946"/>
                <a:gd name="connsiteY681" fmla="*/ 2672556 h 2930019"/>
                <a:gd name="connsiteX682" fmla="*/ 4183515 w 7225946"/>
                <a:gd name="connsiteY682" fmla="*/ 2671510 h 2930019"/>
                <a:gd name="connsiteX683" fmla="*/ 4195589 w 7225946"/>
                <a:gd name="connsiteY683" fmla="*/ 2673602 h 2930019"/>
                <a:gd name="connsiteX684" fmla="*/ 4206712 w 7225946"/>
                <a:gd name="connsiteY684" fmla="*/ 2672936 h 2930019"/>
                <a:gd name="connsiteX685" fmla="*/ 4212416 w 7225946"/>
                <a:gd name="connsiteY685" fmla="*/ 2667137 h 2930019"/>
                <a:gd name="connsiteX686" fmla="*/ 4215269 w 7225946"/>
                <a:gd name="connsiteY686" fmla="*/ 2660387 h 2930019"/>
                <a:gd name="connsiteX687" fmla="*/ 4214508 w 7225946"/>
                <a:gd name="connsiteY687" fmla="*/ 2656204 h 2930019"/>
                <a:gd name="connsiteX688" fmla="*/ 4213367 w 7225946"/>
                <a:gd name="connsiteY688" fmla="*/ 2653351 h 2930019"/>
                <a:gd name="connsiteX689" fmla="*/ 4214984 w 7225946"/>
                <a:gd name="connsiteY689" fmla="*/ 2653161 h 2930019"/>
                <a:gd name="connsiteX690" fmla="*/ 4213938 w 7225946"/>
                <a:gd name="connsiteY690" fmla="*/ 2645365 h 2930019"/>
                <a:gd name="connsiteX691" fmla="*/ 4202529 w 7225946"/>
                <a:gd name="connsiteY691" fmla="*/ 2635858 h 2930019"/>
                <a:gd name="connsiteX692" fmla="*/ 4193784 w 7225946"/>
                <a:gd name="connsiteY692" fmla="*/ 2631010 h 2930019"/>
                <a:gd name="connsiteX693" fmla="*/ 4184847 w 7225946"/>
                <a:gd name="connsiteY693" fmla="*/ 2628633 h 2930019"/>
                <a:gd name="connsiteX694" fmla="*/ 4176671 w 7225946"/>
                <a:gd name="connsiteY694" fmla="*/ 2629489 h 2930019"/>
                <a:gd name="connsiteX695" fmla="*/ 4168114 w 7225946"/>
                <a:gd name="connsiteY695" fmla="*/ 2632816 h 2930019"/>
                <a:gd name="connsiteX696" fmla="*/ 4135219 w 7225946"/>
                <a:gd name="connsiteY696" fmla="*/ 2633577 h 2930019"/>
                <a:gd name="connsiteX697" fmla="*/ 4134269 w 7225946"/>
                <a:gd name="connsiteY697" fmla="*/ 2615323 h 2930019"/>
                <a:gd name="connsiteX698" fmla="*/ 4135505 w 7225946"/>
                <a:gd name="connsiteY698" fmla="*/ 2608289 h 2930019"/>
                <a:gd name="connsiteX699" fmla="*/ 4137312 w 7225946"/>
                <a:gd name="connsiteY699" fmla="*/ 2601633 h 2930019"/>
                <a:gd name="connsiteX700" fmla="*/ 4139688 w 7225946"/>
                <a:gd name="connsiteY700" fmla="*/ 2595359 h 2930019"/>
                <a:gd name="connsiteX701" fmla="*/ 4142635 w 7225946"/>
                <a:gd name="connsiteY701" fmla="*/ 2588514 h 2930019"/>
                <a:gd name="connsiteX702" fmla="*/ 4138358 w 7225946"/>
                <a:gd name="connsiteY702" fmla="*/ 2573683 h 2930019"/>
                <a:gd name="connsiteX703" fmla="*/ 4156135 w 7225946"/>
                <a:gd name="connsiteY703" fmla="*/ 2561229 h 2930019"/>
                <a:gd name="connsiteX704" fmla="*/ 4165072 w 7225946"/>
                <a:gd name="connsiteY704" fmla="*/ 2555239 h 2930019"/>
                <a:gd name="connsiteX705" fmla="*/ 4176670 w 7225946"/>
                <a:gd name="connsiteY705" fmla="*/ 2545732 h 2930019"/>
                <a:gd name="connsiteX706" fmla="*/ 4191406 w 7225946"/>
                <a:gd name="connsiteY706" fmla="*/ 2532042 h 2930019"/>
                <a:gd name="connsiteX707" fmla="*/ 4187698 w 7225946"/>
                <a:gd name="connsiteY707" fmla="*/ 2526243 h 2930019"/>
                <a:gd name="connsiteX708" fmla="*/ 4184847 w 7225946"/>
                <a:gd name="connsiteY708" fmla="*/ 2517497 h 2930019"/>
                <a:gd name="connsiteX709" fmla="*/ 4175340 w 7225946"/>
                <a:gd name="connsiteY709" fmla="*/ 2508655 h 2930019"/>
                <a:gd name="connsiteX710" fmla="*/ 4168970 w 7225946"/>
                <a:gd name="connsiteY710" fmla="*/ 2504947 h 2930019"/>
                <a:gd name="connsiteX711" fmla="*/ 3748378 w 7225946"/>
                <a:gd name="connsiteY711" fmla="*/ 2493920 h 2930019"/>
                <a:gd name="connsiteX712" fmla="*/ 3734974 w 7225946"/>
                <a:gd name="connsiteY712" fmla="*/ 2494871 h 2930019"/>
                <a:gd name="connsiteX713" fmla="*/ 3688010 w 7225946"/>
                <a:gd name="connsiteY713" fmla="*/ 2517307 h 2930019"/>
                <a:gd name="connsiteX714" fmla="*/ 3677171 w 7225946"/>
                <a:gd name="connsiteY714" fmla="*/ 2518543 h 2930019"/>
                <a:gd name="connsiteX715" fmla="*/ 3668900 w 7225946"/>
                <a:gd name="connsiteY715" fmla="*/ 2523392 h 2930019"/>
                <a:gd name="connsiteX716" fmla="*/ 3665002 w 7225946"/>
                <a:gd name="connsiteY716" fmla="*/ 2529380 h 2930019"/>
                <a:gd name="connsiteX717" fmla="*/ 3659868 w 7225946"/>
                <a:gd name="connsiteY717" fmla="*/ 2532613 h 2930019"/>
                <a:gd name="connsiteX718" fmla="*/ 3662531 w 7225946"/>
                <a:gd name="connsiteY718" fmla="*/ 2543736 h 2930019"/>
                <a:gd name="connsiteX719" fmla="*/ 3667475 w 7225946"/>
                <a:gd name="connsiteY719" fmla="*/ 2547064 h 2930019"/>
                <a:gd name="connsiteX720" fmla="*/ 3673463 w 7225946"/>
                <a:gd name="connsiteY720" fmla="*/ 2553624 h 2930019"/>
                <a:gd name="connsiteX721" fmla="*/ 3682970 w 7225946"/>
                <a:gd name="connsiteY721" fmla="*/ 2557046 h 2930019"/>
                <a:gd name="connsiteX722" fmla="*/ 3690956 w 7225946"/>
                <a:gd name="connsiteY722" fmla="*/ 2564462 h 2930019"/>
                <a:gd name="connsiteX723" fmla="*/ 3688676 w 7225946"/>
                <a:gd name="connsiteY723" fmla="*/ 2580054 h 2930019"/>
                <a:gd name="connsiteX724" fmla="*/ 3678407 w 7225946"/>
                <a:gd name="connsiteY724" fmla="*/ 2588515 h 2930019"/>
                <a:gd name="connsiteX725" fmla="*/ 3671087 w 7225946"/>
                <a:gd name="connsiteY725" fmla="*/ 2588515 h 2930019"/>
                <a:gd name="connsiteX726" fmla="*/ 3660154 w 7225946"/>
                <a:gd name="connsiteY726" fmla="*/ 2599828 h 2930019"/>
                <a:gd name="connsiteX727" fmla="*/ 3666999 w 7225946"/>
                <a:gd name="connsiteY727" fmla="*/ 2611712 h 2930019"/>
                <a:gd name="connsiteX728" fmla="*/ 3670421 w 7225946"/>
                <a:gd name="connsiteY728" fmla="*/ 2617226 h 2930019"/>
                <a:gd name="connsiteX729" fmla="*/ 3673273 w 7225946"/>
                <a:gd name="connsiteY729" fmla="*/ 2623595 h 2930019"/>
                <a:gd name="connsiteX730" fmla="*/ 3671467 w 7225946"/>
                <a:gd name="connsiteY730" fmla="*/ 2631581 h 2930019"/>
                <a:gd name="connsiteX731" fmla="*/ 3669851 w 7225946"/>
                <a:gd name="connsiteY731" fmla="*/ 2637760 h 2930019"/>
                <a:gd name="connsiteX732" fmla="*/ 3663672 w 7225946"/>
                <a:gd name="connsiteY732" fmla="*/ 2644130 h 2930019"/>
                <a:gd name="connsiteX733" fmla="*/ 3655020 w 7225946"/>
                <a:gd name="connsiteY733" fmla="*/ 2650500 h 2930019"/>
                <a:gd name="connsiteX734" fmla="*/ 3639904 w 7225946"/>
                <a:gd name="connsiteY734" fmla="*/ 2665046 h 2930019"/>
                <a:gd name="connsiteX735" fmla="*/ 3642566 w 7225946"/>
                <a:gd name="connsiteY735" fmla="*/ 2680448 h 2930019"/>
                <a:gd name="connsiteX736" fmla="*/ 3648461 w 7225946"/>
                <a:gd name="connsiteY736" fmla="*/ 2688909 h 2930019"/>
                <a:gd name="connsiteX737" fmla="*/ 3652549 w 7225946"/>
                <a:gd name="connsiteY737" fmla="*/ 2697275 h 2930019"/>
                <a:gd name="connsiteX738" fmla="*/ 3662056 w 7225946"/>
                <a:gd name="connsiteY738" fmla="*/ 2699937 h 2930019"/>
                <a:gd name="connsiteX739" fmla="*/ 3668805 w 7225946"/>
                <a:gd name="connsiteY739" fmla="*/ 2699937 h 2930019"/>
                <a:gd name="connsiteX740" fmla="*/ 3685823 w 7225946"/>
                <a:gd name="connsiteY740" fmla="*/ 2684725 h 2930019"/>
                <a:gd name="connsiteX741" fmla="*/ 3720714 w 7225946"/>
                <a:gd name="connsiteY741" fmla="*/ 2667327 h 2930019"/>
                <a:gd name="connsiteX742" fmla="*/ 3742104 w 7225946"/>
                <a:gd name="connsiteY742" fmla="*/ 2641659 h 2930019"/>
                <a:gd name="connsiteX743" fmla="*/ 3739823 w 7225946"/>
                <a:gd name="connsiteY743" fmla="*/ 2633482 h 2930019"/>
                <a:gd name="connsiteX744" fmla="*/ 3732217 w 7225946"/>
                <a:gd name="connsiteY744" fmla="*/ 2628539 h 2930019"/>
                <a:gd name="connsiteX745" fmla="*/ 3732503 w 7225946"/>
                <a:gd name="connsiteY745" fmla="*/ 2627969 h 2930019"/>
                <a:gd name="connsiteX746" fmla="*/ 3724136 w 7225946"/>
                <a:gd name="connsiteY746" fmla="*/ 2627969 h 2930019"/>
                <a:gd name="connsiteX747" fmla="*/ 3723090 w 7225946"/>
                <a:gd name="connsiteY747" fmla="*/ 2619317 h 2930019"/>
                <a:gd name="connsiteX748" fmla="*/ 3745052 w 7225946"/>
                <a:gd name="connsiteY748" fmla="*/ 2598211 h 2930019"/>
                <a:gd name="connsiteX749" fmla="*/ 3746668 w 7225946"/>
                <a:gd name="connsiteY749" fmla="*/ 2593744 h 2930019"/>
                <a:gd name="connsiteX750" fmla="*/ 3742010 w 7225946"/>
                <a:gd name="connsiteY750" fmla="*/ 2582620 h 2930019"/>
                <a:gd name="connsiteX751" fmla="*/ 3739537 w 7225946"/>
                <a:gd name="connsiteY751" fmla="*/ 2575680 h 2930019"/>
                <a:gd name="connsiteX752" fmla="*/ 3731932 w 7225946"/>
                <a:gd name="connsiteY752" fmla="*/ 2575680 h 2930019"/>
                <a:gd name="connsiteX753" fmla="*/ 3731076 w 7225946"/>
                <a:gd name="connsiteY753" fmla="*/ 2566173 h 2930019"/>
                <a:gd name="connsiteX754" fmla="*/ 3732313 w 7225946"/>
                <a:gd name="connsiteY754" fmla="*/ 2551817 h 2930019"/>
                <a:gd name="connsiteX755" fmla="*/ 3744006 w 7225946"/>
                <a:gd name="connsiteY755" fmla="*/ 2538887 h 2930019"/>
                <a:gd name="connsiteX756" fmla="*/ 3751040 w 7225946"/>
                <a:gd name="connsiteY756" fmla="*/ 2529380 h 2930019"/>
                <a:gd name="connsiteX757" fmla="*/ 3754938 w 7225946"/>
                <a:gd name="connsiteY757" fmla="*/ 2516451 h 2930019"/>
                <a:gd name="connsiteX758" fmla="*/ 3756935 w 7225946"/>
                <a:gd name="connsiteY758" fmla="*/ 2505138 h 2930019"/>
                <a:gd name="connsiteX759" fmla="*/ 3748378 w 7225946"/>
                <a:gd name="connsiteY759" fmla="*/ 2493920 h 2930019"/>
                <a:gd name="connsiteX760" fmla="*/ 4404553 w 7225946"/>
                <a:gd name="connsiteY760" fmla="*/ 2493539 h 2930019"/>
                <a:gd name="connsiteX761" fmla="*/ 4397138 w 7225946"/>
                <a:gd name="connsiteY761" fmla="*/ 2495916 h 2930019"/>
                <a:gd name="connsiteX762" fmla="*/ 4387631 w 7225946"/>
                <a:gd name="connsiteY762" fmla="*/ 2495155 h 2930019"/>
                <a:gd name="connsiteX763" fmla="*/ 4383829 w 7225946"/>
                <a:gd name="connsiteY763" fmla="*/ 2499528 h 2930019"/>
                <a:gd name="connsiteX764" fmla="*/ 4384493 w 7225946"/>
                <a:gd name="connsiteY764" fmla="*/ 2511793 h 2930019"/>
                <a:gd name="connsiteX765" fmla="*/ 4382877 w 7225946"/>
                <a:gd name="connsiteY765" fmla="*/ 2526053 h 2930019"/>
                <a:gd name="connsiteX766" fmla="*/ 4378219 w 7225946"/>
                <a:gd name="connsiteY766" fmla="*/ 2548584 h 2930019"/>
                <a:gd name="connsiteX767" fmla="*/ 4353786 w 7225946"/>
                <a:gd name="connsiteY767" fmla="*/ 2557236 h 2930019"/>
                <a:gd name="connsiteX768" fmla="*/ 4338955 w 7225946"/>
                <a:gd name="connsiteY768" fmla="*/ 2557236 h 2930019"/>
                <a:gd name="connsiteX769" fmla="*/ 4332871 w 7225946"/>
                <a:gd name="connsiteY769" fmla="*/ 2561229 h 2930019"/>
                <a:gd name="connsiteX770" fmla="*/ 4325646 w 7225946"/>
                <a:gd name="connsiteY770" fmla="*/ 2563986 h 2930019"/>
                <a:gd name="connsiteX771" fmla="*/ 4319941 w 7225946"/>
                <a:gd name="connsiteY771" fmla="*/ 2569880 h 2930019"/>
                <a:gd name="connsiteX772" fmla="*/ 4316708 w 7225946"/>
                <a:gd name="connsiteY772" fmla="*/ 2579387 h 2930019"/>
                <a:gd name="connsiteX773" fmla="*/ 4328782 w 7225946"/>
                <a:gd name="connsiteY773" fmla="*/ 2594408 h 2930019"/>
                <a:gd name="connsiteX774" fmla="*/ 4339145 w 7225946"/>
                <a:gd name="connsiteY774" fmla="*/ 2599257 h 2930019"/>
                <a:gd name="connsiteX775" fmla="*/ 4345895 w 7225946"/>
                <a:gd name="connsiteY775" fmla="*/ 2599257 h 2930019"/>
                <a:gd name="connsiteX776" fmla="*/ 4352930 w 7225946"/>
                <a:gd name="connsiteY776" fmla="*/ 2597356 h 2930019"/>
                <a:gd name="connsiteX777" fmla="*/ 4358159 w 7225946"/>
                <a:gd name="connsiteY777" fmla="*/ 2597356 h 2930019"/>
                <a:gd name="connsiteX778" fmla="*/ 4365004 w 7225946"/>
                <a:gd name="connsiteY778" fmla="*/ 2597356 h 2930019"/>
                <a:gd name="connsiteX779" fmla="*/ 4362247 w 7225946"/>
                <a:gd name="connsiteY779" fmla="*/ 2606863 h 2930019"/>
                <a:gd name="connsiteX780" fmla="*/ 4349032 w 7225946"/>
                <a:gd name="connsiteY780" fmla="*/ 2630060 h 2930019"/>
                <a:gd name="connsiteX781" fmla="*/ 4314808 w 7225946"/>
                <a:gd name="connsiteY781" fmla="*/ 2662859 h 2930019"/>
                <a:gd name="connsiteX782" fmla="*/ 4309674 w 7225946"/>
                <a:gd name="connsiteY782" fmla="*/ 2665141 h 2930019"/>
                <a:gd name="connsiteX783" fmla="*/ 4302353 w 7225946"/>
                <a:gd name="connsiteY783" fmla="*/ 2670559 h 2930019"/>
                <a:gd name="connsiteX784" fmla="*/ 4291705 w 7225946"/>
                <a:gd name="connsiteY784" fmla="*/ 2676835 h 2930019"/>
                <a:gd name="connsiteX785" fmla="*/ 4287047 w 7225946"/>
                <a:gd name="connsiteY785" fmla="*/ 2682253 h 2930019"/>
                <a:gd name="connsiteX786" fmla="*/ 4294272 w 7225946"/>
                <a:gd name="connsiteY786" fmla="*/ 2684725 h 2930019"/>
                <a:gd name="connsiteX787" fmla="*/ 4298550 w 7225946"/>
                <a:gd name="connsiteY787" fmla="*/ 2693282 h 2930019"/>
                <a:gd name="connsiteX788" fmla="*/ 4304159 w 7225946"/>
                <a:gd name="connsiteY788" fmla="*/ 2698130 h 2930019"/>
                <a:gd name="connsiteX789" fmla="*/ 4312431 w 7225946"/>
                <a:gd name="connsiteY789" fmla="*/ 2696609 h 2930019"/>
                <a:gd name="connsiteX790" fmla="*/ 4327547 w 7225946"/>
                <a:gd name="connsiteY790" fmla="*/ 2692711 h 2930019"/>
                <a:gd name="connsiteX791" fmla="*/ 4343994 w 7225946"/>
                <a:gd name="connsiteY791" fmla="*/ 2683775 h 2930019"/>
                <a:gd name="connsiteX792" fmla="*/ 4366145 w 7225946"/>
                <a:gd name="connsiteY792" fmla="*/ 2670274 h 2930019"/>
                <a:gd name="connsiteX793" fmla="*/ 4387726 w 7225946"/>
                <a:gd name="connsiteY793" fmla="*/ 2649169 h 2930019"/>
                <a:gd name="connsiteX794" fmla="*/ 4402652 w 7225946"/>
                <a:gd name="connsiteY794" fmla="*/ 2626542 h 2930019"/>
                <a:gd name="connsiteX795" fmla="*/ 4424233 w 7225946"/>
                <a:gd name="connsiteY795" fmla="*/ 2645556 h 2930019"/>
                <a:gd name="connsiteX796" fmla="*/ 4433740 w 7225946"/>
                <a:gd name="connsiteY796" fmla="*/ 2656299 h 2930019"/>
                <a:gd name="connsiteX797" fmla="*/ 4449237 w 7225946"/>
                <a:gd name="connsiteY797" fmla="*/ 2675978 h 2930019"/>
                <a:gd name="connsiteX798" fmla="*/ 4462927 w 7225946"/>
                <a:gd name="connsiteY798" fmla="*/ 2700412 h 2930019"/>
                <a:gd name="connsiteX799" fmla="*/ 4471863 w 7225946"/>
                <a:gd name="connsiteY799" fmla="*/ 2706591 h 2930019"/>
                <a:gd name="connsiteX800" fmla="*/ 4487644 w 7225946"/>
                <a:gd name="connsiteY800" fmla="*/ 2708778 h 2930019"/>
                <a:gd name="connsiteX801" fmla="*/ 4497722 w 7225946"/>
                <a:gd name="connsiteY801" fmla="*/ 2710680 h 2930019"/>
                <a:gd name="connsiteX802" fmla="*/ 4509225 w 7225946"/>
                <a:gd name="connsiteY802" fmla="*/ 2710680 h 2930019"/>
                <a:gd name="connsiteX803" fmla="*/ 4520348 w 7225946"/>
                <a:gd name="connsiteY803" fmla="*/ 2711344 h 2930019"/>
                <a:gd name="connsiteX804" fmla="*/ 4525293 w 7225946"/>
                <a:gd name="connsiteY804" fmla="*/ 2710299 h 2930019"/>
                <a:gd name="connsiteX805" fmla="*/ 4530237 w 7225946"/>
                <a:gd name="connsiteY805" fmla="*/ 2706211 h 2930019"/>
                <a:gd name="connsiteX806" fmla="*/ 4542311 w 7225946"/>
                <a:gd name="connsiteY806" fmla="*/ 2699936 h 2930019"/>
                <a:gd name="connsiteX807" fmla="*/ 4543356 w 7225946"/>
                <a:gd name="connsiteY807" fmla="*/ 2692141 h 2930019"/>
                <a:gd name="connsiteX808" fmla="*/ 4545637 w 7225946"/>
                <a:gd name="connsiteY808" fmla="*/ 2686626 h 2930019"/>
                <a:gd name="connsiteX809" fmla="*/ 4546398 w 7225946"/>
                <a:gd name="connsiteY809" fmla="*/ 2685676 h 2930019"/>
                <a:gd name="connsiteX810" fmla="*/ 4539173 w 7225946"/>
                <a:gd name="connsiteY810" fmla="*/ 2682348 h 2930019"/>
                <a:gd name="connsiteX811" fmla="*/ 4518162 w 7225946"/>
                <a:gd name="connsiteY811" fmla="*/ 2674553 h 2930019"/>
                <a:gd name="connsiteX812" fmla="*/ 4508655 w 7225946"/>
                <a:gd name="connsiteY812" fmla="*/ 2668563 h 2930019"/>
                <a:gd name="connsiteX813" fmla="*/ 4496486 w 7225946"/>
                <a:gd name="connsiteY813" fmla="*/ 2663809 h 2930019"/>
                <a:gd name="connsiteX814" fmla="*/ 4475286 w 7225946"/>
                <a:gd name="connsiteY814" fmla="*/ 2649264 h 2930019"/>
                <a:gd name="connsiteX815" fmla="*/ 4454656 w 7225946"/>
                <a:gd name="connsiteY815" fmla="*/ 2625972 h 2930019"/>
                <a:gd name="connsiteX816" fmla="*/ 4426704 w 7225946"/>
                <a:gd name="connsiteY816" fmla="*/ 2597451 h 2930019"/>
                <a:gd name="connsiteX817" fmla="*/ 4424708 w 7225946"/>
                <a:gd name="connsiteY817" fmla="*/ 2584330 h 2930019"/>
                <a:gd name="connsiteX818" fmla="*/ 4430318 w 7225946"/>
                <a:gd name="connsiteY818" fmla="*/ 2576155 h 2930019"/>
                <a:gd name="connsiteX819" fmla="*/ 4447241 w 7225946"/>
                <a:gd name="connsiteY819" fmla="*/ 2569690 h 2930019"/>
                <a:gd name="connsiteX820" fmla="*/ 4458268 w 7225946"/>
                <a:gd name="connsiteY820" fmla="*/ 2568264 h 2930019"/>
                <a:gd name="connsiteX821" fmla="*/ 4467775 w 7225946"/>
                <a:gd name="connsiteY821" fmla="*/ 2564176 h 2930019"/>
                <a:gd name="connsiteX822" fmla="*/ 4484223 w 7225946"/>
                <a:gd name="connsiteY822" fmla="*/ 2557141 h 2930019"/>
                <a:gd name="connsiteX823" fmla="*/ 4491352 w 7225946"/>
                <a:gd name="connsiteY823" fmla="*/ 2551817 h 2930019"/>
                <a:gd name="connsiteX824" fmla="*/ 4494775 w 7225946"/>
                <a:gd name="connsiteY824" fmla="*/ 2547539 h 2930019"/>
                <a:gd name="connsiteX825" fmla="*/ 4485839 w 7225946"/>
                <a:gd name="connsiteY825" fmla="*/ 2530521 h 2930019"/>
                <a:gd name="connsiteX826" fmla="*/ 4472909 w 7225946"/>
                <a:gd name="connsiteY826" fmla="*/ 2526338 h 2930019"/>
                <a:gd name="connsiteX827" fmla="*/ 4458078 w 7225946"/>
                <a:gd name="connsiteY827" fmla="*/ 2526338 h 2930019"/>
                <a:gd name="connsiteX828" fmla="*/ 4448571 w 7225946"/>
                <a:gd name="connsiteY828" fmla="*/ 2533183 h 2930019"/>
                <a:gd name="connsiteX829" fmla="*/ 4440300 w 7225946"/>
                <a:gd name="connsiteY829" fmla="*/ 2536035 h 2930019"/>
                <a:gd name="connsiteX830" fmla="*/ 4433265 w 7225946"/>
                <a:gd name="connsiteY830" fmla="*/ 2539173 h 2930019"/>
                <a:gd name="connsiteX831" fmla="*/ 4427656 w 7225946"/>
                <a:gd name="connsiteY831" fmla="*/ 2540598 h 2930019"/>
                <a:gd name="connsiteX832" fmla="*/ 4427656 w 7225946"/>
                <a:gd name="connsiteY832" fmla="*/ 2532423 h 2930019"/>
                <a:gd name="connsiteX833" fmla="*/ 4433455 w 7225946"/>
                <a:gd name="connsiteY833" fmla="*/ 2518447 h 2930019"/>
                <a:gd name="connsiteX834" fmla="*/ 4431934 w 7225946"/>
                <a:gd name="connsiteY834" fmla="*/ 2510936 h 2930019"/>
                <a:gd name="connsiteX835" fmla="*/ 4429366 w 7225946"/>
                <a:gd name="connsiteY835" fmla="*/ 2503141 h 2930019"/>
                <a:gd name="connsiteX836" fmla="*/ 4418338 w 7225946"/>
                <a:gd name="connsiteY836" fmla="*/ 2494109 h 2930019"/>
                <a:gd name="connsiteX837" fmla="*/ 4404553 w 7225946"/>
                <a:gd name="connsiteY837" fmla="*/ 2493539 h 2930019"/>
                <a:gd name="connsiteX838" fmla="*/ 3088593 w 7225946"/>
                <a:gd name="connsiteY838" fmla="*/ 2490497 h 2930019"/>
                <a:gd name="connsiteX839" fmla="*/ 3084219 w 7225946"/>
                <a:gd name="connsiteY839" fmla="*/ 2492399 h 2930019"/>
                <a:gd name="connsiteX840" fmla="*/ 3077089 w 7225946"/>
                <a:gd name="connsiteY840" fmla="*/ 2497913 h 2930019"/>
                <a:gd name="connsiteX841" fmla="*/ 3077089 w 7225946"/>
                <a:gd name="connsiteY841" fmla="*/ 2502477 h 2930019"/>
                <a:gd name="connsiteX842" fmla="*/ 3083459 w 7225946"/>
                <a:gd name="connsiteY842" fmla="*/ 2518638 h 2930019"/>
                <a:gd name="connsiteX843" fmla="*/ 3079561 w 7225946"/>
                <a:gd name="connsiteY843" fmla="*/ 2543642 h 2930019"/>
                <a:gd name="connsiteX844" fmla="*/ 3073382 w 7225946"/>
                <a:gd name="connsiteY844" fmla="*/ 2555241 h 2930019"/>
                <a:gd name="connsiteX845" fmla="*/ 3060642 w 7225946"/>
                <a:gd name="connsiteY845" fmla="*/ 2561040 h 2930019"/>
                <a:gd name="connsiteX846" fmla="*/ 3051135 w 7225946"/>
                <a:gd name="connsiteY846" fmla="*/ 2561705 h 2930019"/>
                <a:gd name="connsiteX847" fmla="*/ 3038491 w 7225946"/>
                <a:gd name="connsiteY847" fmla="*/ 2565698 h 2930019"/>
                <a:gd name="connsiteX848" fmla="*/ 3028984 w 7225946"/>
                <a:gd name="connsiteY848" fmla="*/ 2574730 h 2930019"/>
                <a:gd name="connsiteX849" fmla="*/ 3028128 w 7225946"/>
                <a:gd name="connsiteY849" fmla="*/ 2590321 h 2930019"/>
                <a:gd name="connsiteX850" fmla="*/ 3030030 w 7225946"/>
                <a:gd name="connsiteY850" fmla="*/ 2598022 h 2930019"/>
                <a:gd name="connsiteX851" fmla="*/ 3032026 w 7225946"/>
                <a:gd name="connsiteY851" fmla="*/ 2609050 h 2930019"/>
                <a:gd name="connsiteX852" fmla="*/ 3036399 w 7225946"/>
                <a:gd name="connsiteY852" fmla="*/ 2612758 h 2930019"/>
                <a:gd name="connsiteX853" fmla="*/ 3043149 w 7225946"/>
                <a:gd name="connsiteY853" fmla="*/ 2611901 h 2930019"/>
                <a:gd name="connsiteX854" fmla="*/ 3052086 w 7225946"/>
                <a:gd name="connsiteY854" fmla="*/ 2608670 h 2930019"/>
                <a:gd name="connsiteX855" fmla="*/ 3061593 w 7225946"/>
                <a:gd name="connsiteY855" fmla="*/ 2607434 h 2930019"/>
                <a:gd name="connsiteX856" fmla="*/ 3066632 w 7225946"/>
                <a:gd name="connsiteY856" fmla="*/ 2610476 h 2930019"/>
                <a:gd name="connsiteX857" fmla="*/ 3067202 w 7225946"/>
                <a:gd name="connsiteY857" fmla="*/ 2631961 h 2930019"/>
                <a:gd name="connsiteX858" fmla="*/ 3057695 w 7225946"/>
                <a:gd name="connsiteY858" fmla="*/ 2641468 h 2930019"/>
                <a:gd name="connsiteX859" fmla="*/ 3037445 w 7225946"/>
                <a:gd name="connsiteY859" fmla="*/ 2652687 h 2930019"/>
                <a:gd name="connsiteX860" fmla="*/ 3025751 w 7225946"/>
                <a:gd name="connsiteY860" fmla="*/ 2657155 h 2930019"/>
                <a:gd name="connsiteX861" fmla="*/ 3014819 w 7225946"/>
                <a:gd name="connsiteY861" fmla="*/ 2663620 h 2930019"/>
                <a:gd name="connsiteX862" fmla="*/ 3007783 w 7225946"/>
                <a:gd name="connsiteY862" fmla="*/ 2664285 h 2930019"/>
                <a:gd name="connsiteX863" fmla="*/ 3003220 w 7225946"/>
                <a:gd name="connsiteY863" fmla="*/ 2670560 h 2930019"/>
                <a:gd name="connsiteX864" fmla="*/ 3005882 w 7225946"/>
                <a:gd name="connsiteY864" fmla="*/ 2678832 h 2930019"/>
                <a:gd name="connsiteX865" fmla="*/ 3007974 w 7225946"/>
                <a:gd name="connsiteY865" fmla="*/ 2688339 h 2930019"/>
                <a:gd name="connsiteX866" fmla="*/ 3015484 w 7225946"/>
                <a:gd name="connsiteY866" fmla="*/ 2694138 h 2930019"/>
                <a:gd name="connsiteX867" fmla="*/ 3027178 w 7225946"/>
                <a:gd name="connsiteY867" fmla="*/ 2704691 h 2930019"/>
                <a:gd name="connsiteX868" fmla="*/ 3045431 w 7225946"/>
                <a:gd name="connsiteY868" fmla="*/ 2691571 h 2930019"/>
                <a:gd name="connsiteX869" fmla="*/ 3057125 w 7225946"/>
                <a:gd name="connsiteY869" fmla="*/ 2686627 h 2930019"/>
                <a:gd name="connsiteX870" fmla="*/ 3076139 w 7225946"/>
                <a:gd name="connsiteY870" fmla="*/ 2675313 h 2930019"/>
                <a:gd name="connsiteX871" fmla="*/ 3091064 w 7225946"/>
                <a:gd name="connsiteY871" fmla="*/ 2668563 h 2930019"/>
                <a:gd name="connsiteX872" fmla="*/ 3105229 w 7225946"/>
                <a:gd name="connsiteY872" fmla="*/ 2655159 h 2930019"/>
                <a:gd name="connsiteX873" fmla="*/ 3121392 w 7225946"/>
                <a:gd name="connsiteY873" fmla="*/ 2645652 h 2930019"/>
                <a:gd name="connsiteX874" fmla="*/ 3126811 w 7225946"/>
                <a:gd name="connsiteY874" fmla="*/ 2637285 h 2930019"/>
                <a:gd name="connsiteX875" fmla="*/ 3131088 w 7225946"/>
                <a:gd name="connsiteY875" fmla="*/ 2621979 h 2930019"/>
                <a:gd name="connsiteX876" fmla="*/ 3129567 w 7225946"/>
                <a:gd name="connsiteY876" fmla="*/ 2614849 h 2930019"/>
                <a:gd name="connsiteX877" fmla="*/ 3128807 w 7225946"/>
                <a:gd name="connsiteY877" fmla="*/ 2610285 h 2930019"/>
                <a:gd name="connsiteX878" fmla="*/ 3126145 w 7225946"/>
                <a:gd name="connsiteY878" fmla="*/ 2602394 h 2930019"/>
                <a:gd name="connsiteX879" fmla="*/ 3127000 w 7225946"/>
                <a:gd name="connsiteY879" fmla="*/ 2590796 h 2930019"/>
                <a:gd name="connsiteX880" fmla="*/ 3128997 w 7225946"/>
                <a:gd name="connsiteY880" fmla="*/ 2577106 h 2930019"/>
                <a:gd name="connsiteX881" fmla="*/ 3130233 w 7225946"/>
                <a:gd name="connsiteY881" fmla="*/ 2554670 h 2930019"/>
                <a:gd name="connsiteX882" fmla="*/ 3131849 w 7225946"/>
                <a:gd name="connsiteY882" fmla="*/ 2542311 h 2930019"/>
                <a:gd name="connsiteX883" fmla="*/ 3137458 w 7225946"/>
                <a:gd name="connsiteY883" fmla="*/ 2530332 h 2930019"/>
                <a:gd name="connsiteX884" fmla="*/ 3137458 w 7225946"/>
                <a:gd name="connsiteY884" fmla="*/ 2519304 h 2930019"/>
                <a:gd name="connsiteX885" fmla="*/ 3138028 w 7225946"/>
                <a:gd name="connsiteY885" fmla="*/ 2512078 h 2930019"/>
                <a:gd name="connsiteX886" fmla="*/ 3139265 w 7225946"/>
                <a:gd name="connsiteY886" fmla="*/ 2511603 h 2930019"/>
                <a:gd name="connsiteX887" fmla="*/ 3132229 w 7225946"/>
                <a:gd name="connsiteY887" fmla="*/ 2500670 h 2930019"/>
                <a:gd name="connsiteX888" fmla="*/ 3125670 w 7225946"/>
                <a:gd name="connsiteY888" fmla="*/ 2497533 h 2930019"/>
                <a:gd name="connsiteX889" fmla="*/ 3118255 w 7225946"/>
                <a:gd name="connsiteY889" fmla="*/ 2495632 h 2930019"/>
                <a:gd name="connsiteX890" fmla="*/ 3106845 w 7225946"/>
                <a:gd name="connsiteY890" fmla="*/ 2495632 h 2930019"/>
                <a:gd name="connsiteX891" fmla="*/ 3095628 w 7225946"/>
                <a:gd name="connsiteY891" fmla="*/ 2494395 h 2930019"/>
                <a:gd name="connsiteX892" fmla="*/ 3088593 w 7225946"/>
                <a:gd name="connsiteY892" fmla="*/ 2490497 h 2930019"/>
                <a:gd name="connsiteX893" fmla="*/ 3223593 w 7225946"/>
                <a:gd name="connsiteY893" fmla="*/ 2477853 h 2930019"/>
                <a:gd name="connsiteX894" fmla="*/ 3214086 w 7225946"/>
                <a:gd name="connsiteY894" fmla="*/ 2479660 h 2930019"/>
                <a:gd name="connsiteX895" fmla="*/ 3206480 w 7225946"/>
                <a:gd name="connsiteY895" fmla="*/ 2478139 h 2930019"/>
                <a:gd name="connsiteX896" fmla="*/ 3198018 w 7225946"/>
                <a:gd name="connsiteY896" fmla="*/ 2479945 h 2930019"/>
                <a:gd name="connsiteX897" fmla="*/ 3188511 w 7225946"/>
                <a:gd name="connsiteY897" fmla="*/ 2477948 h 2930019"/>
                <a:gd name="connsiteX898" fmla="*/ 3181001 w 7225946"/>
                <a:gd name="connsiteY898" fmla="*/ 2483272 h 2930019"/>
                <a:gd name="connsiteX899" fmla="*/ 3180526 w 7225946"/>
                <a:gd name="connsiteY899" fmla="*/ 2496296 h 2930019"/>
                <a:gd name="connsiteX900" fmla="*/ 3176438 w 7225946"/>
                <a:gd name="connsiteY900" fmla="*/ 2515310 h 2930019"/>
                <a:gd name="connsiteX901" fmla="*/ 3173586 w 7225946"/>
                <a:gd name="connsiteY901" fmla="*/ 2527290 h 2930019"/>
                <a:gd name="connsiteX902" fmla="*/ 3172445 w 7225946"/>
                <a:gd name="connsiteY902" fmla="*/ 2546969 h 2930019"/>
                <a:gd name="connsiteX903" fmla="*/ 3169783 w 7225946"/>
                <a:gd name="connsiteY903" fmla="*/ 2559613 h 2930019"/>
                <a:gd name="connsiteX904" fmla="*/ 3166931 w 7225946"/>
                <a:gd name="connsiteY904" fmla="*/ 2571972 h 2930019"/>
                <a:gd name="connsiteX905" fmla="*/ 3163603 w 7225946"/>
                <a:gd name="connsiteY905" fmla="*/ 2579483 h 2930019"/>
                <a:gd name="connsiteX906" fmla="*/ 3159610 w 7225946"/>
                <a:gd name="connsiteY906" fmla="*/ 2603536 h 2930019"/>
                <a:gd name="connsiteX907" fmla="*/ 3161132 w 7225946"/>
                <a:gd name="connsiteY907" fmla="*/ 2618462 h 2930019"/>
                <a:gd name="connsiteX908" fmla="*/ 3162368 w 7225946"/>
                <a:gd name="connsiteY908" fmla="*/ 2627969 h 2930019"/>
                <a:gd name="connsiteX909" fmla="*/ 3163032 w 7225946"/>
                <a:gd name="connsiteY909" fmla="*/ 2638046 h 2930019"/>
                <a:gd name="connsiteX910" fmla="*/ 3166360 w 7225946"/>
                <a:gd name="connsiteY910" fmla="*/ 2654112 h 2930019"/>
                <a:gd name="connsiteX911" fmla="*/ 3167311 w 7225946"/>
                <a:gd name="connsiteY911" fmla="*/ 2667613 h 2930019"/>
                <a:gd name="connsiteX912" fmla="*/ 3174537 w 7225946"/>
                <a:gd name="connsiteY912" fmla="*/ 2679211 h 2930019"/>
                <a:gd name="connsiteX913" fmla="*/ 3182332 w 7225946"/>
                <a:gd name="connsiteY913" fmla="*/ 2683490 h 2930019"/>
                <a:gd name="connsiteX914" fmla="*/ 3197734 w 7225946"/>
                <a:gd name="connsiteY914" fmla="*/ 2684345 h 2930019"/>
                <a:gd name="connsiteX915" fmla="*/ 3208286 w 7225946"/>
                <a:gd name="connsiteY915" fmla="*/ 2687387 h 2930019"/>
                <a:gd name="connsiteX916" fmla="*/ 3220740 w 7225946"/>
                <a:gd name="connsiteY916" fmla="*/ 2687387 h 2930019"/>
                <a:gd name="connsiteX917" fmla="*/ 3233384 w 7225946"/>
                <a:gd name="connsiteY917" fmla="*/ 2688623 h 2930019"/>
                <a:gd name="connsiteX918" fmla="*/ 3241561 w 7225946"/>
                <a:gd name="connsiteY918" fmla="*/ 2692140 h 2930019"/>
                <a:gd name="connsiteX919" fmla="*/ 3253255 w 7225946"/>
                <a:gd name="connsiteY919" fmla="*/ 2689384 h 2930019"/>
                <a:gd name="connsiteX920" fmla="*/ 3265138 w 7225946"/>
                <a:gd name="connsiteY920" fmla="*/ 2687578 h 2930019"/>
                <a:gd name="connsiteX921" fmla="*/ 3269702 w 7225946"/>
                <a:gd name="connsiteY921" fmla="*/ 2677215 h 2930019"/>
                <a:gd name="connsiteX922" fmla="*/ 3275215 w 7225946"/>
                <a:gd name="connsiteY922" fmla="*/ 2661434 h 2930019"/>
                <a:gd name="connsiteX923" fmla="*/ 3269036 w 7225946"/>
                <a:gd name="connsiteY923" fmla="*/ 2647267 h 2930019"/>
                <a:gd name="connsiteX924" fmla="*/ 3268561 w 7225946"/>
                <a:gd name="connsiteY924" fmla="*/ 2647078 h 2930019"/>
                <a:gd name="connsiteX925" fmla="*/ 3257533 w 7225946"/>
                <a:gd name="connsiteY925" fmla="*/ 2645937 h 2930019"/>
                <a:gd name="connsiteX926" fmla="*/ 3250497 w 7225946"/>
                <a:gd name="connsiteY926" fmla="*/ 2643180 h 2930019"/>
                <a:gd name="connsiteX927" fmla="*/ 3243368 w 7225946"/>
                <a:gd name="connsiteY927" fmla="*/ 2641659 h 2930019"/>
                <a:gd name="connsiteX928" fmla="*/ 3233290 w 7225946"/>
                <a:gd name="connsiteY928" fmla="*/ 2640328 h 2930019"/>
                <a:gd name="connsiteX929" fmla="*/ 3219219 w 7225946"/>
                <a:gd name="connsiteY929" fmla="*/ 2634053 h 2930019"/>
                <a:gd name="connsiteX930" fmla="*/ 3214086 w 7225946"/>
                <a:gd name="connsiteY930" fmla="*/ 2617225 h 2930019"/>
                <a:gd name="connsiteX931" fmla="*/ 3213420 w 7225946"/>
                <a:gd name="connsiteY931" fmla="*/ 2607718 h 2930019"/>
                <a:gd name="connsiteX932" fmla="*/ 3219790 w 7225946"/>
                <a:gd name="connsiteY932" fmla="*/ 2587374 h 2930019"/>
                <a:gd name="connsiteX933" fmla="*/ 3238233 w 7225946"/>
                <a:gd name="connsiteY933" fmla="*/ 2578437 h 2930019"/>
                <a:gd name="connsiteX934" fmla="*/ 3249832 w 7225946"/>
                <a:gd name="connsiteY934" fmla="*/ 2571972 h 2930019"/>
                <a:gd name="connsiteX935" fmla="*/ 3258103 w 7225946"/>
                <a:gd name="connsiteY935" fmla="*/ 2566173 h 2930019"/>
                <a:gd name="connsiteX936" fmla="*/ 3267610 w 7225946"/>
                <a:gd name="connsiteY936" fmla="*/ 2563702 h 2930019"/>
                <a:gd name="connsiteX937" fmla="*/ 3272268 w 7225946"/>
                <a:gd name="connsiteY937" fmla="*/ 2558378 h 2930019"/>
                <a:gd name="connsiteX938" fmla="*/ 3270652 w 7225946"/>
                <a:gd name="connsiteY938" fmla="*/ 2548110 h 2930019"/>
                <a:gd name="connsiteX939" fmla="*/ 3262952 w 7225946"/>
                <a:gd name="connsiteY939" fmla="*/ 2533754 h 2930019"/>
                <a:gd name="connsiteX940" fmla="*/ 3249167 w 7225946"/>
                <a:gd name="connsiteY940" fmla="*/ 2528906 h 2930019"/>
                <a:gd name="connsiteX941" fmla="*/ 3240610 w 7225946"/>
                <a:gd name="connsiteY941" fmla="*/ 2533754 h 2930019"/>
                <a:gd name="connsiteX942" fmla="*/ 3232054 w 7225946"/>
                <a:gd name="connsiteY942" fmla="*/ 2530807 h 2930019"/>
                <a:gd name="connsiteX943" fmla="*/ 3234050 w 7225946"/>
                <a:gd name="connsiteY943" fmla="*/ 2521300 h 2930019"/>
                <a:gd name="connsiteX944" fmla="*/ 3244413 w 7225946"/>
                <a:gd name="connsiteY944" fmla="*/ 2502286 h 2930019"/>
                <a:gd name="connsiteX945" fmla="*/ 3240800 w 7225946"/>
                <a:gd name="connsiteY945" fmla="*/ 2488311 h 2930019"/>
                <a:gd name="connsiteX946" fmla="*/ 3236332 w 7225946"/>
                <a:gd name="connsiteY946" fmla="*/ 2483272 h 2930019"/>
                <a:gd name="connsiteX947" fmla="*/ 3230533 w 7225946"/>
                <a:gd name="connsiteY947" fmla="*/ 2481942 h 2930019"/>
                <a:gd name="connsiteX948" fmla="*/ 3223593 w 7225946"/>
                <a:gd name="connsiteY948" fmla="*/ 2477853 h 2930019"/>
                <a:gd name="connsiteX949" fmla="*/ 3872065 w 7225946"/>
                <a:gd name="connsiteY949" fmla="*/ 2475191 h 2930019"/>
                <a:gd name="connsiteX950" fmla="*/ 3829665 w 7225946"/>
                <a:gd name="connsiteY950" fmla="*/ 2488976 h 2930019"/>
                <a:gd name="connsiteX951" fmla="*/ 3815498 w 7225946"/>
                <a:gd name="connsiteY951" fmla="*/ 2490403 h 2930019"/>
                <a:gd name="connsiteX952" fmla="*/ 3797626 w 7225946"/>
                <a:gd name="connsiteY952" fmla="*/ 2497723 h 2930019"/>
                <a:gd name="connsiteX953" fmla="*/ 3787168 w 7225946"/>
                <a:gd name="connsiteY953" fmla="*/ 2501050 h 2930019"/>
                <a:gd name="connsiteX954" fmla="*/ 3779182 w 7225946"/>
                <a:gd name="connsiteY954" fmla="*/ 2501906 h 2930019"/>
                <a:gd name="connsiteX955" fmla="*/ 3770721 w 7225946"/>
                <a:gd name="connsiteY955" fmla="*/ 2496773 h 2930019"/>
                <a:gd name="connsiteX956" fmla="*/ 3764162 w 7225946"/>
                <a:gd name="connsiteY956" fmla="*/ 2510272 h 2930019"/>
                <a:gd name="connsiteX957" fmla="*/ 3761499 w 7225946"/>
                <a:gd name="connsiteY957" fmla="*/ 2523582 h 2930019"/>
                <a:gd name="connsiteX958" fmla="*/ 3760263 w 7225946"/>
                <a:gd name="connsiteY958" fmla="*/ 2531378 h 2930019"/>
                <a:gd name="connsiteX959" fmla="*/ 3763305 w 7225946"/>
                <a:gd name="connsiteY959" fmla="*/ 2541646 h 2930019"/>
                <a:gd name="connsiteX960" fmla="*/ 3765778 w 7225946"/>
                <a:gd name="connsiteY960" fmla="*/ 2565698 h 2930019"/>
                <a:gd name="connsiteX961" fmla="*/ 3760643 w 7225946"/>
                <a:gd name="connsiteY961" fmla="*/ 2580624 h 2930019"/>
                <a:gd name="connsiteX962" fmla="*/ 3763306 w 7225946"/>
                <a:gd name="connsiteY962" fmla="*/ 2590131 h 2930019"/>
                <a:gd name="connsiteX963" fmla="*/ 3768059 w 7225946"/>
                <a:gd name="connsiteY963" fmla="*/ 2598972 h 2930019"/>
                <a:gd name="connsiteX964" fmla="*/ 3770150 w 7225946"/>
                <a:gd name="connsiteY964" fmla="*/ 2605056 h 2930019"/>
                <a:gd name="connsiteX965" fmla="*/ 3772812 w 7225946"/>
                <a:gd name="connsiteY965" fmla="*/ 2609240 h 2930019"/>
                <a:gd name="connsiteX966" fmla="*/ 3778136 w 7225946"/>
                <a:gd name="connsiteY966" fmla="*/ 2610000 h 2930019"/>
                <a:gd name="connsiteX967" fmla="*/ 3784696 w 7225946"/>
                <a:gd name="connsiteY967" fmla="*/ 2608575 h 2930019"/>
                <a:gd name="connsiteX968" fmla="*/ 3791826 w 7225946"/>
                <a:gd name="connsiteY968" fmla="*/ 2606578 h 2930019"/>
                <a:gd name="connsiteX969" fmla="*/ 3797436 w 7225946"/>
                <a:gd name="connsiteY969" fmla="*/ 2607338 h 2930019"/>
                <a:gd name="connsiteX970" fmla="*/ 3796391 w 7225946"/>
                <a:gd name="connsiteY970" fmla="*/ 2616845 h 2930019"/>
                <a:gd name="connsiteX971" fmla="*/ 3792302 w 7225946"/>
                <a:gd name="connsiteY971" fmla="*/ 2620553 h 2930019"/>
                <a:gd name="connsiteX972" fmla="*/ 3787739 w 7225946"/>
                <a:gd name="connsiteY972" fmla="*/ 2620553 h 2930019"/>
                <a:gd name="connsiteX973" fmla="*/ 3783080 w 7225946"/>
                <a:gd name="connsiteY973" fmla="*/ 2621408 h 2930019"/>
                <a:gd name="connsiteX974" fmla="*/ 3778707 w 7225946"/>
                <a:gd name="connsiteY974" fmla="*/ 2619983 h 2930019"/>
                <a:gd name="connsiteX975" fmla="*/ 3774429 w 7225946"/>
                <a:gd name="connsiteY975" fmla="*/ 2625687 h 2930019"/>
                <a:gd name="connsiteX976" fmla="*/ 3773573 w 7225946"/>
                <a:gd name="connsiteY976" fmla="*/ 2633483 h 2930019"/>
                <a:gd name="connsiteX977" fmla="*/ 3773573 w 7225946"/>
                <a:gd name="connsiteY977" fmla="*/ 2639853 h 2930019"/>
                <a:gd name="connsiteX978" fmla="*/ 3780133 w 7225946"/>
                <a:gd name="connsiteY978" fmla="*/ 2643180 h 2930019"/>
                <a:gd name="connsiteX979" fmla="*/ 3787929 w 7225946"/>
                <a:gd name="connsiteY979" fmla="*/ 2644226 h 2930019"/>
                <a:gd name="connsiteX980" fmla="*/ 3791067 w 7225946"/>
                <a:gd name="connsiteY980" fmla="*/ 2649550 h 2930019"/>
                <a:gd name="connsiteX981" fmla="*/ 3772053 w 7225946"/>
                <a:gd name="connsiteY981" fmla="*/ 2657916 h 2930019"/>
                <a:gd name="connsiteX982" fmla="*/ 3757031 w 7225946"/>
                <a:gd name="connsiteY982" fmla="*/ 2663050 h 2930019"/>
                <a:gd name="connsiteX983" fmla="*/ 3751897 w 7225946"/>
                <a:gd name="connsiteY983" fmla="*/ 2660578 h 2930019"/>
                <a:gd name="connsiteX984" fmla="*/ 3747809 w 7225946"/>
                <a:gd name="connsiteY984" fmla="*/ 2663905 h 2930019"/>
                <a:gd name="connsiteX985" fmla="*/ 3744101 w 7225946"/>
                <a:gd name="connsiteY985" fmla="*/ 2671701 h 2930019"/>
                <a:gd name="connsiteX986" fmla="*/ 3743532 w 7225946"/>
                <a:gd name="connsiteY986" fmla="*/ 2678450 h 2930019"/>
                <a:gd name="connsiteX987" fmla="*/ 3746003 w 7225946"/>
                <a:gd name="connsiteY987" fmla="*/ 2693187 h 2930019"/>
                <a:gd name="connsiteX988" fmla="*/ 3757031 w 7225946"/>
                <a:gd name="connsiteY988" fmla="*/ 2698986 h 2930019"/>
                <a:gd name="connsiteX989" fmla="*/ 3774524 w 7225946"/>
                <a:gd name="connsiteY989" fmla="*/ 2693662 h 2930019"/>
                <a:gd name="connsiteX990" fmla="*/ 3791542 w 7225946"/>
                <a:gd name="connsiteY990" fmla="*/ 2691951 h 2930019"/>
                <a:gd name="connsiteX991" fmla="*/ 3807989 w 7225946"/>
                <a:gd name="connsiteY991" fmla="*/ 2688719 h 2930019"/>
                <a:gd name="connsiteX992" fmla="*/ 3821488 w 7225946"/>
                <a:gd name="connsiteY992" fmla="*/ 2686437 h 2930019"/>
                <a:gd name="connsiteX993" fmla="*/ 3833562 w 7225946"/>
                <a:gd name="connsiteY993" fmla="*/ 2685201 h 2930019"/>
                <a:gd name="connsiteX994" fmla="*/ 3847347 w 7225946"/>
                <a:gd name="connsiteY994" fmla="*/ 2686056 h 2930019"/>
                <a:gd name="connsiteX995" fmla="*/ 3872636 w 7225946"/>
                <a:gd name="connsiteY995" fmla="*/ 2685011 h 2930019"/>
                <a:gd name="connsiteX996" fmla="*/ 3887942 w 7225946"/>
                <a:gd name="connsiteY996" fmla="*/ 2687673 h 2930019"/>
                <a:gd name="connsiteX997" fmla="*/ 3904769 w 7225946"/>
                <a:gd name="connsiteY997" fmla="*/ 2663430 h 2930019"/>
                <a:gd name="connsiteX998" fmla="*/ 3895262 w 7225946"/>
                <a:gd name="connsiteY998" fmla="*/ 2648504 h 2930019"/>
                <a:gd name="connsiteX999" fmla="*/ 3883759 w 7225946"/>
                <a:gd name="connsiteY999" fmla="*/ 2648504 h 2930019"/>
                <a:gd name="connsiteX1000" fmla="*/ 3870640 w 7225946"/>
                <a:gd name="connsiteY1000" fmla="*/ 2651166 h 2930019"/>
                <a:gd name="connsiteX1001" fmla="*/ 3859992 w 7225946"/>
                <a:gd name="connsiteY1001" fmla="*/ 2651166 h 2930019"/>
                <a:gd name="connsiteX1002" fmla="*/ 3845826 w 7225946"/>
                <a:gd name="connsiteY1002" fmla="*/ 2653828 h 2930019"/>
                <a:gd name="connsiteX1003" fmla="*/ 3840693 w 7225946"/>
                <a:gd name="connsiteY1003" fmla="*/ 2649740 h 2930019"/>
                <a:gd name="connsiteX1004" fmla="*/ 3844019 w 7225946"/>
                <a:gd name="connsiteY1004" fmla="*/ 2643561 h 2930019"/>
                <a:gd name="connsiteX1005" fmla="*/ 3854668 w 7225946"/>
                <a:gd name="connsiteY1005" fmla="*/ 2639662 h 2930019"/>
                <a:gd name="connsiteX1006" fmla="*/ 3864175 w 7225946"/>
                <a:gd name="connsiteY1006" fmla="*/ 2633102 h 2930019"/>
                <a:gd name="connsiteX1007" fmla="*/ 3865791 w 7225946"/>
                <a:gd name="connsiteY1007" fmla="*/ 2627778 h 2930019"/>
                <a:gd name="connsiteX1008" fmla="*/ 3863129 w 7225946"/>
                <a:gd name="connsiteY1008" fmla="*/ 2614849 h 2930019"/>
                <a:gd name="connsiteX1009" fmla="*/ 3859041 w 7225946"/>
                <a:gd name="connsiteY1009" fmla="*/ 2610096 h 2930019"/>
                <a:gd name="connsiteX1010" fmla="*/ 3848773 w 7225946"/>
                <a:gd name="connsiteY1010" fmla="*/ 2606863 h 2930019"/>
                <a:gd name="connsiteX1011" fmla="*/ 3841357 w 7225946"/>
                <a:gd name="connsiteY1011" fmla="*/ 2610286 h 2930019"/>
                <a:gd name="connsiteX1012" fmla="*/ 3831851 w 7225946"/>
                <a:gd name="connsiteY1012" fmla="*/ 2611997 h 2930019"/>
                <a:gd name="connsiteX1013" fmla="*/ 3831851 w 7225946"/>
                <a:gd name="connsiteY1013" fmla="*/ 2602490 h 2930019"/>
                <a:gd name="connsiteX1014" fmla="*/ 3844019 w 7225946"/>
                <a:gd name="connsiteY1014" fmla="*/ 2598782 h 2930019"/>
                <a:gd name="connsiteX1015" fmla="*/ 3852196 w 7225946"/>
                <a:gd name="connsiteY1015" fmla="*/ 2596120 h 2930019"/>
                <a:gd name="connsiteX1016" fmla="*/ 3859992 w 7225946"/>
                <a:gd name="connsiteY1016" fmla="*/ 2596120 h 2930019"/>
                <a:gd name="connsiteX1017" fmla="*/ 3866361 w 7225946"/>
                <a:gd name="connsiteY1017" fmla="*/ 2589750 h 2930019"/>
                <a:gd name="connsiteX1018" fmla="*/ 3885375 w 7225946"/>
                <a:gd name="connsiteY1018" fmla="*/ 2550012 h 2930019"/>
                <a:gd name="connsiteX1019" fmla="*/ 3893932 w 7225946"/>
                <a:gd name="connsiteY1019" fmla="*/ 2540505 h 2930019"/>
                <a:gd name="connsiteX1020" fmla="*/ 3903439 w 7225946"/>
                <a:gd name="connsiteY1020" fmla="*/ 2523677 h 2930019"/>
                <a:gd name="connsiteX1021" fmla="*/ 3905910 w 7225946"/>
                <a:gd name="connsiteY1021" fmla="*/ 2513219 h 2930019"/>
                <a:gd name="connsiteX1022" fmla="*/ 3911234 w 7225946"/>
                <a:gd name="connsiteY1022" fmla="*/ 2501906 h 2930019"/>
                <a:gd name="connsiteX1023" fmla="*/ 3904674 w 7225946"/>
                <a:gd name="connsiteY1023" fmla="*/ 2488596 h 2930019"/>
                <a:gd name="connsiteX1024" fmla="*/ 3901442 w 7225946"/>
                <a:gd name="connsiteY1024" fmla="*/ 2480801 h 2930019"/>
                <a:gd name="connsiteX1025" fmla="*/ 3900586 w 7225946"/>
                <a:gd name="connsiteY1025" fmla="*/ 2480325 h 2930019"/>
                <a:gd name="connsiteX1026" fmla="*/ 3881572 w 7225946"/>
                <a:gd name="connsiteY1026" fmla="*/ 2478899 h 2930019"/>
                <a:gd name="connsiteX1027" fmla="*/ 3872065 w 7225946"/>
                <a:gd name="connsiteY1027" fmla="*/ 2475191 h 2930019"/>
                <a:gd name="connsiteX1028" fmla="*/ 2665469 w 7225946"/>
                <a:gd name="connsiteY1028" fmla="*/ 2459676 h 2930019"/>
                <a:gd name="connsiteX1029" fmla="*/ 2666013 w 7225946"/>
                <a:gd name="connsiteY1029" fmla="*/ 2459676 h 2930019"/>
                <a:gd name="connsiteX1030" fmla="*/ 2674395 w 7225946"/>
                <a:gd name="connsiteY1030" fmla="*/ 2471535 h 2930019"/>
                <a:gd name="connsiteX1031" fmla="*/ 2674395 w 7225946"/>
                <a:gd name="connsiteY1031" fmla="*/ 2472121 h 2930019"/>
                <a:gd name="connsiteX1032" fmla="*/ 2681476 w 7225946"/>
                <a:gd name="connsiteY1032" fmla="*/ 2508704 h 2930019"/>
                <a:gd name="connsiteX1033" fmla="*/ 2682021 w 7225946"/>
                <a:gd name="connsiteY1033" fmla="*/ 2511428 h 2930019"/>
                <a:gd name="connsiteX1034" fmla="*/ 2687218 w 7225946"/>
                <a:gd name="connsiteY1034" fmla="*/ 2511428 h 2930019"/>
                <a:gd name="connsiteX1035" fmla="*/ 2814568 w 7225946"/>
                <a:gd name="connsiteY1035" fmla="*/ 2493032 h 2930019"/>
                <a:gd name="connsiteX1036" fmla="*/ 2803464 w 7225946"/>
                <a:gd name="connsiteY1036" fmla="*/ 2520396 h 2930019"/>
                <a:gd name="connsiteX1037" fmla="*/ 2773209 w 7225946"/>
                <a:gd name="connsiteY1037" fmla="*/ 2539338 h 2930019"/>
                <a:gd name="connsiteX1038" fmla="*/ 2770694 w 7225946"/>
                <a:gd name="connsiteY1038" fmla="*/ 2539840 h 2930019"/>
                <a:gd name="connsiteX1039" fmla="*/ 2770694 w 7225946"/>
                <a:gd name="connsiteY1039" fmla="*/ 2542355 h 2930019"/>
                <a:gd name="connsiteX1040" fmla="*/ 2759589 w 7225946"/>
                <a:gd name="connsiteY1040" fmla="*/ 2564774 h 2930019"/>
                <a:gd name="connsiteX1041" fmla="*/ 2736164 w 7225946"/>
                <a:gd name="connsiteY1041" fmla="*/ 2572192 h 2930019"/>
                <a:gd name="connsiteX1042" fmla="*/ 2733020 w 7225946"/>
                <a:gd name="connsiteY1042" fmla="*/ 2572192 h 2930019"/>
                <a:gd name="connsiteX1043" fmla="*/ 2730379 w 7225946"/>
                <a:gd name="connsiteY1043" fmla="*/ 2571857 h 2930019"/>
                <a:gd name="connsiteX1044" fmla="*/ 2729459 w 7225946"/>
                <a:gd name="connsiteY1044" fmla="*/ 2574329 h 2930019"/>
                <a:gd name="connsiteX1045" fmla="*/ 2711942 w 7225946"/>
                <a:gd name="connsiteY1045" fmla="*/ 2588828 h 2930019"/>
                <a:gd name="connsiteX1046" fmla="*/ 2702974 w 7225946"/>
                <a:gd name="connsiteY1046" fmla="*/ 2590169 h 2930019"/>
                <a:gd name="connsiteX1047" fmla="*/ 2691408 w 7225946"/>
                <a:gd name="connsiteY1047" fmla="*/ 2588157 h 2930019"/>
                <a:gd name="connsiteX1048" fmla="*/ 2685206 w 7225946"/>
                <a:gd name="connsiteY1048" fmla="*/ 2585560 h 2930019"/>
                <a:gd name="connsiteX1049" fmla="*/ 2694299 w 7225946"/>
                <a:gd name="connsiteY1049" fmla="*/ 2622604 h 2930019"/>
                <a:gd name="connsiteX1050" fmla="*/ 2637308 w 7225946"/>
                <a:gd name="connsiteY1050" fmla="*/ 2622604 h 2930019"/>
                <a:gd name="connsiteX1051" fmla="*/ 2646359 w 7225946"/>
                <a:gd name="connsiteY1051" fmla="*/ 2585602 h 2930019"/>
                <a:gd name="connsiteX1052" fmla="*/ 2640199 w 7225946"/>
                <a:gd name="connsiteY1052" fmla="*/ 2588157 h 2930019"/>
                <a:gd name="connsiteX1053" fmla="*/ 2628591 w 7225946"/>
                <a:gd name="connsiteY1053" fmla="*/ 2590169 h 2930019"/>
                <a:gd name="connsiteX1054" fmla="*/ 2619624 w 7225946"/>
                <a:gd name="connsiteY1054" fmla="*/ 2588828 h 2930019"/>
                <a:gd name="connsiteX1055" fmla="*/ 2602107 w 7225946"/>
                <a:gd name="connsiteY1055" fmla="*/ 2574329 h 2930019"/>
                <a:gd name="connsiteX1056" fmla="*/ 2601185 w 7225946"/>
                <a:gd name="connsiteY1056" fmla="*/ 2571857 h 2930019"/>
                <a:gd name="connsiteX1057" fmla="*/ 2598546 w 7225946"/>
                <a:gd name="connsiteY1057" fmla="*/ 2572192 h 2930019"/>
                <a:gd name="connsiteX1058" fmla="*/ 2595402 w 7225946"/>
                <a:gd name="connsiteY1058" fmla="*/ 2572192 h 2930019"/>
                <a:gd name="connsiteX1059" fmla="*/ 2571977 w 7225946"/>
                <a:gd name="connsiteY1059" fmla="*/ 2564774 h 2930019"/>
                <a:gd name="connsiteX1060" fmla="*/ 2560872 w 7225946"/>
                <a:gd name="connsiteY1060" fmla="*/ 2542397 h 2930019"/>
                <a:gd name="connsiteX1061" fmla="*/ 2560704 w 7225946"/>
                <a:gd name="connsiteY1061" fmla="*/ 2542397 h 2930019"/>
                <a:gd name="connsiteX1062" fmla="*/ 2560704 w 7225946"/>
                <a:gd name="connsiteY1062" fmla="*/ 2539840 h 2930019"/>
                <a:gd name="connsiteX1063" fmla="*/ 2558191 w 7225946"/>
                <a:gd name="connsiteY1063" fmla="*/ 2539338 h 2930019"/>
                <a:gd name="connsiteX1064" fmla="*/ 2527892 w 7225946"/>
                <a:gd name="connsiteY1064" fmla="*/ 2520396 h 2930019"/>
                <a:gd name="connsiteX1065" fmla="*/ 2516788 w 7225946"/>
                <a:gd name="connsiteY1065" fmla="*/ 2493032 h 2930019"/>
                <a:gd name="connsiteX1066" fmla="*/ 2644264 w 7225946"/>
                <a:gd name="connsiteY1066" fmla="*/ 2511428 h 2930019"/>
                <a:gd name="connsiteX1067" fmla="*/ 2649460 w 7225946"/>
                <a:gd name="connsiteY1067" fmla="*/ 2511428 h 2930019"/>
                <a:gd name="connsiteX1068" fmla="*/ 2650005 w 7225946"/>
                <a:gd name="connsiteY1068" fmla="*/ 2508704 h 2930019"/>
                <a:gd name="connsiteX1069" fmla="*/ 2657087 w 7225946"/>
                <a:gd name="connsiteY1069" fmla="*/ 2472121 h 2930019"/>
                <a:gd name="connsiteX1070" fmla="*/ 2657087 w 7225946"/>
                <a:gd name="connsiteY1070" fmla="*/ 2471535 h 2930019"/>
                <a:gd name="connsiteX1071" fmla="*/ 2665469 w 7225946"/>
                <a:gd name="connsiteY1071" fmla="*/ 2459676 h 2930019"/>
                <a:gd name="connsiteX1072" fmla="*/ 2731385 w 7225946"/>
                <a:gd name="connsiteY1072" fmla="*/ 2458207 h 2930019"/>
                <a:gd name="connsiteX1073" fmla="*/ 2713826 w 7225946"/>
                <a:gd name="connsiteY1073" fmla="*/ 2459298 h 2930019"/>
                <a:gd name="connsiteX1074" fmla="*/ 2728326 w 7225946"/>
                <a:gd name="connsiteY1074" fmla="*/ 2469858 h 2930019"/>
                <a:gd name="connsiteX1075" fmla="*/ 2747771 w 7225946"/>
                <a:gd name="connsiteY1075" fmla="*/ 2468811 h 2930019"/>
                <a:gd name="connsiteX1076" fmla="*/ 2731385 w 7225946"/>
                <a:gd name="connsiteY1076" fmla="*/ 2458207 h 2930019"/>
                <a:gd name="connsiteX1077" fmla="*/ 2749364 w 7225946"/>
                <a:gd name="connsiteY1077" fmla="*/ 2439517 h 2930019"/>
                <a:gd name="connsiteX1078" fmla="*/ 2749395 w 7225946"/>
                <a:gd name="connsiteY1078" fmla="*/ 2439522 h 2930019"/>
                <a:gd name="connsiteX1079" fmla="*/ 2733187 w 7225946"/>
                <a:gd name="connsiteY1079" fmla="*/ 2445427 h 2930019"/>
                <a:gd name="connsiteX1080" fmla="*/ 2750202 w 7225946"/>
                <a:gd name="connsiteY1080" fmla="*/ 2450790 h 2930019"/>
                <a:gd name="connsiteX1081" fmla="*/ 2766126 w 7225946"/>
                <a:gd name="connsiteY1081" fmla="*/ 2441823 h 2930019"/>
                <a:gd name="connsiteX1082" fmla="*/ 2749395 w 7225946"/>
                <a:gd name="connsiteY1082" fmla="*/ 2439522 h 2930019"/>
                <a:gd name="connsiteX1083" fmla="*/ 2749406 w 7225946"/>
                <a:gd name="connsiteY1083" fmla="*/ 2439517 h 2930019"/>
                <a:gd name="connsiteX1084" fmla="*/ 3470869 w 7225946"/>
                <a:gd name="connsiteY1084" fmla="*/ 2434595 h 2930019"/>
                <a:gd name="connsiteX1085" fmla="*/ 3464786 w 7225946"/>
                <a:gd name="connsiteY1085" fmla="*/ 2436877 h 2930019"/>
                <a:gd name="connsiteX1086" fmla="*/ 3458796 w 7225946"/>
                <a:gd name="connsiteY1086" fmla="*/ 2437543 h 2930019"/>
                <a:gd name="connsiteX1087" fmla="*/ 3452522 w 7225946"/>
                <a:gd name="connsiteY1087" fmla="*/ 2440014 h 2930019"/>
                <a:gd name="connsiteX1088" fmla="*/ 3441778 w 7225946"/>
                <a:gd name="connsiteY1088" fmla="*/ 2441821 h 2930019"/>
                <a:gd name="connsiteX1089" fmla="*/ 3439687 w 7225946"/>
                <a:gd name="connsiteY1089" fmla="*/ 2447810 h 2930019"/>
                <a:gd name="connsiteX1090" fmla="*/ 3446817 w 7225946"/>
                <a:gd name="connsiteY1090" fmla="*/ 2465398 h 2930019"/>
                <a:gd name="connsiteX1091" fmla="*/ 3444536 w 7225946"/>
                <a:gd name="connsiteY1091" fmla="*/ 2472433 h 2930019"/>
                <a:gd name="connsiteX1092" fmla="*/ 3442349 w 7225946"/>
                <a:gd name="connsiteY1092" fmla="*/ 2478042 h 2930019"/>
                <a:gd name="connsiteX1093" fmla="*/ 3441018 w 7225946"/>
                <a:gd name="connsiteY1093" fmla="*/ 2483937 h 2930019"/>
                <a:gd name="connsiteX1094" fmla="*/ 3446627 w 7225946"/>
                <a:gd name="connsiteY1094" fmla="*/ 2488215 h 2930019"/>
                <a:gd name="connsiteX1095" fmla="*/ 3452522 w 7225946"/>
                <a:gd name="connsiteY1095" fmla="*/ 2490116 h 2930019"/>
                <a:gd name="connsiteX1096" fmla="*/ 3453472 w 7225946"/>
                <a:gd name="connsiteY1096" fmla="*/ 2495821 h 2930019"/>
                <a:gd name="connsiteX1097" fmla="*/ 3445106 w 7225946"/>
                <a:gd name="connsiteY1097" fmla="*/ 2500669 h 2930019"/>
                <a:gd name="connsiteX1098" fmla="*/ 3424666 w 7225946"/>
                <a:gd name="connsiteY1098" fmla="*/ 2506944 h 2930019"/>
                <a:gd name="connsiteX1099" fmla="*/ 3413543 w 7225946"/>
                <a:gd name="connsiteY1099" fmla="*/ 2508465 h 2930019"/>
                <a:gd name="connsiteX1100" fmla="*/ 3387398 w 7225946"/>
                <a:gd name="connsiteY1100" fmla="*/ 2513694 h 2930019"/>
                <a:gd name="connsiteX1101" fmla="*/ 3376466 w 7225946"/>
                <a:gd name="connsiteY1101" fmla="*/ 2517402 h 2930019"/>
                <a:gd name="connsiteX1102" fmla="*/ 3371426 w 7225946"/>
                <a:gd name="connsiteY1102" fmla="*/ 2514549 h 2930019"/>
                <a:gd name="connsiteX1103" fmla="*/ 3352412 w 7225946"/>
                <a:gd name="connsiteY1103" fmla="*/ 2524056 h 2930019"/>
                <a:gd name="connsiteX1104" fmla="*/ 3350607 w 7225946"/>
                <a:gd name="connsiteY1104" fmla="*/ 2530712 h 2930019"/>
                <a:gd name="connsiteX1105" fmla="*/ 3351082 w 7225946"/>
                <a:gd name="connsiteY1105" fmla="*/ 2539078 h 2930019"/>
                <a:gd name="connsiteX1106" fmla="*/ 3353553 w 7225946"/>
                <a:gd name="connsiteY1106" fmla="*/ 2549251 h 2930019"/>
                <a:gd name="connsiteX1107" fmla="*/ 3363060 w 7225946"/>
                <a:gd name="connsiteY1107" fmla="*/ 2549821 h 2930019"/>
                <a:gd name="connsiteX1108" fmla="*/ 3368289 w 7225946"/>
                <a:gd name="connsiteY1108" fmla="*/ 2553529 h 2930019"/>
                <a:gd name="connsiteX1109" fmla="*/ 3374754 w 7225946"/>
                <a:gd name="connsiteY1109" fmla="*/ 2549821 h 2930019"/>
                <a:gd name="connsiteX1110" fmla="*/ 3382169 w 7225946"/>
                <a:gd name="connsiteY1110" fmla="*/ 2547253 h 2930019"/>
                <a:gd name="connsiteX1111" fmla="*/ 3390915 w 7225946"/>
                <a:gd name="connsiteY1111" fmla="*/ 2544877 h 2930019"/>
                <a:gd name="connsiteX1112" fmla="*/ 3396335 w 7225946"/>
                <a:gd name="connsiteY1112" fmla="*/ 2544877 h 2930019"/>
                <a:gd name="connsiteX1113" fmla="*/ 3403180 w 7225946"/>
                <a:gd name="connsiteY1113" fmla="*/ 2544877 h 2930019"/>
                <a:gd name="connsiteX1114" fmla="*/ 3410976 w 7225946"/>
                <a:gd name="connsiteY1114" fmla="*/ 2542785 h 2930019"/>
                <a:gd name="connsiteX1115" fmla="*/ 3418201 w 7225946"/>
                <a:gd name="connsiteY1115" fmla="*/ 2541835 h 2930019"/>
                <a:gd name="connsiteX1116" fmla="*/ 3426758 w 7225946"/>
                <a:gd name="connsiteY1116" fmla="*/ 2539648 h 2930019"/>
                <a:gd name="connsiteX1117" fmla="*/ 3436265 w 7225946"/>
                <a:gd name="connsiteY1117" fmla="*/ 2537271 h 2930019"/>
                <a:gd name="connsiteX1118" fmla="*/ 3445772 w 7225946"/>
                <a:gd name="connsiteY1118" fmla="*/ 2534799 h 2930019"/>
                <a:gd name="connsiteX1119" fmla="*/ 3479521 w 7225946"/>
                <a:gd name="connsiteY1119" fmla="*/ 2526433 h 2930019"/>
                <a:gd name="connsiteX1120" fmla="*/ 3493972 w 7225946"/>
                <a:gd name="connsiteY1120" fmla="*/ 2520349 h 2930019"/>
                <a:gd name="connsiteX1121" fmla="*/ 3503479 w 7225946"/>
                <a:gd name="connsiteY1121" fmla="*/ 2520349 h 2930019"/>
                <a:gd name="connsiteX1122" fmla="*/ 3513842 w 7225946"/>
                <a:gd name="connsiteY1122" fmla="*/ 2516641 h 2930019"/>
                <a:gd name="connsiteX1123" fmla="*/ 3524204 w 7225946"/>
                <a:gd name="connsiteY1123" fmla="*/ 2513504 h 2930019"/>
                <a:gd name="connsiteX1124" fmla="*/ 3535518 w 7225946"/>
                <a:gd name="connsiteY1124" fmla="*/ 2512173 h 2930019"/>
                <a:gd name="connsiteX1125" fmla="*/ 3549683 w 7225946"/>
                <a:gd name="connsiteY1125" fmla="*/ 2511222 h 2930019"/>
                <a:gd name="connsiteX1126" fmla="*/ 3558049 w 7225946"/>
                <a:gd name="connsiteY1126" fmla="*/ 2513694 h 2930019"/>
                <a:gd name="connsiteX1127" fmla="*/ 3573641 w 7225946"/>
                <a:gd name="connsiteY1127" fmla="*/ 2500479 h 2930019"/>
                <a:gd name="connsiteX1128" fmla="*/ 3574116 w 7225946"/>
                <a:gd name="connsiteY1128" fmla="*/ 2491732 h 2930019"/>
                <a:gd name="connsiteX1129" fmla="*/ 3570218 w 7225946"/>
                <a:gd name="connsiteY1129" fmla="*/ 2487454 h 2930019"/>
                <a:gd name="connsiteX1130" fmla="*/ 3570408 w 7225946"/>
                <a:gd name="connsiteY1130" fmla="*/ 2487454 h 2930019"/>
                <a:gd name="connsiteX1131" fmla="*/ 3561757 w 7225946"/>
                <a:gd name="connsiteY1131" fmla="*/ 2479849 h 2930019"/>
                <a:gd name="connsiteX1132" fmla="*/ 3554532 w 7225946"/>
                <a:gd name="connsiteY1132" fmla="*/ 2477472 h 2930019"/>
                <a:gd name="connsiteX1133" fmla="*/ 3547592 w 7225946"/>
                <a:gd name="connsiteY1133" fmla="*/ 2474525 h 2930019"/>
                <a:gd name="connsiteX1134" fmla="*/ 3531335 w 7225946"/>
                <a:gd name="connsiteY1134" fmla="*/ 2478233 h 2930019"/>
                <a:gd name="connsiteX1135" fmla="*/ 3502814 w 7225946"/>
                <a:gd name="connsiteY1135" fmla="*/ 2484887 h 2930019"/>
                <a:gd name="connsiteX1136" fmla="*/ 3501293 w 7225946"/>
                <a:gd name="connsiteY1136" fmla="*/ 2480039 h 2930019"/>
                <a:gd name="connsiteX1137" fmla="*/ 3509279 w 7225946"/>
                <a:gd name="connsiteY1137" fmla="*/ 2465398 h 2930019"/>
                <a:gd name="connsiteX1138" fmla="*/ 3502814 w 7225946"/>
                <a:gd name="connsiteY1138" fmla="*/ 2451137 h 2930019"/>
                <a:gd name="connsiteX1139" fmla="*/ 3500057 w 7225946"/>
                <a:gd name="connsiteY1139" fmla="*/ 2441630 h 2930019"/>
                <a:gd name="connsiteX1140" fmla="*/ 3491690 w 7225946"/>
                <a:gd name="connsiteY1140" fmla="*/ 2439064 h 2930019"/>
                <a:gd name="connsiteX1141" fmla="*/ 3487032 w 7225946"/>
                <a:gd name="connsiteY1141" fmla="*/ 2435356 h 2930019"/>
                <a:gd name="connsiteX1142" fmla="*/ 3478096 w 7225946"/>
                <a:gd name="connsiteY1142" fmla="*/ 2435356 h 2930019"/>
                <a:gd name="connsiteX1143" fmla="*/ 3470869 w 7225946"/>
                <a:gd name="connsiteY1143" fmla="*/ 2434595 h 2930019"/>
                <a:gd name="connsiteX1144" fmla="*/ 4725605 w 7225946"/>
                <a:gd name="connsiteY1144" fmla="*/ 2432884 h 2930019"/>
                <a:gd name="connsiteX1145" fmla="*/ 4720281 w 7225946"/>
                <a:gd name="connsiteY1145" fmla="*/ 2434025 h 2930019"/>
                <a:gd name="connsiteX1146" fmla="*/ 4714957 w 7225946"/>
                <a:gd name="connsiteY1146" fmla="*/ 2434025 h 2930019"/>
                <a:gd name="connsiteX1147" fmla="*/ 4708398 w 7225946"/>
                <a:gd name="connsiteY1147" fmla="*/ 2446194 h 2930019"/>
                <a:gd name="connsiteX1148" fmla="*/ 4699557 w 7225946"/>
                <a:gd name="connsiteY1148" fmla="*/ 2457888 h 2930019"/>
                <a:gd name="connsiteX1149" fmla="*/ 4692235 w 7225946"/>
                <a:gd name="connsiteY1149" fmla="*/ 2451898 h 2930019"/>
                <a:gd name="connsiteX1150" fmla="*/ 4685581 w 7225946"/>
                <a:gd name="connsiteY1150" fmla="*/ 2458554 h 2930019"/>
                <a:gd name="connsiteX1151" fmla="*/ 4689573 w 7225946"/>
                <a:gd name="connsiteY1151" fmla="*/ 2469107 h 2930019"/>
                <a:gd name="connsiteX1152" fmla="*/ 4685961 w 7225946"/>
                <a:gd name="connsiteY1152" fmla="*/ 2478614 h 2930019"/>
                <a:gd name="connsiteX1153" fmla="*/ 4685961 w 7225946"/>
                <a:gd name="connsiteY1153" fmla="*/ 2490497 h 2930019"/>
                <a:gd name="connsiteX1154" fmla="*/ 4691856 w 7225946"/>
                <a:gd name="connsiteY1154" fmla="*/ 2487740 h 2930019"/>
                <a:gd name="connsiteX1155" fmla="*/ 4700221 w 7225946"/>
                <a:gd name="connsiteY1155" fmla="*/ 2484508 h 2930019"/>
                <a:gd name="connsiteX1156" fmla="*/ 4705261 w 7225946"/>
                <a:gd name="connsiteY1156" fmla="*/ 2496486 h 2930019"/>
                <a:gd name="connsiteX1157" fmla="*/ 4695754 w 7225946"/>
                <a:gd name="connsiteY1157" fmla="*/ 2505328 h 2930019"/>
                <a:gd name="connsiteX1158" fmla="*/ 4691856 w 7225946"/>
                <a:gd name="connsiteY1158" fmla="*/ 2500385 h 2930019"/>
                <a:gd name="connsiteX1159" fmla="*/ 4681493 w 7225946"/>
                <a:gd name="connsiteY1159" fmla="*/ 2500385 h 2930019"/>
                <a:gd name="connsiteX1160" fmla="*/ 4678831 w 7225946"/>
                <a:gd name="connsiteY1160" fmla="*/ 2495725 h 2930019"/>
                <a:gd name="connsiteX1161" fmla="*/ 4675978 w 7225946"/>
                <a:gd name="connsiteY1161" fmla="*/ 2475666 h 2930019"/>
                <a:gd name="connsiteX1162" fmla="*/ 4673982 w 7225946"/>
                <a:gd name="connsiteY1162" fmla="*/ 2469677 h 2930019"/>
                <a:gd name="connsiteX1163" fmla="*/ 4671035 w 7225946"/>
                <a:gd name="connsiteY1163" fmla="*/ 2460170 h 2930019"/>
                <a:gd name="connsiteX1164" fmla="*/ 4664951 w 7225946"/>
                <a:gd name="connsiteY1164" fmla="*/ 2463592 h 2930019"/>
                <a:gd name="connsiteX1165" fmla="*/ 4661338 w 7225946"/>
                <a:gd name="connsiteY1165" fmla="*/ 2472244 h 2930019"/>
                <a:gd name="connsiteX1166" fmla="*/ 4662669 w 7225946"/>
                <a:gd name="connsiteY1166" fmla="*/ 2478234 h 2930019"/>
                <a:gd name="connsiteX1167" fmla="*/ 4662669 w 7225946"/>
                <a:gd name="connsiteY1167" fmla="*/ 2496011 h 2930019"/>
                <a:gd name="connsiteX1168" fmla="*/ 4664760 w 7225946"/>
                <a:gd name="connsiteY1168" fmla="*/ 2508560 h 2930019"/>
                <a:gd name="connsiteX1169" fmla="*/ 4664094 w 7225946"/>
                <a:gd name="connsiteY1169" fmla="*/ 2527004 h 2930019"/>
                <a:gd name="connsiteX1170" fmla="*/ 4668849 w 7225946"/>
                <a:gd name="connsiteY1170" fmla="*/ 2535940 h 2930019"/>
                <a:gd name="connsiteX1171" fmla="*/ 4673507 w 7225946"/>
                <a:gd name="connsiteY1171" fmla="*/ 2533469 h 2930019"/>
                <a:gd name="connsiteX1172" fmla="*/ 4676834 w 7225946"/>
                <a:gd name="connsiteY1172" fmla="*/ 2528811 h 2930019"/>
                <a:gd name="connsiteX1173" fmla="*/ 4679591 w 7225946"/>
                <a:gd name="connsiteY1173" fmla="*/ 2521015 h 2930019"/>
                <a:gd name="connsiteX1174" fmla="*/ 4683774 w 7225946"/>
                <a:gd name="connsiteY1174" fmla="*/ 2526244 h 2930019"/>
                <a:gd name="connsiteX1175" fmla="*/ 4685771 w 7225946"/>
                <a:gd name="connsiteY1175" fmla="*/ 2532613 h 2930019"/>
                <a:gd name="connsiteX1176" fmla="*/ 4692710 w 7225946"/>
                <a:gd name="connsiteY1176" fmla="*/ 2529761 h 2930019"/>
                <a:gd name="connsiteX1177" fmla="*/ 4700316 w 7225946"/>
                <a:gd name="connsiteY1177" fmla="*/ 2530522 h 2930019"/>
                <a:gd name="connsiteX1178" fmla="*/ 4699556 w 7225946"/>
                <a:gd name="connsiteY1178" fmla="*/ 2534610 h 2930019"/>
                <a:gd name="connsiteX1179" fmla="*/ 4694137 w 7225946"/>
                <a:gd name="connsiteY1179" fmla="*/ 2538222 h 2930019"/>
                <a:gd name="connsiteX1180" fmla="*/ 4687197 w 7225946"/>
                <a:gd name="connsiteY1180" fmla="*/ 2540598 h 2930019"/>
                <a:gd name="connsiteX1181" fmla="*/ 4674457 w 7225946"/>
                <a:gd name="connsiteY1181" fmla="*/ 2542880 h 2930019"/>
                <a:gd name="connsiteX1182" fmla="*/ 4666661 w 7225946"/>
                <a:gd name="connsiteY1182" fmla="*/ 2543356 h 2930019"/>
                <a:gd name="connsiteX1183" fmla="*/ 4657630 w 7225946"/>
                <a:gd name="connsiteY1183" fmla="*/ 2545828 h 2930019"/>
                <a:gd name="connsiteX1184" fmla="*/ 4653066 w 7225946"/>
                <a:gd name="connsiteY1184" fmla="*/ 2541169 h 2930019"/>
                <a:gd name="connsiteX1185" fmla="*/ 4656299 w 7225946"/>
                <a:gd name="connsiteY1185" fmla="*/ 2531662 h 2930019"/>
                <a:gd name="connsiteX1186" fmla="*/ 4656299 w 7225946"/>
                <a:gd name="connsiteY1186" fmla="*/ 2523677 h 2930019"/>
                <a:gd name="connsiteX1187" fmla="*/ 4654207 w 7225946"/>
                <a:gd name="connsiteY1187" fmla="*/ 2512838 h 2930019"/>
                <a:gd name="connsiteX1188" fmla="*/ 4653257 w 7225946"/>
                <a:gd name="connsiteY1188" fmla="*/ 2496677 h 2930019"/>
                <a:gd name="connsiteX1189" fmla="*/ 4653257 w 7225946"/>
                <a:gd name="connsiteY1189" fmla="*/ 2488405 h 2930019"/>
                <a:gd name="connsiteX1190" fmla="*/ 4653257 w 7225946"/>
                <a:gd name="connsiteY1190" fmla="*/ 2481846 h 2930019"/>
                <a:gd name="connsiteX1191" fmla="*/ 4653257 w 7225946"/>
                <a:gd name="connsiteY1191" fmla="*/ 2475856 h 2930019"/>
                <a:gd name="connsiteX1192" fmla="*/ 4652402 w 7225946"/>
                <a:gd name="connsiteY1192" fmla="*/ 2466349 h 2930019"/>
                <a:gd name="connsiteX1193" fmla="*/ 4651261 w 7225946"/>
                <a:gd name="connsiteY1193" fmla="*/ 2458554 h 2930019"/>
                <a:gd name="connsiteX1194" fmla="*/ 4648408 w 7225946"/>
                <a:gd name="connsiteY1194" fmla="*/ 2454275 h 2930019"/>
                <a:gd name="connsiteX1195" fmla="*/ 4645080 w 7225946"/>
                <a:gd name="connsiteY1195" fmla="*/ 2456462 h 2930019"/>
                <a:gd name="connsiteX1196" fmla="*/ 4638521 w 7225946"/>
                <a:gd name="connsiteY1196" fmla="*/ 2456462 h 2930019"/>
                <a:gd name="connsiteX1197" fmla="*/ 4633957 w 7225946"/>
                <a:gd name="connsiteY1197" fmla="*/ 2464353 h 2930019"/>
                <a:gd name="connsiteX1198" fmla="*/ 4636144 w 7225946"/>
                <a:gd name="connsiteY1198" fmla="*/ 2478043 h 2930019"/>
                <a:gd name="connsiteX1199" fmla="*/ 4637760 w 7225946"/>
                <a:gd name="connsiteY1199" fmla="*/ 2502001 h 2930019"/>
                <a:gd name="connsiteX1200" fmla="*/ 4636048 w 7225946"/>
                <a:gd name="connsiteY1200" fmla="*/ 2524627 h 2930019"/>
                <a:gd name="connsiteX1201" fmla="*/ 4637950 w 7225946"/>
                <a:gd name="connsiteY1201" fmla="*/ 2535656 h 2930019"/>
                <a:gd name="connsiteX1202" fmla="*/ 4640802 w 7225946"/>
                <a:gd name="connsiteY1202" fmla="*/ 2543261 h 2930019"/>
                <a:gd name="connsiteX1203" fmla="*/ 4637094 w 7225946"/>
                <a:gd name="connsiteY1203" fmla="*/ 2546968 h 2930019"/>
                <a:gd name="connsiteX1204" fmla="*/ 4626161 w 7225946"/>
                <a:gd name="connsiteY1204" fmla="*/ 2551246 h 2930019"/>
                <a:gd name="connsiteX1205" fmla="*/ 4620798 w 7225946"/>
                <a:gd name="connsiteY1205" fmla="*/ 2548751 h 2930019"/>
                <a:gd name="connsiteX1206" fmla="*/ 4620553 w 7225946"/>
                <a:gd name="connsiteY1206" fmla="*/ 2547063 h 2930019"/>
                <a:gd name="connsiteX1207" fmla="*/ 4617986 w 7225946"/>
                <a:gd name="connsiteY1207" fmla="*/ 2530711 h 2930019"/>
                <a:gd name="connsiteX1208" fmla="*/ 4614373 w 7225946"/>
                <a:gd name="connsiteY1208" fmla="*/ 2530711 h 2930019"/>
                <a:gd name="connsiteX1209" fmla="*/ 4601633 w 7225946"/>
                <a:gd name="connsiteY1209" fmla="*/ 2551817 h 2930019"/>
                <a:gd name="connsiteX1210" fmla="*/ 4596404 w 7225946"/>
                <a:gd name="connsiteY1210" fmla="*/ 2555240 h 2930019"/>
                <a:gd name="connsiteX1211" fmla="*/ 4593553 w 7225946"/>
                <a:gd name="connsiteY1211" fmla="*/ 2562655 h 2930019"/>
                <a:gd name="connsiteX1212" fmla="*/ 4593553 w 7225946"/>
                <a:gd name="connsiteY1212" fmla="*/ 2580908 h 2930019"/>
                <a:gd name="connsiteX1213" fmla="*/ 4599352 w 7225946"/>
                <a:gd name="connsiteY1213" fmla="*/ 2599067 h 2930019"/>
                <a:gd name="connsiteX1214" fmla="*/ 4607052 w 7225946"/>
                <a:gd name="connsiteY1214" fmla="*/ 2602205 h 2930019"/>
                <a:gd name="connsiteX1215" fmla="*/ 4626827 w 7225946"/>
                <a:gd name="connsiteY1215" fmla="*/ 2587088 h 2930019"/>
                <a:gd name="connsiteX1216" fmla="*/ 4631390 w 7225946"/>
                <a:gd name="connsiteY1216" fmla="*/ 2581669 h 2930019"/>
                <a:gd name="connsiteX1217" fmla="*/ 4640897 w 7225946"/>
                <a:gd name="connsiteY1217" fmla="*/ 2569025 h 2930019"/>
                <a:gd name="connsiteX1218" fmla="*/ 4656394 w 7225946"/>
                <a:gd name="connsiteY1218" fmla="*/ 2562751 h 2930019"/>
                <a:gd name="connsiteX1219" fmla="*/ 4669513 w 7225946"/>
                <a:gd name="connsiteY1219" fmla="*/ 2560089 h 2930019"/>
                <a:gd name="connsiteX1220" fmla="*/ 4686626 w 7225946"/>
                <a:gd name="connsiteY1220" fmla="*/ 2557902 h 2930019"/>
                <a:gd name="connsiteX1221" fmla="*/ 4697179 w 7225946"/>
                <a:gd name="connsiteY1221" fmla="*/ 2555715 h 2930019"/>
                <a:gd name="connsiteX1222" fmla="*/ 4707732 w 7225946"/>
                <a:gd name="connsiteY1222" fmla="*/ 2553244 h 2930019"/>
                <a:gd name="connsiteX1223" fmla="*/ 4728648 w 7225946"/>
                <a:gd name="connsiteY1223" fmla="*/ 2551057 h 2930019"/>
                <a:gd name="connsiteX1224" fmla="*/ 4741957 w 7225946"/>
                <a:gd name="connsiteY1224" fmla="*/ 2549155 h 2930019"/>
                <a:gd name="connsiteX1225" fmla="*/ 4754602 w 7225946"/>
                <a:gd name="connsiteY1225" fmla="*/ 2547729 h 2930019"/>
                <a:gd name="connsiteX1226" fmla="*/ 4749278 w 7225946"/>
                <a:gd name="connsiteY1226" fmla="*/ 2557902 h 2930019"/>
                <a:gd name="connsiteX1227" fmla="*/ 4739771 w 7225946"/>
                <a:gd name="connsiteY1227" fmla="*/ 2562560 h 2930019"/>
                <a:gd name="connsiteX1228" fmla="*/ 4731025 w 7225946"/>
                <a:gd name="connsiteY1228" fmla="*/ 2560469 h 2930019"/>
                <a:gd name="connsiteX1229" fmla="*/ 4722563 w 7225946"/>
                <a:gd name="connsiteY1229" fmla="*/ 2560469 h 2930019"/>
                <a:gd name="connsiteX1230" fmla="*/ 4712201 w 7225946"/>
                <a:gd name="connsiteY1230" fmla="*/ 2560469 h 2930019"/>
                <a:gd name="connsiteX1231" fmla="*/ 4707827 w 7225946"/>
                <a:gd name="connsiteY1231" fmla="*/ 2563606 h 2930019"/>
                <a:gd name="connsiteX1232" fmla="*/ 4700412 w 7225946"/>
                <a:gd name="connsiteY1232" fmla="*/ 2566268 h 2930019"/>
                <a:gd name="connsiteX1233" fmla="*/ 4691571 w 7225946"/>
                <a:gd name="connsiteY1233" fmla="*/ 2567789 h 2930019"/>
                <a:gd name="connsiteX1234" fmla="*/ 4679782 w 7225946"/>
                <a:gd name="connsiteY1234" fmla="*/ 2570736 h 2930019"/>
                <a:gd name="connsiteX1235" fmla="*/ 4669418 w 7225946"/>
                <a:gd name="connsiteY1235" fmla="*/ 2571687 h 2930019"/>
                <a:gd name="connsiteX1236" fmla="*/ 4665235 w 7225946"/>
                <a:gd name="connsiteY1236" fmla="*/ 2574443 h 2930019"/>
                <a:gd name="connsiteX1237" fmla="*/ 4654018 w 7225946"/>
                <a:gd name="connsiteY1237" fmla="*/ 2575204 h 2930019"/>
                <a:gd name="connsiteX1238" fmla="*/ 4646032 w 7225946"/>
                <a:gd name="connsiteY1238" fmla="*/ 2594218 h 2930019"/>
                <a:gd name="connsiteX1239" fmla="*/ 4643941 w 7225946"/>
                <a:gd name="connsiteY1239" fmla="*/ 2604581 h 2930019"/>
                <a:gd name="connsiteX1240" fmla="*/ 4646792 w 7225946"/>
                <a:gd name="connsiteY1240" fmla="*/ 2611521 h 2930019"/>
                <a:gd name="connsiteX1241" fmla="*/ 4654397 w 7225946"/>
                <a:gd name="connsiteY1241" fmla="*/ 2611521 h 2930019"/>
                <a:gd name="connsiteX1242" fmla="*/ 4663429 w 7225946"/>
                <a:gd name="connsiteY1242" fmla="*/ 2606863 h 2930019"/>
                <a:gd name="connsiteX1243" fmla="*/ 4671416 w 7225946"/>
                <a:gd name="connsiteY1243" fmla="*/ 2601634 h 2930019"/>
                <a:gd name="connsiteX1244" fmla="*/ 4678641 w 7225946"/>
                <a:gd name="connsiteY1244" fmla="*/ 2602300 h 2930019"/>
                <a:gd name="connsiteX1245" fmla="*/ 4675123 w 7225946"/>
                <a:gd name="connsiteY1245" fmla="*/ 2611807 h 2930019"/>
                <a:gd name="connsiteX1246" fmla="*/ 4673792 w 7225946"/>
                <a:gd name="connsiteY1246" fmla="*/ 2621314 h 2930019"/>
                <a:gd name="connsiteX1247" fmla="*/ 4671130 w 7225946"/>
                <a:gd name="connsiteY1247" fmla="*/ 2625686 h 2930019"/>
                <a:gd name="connsiteX1248" fmla="*/ 4663619 w 7225946"/>
                <a:gd name="connsiteY1248" fmla="*/ 2629489 h 2930019"/>
                <a:gd name="connsiteX1249" fmla="*/ 4651165 w 7225946"/>
                <a:gd name="connsiteY1249" fmla="*/ 2632817 h 2930019"/>
                <a:gd name="connsiteX1250" fmla="*/ 4641088 w 7225946"/>
                <a:gd name="connsiteY1250" fmla="*/ 2639091 h 2930019"/>
                <a:gd name="connsiteX1251" fmla="*/ 4630725 w 7225946"/>
                <a:gd name="connsiteY1251" fmla="*/ 2636429 h 2930019"/>
                <a:gd name="connsiteX1252" fmla="*/ 4616464 w 7225946"/>
                <a:gd name="connsiteY1252" fmla="*/ 2645271 h 2930019"/>
                <a:gd name="connsiteX1253" fmla="*/ 4614088 w 7225946"/>
                <a:gd name="connsiteY1253" fmla="*/ 2657060 h 2930019"/>
                <a:gd name="connsiteX1254" fmla="*/ 4615324 w 7225946"/>
                <a:gd name="connsiteY1254" fmla="*/ 2665616 h 2930019"/>
                <a:gd name="connsiteX1255" fmla="*/ 4620648 w 7225946"/>
                <a:gd name="connsiteY1255" fmla="*/ 2667993 h 2930019"/>
                <a:gd name="connsiteX1256" fmla="*/ 4632341 w 7225946"/>
                <a:gd name="connsiteY1256" fmla="*/ 2670845 h 2930019"/>
                <a:gd name="connsiteX1257" fmla="*/ 4645366 w 7225946"/>
                <a:gd name="connsiteY1257" fmla="*/ 2666187 h 2930019"/>
                <a:gd name="connsiteX1258" fmla="*/ 4661243 w 7225946"/>
                <a:gd name="connsiteY1258" fmla="*/ 2663430 h 2930019"/>
                <a:gd name="connsiteX1259" fmla="*/ 4676644 w 7225946"/>
                <a:gd name="connsiteY1259" fmla="*/ 2660672 h 2930019"/>
                <a:gd name="connsiteX1260" fmla="*/ 4681207 w 7225946"/>
                <a:gd name="connsiteY1260" fmla="*/ 2667137 h 2930019"/>
                <a:gd name="connsiteX1261" fmla="*/ 4664760 w 7225946"/>
                <a:gd name="connsiteY1261" fmla="*/ 2695658 h 2930019"/>
                <a:gd name="connsiteX1262" fmla="*/ 4643845 w 7225946"/>
                <a:gd name="connsiteY1262" fmla="*/ 2699461 h 2930019"/>
                <a:gd name="connsiteX1263" fmla="*/ 4635193 w 7225946"/>
                <a:gd name="connsiteY1263" fmla="*/ 2703739 h 2930019"/>
                <a:gd name="connsiteX1264" fmla="*/ 4651356 w 7225946"/>
                <a:gd name="connsiteY1264" fmla="*/ 2719046 h 2930019"/>
                <a:gd name="connsiteX1265" fmla="*/ 4652402 w 7225946"/>
                <a:gd name="connsiteY1265" fmla="*/ 2729123 h 2930019"/>
                <a:gd name="connsiteX1266" fmla="*/ 4669134 w 7225946"/>
                <a:gd name="connsiteY1266" fmla="*/ 2729123 h 2930019"/>
                <a:gd name="connsiteX1267" fmla="*/ 4680257 w 7225946"/>
                <a:gd name="connsiteY1267" fmla="*/ 2726080 h 2930019"/>
                <a:gd name="connsiteX1268" fmla="*/ 4694137 w 7225946"/>
                <a:gd name="connsiteY1268" fmla="*/ 2721137 h 2930019"/>
                <a:gd name="connsiteX1269" fmla="*/ 4703644 w 7225946"/>
                <a:gd name="connsiteY1269" fmla="*/ 2702694 h 2930019"/>
                <a:gd name="connsiteX1270" fmla="*/ 4708587 w 7225946"/>
                <a:gd name="connsiteY1270" fmla="*/ 2694137 h 2930019"/>
                <a:gd name="connsiteX1271" fmla="*/ 4711249 w 7225946"/>
                <a:gd name="connsiteY1271" fmla="*/ 2681302 h 2930019"/>
                <a:gd name="connsiteX1272" fmla="*/ 4712676 w 7225946"/>
                <a:gd name="connsiteY1272" fmla="*/ 2670084 h 2930019"/>
                <a:gd name="connsiteX1273" fmla="*/ 4711820 w 7225946"/>
                <a:gd name="connsiteY1273" fmla="*/ 2656964 h 2930019"/>
                <a:gd name="connsiteX1274" fmla="*/ 4730834 w 7225946"/>
                <a:gd name="connsiteY1274" fmla="*/ 2648408 h 2930019"/>
                <a:gd name="connsiteX1275" fmla="*/ 4739010 w 7225946"/>
                <a:gd name="connsiteY1275" fmla="*/ 2645652 h 2930019"/>
                <a:gd name="connsiteX1276" fmla="*/ 4751084 w 7225946"/>
                <a:gd name="connsiteY1276" fmla="*/ 2643370 h 2930019"/>
                <a:gd name="connsiteX1277" fmla="*/ 4757929 w 7225946"/>
                <a:gd name="connsiteY1277" fmla="*/ 2637475 h 2930019"/>
                <a:gd name="connsiteX1278" fmla="*/ 4760877 w 7225946"/>
                <a:gd name="connsiteY1278" fmla="*/ 2625497 h 2930019"/>
                <a:gd name="connsiteX1279" fmla="*/ 4756408 w 7225946"/>
                <a:gd name="connsiteY1279" fmla="*/ 2620933 h 2930019"/>
                <a:gd name="connsiteX1280" fmla="*/ 4744905 w 7225946"/>
                <a:gd name="connsiteY1280" fmla="*/ 2616179 h 2930019"/>
                <a:gd name="connsiteX1281" fmla="*/ 4733116 w 7225946"/>
                <a:gd name="connsiteY1281" fmla="*/ 2610190 h 2930019"/>
                <a:gd name="connsiteX1282" fmla="*/ 4726366 w 7225946"/>
                <a:gd name="connsiteY1282" fmla="*/ 2613803 h 2930019"/>
                <a:gd name="connsiteX1283" fmla="*/ 4716098 w 7225946"/>
                <a:gd name="connsiteY1283" fmla="*/ 2617891 h 2930019"/>
                <a:gd name="connsiteX1284" fmla="*/ 4710394 w 7225946"/>
                <a:gd name="connsiteY1284" fmla="*/ 2616750 h 2930019"/>
                <a:gd name="connsiteX1285" fmla="*/ 4712295 w 7225946"/>
                <a:gd name="connsiteY1285" fmla="*/ 2605437 h 2930019"/>
                <a:gd name="connsiteX1286" fmla="*/ 4724275 w 7225946"/>
                <a:gd name="connsiteY1286" fmla="*/ 2594409 h 2930019"/>
                <a:gd name="connsiteX1287" fmla="*/ 4731785 w 7225946"/>
                <a:gd name="connsiteY1287" fmla="*/ 2586423 h 2930019"/>
                <a:gd name="connsiteX1288" fmla="*/ 4752225 w 7225946"/>
                <a:gd name="connsiteY1288" fmla="*/ 2571877 h 2930019"/>
                <a:gd name="connsiteX1289" fmla="*/ 4764109 w 7225946"/>
                <a:gd name="connsiteY1289" fmla="*/ 2571877 h 2930019"/>
                <a:gd name="connsiteX1290" fmla="*/ 4773616 w 7225946"/>
                <a:gd name="connsiteY1290" fmla="*/ 2572733 h 2930019"/>
                <a:gd name="connsiteX1291" fmla="*/ 4781032 w 7225946"/>
                <a:gd name="connsiteY1291" fmla="*/ 2569596 h 2930019"/>
                <a:gd name="connsiteX1292" fmla="*/ 4804989 w 7225946"/>
                <a:gd name="connsiteY1292" fmla="*/ 2563226 h 2930019"/>
                <a:gd name="connsiteX1293" fmla="*/ 4809363 w 7225946"/>
                <a:gd name="connsiteY1293" fmla="*/ 2547349 h 2930019"/>
                <a:gd name="connsiteX1294" fmla="*/ 4805275 w 7225946"/>
                <a:gd name="connsiteY1294" fmla="*/ 2529761 h 2930019"/>
                <a:gd name="connsiteX1295" fmla="*/ 4804704 w 7225946"/>
                <a:gd name="connsiteY1295" fmla="*/ 2529856 h 2930019"/>
                <a:gd name="connsiteX1296" fmla="*/ 4797003 w 7225946"/>
                <a:gd name="connsiteY1296" fmla="*/ 2527099 h 2930019"/>
                <a:gd name="connsiteX1297" fmla="*/ 4790253 w 7225946"/>
                <a:gd name="connsiteY1297" fmla="*/ 2525103 h 2930019"/>
                <a:gd name="connsiteX1298" fmla="*/ 4784264 w 7225946"/>
                <a:gd name="connsiteY1298" fmla="*/ 2520729 h 2930019"/>
                <a:gd name="connsiteX1299" fmla="*/ 4776849 w 7225946"/>
                <a:gd name="connsiteY1299" fmla="*/ 2520729 h 2930019"/>
                <a:gd name="connsiteX1300" fmla="*/ 4766105 w 7225946"/>
                <a:gd name="connsiteY1300" fmla="*/ 2526624 h 2930019"/>
                <a:gd name="connsiteX1301" fmla="*/ 4760591 w 7225946"/>
                <a:gd name="connsiteY1301" fmla="*/ 2524912 h 2930019"/>
                <a:gd name="connsiteX1302" fmla="*/ 4762493 w 7225946"/>
                <a:gd name="connsiteY1302" fmla="*/ 2512934 h 2930019"/>
                <a:gd name="connsiteX1303" fmla="*/ 4764869 w 7225946"/>
                <a:gd name="connsiteY1303" fmla="*/ 2503427 h 2930019"/>
                <a:gd name="connsiteX1304" fmla="*/ 4767722 w 7225946"/>
                <a:gd name="connsiteY1304" fmla="*/ 2495441 h 2930019"/>
                <a:gd name="connsiteX1305" fmla="*/ 4777229 w 7225946"/>
                <a:gd name="connsiteY1305" fmla="*/ 2472434 h 2930019"/>
                <a:gd name="connsiteX1306" fmla="*/ 4789398 w 7225946"/>
                <a:gd name="connsiteY1306" fmla="*/ 2462927 h 2930019"/>
                <a:gd name="connsiteX1307" fmla="*/ 4790444 w 7225946"/>
                <a:gd name="connsiteY1307" fmla="*/ 2451423 h 2930019"/>
                <a:gd name="connsiteX1308" fmla="*/ 4788162 w 7225946"/>
                <a:gd name="connsiteY1308" fmla="*/ 2444864 h 2930019"/>
                <a:gd name="connsiteX1309" fmla="*/ 4779225 w 7225946"/>
                <a:gd name="connsiteY1309" fmla="*/ 2439254 h 2930019"/>
                <a:gd name="connsiteX1310" fmla="*/ 4770955 w 7225946"/>
                <a:gd name="connsiteY1310" fmla="*/ 2440206 h 2930019"/>
                <a:gd name="connsiteX1311" fmla="*/ 4768482 w 7225946"/>
                <a:gd name="connsiteY1311" fmla="*/ 2443723 h 2930019"/>
                <a:gd name="connsiteX1312" fmla="*/ 4740817 w 7225946"/>
                <a:gd name="connsiteY1312" fmla="*/ 2458363 h 2930019"/>
                <a:gd name="connsiteX1313" fmla="*/ 4746331 w 7225946"/>
                <a:gd name="connsiteY1313" fmla="*/ 2471673 h 2930019"/>
                <a:gd name="connsiteX1314" fmla="*/ 4744334 w 7225946"/>
                <a:gd name="connsiteY1314" fmla="*/ 2478898 h 2930019"/>
                <a:gd name="connsiteX1315" fmla="*/ 4739961 w 7225946"/>
                <a:gd name="connsiteY1315" fmla="*/ 2485458 h 2930019"/>
                <a:gd name="connsiteX1316" fmla="*/ 4732261 w 7225946"/>
                <a:gd name="connsiteY1316" fmla="*/ 2489356 h 2930019"/>
                <a:gd name="connsiteX1317" fmla="*/ 4733020 w 7225946"/>
                <a:gd name="connsiteY1317" fmla="*/ 2498387 h 2930019"/>
                <a:gd name="connsiteX1318" fmla="*/ 4728648 w 7225946"/>
                <a:gd name="connsiteY1318" fmla="*/ 2503522 h 2930019"/>
                <a:gd name="connsiteX1319" fmla="*/ 4723229 w 7225946"/>
                <a:gd name="connsiteY1319" fmla="*/ 2507800 h 2930019"/>
                <a:gd name="connsiteX1320" fmla="*/ 4725130 w 7225946"/>
                <a:gd name="connsiteY1320" fmla="*/ 2517307 h 2930019"/>
                <a:gd name="connsiteX1321" fmla="*/ 4733402 w 7225946"/>
                <a:gd name="connsiteY1321" fmla="*/ 2520063 h 2930019"/>
                <a:gd name="connsiteX1322" fmla="*/ 4723895 w 7225946"/>
                <a:gd name="connsiteY1322" fmla="*/ 2529570 h 2930019"/>
                <a:gd name="connsiteX1323" fmla="*/ 4718855 w 7225946"/>
                <a:gd name="connsiteY1323" fmla="*/ 2521490 h 2930019"/>
                <a:gd name="connsiteX1324" fmla="*/ 4708587 w 7225946"/>
                <a:gd name="connsiteY1324" fmla="*/ 2516071 h 2930019"/>
                <a:gd name="connsiteX1325" fmla="*/ 4717048 w 7225946"/>
                <a:gd name="connsiteY1325" fmla="*/ 2503807 h 2930019"/>
                <a:gd name="connsiteX1326" fmla="*/ 4728267 w 7225946"/>
                <a:gd name="connsiteY1326" fmla="*/ 2481085 h 2930019"/>
                <a:gd name="connsiteX1327" fmla="*/ 4723134 w 7225946"/>
                <a:gd name="connsiteY1327" fmla="*/ 2473385 h 2930019"/>
                <a:gd name="connsiteX1328" fmla="*/ 4723134 w 7225946"/>
                <a:gd name="connsiteY1328" fmla="*/ 2463878 h 2930019"/>
                <a:gd name="connsiteX1329" fmla="*/ 4731404 w 7225946"/>
                <a:gd name="connsiteY1329" fmla="*/ 2453039 h 2930019"/>
                <a:gd name="connsiteX1330" fmla="*/ 4735683 w 7225946"/>
                <a:gd name="connsiteY1330" fmla="*/ 2440681 h 2930019"/>
                <a:gd name="connsiteX1331" fmla="*/ 4725605 w 7225946"/>
                <a:gd name="connsiteY1331" fmla="*/ 2432884 h 2930019"/>
                <a:gd name="connsiteX1332" fmla="*/ 2760344 w 7225946"/>
                <a:gd name="connsiteY1332" fmla="*/ 2399875 h 2930019"/>
                <a:gd name="connsiteX1333" fmla="*/ 2747772 w 7225946"/>
                <a:gd name="connsiteY1333" fmla="*/ 2412238 h 2930019"/>
                <a:gd name="connsiteX1334" fmla="*/ 2745384 w 7225946"/>
                <a:gd name="connsiteY1334" fmla="*/ 2427282 h 2930019"/>
                <a:gd name="connsiteX1335" fmla="*/ 2742659 w 7225946"/>
                <a:gd name="connsiteY1335" fmla="*/ 2430551 h 2930019"/>
                <a:gd name="connsiteX1336" fmla="*/ 2730506 w 7225946"/>
                <a:gd name="connsiteY1336" fmla="*/ 2441698 h 2930019"/>
                <a:gd name="connsiteX1337" fmla="*/ 2737882 w 7225946"/>
                <a:gd name="connsiteY1337" fmla="*/ 2426276 h 2930019"/>
                <a:gd name="connsiteX1338" fmla="*/ 2734823 w 7225946"/>
                <a:gd name="connsiteY1338" fmla="*/ 2407544 h 2930019"/>
                <a:gd name="connsiteX1339" fmla="*/ 2726441 w 7225946"/>
                <a:gd name="connsiteY1339" fmla="*/ 2424306 h 2930019"/>
                <a:gd name="connsiteX1340" fmla="*/ 2730381 w 7225946"/>
                <a:gd name="connsiteY1340" fmla="*/ 2441739 h 2930019"/>
                <a:gd name="connsiteX1341" fmla="*/ 2714717 w 7225946"/>
                <a:gd name="connsiteY1341" fmla="*/ 2450970 h 2930019"/>
                <a:gd name="connsiteX1342" fmla="*/ 2716126 w 7225946"/>
                <a:gd name="connsiteY1342" fmla="*/ 2449303 h 2930019"/>
                <a:gd name="connsiteX1343" fmla="*/ 2720238 w 7225946"/>
                <a:gd name="connsiteY1343" fmla="*/ 2438093 h 2930019"/>
                <a:gd name="connsiteX1344" fmla="*/ 2720113 w 7225946"/>
                <a:gd name="connsiteY1344" fmla="*/ 2438093 h 2930019"/>
                <a:gd name="connsiteX1345" fmla="*/ 2716760 w 7225946"/>
                <a:gd name="connsiteY1345" fmla="*/ 2418565 h 2930019"/>
                <a:gd name="connsiteX1346" fmla="*/ 2707667 w 7225946"/>
                <a:gd name="connsiteY1346" fmla="*/ 2436208 h 2930019"/>
                <a:gd name="connsiteX1347" fmla="*/ 2711512 w 7225946"/>
                <a:gd name="connsiteY1347" fmla="*/ 2452859 h 2930019"/>
                <a:gd name="connsiteX1348" fmla="*/ 2691199 w 7225946"/>
                <a:gd name="connsiteY1348" fmla="*/ 2464830 h 2930019"/>
                <a:gd name="connsiteX1349" fmla="*/ 2699915 w 7225946"/>
                <a:gd name="connsiteY1349" fmla="*/ 2449157 h 2930019"/>
                <a:gd name="connsiteX1350" fmla="*/ 2696689 w 7225946"/>
                <a:gd name="connsiteY1350" fmla="*/ 2429838 h 2930019"/>
                <a:gd name="connsiteX1351" fmla="*/ 2686756 w 7225946"/>
                <a:gd name="connsiteY1351" fmla="*/ 2447062 h 2930019"/>
                <a:gd name="connsiteX1352" fmla="*/ 2690948 w 7225946"/>
                <a:gd name="connsiteY1352" fmla="*/ 2464997 h 2930019"/>
                <a:gd name="connsiteX1353" fmla="*/ 2680842 w 7225946"/>
                <a:gd name="connsiteY1353" fmla="*/ 2468690 h 2930019"/>
                <a:gd name="connsiteX1354" fmla="*/ 2677836 w 7225946"/>
                <a:gd name="connsiteY1354" fmla="*/ 2459822 h 2930019"/>
                <a:gd name="connsiteX1355" fmla="*/ 2666222 w 7225946"/>
                <a:gd name="connsiteY1355" fmla="*/ 2452719 h 2930019"/>
                <a:gd name="connsiteX1356" fmla="*/ 2665678 w 7225946"/>
                <a:gd name="connsiteY1356" fmla="*/ 2452719 h 2930019"/>
                <a:gd name="connsiteX1357" fmla="*/ 2650633 w 7225946"/>
                <a:gd name="connsiteY1357" fmla="*/ 2470068 h 2930019"/>
                <a:gd name="connsiteX1358" fmla="*/ 2650633 w 7225946"/>
                <a:gd name="connsiteY1358" fmla="*/ 2470613 h 2930019"/>
                <a:gd name="connsiteX1359" fmla="*/ 2644055 w 7225946"/>
                <a:gd name="connsiteY1359" fmla="*/ 2504472 h 2930019"/>
                <a:gd name="connsiteX1360" fmla="*/ 2514357 w 7225946"/>
                <a:gd name="connsiteY1360" fmla="*/ 2485112 h 2930019"/>
                <a:gd name="connsiteX1361" fmla="*/ 2509915 w 7225946"/>
                <a:gd name="connsiteY1361" fmla="*/ 2483603 h 2930019"/>
                <a:gd name="connsiteX1362" fmla="*/ 2509915 w 7225946"/>
                <a:gd name="connsiteY1362" fmla="*/ 2488297 h 2930019"/>
                <a:gd name="connsiteX1363" fmla="*/ 2522738 w 7225946"/>
                <a:gd name="connsiteY1363" fmla="*/ 2524629 h 2930019"/>
                <a:gd name="connsiteX1364" fmla="*/ 2554586 w 7225946"/>
                <a:gd name="connsiteY1364" fmla="*/ 2545372 h 2930019"/>
                <a:gd name="connsiteX1365" fmla="*/ 2567870 w 7225946"/>
                <a:gd name="connsiteY1365" fmla="*/ 2570013 h 2930019"/>
                <a:gd name="connsiteX1366" fmla="*/ 2573989 w 7225946"/>
                <a:gd name="connsiteY1366" fmla="*/ 2573994 h 2930019"/>
                <a:gd name="connsiteX1367" fmla="*/ 2512849 w 7225946"/>
                <a:gd name="connsiteY1367" fmla="*/ 2564690 h 2930019"/>
                <a:gd name="connsiteX1368" fmla="*/ 2507987 w 7225946"/>
                <a:gd name="connsiteY1368" fmla="*/ 2563768 h 2930019"/>
                <a:gd name="connsiteX1369" fmla="*/ 2494870 w 7225946"/>
                <a:gd name="connsiteY1369" fmla="*/ 2561045 h 2930019"/>
                <a:gd name="connsiteX1370" fmla="*/ 2515195 w 7225946"/>
                <a:gd name="connsiteY1370" fmla="*/ 2590965 h 2930019"/>
                <a:gd name="connsiteX1371" fmla="*/ 2563052 w 7225946"/>
                <a:gd name="connsiteY1371" fmla="*/ 2629058 h 2930019"/>
                <a:gd name="connsiteX1372" fmla="*/ 2614428 w 7225946"/>
                <a:gd name="connsiteY1372" fmla="*/ 2645442 h 2930019"/>
                <a:gd name="connsiteX1373" fmla="*/ 2622808 w 7225946"/>
                <a:gd name="connsiteY1373" fmla="*/ 2645987 h 2930019"/>
                <a:gd name="connsiteX1374" fmla="*/ 2638439 w 7225946"/>
                <a:gd name="connsiteY1374" fmla="*/ 2644856 h 2930019"/>
                <a:gd name="connsiteX1375" fmla="*/ 2643384 w 7225946"/>
                <a:gd name="connsiteY1375" fmla="*/ 2644143 h 2930019"/>
                <a:gd name="connsiteX1376" fmla="*/ 2633787 w 7225946"/>
                <a:gd name="connsiteY1376" fmla="*/ 2684247 h 2930019"/>
                <a:gd name="connsiteX1377" fmla="*/ 2665804 w 7225946"/>
                <a:gd name="connsiteY1377" fmla="*/ 2686300 h 2930019"/>
                <a:gd name="connsiteX1378" fmla="*/ 2697777 w 7225946"/>
                <a:gd name="connsiteY1378" fmla="*/ 2684247 h 2930019"/>
                <a:gd name="connsiteX1379" fmla="*/ 2688181 w 7225946"/>
                <a:gd name="connsiteY1379" fmla="*/ 2644143 h 2930019"/>
                <a:gd name="connsiteX1380" fmla="*/ 2693126 w 7225946"/>
                <a:gd name="connsiteY1380" fmla="*/ 2644856 h 2930019"/>
                <a:gd name="connsiteX1381" fmla="*/ 2708757 w 7225946"/>
                <a:gd name="connsiteY1381" fmla="*/ 2645987 h 2930019"/>
                <a:gd name="connsiteX1382" fmla="*/ 2717138 w 7225946"/>
                <a:gd name="connsiteY1382" fmla="*/ 2645442 h 2930019"/>
                <a:gd name="connsiteX1383" fmla="*/ 2768473 w 7225946"/>
                <a:gd name="connsiteY1383" fmla="*/ 2629058 h 2930019"/>
                <a:gd name="connsiteX1384" fmla="*/ 2816329 w 7225946"/>
                <a:gd name="connsiteY1384" fmla="*/ 2590965 h 2930019"/>
                <a:gd name="connsiteX1385" fmla="*/ 2836653 w 7225946"/>
                <a:gd name="connsiteY1385" fmla="*/ 2561045 h 2930019"/>
                <a:gd name="connsiteX1386" fmla="*/ 2823537 w 7225946"/>
                <a:gd name="connsiteY1386" fmla="*/ 2563768 h 2930019"/>
                <a:gd name="connsiteX1387" fmla="*/ 2823788 w 7225946"/>
                <a:gd name="connsiteY1387" fmla="*/ 2563768 h 2930019"/>
                <a:gd name="connsiteX1388" fmla="*/ 2818969 w 7225946"/>
                <a:gd name="connsiteY1388" fmla="*/ 2564690 h 2930019"/>
                <a:gd name="connsiteX1389" fmla="*/ 2757787 w 7225946"/>
                <a:gd name="connsiteY1389" fmla="*/ 2574036 h 2930019"/>
                <a:gd name="connsiteX1390" fmla="*/ 2763905 w 7225946"/>
                <a:gd name="connsiteY1390" fmla="*/ 2569845 h 2930019"/>
                <a:gd name="connsiteX1391" fmla="*/ 2777188 w 7225946"/>
                <a:gd name="connsiteY1391" fmla="*/ 2545205 h 2930019"/>
                <a:gd name="connsiteX1392" fmla="*/ 2809037 w 7225946"/>
                <a:gd name="connsiteY1392" fmla="*/ 2524462 h 2930019"/>
                <a:gd name="connsiteX1393" fmla="*/ 2821860 w 7225946"/>
                <a:gd name="connsiteY1393" fmla="*/ 2488130 h 2930019"/>
                <a:gd name="connsiteX1394" fmla="*/ 2821860 w 7225946"/>
                <a:gd name="connsiteY1394" fmla="*/ 2483436 h 2930019"/>
                <a:gd name="connsiteX1395" fmla="*/ 2817376 w 7225946"/>
                <a:gd name="connsiteY1395" fmla="*/ 2484944 h 2930019"/>
                <a:gd name="connsiteX1396" fmla="*/ 2687887 w 7225946"/>
                <a:gd name="connsiteY1396" fmla="*/ 2504472 h 2930019"/>
                <a:gd name="connsiteX1397" fmla="*/ 2682313 w 7225946"/>
                <a:gd name="connsiteY1397" fmla="*/ 2475756 h 2930019"/>
                <a:gd name="connsiteX1398" fmla="*/ 2681940 w 7225946"/>
                <a:gd name="connsiteY1398" fmla="*/ 2473847 h 2930019"/>
                <a:gd name="connsiteX1399" fmla="*/ 2692456 w 7225946"/>
                <a:gd name="connsiteY1399" fmla="*/ 2469984 h 2930019"/>
                <a:gd name="connsiteX1400" fmla="*/ 2705866 w 7225946"/>
                <a:gd name="connsiteY1400" fmla="*/ 2482179 h 2930019"/>
                <a:gd name="connsiteX1401" fmla="*/ 2724807 w 7225946"/>
                <a:gd name="connsiteY1401" fmla="*/ 2481843 h 2930019"/>
                <a:gd name="connsiteX1402" fmla="*/ 2708757 w 7225946"/>
                <a:gd name="connsiteY1402" fmla="*/ 2470277 h 2930019"/>
                <a:gd name="connsiteX1403" fmla="*/ 2708590 w 7225946"/>
                <a:gd name="connsiteY1403" fmla="*/ 2470404 h 2930019"/>
                <a:gd name="connsiteX1404" fmla="*/ 2693923 w 7225946"/>
                <a:gd name="connsiteY1404" fmla="*/ 2469440 h 2930019"/>
                <a:gd name="connsiteX1405" fmla="*/ 2743456 w 7225946"/>
                <a:gd name="connsiteY1405" fmla="*/ 2435202 h 2930019"/>
                <a:gd name="connsiteX1406" fmla="*/ 2747268 w 7225946"/>
                <a:gd name="connsiteY1406" fmla="*/ 2428916 h 2930019"/>
                <a:gd name="connsiteX1407" fmla="*/ 2757117 w 7225946"/>
                <a:gd name="connsiteY1407" fmla="*/ 2418650 h 2930019"/>
                <a:gd name="connsiteX1408" fmla="*/ 2760344 w 7225946"/>
                <a:gd name="connsiteY1408" fmla="*/ 2399875 h 2930019"/>
                <a:gd name="connsiteX1409" fmla="*/ 5682156 w 7225946"/>
                <a:gd name="connsiteY1409" fmla="*/ 2304290 h 2930019"/>
                <a:gd name="connsiteX1410" fmla="*/ 5682156 w 7225946"/>
                <a:gd name="connsiteY1410" fmla="*/ 2341616 h 2930019"/>
                <a:gd name="connsiteX1411" fmla="*/ 5759491 w 7225946"/>
                <a:gd name="connsiteY1411" fmla="*/ 2341616 h 2930019"/>
                <a:gd name="connsiteX1412" fmla="*/ 5770075 w 7225946"/>
                <a:gd name="connsiteY1412" fmla="*/ 2417045 h 2930019"/>
                <a:gd name="connsiteX1413" fmla="*/ 5770145 w 7225946"/>
                <a:gd name="connsiteY1413" fmla="*/ 2417045 h 2930019"/>
                <a:gd name="connsiteX1414" fmla="*/ 5770145 w 7225946"/>
                <a:gd name="connsiteY1414" fmla="*/ 2304290 h 2930019"/>
                <a:gd name="connsiteX1415" fmla="*/ 5307057 w 7225946"/>
                <a:gd name="connsiteY1415" fmla="*/ 2304219 h 2930019"/>
                <a:gd name="connsiteX1416" fmla="*/ 5307057 w 7225946"/>
                <a:gd name="connsiteY1416" fmla="*/ 2341545 h 2930019"/>
                <a:gd name="connsiteX1417" fmla="*/ 5395046 w 7225946"/>
                <a:gd name="connsiteY1417" fmla="*/ 2341545 h 2930019"/>
                <a:gd name="connsiteX1418" fmla="*/ 5395046 w 7225946"/>
                <a:gd name="connsiteY1418" fmla="*/ 2304219 h 2930019"/>
                <a:gd name="connsiteX1419" fmla="*/ 1831042 w 7225946"/>
                <a:gd name="connsiteY1419" fmla="*/ 2304219 h 2930019"/>
                <a:gd name="connsiteX1420" fmla="*/ 1831042 w 7225946"/>
                <a:gd name="connsiteY1420" fmla="*/ 2341545 h 2930019"/>
                <a:gd name="connsiteX1421" fmla="*/ 1918960 w 7225946"/>
                <a:gd name="connsiteY1421" fmla="*/ 2341545 h 2930019"/>
                <a:gd name="connsiteX1422" fmla="*/ 1919030 w 7225946"/>
                <a:gd name="connsiteY1422" fmla="*/ 2341545 h 2930019"/>
                <a:gd name="connsiteX1423" fmla="*/ 1919030 w 7225946"/>
                <a:gd name="connsiteY1423" fmla="*/ 2304219 h 2930019"/>
                <a:gd name="connsiteX1424" fmla="*/ 6822693 w 7225946"/>
                <a:gd name="connsiteY1424" fmla="*/ 2304218 h 2930019"/>
                <a:gd name="connsiteX1425" fmla="*/ 6822693 w 7225946"/>
                <a:gd name="connsiteY1425" fmla="*/ 2467707 h 2930019"/>
                <a:gd name="connsiteX1426" fmla="*/ 6910682 w 7225946"/>
                <a:gd name="connsiteY1426" fmla="*/ 2467707 h 2930019"/>
                <a:gd name="connsiteX1427" fmla="*/ 6910682 w 7225946"/>
                <a:gd name="connsiteY1427" fmla="*/ 2304218 h 2930019"/>
                <a:gd name="connsiteX1428" fmla="*/ 6434682 w 7225946"/>
                <a:gd name="connsiteY1428" fmla="*/ 2304218 h 2930019"/>
                <a:gd name="connsiteX1429" fmla="*/ 6434682 w 7225946"/>
                <a:gd name="connsiteY1429" fmla="*/ 2467707 h 2930019"/>
                <a:gd name="connsiteX1430" fmla="*/ 6522671 w 7225946"/>
                <a:gd name="connsiteY1430" fmla="*/ 2467707 h 2930019"/>
                <a:gd name="connsiteX1431" fmla="*/ 6522671 w 7225946"/>
                <a:gd name="connsiteY1431" fmla="*/ 2304218 h 2930019"/>
                <a:gd name="connsiteX1432" fmla="*/ 6059724 w 7225946"/>
                <a:gd name="connsiteY1432" fmla="*/ 2304218 h 2930019"/>
                <a:gd name="connsiteX1433" fmla="*/ 6059724 w 7225946"/>
                <a:gd name="connsiteY1433" fmla="*/ 2467707 h 2930019"/>
                <a:gd name="connsiteX1434" fmla="*/ 6147643 w 7225946"/>
                <a:gd name="connsiteY1434" fmla="*/ 2467707 h 2930019"/>
                <a:gd name="connsiteX1435" fmla="*/ 6147713 w 7225946"/>
                <a:gd name="connsiteY1435" fmla="*/ 2467707 h 2930019"/>
                <a:gd name="connsiteX1436" fmla="*/ 6147713 w 7225946"/>
                <a:gd name="connsiteY1436" fmla="*/ 2304218 h 2930019"/>
                <a:gd name="connsiteX1437" fmla="*/ 1078373 w 7225946"/>
                <a:gd name="connsiteY1437" fmla="*/ 2304218 h 2930019"/>
                <a:gd name="connsiteX1438" fmla="*/ 1078373 w 7225946"/>
                <a:gd name="connsiteY1438" fmla="*/ 2467707 h 2930019"/>
                <a:gd name="connsiteX1439" fmla="*/ 1166362 w 7225946"/>
                <a:gd name="connsiteY1439" fmla="*/ 2467707 h 2930019"/>
                <a:gd name="connsiteX1440" fmla="*/ 1166362 w 7225946"/>
                <a:gd name="connsiteY1440" fmla="*/ 2304218 h 2930019"/>
                <a:gd name="connsiteX1441" fmla="*/ 703416 w 7225946"/>
                <a:gd name="connsiteY1441" fmla="*/ 2304218 h 2930019"/>
                <a:gd name="connsiteX1442" fmla="*/ 703416 w 7225946"/>
                <a:gd name="connsiteY1442" fmla="*/ 2467707 h 2930019"/>
                <a:gd name="connsiteX1443" fmla="*/ 791405 w 7225946"/>
                <a:gd name="connsiteY1443" fmla="*/ 2467707 h 2930019"/>
                <a:gd name="connsiteX1444" fmla="*/ 791405 w 7225946"/>
                <a:gd name="connsiteY1444" fmla="*/ 2304218 h 2930019"/>
                <a:gd name="connsiteX1445" fmla="*/ 315404 w 7225946"/>
                <a:gd name="connsiteY1445" fmla="*/ 2304218 h 2930019"/>
                <a:gd name="connsiteX1446" fmla="*/ 315404 w 7225946"/>
                <a:gd name="connsiteY1446" fmla="*/ 2467707 h 2930019"/>
                <a:gd name="connsiteX1447" fmla="*/ 403393 w 7225946"/>
                <a:gd name="connsiteY1447" fmla="*/ 2467707 h 2930019"/>
                <a:gd name="connsiteX1448" fmla="*/ 403393 w 7225946"/>
                <a:gd name="connsiteY1448" fmla="*/ 2304218 h 2930019"/>
                <a:gd name="connsiteX1449" fmla="*/ 6798985 w 7225946"/>
                <a:gd name="connsiteY1449" fmla="*/ 2281498 h 2930019"/>
                <a:gd name="connsiteX1450" fmla="*/ 6934390 w 7225946"/>
                <a:gd name="connsiteY1450" fmla="*/ 2281498 h 2930019"/>
                <a:gd name="connsiteX1451" fmla="*/ 6934390 w 7225946"/>
                <a:gd name="connsiteY1451" fmla="*/ 2489863 h 2930019"/>
                <a:gd name="connsiteX1452" fmla="*/ 6798985 w 7225946"/>
                <a:gd name="connsiteY1452" fmla="*/ 2489863 h 2930019"/>
                <a:gd name="connsiteX1453" fmla="*/ 6410974 w 7225946"/>
                <a:gd name="connsiteY1453" fmla="*/ 2281498 h 2930019"/>
                <a:gd name="connsiteX1454" fmla="*/ 6546379 w 7225946"/>
                <a:gd name="connsiteY1454" fmla="*/ 2281498 h 2930019"/>
                <a:gd name="connsiteX1455" fmla="*/ 6546379 w 7225946"/>
                <a:gd name="connsiteY1455" fmla="*/ 2489863 h 2930019"/>
                <a:gd name="connsiteX1456" fmla="*/ 6410974 w 7225946"/>
                <a:gd name="connsiteY1456" fmla="*/ 2489863 h 2930019"/>
                <a:gd name="connsiteX1457" fmla="*/ 6036016 w 7225946"/>
                <a:gd name="connsiteY1457" fmla="*/ 2281498 h 2930019"/>
                <a:gd name="connsiteX1458" fmla="*/ 6171421 w 7225946"/>
                <a:gd name="connsiteY1458" fmla="*/ 2281498 h 2930019"/>
                <a:gd name="connsiteX1459" fmla="*/ 6171421 w 7225946"/>
                <a:gd name="connsiteY1459" fmla="*/ 2489863 h 2930019"/>
                <a:gd name="connsiteX1460" fmla="*/ 6036016 w 7225946"/>
                <a:gd name="connsiteY1460" fmla="*/ 2489863 h 2930019"/>
                <a:gd name="connsiteX1461" fmla="*/ 1054665 w 7225946"/>
                <a:gd name="connsiteY1461" fmla="*/ 2281498 h 2930019"/>
                <a:gd name="connsiteX1462" fmla="*/ 1190070 w 7225946"/>
                <a:gd name="connsiteY1462" fmla="*/ 2281498 h 2930019"/>
                <a:gd name="connsiteX1463" fmla="*/ 1190070 w 7225946"/>
                <a:gd name="connsiteY1463" fmla="*/ 2489863 h 2930019"/>
                <a:gd name="connsiteX1464" fmla="*/ 1054665 w 7225946"/>
                <a:gd name="connsiteY1464" fmla="*/ 2489863 h 2930019"/>
                <a:gd name="connsiteX1465" fmla="*/ 679708 w 7225946"/>
                <a:gd name="connsiteY1465" fmla="*/ 2281498 h 2930019"/>
                <a:gd name="connsiteX1466" fmla="*/ 815113 w 7225946"/>
                <a:gd name="connsiteY1466" fmla="*/ 2281498 h 2930019"/>
                <a:gd name="connsiteX1467" fmla="*/ 815113 w 7225946"/>
                <a:gd name="connsiteY1467" fmla="*/ 2489863 h 2930019"/>
                <a:gd name="connsiteX1468" fmla="*/ 679708 w 7225946"/>
                <a:gd name="connsiteY1468" fmla="*/ 2489863 h 2930019"/>
                <a:gd name="connsiteX1469" fmla="*/ 291696 w 7225946"/>
                <a:gd name="connsiteY1469" fmla="*/ 2281498 h 2930019"/>
                <a:gd name="connsiteX1470" fmla="*/ 427101 w 7225946"/>
                <a:gd name="connsiteY1470" fmla="*/ 2281498 h 2930019"/>
                <a:gd name="connsiteX1471" fmla="*/ 427101 w 7225946"/>
                <a:gd name="connsiteY1471" fmla="*/ 2489863 h 2930019"/>
                <a:gd name="connsiteX1472" fmla="*/ 291696 w 7225946"/>
                <a:gd name="connsiteY1472" fmla="*/ 2489863 h 2930019"/>
                <a:gd name="connsiteX1473" fmla="*/ 4004725 w 7225946"/>
                <a:gd name="connsiteY1473" fmla="*/ 2236693 h 2930019"/>
                <a:gd name="connsiteX1474" fmla="*/ 4004725 w 7225946"/>
                <a:gd name="connsiteY1474" fmla="*/ 2341545 h 2930019"/>
                <a:gd name="connsiteX1475" fmla="*/ 4104568 w 7225946"/>
                <a:gd name="connsiteY1475" fmla="*/ 2341545 h 2930019"/>
                <a:gd name="connsiteX1476" fmla="*/ 4104568 w 7225946"/>
                <a:gd name="connsiteY1476" fmla="*/ 2236693 h 2930019"/>
                <a:gd name="connsiteX1477" fmla="*/ 3561747 w 7225946"/>
                <a:gd name="connsiteY1477" fmla="*/ 2236693 h 2930019"/>
                <a:gd name="connsiteX1478" fmla="*/ 3561747 w 7225946"/>
                <a:gd name="connsiteY1478" fmla="*/ 2341545 h 2930019"/>
                <a:gd name="connsiteX1479" fmla="*/ 3661589 w 7225946"/>
                <a:gd name="connsiteY1479" fmla="*/ 2341545 h 2930019"/>
                <a:gd name="connsiteX1480" fmla="*/ 3661589 w 7225946"/>
                <a:gd name="connsiteY1480" fmla="*/ 2236693 h 2930019"/>
                <a:gd name="connsiteX1481" fmla="*/ 3118557 w 7225946"/>
                <a:gd name="connsiteY1481" fmla="*/ 2236693 h 2930019"/>
                <a:gd name="connsiteX1482" fmla="*/ 3118557 w 7225946"/>
                <a:gd name="connsiteY1482" fmla="*/ 2341545 h 2930019"/>
                <a:gd name="connsiteX1483" fmla="*/ 3218400 w 7225946"/>
                <a:gd name="connsiteY1483" fmla="*/ 2341545 h 2930019"/>
                <a:gd name="connsiteX1484" fmla="*/ 3218400 w 7225946"/>
                <a:gd name="connsiteY1484" fmla="*/ 2236693 h 2930019"/>
                <a:gd name="connsiteX1485" fmla="*/ 3895850 w 7225946"/>
                <a:gd name="connsiteY1485" fmla="*/ 2093667 h 2930019"/>
                <a:gd name="connsiteX1486" fmla="*/ 3895850 w 7225946"/>
                <a:gd name="connsiteY1486" fmla="*/ 2341545 h 2930019"/>
                <a:gd name="connsiteX1487" fmla="*/ 3971350 w 7225946"/>
                <a:gd name="connsiteY1487" fmla="*/ 2341545 h 2930019"/>
                <a:gd name="connsiteX1488" fmla="*/ 3971350 w 7225946"/>
                <a:gd name="connsiteY1488" fmla="*/ 2203035 h 2930019"/>
                <a:gd name="connsiteX1489" fmla="*/ 4138013 w 7225946"/>
                <a:gd name="connsiteY1489" fmla="*/ 2203035 h 2930019"/>
                <a:gd name="connsiteX1490" fmla="*/ 4138013 w 7225946"/>
                <a:gd name="connsiteY1490" fmla="*/ 2341545 h 2930019"/>
                <a:gd name="connsiteX1491" fmla="*/ 4216758 w 7225946"/>
                <a:gd name="connsiteY1491" fmla="*/ 2341545 h 2930019"/>
                <a:gd name="connsiteX1492" fmla="*/ 4216758 w 7225946"/>
                <a:gd name="connsiteY1492" fmla="*/ 2093667 h 2930019"/>
                <a:gd name="connsiteX1493" fmla="*/ 3452872 w 7225946"/>
                <a:gd name="connsiteY1493" fmla="*/ 2093667 h 2930019"/>
                <a:gd name="connsiteX1494" fmla="*/ 3452872 w 7225946"/>
                <a:gd name="connsiteY1494" fmla="*/ 2341545 h 2930019"/>
                <a:gd name="connsiteX1495" fmla="*/ 3528371 w 7225946"/>
                <a:gd name="connsiteY1495" fmla="*/ 2341545 h 2930019"/>
                <a:gd name="connsiteX1496" fmla="*/ 3528371 w 7225946"/>
                <a:gd name="connsiteY1496" fmla="*/ 2203035 h 2930019"/>
                <a:gd name="connsiteX1497" fmla="*/ 3695106 w 7225946"/>
                <a:gd name="connsiteY1497" fmla="*/ 2203035 h 2930019"/>
                <a:gd name="connsiteX1498" fmla="*/ 3695106 w 7225946"/>
                <a:gd name="connsiteY1498" fmla="*/ 2341545 h 2930019"/>
                <a:gd name="connsiteX1499" fmla="*/ 3770887 w 7225946"/>
                <a:gd name="connsiteY1499" fmla="*/ 2341545 h 2930019"/>
                <a:gd name="connsiteX1500" fmla="*/ 3770887 w 7225946"/>
                <a:gd name="connsiteY1500" fmla="*/ 2093667 h 2930019"/>
                <a:gd name="connsiteX1501" fmla="*/ 3009188 w 7225946"/>
                <a:gd name="connsiteY1501" fmla="*/ 2093667 h 2930019"/>
                <a:gd name="connsiteX1502" fmla="*/ 3009188 w 7225946"/>
                <a:gd name="connsiteY1502" fmla="*/ 2341545 h 2930019"/>
                <a:gd name="connsiteX1503" fmla="*/ 3085182 w 7225946"/>
                <a:gd name="connsiteY1503" fmla="*/ 2341545 h 2930019"/>
                <a:gd name="connsiteX1504" fmla="*/ 3085182 w 7225946"/>
                <a:gd name="connsiteY1504" fmla="*/ 2203035 h 2930019"/>
                <a:gd name="connsiteX1505" fmla="*/ 3251845 w 7225946"/>
                <a:gd name="connsiteY1505" fmla="*/ 2203035 h 2930019"/>
                <a:gd name="connsiteX1506" fmla="*/ 3251845 w 7225946"/>
                <a:gd name="connsiteY1506" fmla="*/ 2341545 h 2930019"/>
                <a:gd name="connsiteX1507" fmla="*/ 3327839 w 7225946"/>
                <a:gd name="connsiteY1507" fmla="*/ 2341545 h 2930019"/>
                <a:gd name="connsiteX1508" fmla="*/ 3327839 w 7225946"/>
                <a:gd name="connsiteY1508" fmla="*/ 2093667 h 2930019"/>
                <a:gd name="connsiteX1509" fmla="*/ 4252321 w 7225946"/>
                <a:gd name="connsiteY1509" fmla="*/ 1977313 h 2930019"/>
                <a:gd name="connsiteX1510" fmla="*/ 4252321 w 7225946"/>
                <a:gd name="connsiteY1510" fmla="*/ 2341616 h 2930019"/>
                <a:gd name="connsiteX1511" fmla="*/ 4504010 w 7225946"/>
                <a:gd name="connsiteY1511" fmla="*/ 2341616 h 2930019"/>
                <a:gd name="connsiteX1512" fmla="*/ 4504010 w 7225946"/>
                <a:gd name="connsiteY1512" fmla="*/ 1977313 h 2930019"/>
                <a:gd name="connsiteX1513" fmla="*/ 3806238 w 7225946"/>
                <a:gd name="connsiteY1513" fmla="*/ 1977313 h 2930019"/>
                <a:gd name="connsiteX1514" fmla="*/ 3806238 w 7225946"/>
                <a:gd name="connsiteY1514" fmla="*/ 2341616 h 2930019"/>
                <a:gd name="connsiteX1515" fmla="*/ 3860358 w 7225946"/>
                <a:gd name="connsiteY1515" fmla="*/ 2341616 h 2930019"/>
                <a:gd name="connsiteX1516" fmla="*/ 3860358 w 7225946"/>
                <a:gd name="connsiteY1516" fmla="*/ 1977313 h 2930019"/>
                <a:gd name="connsiteX1517" fmla="*/ 3363260 w 7225946"/>
                <a:gd name="connsiteY1517" fmla="*/ 1977313 h 2930019"/>
                <a:gd name="connsiteX1518" fmla="*/ 3363260 w 7225946"/>
                <a:gd name="connsiteY1518" fmla="*/ 2341616 h 2930019"/>
                <a:gd name="connsiteX1519" fmla="*/ 3417380 w 7225946"/>
                <a:gd name="connsiteY1519" fmla="*/ 2341616 h 2930019"/>
                <a:gd name="connsiteX1520" fmla="*/ 3417380 w 7225946"/>
                <a:gd name="connsiteY1520" fmla="*/ 1977313 h 2930019"/>
                <a:gd name="connsiteX1521" fmla="*/ 2721796 w 7225946"/>
                <a:gd name="connsiteY1521" fmla="*/ 1977313 h 2930019"/>
                <a:gd name="connsiteX1522" fmla="*/ 2721796 w 7225946"/>
                <a:gd name="connsiteY1522" fmla="*/ 2341616 h 2930019"/>
                <a:gd name="connsiteX1523" fmla="*/ 2973485 w 7225946"/>
                <a:gd name="connsiteY1523" fmla="*/ 2341616 h 2930019"/>
                <a:gd name="connsiteX1524" fmla="*/ 2973485 w 7225946"/>
                <a:gd name="connsiteY1524" fmla="*/ 1977313 h 2930019"/>
                <a:gd name="connsiteX1525" fmla="*/ 4791260 w 7225946"/>
                <a:gd name="connsiteY1525" fmla="*/ 1932860 h 2930019"/>
                <a:gd name="connsiteX1526" fmla="*/ 4791260 w 7225946"/>
                <a:gd name="connsiteY1526" fmla="*/ 2272396 h 2930019"/>
                <a:gd name="connsiteX1527" fmla="*/ 4900135 w 7225946"/>
                <a:gd name="connsiteY1527" fmla="*/ 2272396 h 2930019"/>
                <a:gd name="connsiteX1528" fmla="*/ 4900135 w 7225946"/>
                <a:gd name="connsiteY1528" fmla="*/ 1932860 h 2930019"/>
                <a:gd name="connsiteX1529" fmla="*/ 2325952 w 7225946"/>
                <a:gd name="connsiteY1529" fmla="*/ 1932860 h 2930019"/>
                <a:gd name="connsiteX1530" fmla="*/ 2325952 w 7225946"/>
                <a:gd name="connsiteY1530" fmla="*/ 2272396 h 2930019"/>
                <a:gd name="connsiteX1531" fmla="*/ 2434826 w 7225946"/>
                <a:gd name="connsiteY1531" fmla="*/ 2272396 h 2930019"/>
                <a:gd name="connsiteX1532" fmla="*/ 2434826 w 7225946"/>
                <a:gd name="connsiteY1532" fmla="*/ 1932860 h 2930019"/>
                <a:gd name="connsiteX1533" fmla="*/ 6822693 w 7225946"/>
                <a:gd name="connsiteY1533" fmla="*/ 1929261 h 2930019"/>
                <a:gd name="connsiteX1534" fmla="*/ 6822693 w 7225946"/>
                <a:gd name="connsiteY1534" fmla="*/ 2092750 h 2930019"/>
                <a:gd name="connsiteX1535" fmla="*/ 6910682 w 7225946"/>
                <a:gd name="connsiteY1535" fmla="*/ 2092750 h 2930019"/>
                <a:gd name="connsiteX1536" fmla="*/ 6910682 w 7225946"/>
                <a:gd name="connsiteY1536" fmla="*/ 1929261 h 2930019"/>
                <a:gd name="connsiteX1537" fmla="*/ 6434682 w 7225946"/>
                <a:gd name="connsiteY1537" fmla="*/ 1929261 h 2930019"/>
                <a:gd name="connsiteX1538" fmla="*/ 6434682 w 7225946"/>
                <a:gd name="connsiteY1538" fmla="*/ 2092750 h 2930019"/>
                <a:gd name="connsiteX1539" fmla="*/ 6522671 w 7225946"/>
                <a:gd name="connsiteY1539" fmla="*/ 2092750 h 2930019"/>
                <a:gd name="connsiteX1540" fmla="*/ 6522671 w 7225946"/>
                <a:gd name="connsiteY1540" fmla="*/ 1929261 h 2930019"/>
                <a:gd name="connsiteX1541" fmla="*/ 6059724 w 7225946"/>
                <a:gd name="connsiteY1541" fmla="*/ 1929261 h 2930019"/>
                <a:gd name="connsiteX1542" fmla="*/ 6059724 w 7225946"/>
                <a:gd name="connsiteY1542" fmla="*/ 2092750 h 2930019"/>
                <a:gd name="connsiteX1543" fmla="*/ 6147643 w 7225946"/>
                <a:gd name="connsiteY1543" fmla="*/ 2092750 h 2930019"/>
                <a:gd name="connsiteX1544" fmla="*/ 6147713 w 7225946"/>
                <a:gd name="connsiteY1544" fmla="*/ 2092750 h 2930019"/>
                <a:gd name="connsiteX1545" fmla="*/ 6147713 w 7225946"/>
                <a:gd name="connsiteY1545" fmla="*/ 1929261 h 2930019"/>
                <a:gd name="connsiteX1546" fmla="*/ 5682086 w 7225946"/>
                <a:gd name="connsiteY1546" fmla="*/ 1929261 h 2930019"/>
                <a:gd name="connsiteX1547" fmla="*/ 5682086 w 7225946"/>
                <a:gd name="connsiteY1547" fmla="*/ 2092750 h 2930019"/>
                <a:gd name="connsiteX1548" fmla="*/ 5770074 w 7225946"/>
                <a:gd name="connsiteY1548" fmla="*/ 2092750 h 2930019"/>
                <a:gd name="connsiteX1549" fmla="*/ 5770074 w 7225946"/>
                <a:gd name="connsiteY1549" fmla="*/ 1929261 h 2930019"/>
                <a:gd name="connsiteX1550" fmla="*/ 5307057 w 7225946"/>
                <a:gd name="connsiteY1550" fmla="*/ 1929261 h 2930019"/>
                <a:gd name="connsiteX1551" fmla="*/ 5307057 w 7225946"/>
                <a:gd name="connsiteY1551" fmla="*/ 2092750 h 2930019"/>
                <a:gd name="connsiteX1552" fmla="*/ 5395046 w 7225946"/>
                <a:gd name="connsiteY1552" fmla="*/ 2092750 h 2930019"/>
                <a:gd name="connsiteX1553" fmla="*/ 5395046 w 7225946"/>
                <a:gd name="connsiteY1553" fmla="*/ 1929261 h 2930019"/>
                <a:gd name="connsiteX1554" fmla="*/ 1831041 w 7225946"/>
                <a:gd name="connsiteY1554" fmla="*/ 1929261 h 2930019"/>
                <a:gd name="connsiteX1555" fmla="*/ 1831041 w 7225946"/>
                <a:gd name="connsiteY1555" fmla="*/ 2092750 h 2930019"/>
                <a:gd name="connsiteX1556" fmla="*/ 1918959 w 7225946"/>
                <a:gd name="connsiteY1556" fmla="*/ 2092750 h 2930019"/>
                <a:gd name="connsiteX1557" fmla="*/ 1919030 w 7225946"/>
                <a:gd name="connsiteY1557" fmla="*/ 2092750 h 2930019"/>
                <a:gd name="connsiteX1558" fmla="*/ 1919030 w 7225946"/>
                <a:gd name="connsiteY1558" fmla="*/ 1929261 h 2930019"/>
                <a:gd name="connsiteX1559" fmla="*/ 1456013 w 7225946"/>
                <a:gd name="connsiteY1559" fmla="*/ 1929261 h 2930019"/>
                <a:gd name="connsiteX1560" fmla="*/ 1456013 w 7225946"/>
                <a:gd name="connsiteY1560" fmla="*/ 2092750 h 2930019"/>
                <a:gd name="connsiteX1561" fmla="*/ 1544002 w 7225946"/>
                <a:gd name="connsiteY1561" fmla="*/ 2092750 h 2930019"/>
                <a:gd name="connsiteX1562" fmla="*/ 1544002 w 7225946"/>
                <a:gd name="connsiteY1562" fmla="*/ 1929261 h 2930019"/>
                <a:gd name="connsiteX1563" fmla="*/ 1078373 w 7225946"/>
                <a:gd name="connsiteY1563" fmla="*/ 1929261 h 2930019"/>
                <a:gd name="connsiteX1564" fmla="*/ 1078373 w 7225946"/>
                <a:gd name="connsiteY1564" fmla="*/ 2092750 h 2930019"/>
                <a:gd name="connsiteX1565" fmla="*/ 1166362 w 7225946"/>
                <a:gd name="connsiteY1565" fmla="*/ 2092750 h 2930019"/>
                <a:gd name="connsiteX1566" fmla="*/ 1166362 w 7225946"/>
                <a:gd name="connsiteY1566" fmla="*/ 1929261 h 2930019"/>
                <a:gd name="connsiteX1567" fmla="*/ 703416 w 7225946"/>
                <a:gd name="connsiteY1567" fmla="*/ 1929261 h 2930019"/>
                <a:gd name="connsiteX1568" fmla="*/ 703416 w 7225946"/>
                <a:gd name="connsiteY1568" fmla="*/ 2092750 h 2930019"/>
                <a:gd name="connsiteX1569" fmla="*/ 791405 w 7225946"/>
                <a:gd name="connsiteY1569" fmla="*/ 2092750 h 2930019"/>
                <a:gd name="connsiteX1570" fmla="*/ 791405 w 7225946"/>
                <a:gd name="connsiteY1570" fmla="*/ 1929261 h 2930019"/>
                <a:gd name="connsiteX1571" fmla="*/ 315404 w 7225946"/>
                <a:gd name="connsiteY1571" fmla="*/ 1929261 h 2930019"/>
                <a:gd name="connsiteX1572" fmla="*/ 315404 w 7225946"/>
                <a:gd name="connsiteY1572" fmla="*/ 2092750 h 2930019"/>
                <a:gd name="connsiteX1573" fmla="*/ 403393 w 7225946"/>
                <a:gd name="connsiteY1573" fmla="*/ 2092750 h 2930019"/>
                <a:gd name="connsiteX1574" fmla="*/ 403393 w 7225946"/>
                <a:gd name="connsiteY1574" fmla="*/ 1929261 h 2930019"/>
                <a:gd name="connsiteX1575" fmla="*/ 6798985 w 7225946"/>
                <a:gd name="connsiteY1575" fmla="*/ 1906541 h 2930019"/>
                <a:gd name="connsiteX1576" fmla="*/ 6934390 w 7225946"/>
                <a:gd name="connsiteY1576" fmla="*/ 1906541 h 2930019"/>
                <a:gd name="connsiteX1577" fmla="*/ 6934390 w 7225946"/>
                <a:gd name="connsiteY1577" fmla="*/ 2114906 h 2930019"/>
                <a:gd name="connsiteX1578" fmla="*/ 6798985 w 7225946"/>
                <a:gd name="connsiteY1578" fmla="*/ 2114906 h 2930019"/>
                <a:gd name="connsiteX1579" fmla="*/ 6410974 w 7225946"/>
                <a:gd name="connsiteY1579" fmla="*/ 1906541 h 2930019"/>
                <a:gd name="connsiteX1580" fmla="*/ 6546379 w 7225946"/>
                <a:gd name="connsiteY1580" fmla="*/ 1906541 h 2930019"/>
                <a:gd name="connsiteX1581" fmla="*/ 6546379 w 7225946"/>
                <a:gd name="connsiteY1581" fmla="*/ 2114906 h 2930019"/>
                <a:gd name="connsiteX1582" fmla="*/ 6410974 w 7225946"/>
                <a:gd name="connsiteY1582" fmla="*/ 2114906 h 2930019"/>
                <a:gd name="connsiteX1583" fmla="*/ 6036016 w 7225946"/>
                <a:gd name="connsiteY1583" fmla="*/ 1906541 h 2930019"/>
                <a:gd name="connsiteX1584" fmla="*/ 6171421 w 7225946"/>
                <a:gd name="connsiteY1584" fmla="*/ 1906541 h 2930019"/>
                <a:gd name="connsiteX1585" fmla="*/ 6171421 w 7225946"/>
                <a:gd name="connsiteY1585" fmla="*/ 2114906 h 2930019"/>
                <a:gd name="connsiteX1586" fmla="*/ 6036016 w 7225946"/>
                <a:gd name="connsiteY1586" fmla="*/ 2114906 h 2930019"/>
                <a:gd name="connsiteX1587" fmla="*/ 5658377 w 7225946"/>
                <a:gd name="connsiteY1587" fmla="*/ 1906541 h 2930019"/>
                <a:gd name="connsiteX1588" fmla="*/ 5793782 w 7225946"/>
                <a:gd name="connsiteY1588" fmla="*/ 1906541 h 2930019"/>
                <a:gd name="connsiteX1589" fmla="*/ 5793782 w 7225946"/>
                <a:gd name="connsiteY1589" fmla="*/ 2114906 h 2930019"/>
                <a:gd name="connsiteX1590" fmla="*/ 5658377 w 7225946"/>
                <a:gd name="connsiteY1590" fmla="*/ 2114906 h 2930019"/>
                <a:gd name="connsiteX1591" fmla="*/ 5283349 w 7225946"/>
                <a:gd name="connsiteY1591" fmla="*/ 1906541 h 2930019"/>
                <a:gd name="connsiteX1592" fmla="*/ 5418754 w 7225946"/>
                <a:gd name="connsiteY1592" fmla="*/ 1906541 h 2930019"/>
                <a:gd name="connsiteX1593" fmla="*/ 5418754 w 7225946"/>
                <a:gd name="connsiteY1593" fmla="*/ 2114906 h 2930019"/>
                <a:gd name="connsiteX1594" fmla="*/ 5283349 w 7225946"/>
                <a:gd name="connsiteY1594" fmla="*/ 2114906 h 2930019"/>
                <a:gd name="connsiteX1595" fmla="*/ 1807333 w 7225946"/>
                <a:gd name="connsiteY1595" fmla="*/ 1906541 h 2930019"/>
                <a:gd name="connsiteX1596" fmla="*/ 1942738 w 7225946"/>
                <a:gd name="connsiteY1596" fmla="*/ 1906541 h 2930019"/>
                <a:gd name="connsiteX1597" fmla="*/ 1942738 w 7225946"/>
                <a:gd name="connsiteY1597" fmla="*/ 2114906 h 2930019"/>
                <a:gd name="connsiteX1598" fmla="*/ 1807333 w 7225946"/>
                <a:gd name="connsiteY1598" fmla="*/ 2114906 h 2930019"/>
                <a:gd name="connsiteX1599" fmla="*/ 1432305 w 7225946"/>
                <a:gd name="connsiteY1599" fmla="*/ 1906541 h 2930019"/>
                <a:gd name="connsiteX1600" fmla="*/ 1567710 w 7225946"/>
                <a:gd name="connsiteY1600" fmla="*/ 1906541 h 2930019"/>
                <a:gd name="connsiteX1601" fmla="*/ 1567710 w 7225946"/>
                <a:gd name="connsiteY1601" fmla="*/ 2114906 h 2930019"/>
                <a:gd name="connsiteX1602" fmla="*/ 1432305 w 7225946"/>
                <a:gd name="connsiteY1602" fmla="*/ 2114906 h 2930019"/>
                <a:gd name="connsiteX1603" fmla="*/ 1054665 w 7225946"/>
                <a:gd name="connsiteY1603" fmla="*/ 1906541 h 2930019"/>
                <a:gd name="connsiteX1604" fmla="*/ 1190070 w 7225946"/>
                <a:gd name="connsiteY1604" fmla="*/ 1906541 h 2930019"/>
                <a:gd name="connsiteX1605" fmla="*/ 1190070 w 7225946"/>
                <a:gd name="connsiteY1605" fmla="*/ 2114906 h 2930019"/>
                <a:gd name="connsiteX1606" fmla="*/ 1054665 w 7225946"/>
                <a:gd name="connsiteY1606" fmla="*/ 2114906 h 2930019"/>
                <a:gd name="connsiteX1607" fmla="*/ 679708 w 7225946"/>
                <a:gd name="connsiteY1607" fmla="*/ 1906541 h 2930019"/>
                <a:gd name="connsiteX1608" fmla="*/ 815113 w 7225946"/>
                <a:gd name="connsiteY1608" fmla="*/ 1906541 h 2930019"/>
                <a:gd name="connsiteX1609" fmla="*/ 815113 w 7225946"/>
                <a:gd name="connsiteY1609" fmla="*/ 2114906 h 2930019"/>
                <a:gd name="connsiteX1610" fmla="*/ 679708 w 7225946"/>
                <a:gd name="connsiteY1610" fmla="*/ 2114906 h 2930019"/>
                <a:gd name="connsiteX1611" fmla="*/ 291696 w 7225946"/>
                <a:gd name="connsiteY1611" fmla="*/ 1906541 h 2930019"/>
                <a:gd name="connsiteX1612" fmla="*/ 427101 w 7225946"/>
                <a:gd name="connsiteY1612" fmla="*/ 1906541 h 2930019"/>
                <a:gd name="connsiteX1613" fmla="*/ 427101 w 7225946"/>
                <a:gd name="connsiteY1613" fmla="*/ 2114906 h 2930019"/>
                <a:gd name="connsiteX1614" fmla="*/ 291696 w 7225946"/>
                <a:gd name="connsiteY1614" fmla="*/ 2114906 h 2930019"/>
                <a:gd name="connsiteX1615" fmla="*/ 4757109 w 7225946"/>
                <a:gd name="connsiteY1615" fmla="*/ 1899485 h 2930019"/>
                <a:gd name="connsiteX1616" fmla="*/ 4934215 w 7225946"/>
                <a:gd name="connsiteY1616" fmla="*/ 1899485 h 2930019"/>
                <a:gd name="connsiteX1617" fmla="*/ 4934215 w 7225946"/>
                <a:gd name="connsiteY1617" fmla="*/ 2305701 h 2930019"/>
                <a:gd name="connsiteX1618" fmla="*/ 4757109 w 7225946"/>
                <a:gd name="connsiteY1618" fmla="*/ 2305701 h 2930019"/>
                <a:gd name="connsiteX1619" fmla="*/ 2291871 w 7225946"/>
                <a:gd name="connsiteY1619" fmla="*/ 1899485 h 2930019"/>
                <a:gd name="connsiteX1620" fmla="*/ 2468978 w 7225946"/>
                <a:gd name="connsiteY1620" fmla="*/ 1899485 h 2930019"/>
                <a:gd name="connsiteX1621" fmla="*/ 2468978 w 7225946"/>
                <a:gd name="connsiteY1621" fmla="*/ 2305701 h 2930019"/>
                <a:gd name="connsiteX1622" fmla="*/ 2291871 w 7225946"/>
                <a:gd name="connsiteY1622" fmla="*/ 2305701 h 2930019"/>
                <a:gd name="connsiteX1623" fmla="*/ 4393159 w 7225946"/>
                <a:gd name="connsiteY1623" fmla="*/ 1840426 h 2930019"/>
                <a:gd name="connsiteX1624" fmla="*/ 4393159 w 7225946"/>
                <a:gd name="connsiteY1624" fmla="*/ 1942668 h 2930019"/>
                <a:gd name="connsiteX1625" fmla="*/ 4450454 w 7225946"/>
                <a:gd name="connsiteY1625" fmla="*/ 1942668 h 2930019"/>
                <a:gd name="connsiteX1626" fmla="*/ 4450454 w 7225946"/>
                <a:gd name="connsiteY1626" fmla="*/ 1840426 h 2930019"/>
                <a:gd name="connsiteX1627" fmla="*/ 4113529 w 7225946"/>
                <a:gd name="connsiteY1627" fmla="*/ 1840426 h 2930019"/>
                <a:gd name="connsiteX1628" fmla="*/ 4113529 w 7225946"/>
                <a:gd name="connsiteY1628" fmla="*/ 1994741 h 2930019"/>
                <a:gd name="connsiteX1629" fmla="*/ 4170823 w 7225946"/>
                <a:gd name="connsiteY1629" fmla="*/ 1994741 h 2930019"/>
                <a:gd name="connsiteX1630" fmla="*/ 4170823 w 7225946"/>
                <a:gd name="connsiteY1630" fmla="*/ 1840426 h 2930019"/>
                <a:gd name="connsiteX1631" fmla="*/ 3941644 w 7225946"/>
                <a:gd name="connsiteY1631" fmla="*/ 1840426 h 2930019"/>
                <a:gd name="connsiteX1632" fmla="*/ 3941644 w 7225946"/>
                <a:gd name="connsiteY1632" fmla="*/ 1994741 h 2930019"/>
                <a:gd name="connsiteX1633" fmla="*/ 3998939 w 7225946"/>
                <a:gd name="connsiteY1633" fmla="*/ 1994741 h 2930019"/>
                <a:gd name="connsiteX1634" fmla="*/ 3998939 w 7225946"/>
                <a:gd name="connsiteY1634" fmla="*/ 1840426 h 2930019"/>
                <a:gd name="connsiteX1635" fmla="*/ 3669210 w 7225946"/>
                <a:gd name="connsiteY1635" fmla="*/ 1840426 h 2930019"/>
                <a:gd name="connsiteX1636" fmla="*/ 3669210 w 7225946"/>
                <a:gd name="connsiteY1636" fmla="*/ 1994741 h 2930019"/>
                <a:gd name="connsiteX1637" fmla="*/ 3726505 w 7225946"/>
                <a:gd name="connsiteY1637" fmla="*/ 1994741 h 2930019"/>
                <a:gd name="connsiteX1638" fmla="*/ 3726505 w 7225946"/>
                <a:gd name="connsiteY1638" fmla="*/ 1840426 h 2930019"/>
                <a:gd name="connsiteX1639" fmla="*/ 3497325 w 7225946"/>
                <a:gd name="connsiteY1639" fmla="*/ 1840426 h 2930019"/>
                <a:gd name="connsiteX1640" fmla="*/ 3497325 w 7225946"/>
                <a:gd name="connsiteY1640" fmla="*/ 1994741 h 2930019"/>
                <a:gd name="connsiteX1641" fmla="*/ 3554620 w 7225946"/>
                <a:gd name="connsiteY1641" fmla="*/ 1994741 h 2930019"/>
                <a:gd name="connsiteX1642" fmla="*/ 3554620 w 7225946"/>
                <a:gd name="connsiteY1642" fmla="*/ 1840426 h 2930019"/>
                <a:gd name="connsiteX1643" fmla="*/ 3225738 w 7225946"/>
                <a:gd name="connsiteY1643" fmla="*/ 1840426 h 2930019"/>
                <a:gd name="connsiteX1644" fmla="*/ 3225738 w 7225946"/>
                <a:gd name="connsiteY1644" fmla="*/ 1994741 h 2930019"/>
                <a:gd name="connsiteX1645" fmla="*/ 3283033 w 7225946"/>
                <a:gd name="connsiteY1645" fmla="*/ 1994741 h 2930019"/>
                <a:gd name="connsiteX1646" fmla="*/ 3283033 w 7225946"/>
                <a:gd name="connsiteY1646" fmla="*/ 1840426 h 2930019"/>
                <a:gd name="connsiteX1647" fmla="*/ 3053853 w 7225946"/>
                <a:gd name="connsiteY1647" fmla="*/ 1840426 h 2930019"/>
                <a:gd name="connsiteX1648" fmla="*/ 3053853 w 7225946"/>
                <a:gd name="connsiteY1648" fmla="*/ 1994741 h 2930019"/>
                <a:gd name="connsiteX1649" fmla="*/ 3111148 w 7225946"/>
                <a:gd name="connsiteY1649" fmla="*/ 1994741 h 2930019"/>
                <a:gd name="connsiteX1650" fmla="*/ 3111148 w 7225946"/>
                <a:gd name="connsiteY1650" fmla="*/ 1840426 h 2930019"/>
                <a:gd name="connsiteX1651" fmla="*/ 2773375 w 7225946"/>
                <a:gd name="connsiteY1651" fmla="*/ 1840426 h 2930019"/>
                <a:gd name="connsiteX1652" fmla="*/ 2773375 w 7225946"/>
                <a:gd name="connsiteY1652" fmla="*/ 1942668 h 2930019"/>
                <a:gd name="connsiteX1653" fmla="*/ 2830671 w 7225946"/>
                <a:gd name="connsiteY1653" fmla="*/ 1942668 h 2930019"/>
                <a:gd name="connsiteX1654" fmla="*/ 2830671 w 7225946"/>
                <a:gd name="connsiteY1654" fmla="*/ 1840426 h 2930019"/>
                <a:gd name="connsiteX1655" fmla="*/ 4733683 w 7225946"/>
                <a:gd name="connsiteY1655" fmla="*/ 1708266 h 2930019"/>
                <a:gd name="connsiteX1656" fmla="*/ 4957642 w 7225946"/>
                <a:gd name="connsiteY1656" fmla="*/ 1708266 h 2930019"/>
                <a:gd name="connsiteX1657" fmla="*/ 4957642 w 7225946"/>
                <a:gd name="connsiteY1657" fmla="*/ 1749967 h 2930019"/>
                <a:gd name="connsiteX1658" fmla="*/ 4733683 w 7225946"/>
                <a:gd name="connsiteY1658" fmla="*/ 1749967 h 2930019"/>
                <a:gd name="connsiteX1659" fmla="*/ 2268445 w 7225946"/>
                <a:gd name="connsiteY1659" fmla="*/ 1708266 h 2930019"/>
                <a:gd name="connsiteX1660" fmla="*/ 2492403 w 7225946"/>
                <a:gd name="connsiteY1660" fmla="*/ 1708266 h 2930019"/>
                <a:gd name="connsiteX1661" fmla="*/ 2492403 w 7225946"/>
                <a:gd name="connsiteY1661" fmla="*/ 1749967 h 2930019"/>
                <a:gd name="connsiteX1662" fmla="*/ 2268445 w 7225946"/>
                <a:gd name="connsiteY1662" fmla="*/ 1749967 h 2930019"/>
                <a:gd name="connsiteX1663" fmla="*/ 6822693 w 7225946"/>
                <a:gd name="connsiteY1663" fmla="*/ 1554232 h 2930019"/>
                <a:gd name="connsiteX1664" fmla="*/ 6822693 w 7225946"/>
                <a:gd name="connsiteY1664" fmla="*/ 1717721 h 2930019"/>
                <a:gd name="connsiteX1665" fmla="*/ 6910682 w 7225946"/>
                <a:gd name="connsiteY1665" fmla="*/ 1717721 h 2930019"/>
                <a:gd name="connsiteX1666" fmla="*/ 6910682 w 7225946"/>
                <a:gd name="connsiteY1666" fmla="*/ 1554232 h 2930019"/>
                <a:gd name="connsiteX1667" fmla="*/ 6434682 w 7225946"/>
                <a:gd name="connsiteY1667" fmla="*/ 1554232 h 2930019"/>
                <a:gd name="connsiteX1668" fmla="*/ 6434682 w 7225946"/>
                <a:gd name="connsiteY1668" fmla="*/ 1717721 h 2930019"/>
                <a:gd name="connsiteX1669" fmla="*/ 6522671 w 7225946"/>
                <a:gd name="connsiteY1669" fmla="*/ 1717721 h 2930019"/>
                <a:gd name="connsiteX1670" fmla="*/ 6522671 w 7225946"/>
                <a:gd name="connsiteY1670" fmla="*/ 1554232 h 2930019"/>
                <a:gd name="connsiteX1671" fmla="*/ 6059724 w 7225946"/>
                <a:gd name="connsiteY1671" fmla="*/ 1554232 h 2930019"/>
                <a:gd name="connsiteX1672" fmla="*/ 6059724 w 7225946"/>
                <a:gd name="connsiteY1672" fmla="*/ 1717721 h 2930019"/>
                <a:gd name="connsiteX1673" fmla="*/ 6147643 w 7225946"/>
                <a:gd name="connsiteY1673" fmla="*/ 1717721 h 2930019"/>
                <a:gd name="connsiteX1674" fmla="*/ 6147713 w 7225946"/>
                <a:gd name="connsiteY1674" fmla="*/ 1717721 h 2930019"/>
                <a:gd name="connsiteX1675" fmla="*/ 6147713 w 7225946"/>
                <a:gd name="connsiteY1675" fmla="*/ 1554232 h 2930019"/>
                <a:gd name="connsiteX1676" fmla="*/ 5682086 w 7225946"/>
                <a:gd name="connsiteY1676" fmla="*/ 1554232 h 2930019"/>
                <a:gd name="connsiteX1677" fmla="*/ 5682086 w 7225946"/>
                <a:gd name="connsiteY1677" fmla="*/ 1717721 h 2930019"/>
                <a:gd name="connsiteX1678" fmla="*/ 5770074 w 7225946"/>
                <a:gd name="connsiteY1678" fmla="*/ 1717721 h 2930019"/>
                <a:gd name="connsiteX1679" fmla="*/ 5770074 w 7225946"/>
                <a:gd name="connsiteY1679" fmla="*/ 1554232 h 2930019"/>
                <a:gd name="connsiteX1680" fmla="*/ 5307057 w 7225946"/>
                <a:gd name="connsiteY1680" fmla="*/ 1554232 h 2930019"/>
                <a:gd name="connsiteX1681" fmla="*/ 5307057 w 7225946"/>
                <a:gd name="connsiteY1681" fmla="*/ 1717721 h 2930019"/>
                <a:gd name="connsiteX1682" fmla="*/ 5395046 w 7225946"/>
                <a:gd name="connsiteY1682" fmla="*/ 1717721 h 2930019"/>
                <a:gd name="connsiteX1683" fmla="*/ 5395046 w 7225946"/>
                <a:gd name="connsiteY1683" fmla="*/ 1554232 h 2930019"/>
                <a:gd name="connsiteX1684" fmla="*/ 1831041 w 7225946"/>
                <a:gd name="connsiteY1684" fmla="*/ 1554232 h 2930019"/>
                <a:gd name="connsiteX1685" fmla="*/ 1831041 w 7225946"/>
                <a:gd name="connsiteY1685" fmla="*/ 1717721 h 2930019"/>
                <a:gd name="connsiteX1686" fmla="*/ 1918959 w 7225946"/>
                <a:gd name="connsiteY1686" fmla="*/ 1717721 h 2930019"/>
                <a:gd name="connsiteX1687" fmla="*/ 1919030 w 7225946"/>
                <a:gd name="connsiteY1687" fmla="*/ 1717721 h 2930019"/>
                <a:gd name="connsiteX1688" fmla="*/ 1919030 w 7225946"/>
                <a:gd name="connsiteY1688" fmla="*/ 1554232 h 2930019"/>
                <a:gd name="connsiteX1689" fmla="*/ 1456013 w 7225946"/>
                <a:gd name="connsiteY1689" fmla="*/ 1554232 h 2930019"/>
                <a:gd name="connsiteX1690" fmla="*/ 1456013 w 7225946"/>
                <a:gd name="connsiteY1690" fmla="*/ 1717721 h 2930019"/>
                <a:gd name="connsiteX1691" fmla="*/ 1544002 w 7225946"/>
                <a:gd name="connsiteY1691" fmla="*/ 1717721 h 2930019"/>
                <a:gd name="connsiteX1692" fmla="*/ 1544002 w 7225946"/>
                <a:gd name="connsiteY1692" fmla="*/ 1554232 h 2930019"/>
                <a:gd name="connsiteX1693" fmla="*/ 1078373 w 7225946"/>
                <a:gd name="connsiteY1693" fmla="*/ 1554232 h 2930019"/>
                <a:gd name="connsiteX1694" fmla="*/ 1078373 w 7225946"/>
                <a:gd name="connsiteY1694" fmla="*/ 1717721 h 2930019"/>
                <a:gd name="connsiteX1695" fmla="*/ 1166362 w 7225946"/>
                <a:gd name="connsiteY1695" fmla="*/ 1717721 h 2930019"/>
                <a:gd name="connsiteX1696" fmla="*/ 1166362 w 7225946"/>
                <a:gd name="connsiteY1696" fmla="*/ 1554232 h 2930019"/>
                <a:gd name="connsiteX1697" fmla="*/ 703416 w 7225946"/>
                <a:gd name="connsiteY1697" fmla="*/ 1554232 h 2930019"/>
                <a:gd name="connsiteX1698" fmla="*/ 703416 w 7225946"/>
                <a:gd name="connsiteY1698" fmla="*/ 1717721 h 2930019"/>
                <a:gd name="connsiteX1699" fmla="*/ 791405 w 7225946"/>
                <a:gd name="connsiteY1699" fmla="*/ 1717721 h 2930019"/>
                <a:gd name="connsiteX1700" fmla="*/ 791405 w 7225946"/>
                <a:gd name="connsiteY1700" fmla="*/ 1554232 h 2930019"/>
                <a:gd name="connsiteX1701" fmla="*/ 315404 w 7225946"/>
                <a:gd name="connsiteY1701" fmla="*/ 1554232 h 2930019"/>
                <a:gd name="connsiteX1702" fmla="*/ 315404 w 7225946"/>
                <a:gd name="connsiteY1702" fmla="*/ 1717721 h 2930019"/>
                <a:gd name="connsiteX1703" fmla="*/ 403393 w 7225946"/>
                <a:gd name="connsiteY1703" fmla="*/ 1717721 h 2930019"/>
                <a:gd name="connsiteX1704" fmla="*/ 403393 w 7225946"/>
                <a:gd name="connsiteY1704" fmla="*/ 1554232 h 2930019"/>
                <a:gd name="connsiteX1705" fmla="*/ 6798985 w 7225946"/>
                <a:gd name="connsiteY1705" fmla="*/ 1531512 h 2930019"/>
                <a:gd name="connsiteX1706" fmla="*/ 6934390 w 7225946"/>
                <a:gd name="connsiteY1706" fmla="*/ 1531512 h 2930019"/>
                <a:gd name="connsiteX1707" fmla="*/ 6934390 w 7225946"/>
                <a:gd name="connsiteY1707" fmla="*/ 1739877 h 2930019"/>
                <a:gd name="connsiteX1708" fmla="*/ 6798985 w 7225946"/>
                <a:gd name="connsiteY1708" fmla="*/ 1739877 h 2930019"/>
                <a:gd name="connsiteX1709" fmla="*/ 6410974 w 7225946"/>
                <a:gd name="connsiteY1709" fmla="*/ 1531512 h 2930019"/>
                <a:gd name="connsiteX1710" fmla="*/ 6546379 w 7225946"/>
                <a:gd name="connsiteY1710" fmla="*/ 1531512 h 2930019"/>
                <a:gd name="connsiteX1711" fmla="*/ 6546379 w 7225946"/>
                <a:gd name="connsiteY1711" fmla="*/ 1739877 h 2930019"/>
                <a:gd name="connsiteX1712" fmla="*/ 6410974 w 7225946"/>
                <a:gd name="connsiteY1712" fmla="*/ 1739877 h 2930019"/>
                <a:gd name="connsiteX1713" fmla="*/ 6036016 w 7225946"/>
                <a:gd name="connsiteY1713" fmla="*/ 1531512 h 2930019"/>
                <a:gd name="connsiteX1714" fmla="*/ 6171421 w 7225946"/>
                <a:gd name="connsiteY1714" fmla="*/ 1531512 h 2930019"/>
                <a:gd name="connsiteX1715" fmla="*/ 6171421 w 7225946"/>
                <a:gd name="connsiteY1715" fmla="*/ 1739877 h 2930019"/>
                <a:gd name="connsiteX1716" fmla="*/ 6036016 w 7225946"/>
                <a:gd name="connsiteY1716" fmla="*/ 1739877 h 2930019"/>
                <a:gd name="connsiteX1717" fmla="*/ 5658377 w 7225946"/>
                <a:gd name="connsiteY1717" fmla="*/ 1531512 h 2930019"/>
                <a:gd name="connsiteX1718" fmla="*/ 5793782 w 7225946"/>
                <a:gd name="connsiteY1718" fmla="*/ 1531512 h 2930019"/>
                <a:gd name="connsiteX1719" fmla="*/ 5793782 w 7225946"/>
                <a:gd name="connsiteY1719" fmla="*/ 1739877 h 2930019"/>
                <a:gd name="connsiteX1720" fmla="*/ 5658377 w 7225946"/>
                <a:gd name="connsiteY1720" fmla="*/ 1739877 h 2930019"/>
                <a:gd name="connsiteX1721" fmla="*/ 5283349 w 7225946"/>
                <a:gd name="connsiteY1721" fmla="*/ 1531512 h 2930019"/>
                <a:gd name="connsiteX1722" fmla="*/ 5418754 w 7225946"/>
                <a:gd name="connsiteY1722" fmla="*/ 1531512 h 2930019"/>
                <a:gd name="connsiteX1723" fmla="*/ 5418754 w 7225946"/>
                <a:gd name="connsiteY1723" fmla="*/ 1739877 h 2930019"/>
                <a:gd name="connsiteX1724" fmla="*/ 5283349 w 7225946"/>
                <a:gd name="connsiteY1724" fmla="*/ 1739877 h 2930019"/>
                <a:gd name="connsiteX1725" fmla="*/ 1807333 w 7225946"/>
                <a:gd name="connsiteY1725" fmla="*/ 1531512 h 2930019"/>
                <a:gd name="connsiteX1726" fmla="*/ 1942738 w 7225946"/>
                <a:gd name="connsiteY1726" fmla="*/ 1531512 h 2930019"/>
                <a:gd name="connsiteX1727" fmla="*/ 1942738 w 7225946"/>
                <a:gd name="connsiteY1727" fmla="*/ 1739877 h 2930019"/>
                <a:gd name="connsiteX1728" fmla="*/ 1807333 w 7225946"/>
                <a:gd name="connsiteY1728" fmla="*/ 1739877 h 2930019"/>
                <a:gd name="connsiteX1729" fmla="*/ 1432305 w 7225946"/>
                <a:gd name="connsiteY1729" fmla="*/ 1531512 h 2930019"/>
                <a:gd name="connsiteX1730" fmla="*/ 1567710 w 7225946"/>
                <a:gd name="connsiteY1730" fmla="*/ 1531512 h 2930019"/>
                <a:gd name="connsiteX1731" fmla="*/ 1567710 w 7225946"/>
                <a:gd name="connsiteY1731" fmla="*/ 1739877 h 2930019"/>
                <a:gd name="connsiteX1732" fmla="*/ 1432305 w 7225946"/>
                <a:gd name="connsiteY1732" fmla="*/ 1739877 h 2930019"/>
                <a:gd name="connsiteX1733" fmla="*/ 1054665 w 7225946"/>
                <a:gd name="connsiteY1733" fmla="*/ 1531512 h 2930019"/>
                <a:gd name="connsiteX1734" fmla="*/ 1190070 w 7225946"/>
                <a:gd name="connsiteY1734" fmla="*/ 1531512 h 2930019"/>
                <a:gd name="connsiteX1735" fmla="*/ 1190070 w 7225946"/>
                <a:gd name="connsiteY1735" fmla="*/ 1739877 h 2930019"/>
                <a:gd name="connsiteX1736" fmla="*/ 1054665 w 7225946"/>
                <a:gd name="connsiteY1736" fmla="*/ 1739877 h 2930019"/>
                <a:gd name="connsiteX1737" fmla="*/ 679708 w 7225946"/>
                <a:gd name="connsiteY1737" fmla="*/ 1531512 h 2930019"/>
                <a:gd name="connsiteX1738" fmla="*/ 815113 w 7225946"/>
                <a:gd name="connsiteY1738" fmla="*/ 1531512 h 2930019"/>
                <a:gd name="connsiteX1739" fmla="*/ 815113 w 7225946"/>
                <a:gd name="connsiteY1739" fmla="*/ 1739877 h 2930019"/>
                <a:gd name="connsiteX1740" fmla="*/ 679708 w 7225946"/>
                <a:gd name="connsiteY1740" fmla="*/ 1739877 h 2930019"/>
                <a:gd name="connsiteX1741" fmla="*/ 291696 w 7225946"/>
                <a:gd name="connsiteY1741" fmla="*/ 1531512 h 2930019"/>
                <a:gd name="connsiteX1742" fmla="*/ 427101 w 7225946"/>
                <a:gd name="connsiteY1742" fmla="*/ 1531512 h 2930019"/>
                <a:gd name="connsiteX1743" fmla="*/ 427101 w 7225946"/>
                <a:gd name="connsiteY1743" fmla="*/ 1739877 h 2930019"/>
                <a:gd name="connsiteX1744" fmla="*/ 291696 w 7225946"/>
                <a:gd name="connsiteY1744" fmla="*/ 1739877 h 2930019"/>
                <a:gd name="connsiteX1745" fmla="*/ 4393159 w 7225946"/>
                <a:gd name="connsiteY1745" fmla="*/ 1512037 h 2930019"/>
                <a:gd name="connsiteX1746" fmla="*/ 4393159 w 7225946"/>
                <a:gd name="connsiteY1746" fmla="*/ 1696764 h 2930019"/>
                <a:gd name="connsiteX1747" fmla="*/ 4450454 w 7225946"/>
                <a:gd name="connsiteY1747" fmla="*/ 1696764 h 2930019"/>
                <a:gd name="connsiteX1748" fmla="*/ 4450454 w 7225946"/>
                <a:gd name="connsiteY1748" fmla="*/ 1512037 h 2930019"/>
                <a:gd name="connsiteX1749" fmla="*/ 4113528 w 7225946"/>
                <a:gd name="connsiteY1749" fmla="*/ 1512037 h 2930019"/>
                <a:gd name="connsiteX1750" fmla="*/ 4113528 w 7225946"/>
                <a:gd name="connsiteY1750" fmla="*/ 1696764 h 2930019"/>
                <a:gd name="connsiteX1751" fmla="*/ 4170823 w 7225946"/>
                <a:gd name="connsiteY1751" fmla="*/ 1696764 h 2930019"/>
                <a:gd name="connsiteX1752" fmla="*/ 4170823 w 7225946"/>
                <a:gd name="connsiteY1752" fmla="*/ 1512037 h 2930019"/>
                <a:gd name="connsiteX1753" fmla="*/ 3941643 w 7225946"/>
                <a:gd name="connsiteY1753" fmla="*/ 1512037 h 2930019"/>
                <a:gd name="connsiteX1754" fmla="*/ 3941643 w 7225946"/>
                <a:gd name="connsiteY1754" fmla="*/ 1696764 h 2930019"/>
                <a:gd name="connsiteX1755" fmla="*/ 3998938 w 7225946"/>
                <a:gd name="connsiteY1755" fmla="*/ 1696764 h 2930019"/>
                <a:gd name="connsiteX1756" fmla="*/ 3998938 w 7225946"/>
                <a:gd name="connsiteY1756" fmla="*/ 1512037 h 2930019"/>
                <a:gd name="connsiteX1757" fmla="*/ 3669210 w 7225946"/>
                <a:gd name="connsiteY1757" fmla="*/ 1512037 h 2930019"/>
                <a:gd name="connsiteX1758" fmla="*/ 3669210 w 7225946"/>
                <a:gd name="connsiteY1758" fmla="*/ 1696764 h 2930019"/>
                <a:gd name="connsiteX1759" fmla="*/ 3726505 w 7225946"/>
                <a:gd name="connsiteY1759" fmla="*/ 1696764 h 2930019"/>
                <a:gd name="connsiteX1760" fmla="*/ 3726505 w 7225946"/>
                <a:gd name="connsiteY1760" fmla="*/ 1512037 h 2930019"/>
                <a:gd name="connsiteX1761" fmla="*/ 3497324 w 7225946"/>
                <a:gd name="connsiteY1761" fmla="*/ 1512037 h 2930019"/>
                <a:gd name="connsiteX1762" fmla="*/ 3497324 w 7225946"/>
                <a:gd name="connsiteY1762" fmla="*/ 1696764 h 2930019"/>
                <a:gd name="connsiteX1763" fmla="*/ 3554619 w 7225946"/>
                <a:gd name="connsiteY1763" fmla="*/ 1696764 h 2930019"/>
                <a:gd name="connsiteX1764" fmla="*/ 3554619 w 7225946"/>
                <a:gd name="connsiteY1764" fmla="*/ 1512037 h 2930019"/>
                <a:gd name="connsiteX1765" fmla="*/ 3225737 w 7225946"/>
                <a:gd name="connsiteY1765" fmla="*/ 1512037 h 2930019"/>
                <a:gd name="connsiteX1766" fmla="*/ 3225737 w 7225946"/>
                <a:gd name="connsiteY1766" fmla="*/ 1696764 h 2930019"/>
                <a:gd name="connsiteX1767" fmla="*/ 3283032 w 7225946"/>
                <a:gd name="connsiteY1767" fmla="*/ 1696764 h 2930019"/>
                <a:gd name="connsiteX1768" fmla="*/ 3283032 w 7225946"/>
                <a:gd name="connsiteY1768" fmla="*/ 1512037 h 2930019"/>
                <a:gd name="connsiteX1769" fmla="*/ 3053852 w 7225946"/>
                <a:gd name="connsiteY1769" fmla="*/ 1512037 h 2930019"/>
                <a:gd name="connsiteX1770" fmla="*/ 3053852 w 7225946"/>
                <a:gd name="connsiteY1770" fmla="*/ 1696764 h 2930019"/>
                <a:gd name="connsiteX1771" fmla="*/ 3111147 w 7225946"/>
                <a:gd name="connsiteY1771" fmla="*/ 1696764 h 2930019"/>
                <a:gd name="connsiteX1772" fmla="*/ 3111147 w 7225946"/>
                <a:gd name="connsiteY1772" fmla="*/ 1512037 h 2930019"/>
                <a:gd name="connsiteX1773" fmla="*/ 2773375 w 7225946"/>
                <a:gd name="connsiteY1773" fmla="*/ 1512037 h 2930019"/>
                <a:gd name="connsiteX1774" fmla="*/ 2773375 w 7225946"/>
                <a:gd name="connsiteY1774" fmla="*/ 1696764 h 2930019"/>
                <a:gd name="connsiteX1775" fmla="*/ 2830670 w 7225946"/>
                <a:gd name="connsiteY1775" fmla="*/ 1696764 h 2930019"/>
                <a:gd name="connsiteX1776" fmla="*/ 2830670 w 7225946"/>
                <a:gd name="connsiteY1776" fmla="*/ 1512037 h 2930019"/>
                <a:gd name="connsiteX1777" fmla="*/ 4359290 w 7225946"/>
                <a:gd name="connsiteY1777" fmla="*/ 1479368 h 2930019"/>
                <a:gd name="connsiteX1778" fmla="*/ 4484323 w 7225946"/>
                <a:gd name="connsiteY1778" fmla="*/ 1479368 h 2930019"/>
                <a:gd name="connsiteX1779" fmla="*/ 4484323 w 7225946"/>
                <a:gd name="connsiteY1779" fmla="*/ 1729363 h 2930019"/>
                <a:gd name="connsiteX1780" fmla="*/ 4359290 w 7225946"/>
                <a:gd name="connsiteY1780" fmla="*/ 1729363 h 2930019"/>
                <a:gd name="connsiteX1781" fmla="*/ 4079659 w 7225946"/>
                <a:gd name="connsiteY1781" fmla="*/ 1479368 h 2930019"/>
                <a:gd name="connsiteX1782" fmla="*/ 4204692 w 7225946"/>
                <a:gd name="connsiteY1782" fmla="*/ 1479368 h 2930019"/>
                <a:gd name="connsiteX1783" fmla="*/ 4204692 w 7225946"/>
                <a:gd name="connsiteY1783" fmla="*/ 1729363 h 2930019"/>
                <a:gd name="connsiteX1784" fmla="*/ 4079659 w 7225946"/>
                <a:gd name="connsiteY1784" fmla="*/ 1729363 h 2930019"/>
                <a:gd name="connsiteX1785" fmla="*/ 3907774 w 7225946"/>
                <a:gd name="connsiteY1785" fmla="*/ 1479368 h 2930019"/>
                <a:gd name="connsiteX1786" fmla="*/ 4032807 w 7225946"/>
                <a:gd name="connsiteY1786" fmla="*/ 1479368 h 2930019"/>
                <a:gd name="connsiteX1787" fmla="*/ 4032807 w 7225946"/>
                <a:gd name="connsiteY1787" fmla="*/ 1729363 h 2930019"/>
                <a:gd name="connsiteX1788" fmla="*/ 3907774 w 7225946"/>
                <a:gd name="connsiteY1788" fmla="*/ 1729363 h 2930019"/>
                <a:gd name="connsiteX1789" fmla="*/ 3635411 w 7225946"/>
                <a:gd name="connsiteY1789" fmla="*/ 1479368 h 2930019"/>
                <a:gd name="connsiteX1790" fmla="*/ 3760444 w 7225946"/>
                <a:gd name="connsiteY1790" fmla="*/ 1479368 h 2930019"/>
                <a:gd name="connsiteX1791" fmla="*/ 3760444 w 7225946"/>
                <a:gd name="connsiteY1791" fmla="*/ 1729363 h 2930019"/>
                <a:gd name="connsiteX1792" fmla="*/ 3635411 w 7225946"/>
                <a:gd name="connsiteY1792" fmla="*/ 1729363 h 2930019"/>
                <a:gd name="connsiteX1793" fmla="*/ 3463526 w 7225946"/>
                <a:gd name="connsiteY1793" fmla="*/ 1479368 h 2930019"/>
                <a:gd name="connsiteX1794" fmla="*/ 3588559 w 7225946"/>
                <a:gd name="connsiteY1794" fmla="*/ 1479368 h 2930019"/>
                <a:gd name="connsiteX1795" fmla="*/ 3588559 w 7225946"/>
                <a:gd name="connsiteY1795" fmla="*/ 1729363 h 2930019"/>
                <a:gd name="connsiteX1796" fmla="*/ 3463526 w 7225946"/>
                <a:gd name="connsiteY1796" fmla="*/ 1729363 h 2930019"/>
                <a:gd name="connsiteX1797" fmla="*/ 3191939 w 7225946"/>
                <a:gd name="connsiteY1797" fmla="*/ 1479368 h 2930019"/>
                <a:gd name="connsiteX1798" fmla="*/ 3316972 w 7225946"/>
                <a:gd name="connsiteY1798" fmla="*/ 1479368 h 2930019"/>
                <a:gd name="connsiteX1799" fmla="*/ 3316972 w 7225946"/>
                <a:gd name="connsiteY1799" fmla="*/ 1729363 h 2930019"/>
                <a:gd name="connsiteX1800" fmla="*/ 3191939 w 7225946"/>
                <a:gd name="connsiteY1800" fmla="*/ 1729363 h 2930019"/>
                <a:gd name="connsiteX1801" fmla="*/ 3020054 w 7225946"/>
                <a:gd name="connsiteY1801" fmla="*/ 1479368 h 2930019"/>
                <a:gd name="connsiteX1802" fmla="*/ 3145087 w 7225946"/>
                <a:gd name="connsiteY1802" fmla="*/ 1479368 h 2930019"/>
                <a:gd name="connsiteX1803" fmla="*/ 3145087 w 7225946"/>
                <a:gd name="connsiteY1803" fmla="*/ 1729363 h 2930019"/>
                <a:gd name="connsiteX1804" fmla="*/ 3020054 w 7225946"/>
                <a:gd name="connsiteY1804" fmla="*/ 1729363 h 2930019"/>
                <a:gd name="connsiteX1805" fmla="*/ 2739577 w 7225946"/>
                <a:gd name="connsiteY1805" fmla="*/ 1479368 h 2930019"/>
                <a:gd name="connsiteX1806" fmla="*/ 2864610 w 7225946"/>
                <a:gd name="connsiteY1806" fmla="*/ 1479368 h 2930019"/>
                <a:gd name="connsiteX1807" fmla="*/ 2864610 w 7225946"/>
                <a:gd name="connsiteY1807" fmla="*/ 1729363 h 2930019"/>
                <a:gd name="connsiteX1808" fmla="*/ 2739577 w 7225946"/>
                <a:gd name="connsiteY1808" fmla="*/ 1729363 h 2930019"/>
                <a:gd name="connsiteX1809" fmla="*/ 5142934 w 7225946"/>
                <a:gd name="connsiteY1809" fmla="*/ 1364567 h 2930019"/>
                <a:gd name="connsiteX1810" fmla="*/ 5142934 w 7225946"/>
                <a:gd name="connsiteY1810" fmla="*/ 2341545 h 2930019"/>
                <a:gd name="connsiteX1811" fmla="*/ 5283349 w 7225946"/>
                <a:gd name="connsiteY1811" fmla="*/ 2341545 h 2930019"/>
                <a:gd name="connsiteX1812" fmla="*/ 5283349 w 7225946"/>
                <a:gd name="connsiteY1812" fmla="*/ 2281498 h 2930019"/>
                <a:gd name="connsiteX1813" fmla="*/ 5418755 w 7225946"/>
                <a:gd name="connsiteY1813" fmla="*/ 2281498 h 2930019"/>
                <a:gd name="connsiteX1814" fmla="*/ 5418755 w 7225946"/>
                <a:gd name="connsiteY1814" fmla="*/ 2341545 h 2930019"/>
                <a:gd name="connsiteX1815" fmla="*/ 5658307 w 7225946"/>
                <a:gd name="connsiteY1815" fmla="*/ 2341545 h 2930019"/>
                <a:gd name="connsiteX1816" fmla="*/ 5658307 w 7225946"/>
                <a:gd name="connsiteY1816" fmla="*/ 2281498 h 2930019"/>
                <a:gd name="connsiteX1817" fmla="*/ 5793712 w 7225946"/>
                <a:gd name="connsiteY1817" fmla="*/ 2281498 h 2930019"/>
                <a:gd name="connsiteX1818" fmla="*/ 5793712 w 7225946"/>
                <a:gd name="connsiteY1818" fmla="*/ 2489863 h 2930019"/>
                <a:gd name="connsiteX1819" fmla="*/ 5780235 w 7225946"/>
                <a:gd name="connsiteY1819" fmla="*/ 2489863 h 2930019"/>
                <a:gd name="connsiteX1820" fmla="*/ 5801051 w 7225946"/>
                <a:gd name="connsiteY1820" fmla="*/ 2637899 h 2930019"/>
                <a:gd name="connsiteX1821" fmla="*/ 7069797 w 7225946"/>
                <a:gd name="connsiteY1821" fmla="*/ 2637899 h 2930019"/>
                <a:gd name="connsiteX1822" fmla="*/ 7069797 w 7225946"/>
                <a:gd name="connsiteY1822" fmla="*/ 1364567 h 2930019"/>
                <a:gd name="connsiteX1823" fmla="*/ 156291 w 7225946"/>
                <a:gd name="connsiteY1823" fmla="*/ 1364567 h 2930019"/>
                <a:gd name="connsiteX1824" fmla="*/ 156291 w 7225946"/>
                <a:gd name="connsiteY1824" fmla="*/ 2637899 h 2930019"/>
                <a:gd name="connsiteX1825" fmla="*/ 1425390 w 7225946"/>
                <a:gd name="connsiteY1825" fmla="*/ 2637899 h 2930019"/>
                <a:gd name="connsiteX1826" fmla="*/ 1467375 w 7225946"/>
                <a:gd name="connsiteY1826" fmla="*/ 2341545 h 2930019"/>
                <a:gd name="connsiteX1827" fmla="*/ 1544143 w 7225946"/>
                <a:gd name="connsiteY1827" fmla="*/ 2341545 h 2930019"/>
                <a:gd name="connsiteX1828" fmla="*/ 1544143 w 7225946"/>
                <a:gd name="connsiteY1828" fmla="*/ 2304219 h 2930019"/>
                <a:gd name="connsiteX1829" fmla="*/ 1456154 w 7225946"/>
                <a:gd name="connsiteY1829" fmla="*/ 2304219 h 2930019"/>
                <a:gd name="connsiteX1830" fmla="*/ 1456154 w 7225946"/>
                <a:gd name="connsiteY1830" fmla="*/ 2419091 h 2930019"/>
                <a:gd name="connsiteX1831" fmla="*/ 1446205 w 7225946"/>
                <a:gd name="connsiteY1831" fmla="*/ 2489863 h 2930019"/>
                <a:gd name="connsiteX1832" fmla="*/ 1432376 w 7225946"/>
                <a:gd name="connsiteY1832" fmla="*/ 2489863 h 2930019"/>
                <a:gd name="connsiteX1833" fmla="*/ 1432376 w 7225946"/>
                <a:gd name="connsiteY1833" fmla="*/ 2281498 h 2930019"/>
                <a:gd name="connsiteX1834" fmla="*/ 1567781 w 7225946"/>
                <a:gd name="connsiteY1834" fmla="*/ 2281498 h 2930019"/>
                <a:gd name="connsiteX1835" fmla="*/ 1567781 w 7225946"/>
                <a:gd name="connsiteY1835" fmla="*/ 2341545 h 2930019"/>
                <a:gd name="connsiteX1836" fmla="*/ 1807334 w 7225946"/>
                <a:gd name="connsiteY1836" fmla="*/ 2341545 h 2930019"/>
                <a:gd name="connsiteX1837" fmla="*/ 1807334 w 7225946"/>
                <a:gd name="connsiteY1837" fmla="*/ 2281498 h 2930019"/>
                <a:gd name="connsiteX1838" fmla="*/ 1942739 w 7225946"/>
                <a:gd name="connsiteY1838" fmla="*/ 2281498 h 2930019"/>
                <a:gd name="connsiteX1839" fmla="*/ 1942739 w 7225946"/>
                <a:gd name="connsiteY1839" fmla="*/ 2341545 h 2930019"/>
                <a:gd name="connsiteX1840" fmla="*/ 2083154 w 7225946"/>
                <a:gd name="connsiteY1840" fmla="*/ 2341545 h 2930019"/>
                <a:gd name="connsiteX1841" fmla="*/ 2083154 w 7225946"/>
                <a:gd name="connsiteY1841" fmla="*/ 1364567 h 2930019"/>
                <a:gd name="connsiteX1842" fmla="*/ 5142934 w 7225946"/>
                <a:gd name="connsiteY1842" fmla="*/ 1307201 h 2930019"/>
                <a:gd name="connsiteX1843" fmla="*/ 5142934 w 7225946"/>
                <a:gd name="connsiteY1843" fmla="*/ 1348902 h 2930019"/>
                <a:gd name="connsiteX1844" fmla="*/ 7069797 w 7225946"/>
                <a:gd name="connsiteY1844" fmla="*/ 1348902 h 2930019"/>
                <a:gd name="connsiteX1845" fmla="*/ 7069797 w 7225946"/>
                <a:gd name="connsiteY1845" fmla="*/ 1307201 h 2930019"/>
                <a:gd name="connsiteX1846" fmla="*/ 156291 w 7225946"/>
                <a:gd name="connsiteY1846" fmla="*/ 1307201 h 2930019"/>
                <a:gd name="connsiteX1847" fmla="*/ 156291 w 7225946"/>
                <a:gd name="connsiteY1847" fmla="*/ 1348902 h 2930019"/>
                <a:gd name="connsiteX1848" fmla="*/ 2083154 w 7225946"/>
                <a:gd name="connsiteY1848" fmla="*/ 1348902 h 2930019"/>
                <a:gd name="connsiteX1849" fmla="*/ 2083154 w 7225946"/>
                <a:gd name="connsiteY1849" fmla="*/ 1307201 h 2930019"/>
                <a:gd name="connsiteX1850" fmla="*/ 4791190 w 7225946"/>
                <a:gd name="connsiteY1850" fmla="*/ 1185837 h 2930019"/>
                <a:gd name="connsiteX1851" fmla="*/ 4791190 w 7225946"/>
                <a:gd name="connsiteY1851" fmla="*/ 1525373 h 2930019"/>
                <a:gd name="connsiteX1852" fmla="*/ 4900064 w 7225946"/>
                <a:gd name="connsiteY1852" fmla="*/ 1525373 h 2930019"/>
                <a:gd name="connsiteX1853" fmla="*/ 4900064 w 7225946"/>
                <a:gd name="connsiteY1853" fmla="*/ 1185837 h 2930019"/>
                <a:gd name="connsiteX1854" fmla="*/ 2325951 w 7225946"/>
                <a:gd name="connsiteY1854" fmla="*/ 1185837 h 2930019"/>
                <a:gd name="connsiteX1855" fmla="*/ 2325951 w 7225946"/>
                <a:gd name="connsiteY1855" fmla="*/ 1525373 h 2930019"/>
                <a:gd name="connsiteX1856" fmla="*/ 2434826 w 7225946"/>
                <a:gd name="connsiteY1856" fmla="*/ 1525373 h 2930019"/>
                <a:gd name="connsiteX1857" fmla="*/ 2434826 w 7225946"/>
                <a:gd name="connsiteY1857" fmla="*/ 1185837 h 2930019"/>
                <a:gd name="connsiteX1858" fmla="*/ 4393159 w 7225946"/>
                <a:gd name="connsiteY1858" fmla="*/ 1183579 h 2930019"/>
                <a:gd name="connsiteX1859" fmla="*/ 4393159 w 7225946"/>
                <a:gd name="connsiteY1859" fmla="*/ 1368306 h 2930019"/>
                <a:gd name="connsiteX1860" fmla="*/ 4450454 w 7225946"/>
                <a:gd name="connsiteY1860" fmla="*/ 1368306 h 2930019"/>
                <a:gd name="connsiteX1861" fmla="*/ 4450454 w 7225946"/>
                <a:gd name="connsiteY1861" fmla="*/ 1183579 h 2930019"/>
                <a:gd name="connsiteX1862" fmla="*/ 4113528 w 7225946"/>
                <a:gd name="connsiteY1862" fmla="*/ 1183579 h 2930019"/>
                <a:gd name="connsiteX1863" fmla="*/ 4113528 w 7225946"/>
                <a:gd name="connsiteY1863" fmla="*/ 1368306 h 2930019"/>
                <a:gd name="connsiteX1864" fmla="*/ 4170823 w 7225946"/>
                <a:gd name="connsiteY1864" fmla="*/ 1368306 h 2930019"/>
                <a:gd name="connsiteX1865" fmla="*/ 4170823 w 7225946"/>
                <a:gd name="connsiteY1865" fmla="*/ 1183579 h 2930019"/>
                <a:gd name="connsiteX1866" fmla="*/ 3941643 w 7225946"/>
                <a:gd name="connsiteY1866" fmla="*/ 1183579 h 2930019"/>
                <a:gd name="connsiteX1867" fmla="*/ 3941643 w 7225946"/>
                <a:gd name="connsiteY1867" fmla="*/ 1368306 h 2930019"/>
                <a:gd name="connsiteX1868" fmla="*/ 3998938 w 7225946"/>
                <a:gd name="connsiteY1868" fmla="*/ 1368306 h 2930019"/>
                <a:gd name="connsiteX1869" fmla="*/ 3998938 w 7225946"/>
                <a:gd name="connsiteY1869" fmla="*/ 1183579 h 2930019"/>
                <a:gd name="connsiteX1870" fmla="*/ 3669210 w 7225946"/>
                <a:gd name="connsiteY1870" fmla="*/ 1183579 h 2930019"/>
                <a:gd name="connsiteX1871" fmla="*/ 3669210 w 7225946"/>
                <a:gd name="connsiteY1871" fmla="*/ 1368306 h 2930019"/>
                <a:gd name="connsiteX1872" fmla="*/ 3726505 w 7225946"/>
                <a:gd name="connsiteY1872" fmla="*/ 1368306 h 2930019"/>
                <a:gd name="connsiteX1873" fmla="*/ 3726505 w 7225946"/>
                <a:gd name="connsiteY1873" fmla="*/ 1183579 h 2930019"/>
                <a:gd name="connsiteX1874" fmla="*/ 3497324 w 7225946"/>
                <a:gd name="connsiteY1874" fmla="*/ 1183579 h 2930019"/>
                <a:gd name="connsiteX1875" fmla="*/ 3497324 w 7225946"/>
                <a:gd name="connsiteY1875" fmla="*/ 1368306 h 2930019"/>
                <a:gd name="connsiteX1876" fmla="*/ 3554619 w 7225946"/>
                <a:gd name="connsiteY1876" fmla="*/ 1368306 h 2930019"/>
                <a:gd name="connsiteX1877" fmla="*/ 3554619 w 7225946"/>
                <a:gd name="connsiteY1877" fmla="*/ 1183579 h 2930019"/>
                <a:gd name="connsiteX1878" fmla="*/ 3225737 w 7225946"/>
                <a:gd name="connsiteY1878" fmla="*/ 1183579 h 2930019"/>
                <a:gd name="connsiteX1879" fmla="*/ 3225737 w 7225946"/>
                <a:gd name="connsiteY1879" fmla="*/ 1368306 h 2930019"/>
                <a:gd name="connsiteX1880" fmla="*/ 3283032 w 7225946"/>
                <a:gd name="connsiteY1880" fmla="*/ 1368306 h 2930019"/>
                <a:gd name="connsiteX1881" fmla="*/ 3283032 w 7225946"/>
                <a:gd name="connsiteY1881" fmla="*/ 1183579 h 2930019"/>
                <a:gd name="connsiteX1882" fmla="*/ 3053852 w 7225946"/>
                <a:gd name="connsiteY1882" fmla="*/ 1183579 h 2930019"/>
                <a:gd name="connsiteX1883" fmla="*/ 3053852 w 7225946"/>
                <a:gd name="connsiteY1883" fmla="*/ 1368306 h 2930019"/>
                <a:gd name="connsiteX1884" fmla="*/ 3111147 w 7225946"/>
                <a:gd name="connsiteY1884" fmla="*/ 1368306 h 2930019"/>
                <a:gd name="connsiteX1885" fmla="*/ 3111147 w 7225946"/>
                <a:gd name="connsiteY1885" fmla="*/ 1183579 h 2930019"/>
                <a:gd name="connsiteX1886" fmla="*/ 2773375 w 7225946"/>
                <a:gd name="connsiteY1886" fmla="*/ 1183579 h 2930019"/>
                <a:gd name="connsiteX1887" fmla="*/ 2773375 w 7225946"/>
                <a:gd name="connsiteY1887" fmla="*/ 1368306 h 2930019"/>
                <a:gd name="connsiteX1888" fmla="*/ 2830670 w 7225946"/>
                <a:gd name="connsiteY1888" fmla="*/ 1368306 h 2930019"/>
                <a:gd name="connsiteX1889" fmla="*/ 2830670 w 7225946"/>
                <a:gd name="connsiteY1889" fmla="*/ 1183579 h 2930019"/>
                <a:gd name="connsiteX1890" fmla="*/ 4757109 w 7225946"/>
                <a:gd name="connsiteY1890" fmla="*/ 1152532 h 2930019"/>
                <a:gd name="connsiteX1891" fmla="*/ 4934215 w 7225946"/>
                <a:gd name="connsiteY1891" fmla="*/ 1152532 h 2930019"/>
                <a:gd name="connsiteX1892" fmla="*/ 4934215 w 7225946"/>
                <a:gd name="connsiteY1892" fmla="*/ 1558748 h 2930019"/>
                <a:gd name="connsiteX1893" fmla="*/ 4757109 w 7225946"/>
                <a:gd name="connsiteY1893" fmla="*/ 1558748 h 2930019"/>
                <a:gd name="connsiteX1894" fmla="*/ 2291800 w 7225946"/>
                <a:gd name="connsiteY1894" fmla="*/ 1152532 h 2930019"/>
                <a:gd name="connsiteX1895" fmla="*/ 2468907 w 7225946"/>
                <a:gd name="connsiteY1895" fmla="*/ 1152532 h 2930019"/>
                <a:gd name="connsiteX1896" fmla="*/ 2468907 w 7225946"/>
                <a:gd name="connsiteY1896" fmla="*/ 1558748 h 2930019"/>
                <a:gd name="connsiteX1897" fmla="*/ 2291800 w 7225946"/>
                <a:gd name="connsiteY1897" fmla="*/ 1558748 h 2930019"/>
                <a:gd name="connsiteX1898" fmla="*/ 4359290 w 7225946"/>
                <a:gd name="connsiteY1898" fmla="*/ 1150910 h 2930019"/>
                <a:gd name="connsiteX1899" fmla="*/ 4484323 w 7225946"/>
                <a:gd name="connsiteY1899" fmla="*/ 1150910 h 2930019"/>
                <a:gd name="connsiteX1900" fmla="*/ 4484323 w 7225946"/>
                <a:gd name="connsiteY1900" fmla="*/ 1400905 h 2930019"/>
                <a:gd name="connsiteX1901" fmla="*/ 4359290 w 7225946"/>
                <a:gd name="connsiteY1901" fmla="*/ 1400905 h 2930019"/>
                <a:gd name="connsiteX1902" fmla="*/ 4079659 w 7225946"/>
                <a:gd name="connsiteY1902" fmla="*/ 1150910 h 2930019"/>
                <a:gd name="connsiteX1903" fmla="*/ 4204692 w 7225946"/>
                <a:gd name="connsiteY1903" fmla="*/ 1150910 h 2930019"/>
                <a:gd name="connsiteX1904" fmla="*/ 4204692 w 7225946"/>
                <a:gd name="connsiteY1904" fmla="*/ 1400905 h 2930019"/>
                <a:gd name="connsiteX1905" fmla="*/ 4079659 w 7225946"/>
                <a:gd name="connsiteY1905" fmla="*/ 1400905 h 2930019"/>
                <a:gd name="connsiteX1906" fmla="*/ 3907774 w 7225946"/>
                <a:gd name="connsiteY1906" fmla="*/ 1150910 h 2930019"/>
                <a:gd name="connsiteX1907" fmla="*/ 4032807 w 7225946"/>
                <a:gd name="connsiteY1907" fmla="*/ 1150910 h 2930019"/>
                <a:gd name="connsiteX1908" fmla="*/ 4032807 w 7225946"/>
                <a:gd name="connsiteY1908" fmla="*/ 1400905 h 2930019"/>
                <a:gd name="connsiteX1909" fmla="*/ 3907774 w 7225946"/>
                <a:gd name="connsiteY1909" fmla="*/ 1400905 h 2930019"/>
                <a:gd name="connsiteX1910" fmla="*/ 3635411 w 7225946"/>
                <a:gd name="connsiteY1910" fmla="*/ 1150910 h 2930019"/>
                <a:gd name="connsiteX1911" fmla="*/ 3760444 w 7225946"/>
                <a:gd name="connsiteY1911" fmla="*/ 1150910 h 2930019"/>
                <a:gd name="connsiteX1912" fmla="*/ 3760444 w 7225946"/>
                <a:gd name="connsiteY1912" fmla="*/ 1400905 h 2930019"/>
                <a:gd name="connsiteX1913" fmla="*/ 3635411 w 7225946"/>
                <a:gd name="connsiteY1913" fmla="*/ 1400905 h 2930019"/>
                <a:gd name="connsiteX1914" fmla="*/ 3463526 w 7225946"/>
                <a:gd name="connsiteY1914" fmla="*/ 1150910 h 2930019"/>
                <a:gd name="connsiteX1915" fmla="*/ 3588559 w 7225946"/>
                <a:gd name="connsiteY1915" fmla="*/ 1150910 h 2930019"/>
                <a:gd name="connsiteX1916" fmla="*/ 3588559 w 7225946"/>
                <a:gd name="connsiteY1916" fmla="*/ 1400905 h 2930019"/>
                <a:gd name="connsiteX1917" fmla="*/ 3463526 w 7225946"/>
                <a:gd name="connsiteY1917" fmla="*/ 1400905 h 2930019"/>
                <a:gd name="connsiteX1918" fmla="*/ 3191939 w 7225946"/>
                <a:gd name="connsiteY1918" fmla="*/ 1150910 h 2930019"/>
                <a:gd name="connsiteX1919" fmla="*/ 3316972 w 7225946"/>
                <a:gd name="connsiteY1919" fmla="*/ 1150910 h 2930019"/>
                <a:gd name="connsiteX1920" fmla="*/ 3316972 w 7225946"/>
                <a:gd name="connsiteY1920" fmla="*/ 1400905 h 2930019"/>
                <a:gd name="connsiteX1921" fmla="*/ 3191939 w 7225946"/>
                <a:gd name="connsiteY1921" fmla="*/ 1400905 h 2930019"/>
                <a:gd name="connsiteX1922" fmla="*/ 3020054 w 7225946"/>
                <a:gd name="connsiteY1922" fmla="*/ 1150910 h 2930019"/>
                <a:gd name="connsiteX1923" fmla="*/ 3145087 w 7225946"/>
                <a:gd name="connsiteY1923" fmla="*/ 1150910 h 2930019"/>
                <a:gd name="connsiteX1924" fmla="*/ 3145087 w 7225946"/>
                <a:gd name="connsiteY1924" fmla="*/ 1400905 h 2930019"/>
                <a:gd name="connsiteX1925" fmla="*/ 3020054 w 7225946"/>
                <a:gd name="connsiteY1925" fmla="*/ 1400905 h 2930019"/>
                <a:gd name="connsiteX1926" fmla="*/ 2739577 w 7225946"/>
                <a:gd name="connsiteY1926" fmla="*/ 1150910 h 2930019"/>
                <a:gd name="connsiteX1927" fmla="*/ 2864610 w 7225946"/>
                <a:gd name="connsiteY1927" fmla="*/ 1150910 h 2930019"/>
                <a:gd name="connsiteX1928" fmla="*/ 2864610 w 7225946"/>
                <a:gd name="connsiteY1928" fmla="*/ 1400905 h 2930019"/>
                <a:gd name="connsiteX1929" fmla="*/ 2739577 w 7225946"/>
                <a:gd name="connsiteY1929" fmla="*/ 1400905 h 2930019"/>
                <a:gd name="connsiteX1930" fmla="*/ 4585507 w 7225946"/>
                <a:gd name="connsiteY1930" fmla="*/ 1083242 h 2930019"/>
                <a:gd name="connsiteX1931" fmla="*/ 4585507 w 7225946"/>
                <a:gd name="connsiteY1931" fmla="*/ 2341545 h 2930019"/>
                <a:gd name="connsiteX1932" fmla="*/ 5107654 w 7225946"/>
                <a:gd name="connsiteY1932" fmla="*/ 2341545 h 2930019"/>
                <a:gd name="connsiteX1933" fmla="*/ 5107654 w 7225946"/>
                <a:gd name="connsiteY1933" fmla="*/ 1083242 h 2930019"/>
                <a:gd name="connsiteX1934" fmla="*/ 2676637 w 7225946"/>
                <a:gd name="connsiteY1934" fmla="*/ 1083242 h 2930019"/>
                <a:gd name="connsiteX1935" fmla="*/ 2676637 w 7225946"/>
                <a:gd name="connsiteY1935" fmla="*/ 2341475 h 2930019"/>
                <a:gd name="connsiteX1936" fmla="*/ 2686234 w 7225946"/>
                <a:gd name="connsiteY1936" fmla="*/ 2341475 h 2930019"/>
                <a:gd name="connsiteX1937" fmla="*/ 2686234 w 7225946"/>
                <a:gd name="connsiteY1937" fmla="*/ 1942597 h 2930019"/>
                <a:gd name="connsiteX1938" fmla="*/ 2739577 w 7225946"/>
                <a:gd name="connsiteY1938" fmla="*/ 1942597 h 2930019"/>
                <a:gd name="connsiteX1939" fmla="*/ 2739577 w 7225946"/>
                <a:gd name="connsiteY1939" fmla="*/ 1807756 h 2930019"/>
                <a:gd name="connsiteX1940" fmla="*/ 2864610 w 7225946"/>
                <a:gd name="connsiteY1940" fmla="*/ 1807756 h 2930019"/>
                <a:gd name="connsiteX1941" fmla="*/ 2864610 w 7225946"/>
                <a:gd name="connsiteY1941" fmla="*/ 1942597 h 2930019"/>
                <a:gd name="connsiteX1942" fmla="*/ 3009188 w 7225946"/>
                <a:gd name="connsiteY1942" fmla="*/ 1942597 h 2930019"/>
                <a:gd name="connsiteX1943" fmla="*/ 3009188 w 7225946"/>
                <a:gd name="connsiteY1943" fmla="*/ 1994671 h 2930019"/>
                <a:gd name="connsiteX1944" fmla="*/ 3020055 w 7225946"/>
                <a:gd name="connsiteY1944" fmla="*/ 1994671 h 2930019"/>
                <a:gd name="connsiteX1945" fmla="*/ 3020055 w 7225946"/>
                <a:gd name="connsiteY1945" fmla="*/ 1807756 h 2930019"/>
                <a:gd name="connsiteX1946" fmla="*/ 3145088 w 7225946"/>
                <a:gd name="connsiteY1946" fmla="*/ 1807756 h 2930019"/>
                <a:gd name="connsiteX1947" fmla="*/ 3145088 w 7225946"/>
                <a:gd name="connsiteY1947" fmla="*/ 1994671 h 2930019"/>
                <a:gd name="connsiteX1948" fmla="*/ 3191940 w 7225946"/>
                <a:gd name="connsiteY1948" fmla="*/ 1994671 h 2930019"/>
                <a:gd name="connsiteX1949" fmla="*/ 3191940 w 7225946"/>
                <a:gd name="connsiteY1949" fmla="*/ 1807756 h 2930019"/>
                <a:gd name="connsiteX1950" fmla="*/ 3316973 w 7225946"/>
                <a:gd name="connsiteY1950" fmla="*/ 1807756 h 2930019"/>
                <a:gd name="connsiteX1951" fmla="*/ 3316973 w 7225946"/>
                <a:gd name="connsiteY1951" fmla="*/ 1994671 h 2930019"/>
                <a:gd name="connsiteX1952" fmla="*/ 3327839 w 7225946"/>
                <a:gd name="connsiteY1952" fmla="*/ 1994671 h 2930019"/>
                <a:gd name="connsiteX1953" fmla="*/ 3327839 w 7225946"/>
                <a:gd name="connsiteY1953" fmla="*/ 1942597 h 2930019"/>
                <a:gd name="connsiteX1954" fmla="*/ 3452801 w 7225946"/>
                <a:gd name="connsiteY1954" fmla="*/ 1942597 h 2930019"/>
                <a:gd name="connsiteX1955" fmla="*/ 3452801 w 7225946"/>
                <a:gd name="connsiteY1955" fmla="*/ 1994671 h 2930019"/>
                <a:gd name="connsiteX1956" fmla="*/ 3463456 w 7225946"/>
                <a:gd name="connsiteY1956" fmla="*/ 1994671 h 2930019"/>
                <a:gd name="connsiteX1957" fmla="*/ 3463456 w 7225946"/>
                <a:gd name="connsiteY1957" fmla="*/ 1807756 h 2930019"/>
                <a:gd name="connsiteX1958" fmla="*/ 3588489 w 7225946"/>
                <a:gd name="connsiteY1958" fmla="*/ 1807756 h 2930019"/>
                <a:gd name="connsiteX1959" fmla="*/ 3588489 w 7225946"/>
                <a:gd name="connsiteY1959" fmla="*/ 1994671 h 2930019"/>
                <a:gd name="connsiteX1960" fmla="*/ 3635341 w 7225946"/>
                <a:gd name="connsiteY1960" fmla="*/ 1994671 h 2930019"/>
                <a:gd name="connsiteX1961" fmla="*/ 3635341 w 7225946"/>
                <a:gd name="connsiteY1961" fmla="*/ 1807756 h 2930019"/>
                <a:gd name="connsiteX1962" fmla="*/ 3760374 w 7225946"/>
                <a:gd name="connsiteY1962" fmla="*/ 1807756 h 2930019"/>
                <a:gd name="connsiteX1963" fmla="*/ 3760374 w 7225946"/>
                <a:gd name="connsiteY1963" fmla="*/ 1994671 h 2930019"/>
                <a:gd name="connsiteX1964" fmla="*/ 3770817 w 7225946"/>
                <a:gd name="connsiteY1964" fmla="*/ 1994671 h 2930019"/>
                <a:gd name="connsiteX1965" fmla="*/ 3770817 w 7225946"/>
                <a:gd name="connsiteY1965" fmla="*/ 1942597 h 2930019"/>
                <a:gd name="connsiteX1966" fmla="*/ 3895779 w 7225946"/>
                <a:gd name="connsiteY1966" fmla="*/ 1942597 h 2930019"/>
                <a:gd name="connsiteX1967" fmla="*/ 3895779 w 7225946"/>
                <a:gd name="connsiteY1967" fmla="*/ 1994671 h 2930019"/>
                <a:gd name="connsiteX1968" fmla="*/ 3907775 w 7225946"/>
                <a:gd name="connsiteY1968" fmla="*/ 1994671 h 2930019"/>
                <a:gd name="connsiteX1969" fmla="*/ 3907775 w 7225946"/>
                <a:gd name="connsiteY1969" fmla="*/ 1807756 h 2930019"/>
                <a:gd name="connsiteX1970" fmla="*/ 4032807 w 7225946"/>
                <a:gd name="connsiteY1970" fmla="*/ 1807756 h 2930019"/>
                <a:gd name="connsiteX1971" fmla="*/ 4032807 w 7225946"/>
                <a:gd name="connsiteY1971" fmla="*/ 1994671 h 2930019"/>
                <a:gd name="connsiteX1972" fmla="*/ 4079660 w 7225946"/>
                <a:gd name="connsiteY1972" fmla="*/ 1994671 h 2930019"/>
                <a:gd name="connsiteX1973" fmla="*/ 4079660 w 7225946"/>
                <a:gd name="connsiteY1973" fmla="*/ 1807756 h 2930019"/>
                <a:gd name="connsiteX1974" fmla="*/ 4204693 w 7225946"/>
                <a:gd name="connsiteY1974" fmla="*/ 1807756 h 2930019"/>
                <a:gd name="connsiteX1975" fmla="*/ 4204693 w 7225946"/>
                <a:gd name="connsiteY1975" fmla="*/ 1994671 h 2930019"/>
                <a:gd name="connsiteX1976" fmla="*/ 4216688 w 7225946"/>
                <a:gd name="connsiteY1976" fmla="*/ 1994671 h 2930019"/>
                <a:gd name="connsiteX1977" fmla="*/ 4216688 w 7225946"/>
                <a:gd name="connsiteY1977" fmla="*/ 1942597 h 2930019"/>
                <a:gd name="connsiteX1978" fmla="*/ 4359291 w 7225946"/>
                <a:gd name="connsiteY1978" fmla="*/ 1942597 h 2930019"/>
                <a:gd name="connsiteX1979" fmla="*/ 4359291 w 7225946"/>
                <a:gd name="connsiteY1979" fmla="*/ 1807756 h 2930019"/>
                <a:gd name="connsiteX1980" fmla="*/ 4484324 w 7225946"/>
                <a:gd name="connsiteY1980" fmla="*/ 1807756 h 2930019"/>
                <a:gd name="connsiteX1981" fmla="*/ 4484324 w 7225946"/>
                <a:gd name="connsiteY1981" fmla="*/ 1942668 h 2930019"/>
                <a:gd name="connsiteX1982" fmla="*/ 4539572 w 7225946"/>
                <a:gd name="connsiteY1982" fmla="*/ 1942668 h 2930019"/>
                <a:gd name="connsiteX1983" fmla="*/ 4539572 w 7225946"/>
                <a:gd name="connsiteY1983" fmla="*/ 2341545 h 2930019"/>
                <a:gd name="connsiteX1984" fmla="*/ 4549380 w 7225946"/>
                <a:gd name="connsiteY1984" fmla="*/ 2341545 h 2930019"/>
                <a:gd name="connsiteX1985" fmla="*/ 4549380 w 7225946"/>
                <a:gd name="connsiteY1985" fmla="*/ 1083242 h 2930019"/>
                <a:gd name="connsiteX1986" fmla="*/ 2118434 w 7225946"/>
                <a:gd name="connsiteY1986" fmla="*/ 1083242 h 2930019"/>
                <a:gd name="connsiteX1987" fmla="*/ 2118434 w 7225946"/>
                <a:gd name="connsiteY1987" fmla="*/ 2341545 h 2930019"/>
                <a:gd name="connsiteX1988" fmla="*/ 2640581 w 7225946"/>
                <a:gd name="connsiteY1988" fmla="*/ 2341545 h 2930019"/>
                <a:gd name="connsiteX1989" fmla="*/ 2640581 w 7225946"/>
                <a:gd name="connsiteY1989" fmla="*/ 1083242 h 2930019"/>
                <a:gd name="connsiteX1990" fmla="*/ 2624987 w 7225946"/>
                <a:gd name="connsiteY1990" fmla="*/ 1083242 h 2930019"/>
                <a:gd name="connsiteX1991" fmla="*/ 4585507 w 7225946"/>
                <a:gd name="connsiteY1991" fmla="*/ 987704 h 2930019"/>
                <a:gd name="connsiteX1992" fmla="*/ 4585507 w 7225946"/>
                <a:gd name="connsiteY1992" fmla="*/ 1067649 h 2930019"/>
                <a:gd name="connsiteX1993" fmla="*/ 5107654 w 7225946"/>
                <a:gd name="connsiteY1993" fmla="*/ 1067649 h 2930019"/>
                <a:gd name="connsiteX1994" fmla="*/ 5107654 w 7225946"/>
                <a:gd name="connsiteY1994" fmla="*/ 987704 h 2930019"/>
                <a:gd name="connsiteX1995" fmla="*/ 2118434 w 7225946"/>
                <a:gd name="connsiteY1995" fmla="*/ 987704 h 2930019"/>
                <a:gd name="connsiteX1996" fmla="*/ 2118434 w 7225946"/>
                <a:gd name="connsiteY1996" fmla="*/ 1067649 h 2930019"/>
                <a:gd name="connsiteX1997" fmla="*/ 2624987 w 7225946"/>
                <a:gd name="connsiteY1997" fmla="*/ 1067649 h 2930019"/>
                <a:gd name="connsiteX1998" fmla="*/ 2640581 w 7225946"/>
                <a:gd name="connsiteY1998" fmla="*/ 1067649 h 2930019"/>
                <a:gd name="connsiteX1999" fmla="*/ 2640581 w 7225946"/>
                <a:gd name="connsiteY1999" fmla="*/ 987704 h 2930019"/>
                <a:gd name="connsiteX2000" fmla="*/ 2710506 w 7225946"/>
                <a:gd name="connsiteY2000" fmla="*/ 969499 h 2930019"/>
                <a:gd name="connsiteX2001" fmla="*/ 2710506 w 7225946"/>
                <a:gd name="connsiteY2001" fmla="*/ 987704 h 2930019"/>
                <a:gd name="connsiteX2002" fmla="*/ 2676637 w 7225946"/>
                <a:gd name="connsiteY2002" fmla="*/ 987704 h 2930019"/>
                <a:gd name="connsiteX2003" fmla="*/ 2676637 w 7225946"/>
                <a:gd name="connsiteY2003" fmla="*/ 1067649 h 2930019"/>
                <a:gd name="connsiteX2004" fmla="*/ 4549451 w 7225946"/>
                <a:gd name="connsiteY2004" fmla="*/ 1067649 h 2930019"/>
                <a:gd name="connsiteX2005" fmla="*/ 4549451 w 7225946"/>
                <a:gd name="connsiteY2005" fmla="*/ 987704 h 2930019"/>
                <a:gd name="connsiteX2006" fmla="*/ 4515582 w 7225946"/>
                <a:gd name="connsiteY2006" fmla="*/ 987704 h 2930019"/>
                <a:gd name="connsiteX2007" fmla="*/ 4515582 w 7225946"/>
                <a:gd name="connsiteY2007" fmla="*/ 969499 h 2930019"/>
                <a:gd name="connsiteX2008" fmla="*/ 4390549 w 7225946"/>
                <a:gd name="connsiteY2008" fmla="*/ 744764 h 2930019"/>
                <a:gd name="connsiteX2009" fmla="*/ 4390549 w 7225946"/>
                <a:gd name="connsiteY2009" fmla="*/ 953059 h 2930019"/>
                <a:gd name="connsiteX2010" fmla="*/ 4453065 w 7225946"/>
                <a:gd name="connsiteY2010" fmla="*/ 953059 h 2930019"/>
                <a:gd name="connsiteX2011" fmla="*/ 4453065 w 7225946"/>
                <a:gd name="connsiteY2011" fmla="*/ 744764 h 2930019"/>
                <a:gd name="connsiteX2012" fmla="*/ 4111906 w 7225946"/>
                <a:gd name="connsiteY2012" fmla="*/ 744764 h 2930019"/>
                <a:gd name="connsiteX2013" fmla="*/ 4111906 w 7225946"/>
                <a:gd name="connsiteY2013" fmla="*/ 953059 h 2930019"/>
                <a:gd name="connsiteX2014" fmla="*/ 4174422 w 7225946"/>
                <a:gd name="connsiteY2014" fmla="*/ 953059 h 2930019"/>
                <a:gd name="connsiteX2015" fmla="*/ 4174422 w 7225946"/>
                <a:gd name="connsiteY2015" fmla="*/ 744764 h 2930019"/>
                <a:gd name="connsiteX2016" fmla="*/ 3940021 w 7225946"/>
                <a:gd name="connsiteY2016" fmla="*/ 744764 h 2930019"/>
                <a:gd name="connsiteX2017" fmla="*/ 3940021 w 7225946"/>
                <a:gd name="connsiteY2017" fmla="*/ 953059 h 2930019"/>
                <a:gd name="connsiteX2018" fmla="*/ 4002537 w 7225946"/>
                <a:gd name="connsiteY2018" fmla="*/ 953059 h 2930019"/>
                <a:gd name="connsiteX2019" fmla="*/ 4002537 w 7225946"/>
                <a:gd name="connsiteY2019" fmla="*/ 744764 h 2930019"/>
                <a:gd name="connsiteX2020" fmla="*/ 3666599 w 7225946"/>
                <a:gd name="connsiteY2020" fmla="*/ 744764 h 2930019"/>
                <a:gd name="connsiteX2021" fmla="*/ 3666599 w 7225946"/>
                <a:gd name="connsiteY2021" fmla="*/ 953059 h 2930019"/>
                <a:gd name="connsiteX2022" fmla="*/ 3729116 w 7225946"/>
                <a:gd name="connsiteY2022" fmla="*/ 953059 h 2930019"/>
                <a:gd name="connsiteX2023" fmla="*/ 3729116 w 7225946"/>
                <a:gd name="connsiteY2023" fmla="*/ 744764 h 2930019"/>
                <a:gd name="connsiteX2024" fmla="*/ 3494714 w 7225946"/>
                <a:gd name="connsiteY2024" fmla="*/ 744764 h 2930019"/>
                <a:gd name="connsiteX2025" fmla="*/ 3494714 w 7225946"/>
                <a:gd name="connsiteY2025" fmla="*/ 953059 h 2930019"/>
                <a:gd name="connsiteX2026" fmla="*/ 3557231 w 7225946"/>
                <a:gd name="connsiteY2026" fmla="*/ 953059 h 2930019"/>
                <a:gd name="connsiteX2027" fmla="*/ 3557231 w 7225946"/>
                <a:gd name="connsiteY2027" fmla="*/ 744764 h 2930019"/>
                <a:gd name="connsiteX2028" fmla="*/ 3223903 w 7225946"/>
                <a:gd name="connsiteY2028" fmla="*/ 744764 h 2930019"/>
                <a:gd name="connsiteX2029" fmla="*/ 3223903 w 7225946"/>
                <a:gd name="connsiteY2029" fmla="*/ 953059 h 2930019"/>
                <a:gd name="connsiteX2030" fmla="*/ 3286420 w 7225946"/>
                <a:gd name="connsiteY2030" fmla="*/ 953059 h 2930019"/>
                <a:gd name="connsiteX2031" fmla="*/ 3286420 w 7225946"/>
                <a:gd name="connsiteY2031" fmla="*/ 744764 h 2930019"/>
                <a:gd name="connsiteX2032" fmla="*/ 3052018 w 7225946"/>
                <a:gd name="connsiteY2032" fmla="*/ 744764 h 2930019"/>
                <a:gd name="connsiteX2033" fmla="*/ 3052018 w 7225946"/>
                <a:gd name="connsiteY2033" fmla="*/ 953059 h 2930019"/>
                <a:gd name="connsiteX2034" fmla="*/ 3114535 w 7225946"/>
                <a:gd name="connsiteY2034" fmla="*/ 953059 h 2930019"/>
                <a:gd name="connsiteX2035" fmla="*/ 3114535 w 7225946"/>
                <a:gd name="connsiteY2035" fmla="*/ 744764 h 2930019"/>
                <a:gd name="connsiteX2036" fmla="*/ 2770765 w 7225946"/>
                <a:gd name="connsiteY2036" fmla="*/ 744764 h 2930019"/>
                <a:gd name="connsiteX2037" fmla="*/ 2770765 w 7225946"/>
                <a:gd name="connsiteY2037" fmla="*/ 953059 h 2930019"/>
                <a:gd name="connsiteX2038" fmla="*/ 2833281 w 7225946"/>
                <a:gd name="connsiteY2038" fmla="*/ 953059 h 2930019"/>
                <a:gd name="connsiteX2039" fmla="*/ 2833281 w 7225946"/>
                <a:gd name="connsiteY2039" fmla="*/ 744764 h 2930019"/>
                <a:gd name="connsiteX2040" fmla="*/ 2548006 w 7225946"/>
                <a:gd name="connsiteY2040" fmla="*/ 624953 h 2930019"/>
                <a:gd name="connsiteX2041" fmla="*/ 2548006 w 7225946"/>
                <a:gd name="connsiteY2041" fmla="*/ 935560 h 2930019"/>
                <a:gd name="connsiteX2042" fmla="*/ 2710083 w 7225946"/>
                <a:gd name="connsiteY2042" fmla="*/ 935560 h 2930019"/>
                <a:gd name="connsiteX2043" fmla="*/ 2710083 w 7225946"/>
                <a:gd name="connsiteY2043" fmla="*/ 953059 h 2930019"/>
                <a:gd name="connsiteX2044" fmla="*/ 2739154 w 7225946"/>
                <a:gd name="connsiteY2044" fmla="*/ 953059 h 2930019"/>
                <a:gd name="connsiteX2045" fmla="*/ 2739154 w 7225946"/>
                <a:gd name="connsiteY2045" fmla="*/ 744764 h 2930019"/>
                <a:gd name="connsiteX2046" fmla="*/ 2801670 w 7225946"/>
                <a:gd name="connsiteY2046" fmla="*/ 682318 h 2930019"/>
                <a:gd name="connsiteX2047" fmla="*/ 2864187 w 7225946"/>
                <a:gd name="connsiteY2047" fmla="*/ 744764 h 2930019"/>
                <a:gd name="connsiteX2048" fmla="*/ 2864187 w 7225946"/>
                <a:gd name="connsiteY2048" fmla="*/ 953059 h 2930019"/>
                <a:gd name="connsiteX2049" fmla="*/ 3020407 w 7225946"/>
                <a:gd name="connsiteY2049" fmla="*/ 953059 h 2930019"/>
                <a:gd name="connsiteX2050" fmla="*/ 3020407 w 7225946"/>
                <a:gd name="connsiteY2050" fmla="*/ 744764 h 2930019"/>
                <a:gd name="connsiteX2051" fmla="*/ 3082924 w 7225946"/>
                <a:gd name="connsiteY2051" fmla="*/ 682318 h 2930019"/>
                <a:gd name="connsiteX2052" fmla="*/ 3145440 w 7225946"/>
                <a:gd name="connsiteY2052" fmla="*/ 744764 h 2930019"/>
                <a:gd name="connsiteX2053" fmla="*/ 3145440 w 7225946"/>
                <a:gd name="connsiteY2053" fmla="*/ 953059 h 2930019"/>
                <a:gd name="connsiteX2054" fmla="*/ 3192363 w 7225946"/>
                <a:gd name="connsiteY2054" fmla="*/ 953059 h 2930019"/>
                <a:gd name="connsiteX2055" fmla="*/ 3192363 w 7225946"/>
                <a:gd name="connsiteY2055" fmla="*/ 744764 h 2930019"/>
                <a:gd name="connsiteX2056" fmla="*/ 3254880 w 7225946"/>
                <a:gd name="connsiteY2056" fmla="*/ 682318 h 2930019"/>
                <a:gd name="connsiteX2057" fmla="*/ 3317396 w 7225946"/>
                <a:gd name="connsiteY2057" fmla="*/ 744764 h 2930019"/>
                <a:gd name="connsiteX2058" fmla="*/ 3317396 w 7225946"/>
                <a:gd name="connsiteY2058" fmla="*/ 953059 h 2930019"/>
                <a:gd name="connsiteX2059" fmla="*/ 3463244 w 7225946"/>
                <a:gd name="connsiteY2059" fmla="*/ 953059 h 2930019"/>
                <a:gd name="connsiteX2060" fmla="*/ 3463244 w 7225946"/>
                <a:gd name="connsiteY2060" fmla="*/ 744764 h 2930019"/>
                <a:gd name="connsiteX2061" fmla="*/ 3525761 w 7225946"/>
                <a:gd name="connsiteY2061" fmla="*/ 682318 h 2930019"/>
                <a:gd name="connsiteX2062" fmla="*/ 3588277 w 7225946"/>
                <a:gd name="connsiteY2062" fmla="*/ 744764 h 2930019"/>
                <a:gd name="connsiteX2063" fmla="*/ 3588277 w 7225946"/>
                <a:gd name="connsiteY2063" fmla="*/ 953059 h 2930019"/>
                <a:gd name="connsiteX2064" fmla="*/ 3635200 w 7225946"/>
                <a:gd name="connsiteY2064" fmla="*/ 953059 h 2930019"/>
                <a:gd name="connsiteX2065" fmla="*/ 3635200 w 7225946"/>
                <a:gd name="connsiteY2065" fmla="*/ 744764 h 2930019"/>
                <a:gd name="connsiteX2066" fmla="*/ 3697716 w 7225946"/>
                <a:gd name="connsiteY2066" fmla="*/ 682318 h 2930019"/>
                <a:gd name="connsiteX2067" fmla="*/ 3760233 w 7225946"/>
                <a:gd name="connsiteY2067" fmla="*/ 744764 h 2930019"/>
                <a:gd name="connsiteX2068" fmla="*/ 3760233 w 7225946"/>
                <a:gd name="connsiteY2068" fmla="*/ 953059 h 2930019"/>
                <a:gd name="connsiteX2069" fmla="*/ 3908621 w 7225946"/>
                <a:gd name="connsiteY2069" fmla="*/ 953059 h 2930019"/>
                <a:gd name="connsiteX2070" fmla="*/ 3908621 w 7225946"/>
                <a:gd name="connsiteY2070" fmla="*/ 744764 h 2930019"/>
                <a:gd name="connsiteX2071" fmla="*/ 3971138 w 7225946"/>
                <a:gd name="connsiteY2071" fmla="*/ 682318 h 2930019"/>
                <a:gd name="connsiteX2072" fmla="*/ 4033654 w 7225946"/>
                <a:gd name="connsiteY2072" fmla="*/ 744764 h 2930019"/>
                <a:gd name="connsiteX2073" fmla="*/ 4033654 w 7225946"/>
                <a:gd name="connsiteY2073" fmla="*/ 953059 h 2930019"/>
                <a:gd name="connsiteX2074" fmla="*/ 4080577 w 7225946"/>
                <a:gd name="connsiteY2074" fmla="*/ 953059 h 2930019"/>
                <a:gd name="connsiteX2075" fmla="*/ 4080577 w 7225946"/>
                <a:gd name="connsiteY2075" fmla="*/ 744764 h 2930019"/>
                <a:gd name="connsiteX2076" fmla="*/ 4143093 w 7225946"/>
                <a:gd name="connsiteY2076" fmla="*/ 682318 h 2930019"/>
                <a:gd name="connsiteX2077" fmla="*/ 4205610 w 7225946"/>
                <a:gd name="connsiteY2077" fmla="*/ 744764 h 2930019"/>
                <a:gd name="connsiteX2078" fmla="*/ 4205610 w 7225946"/>
                <a:gd name="connsiteY2078" fmla="*/ 953059 h 2930019"/>
                <a:gd name="connsiteX2079" fmla="*/ 4359220 w 7225946"/>
                <a:gd name="connsiteY2079" fmla="*/ 953059 h 2930019"/>
                <a:gd name="connsiteX2080" fmla="*/ 4359220 w 7225946"/>
                <a:gd name="connsiteY2080" fmla="*/ 744764 h 2930019"/>
                <a:gd name="connsiteX2081" fmla="*/ 4421736 w 7225946"/>
                <a:gd name="connsiteY2081" fmla="*/ 682318 h 2930019"/>
                <a:gd name="connsiteX2082" fmla="*/ 4484253 w 7225946"/>
                <a:gd name="connsiteY2082" fmla="*/ 744764 h 2930019"/>
                <a:gd name="connsiteX2083" fmla="*/ 4484253 w 7225946"/>
                <a:gd name="connsiteY2083" fmla="*/ 953059 h 2930019"/>
                <a:gd name="connsiteX2084" fmla="*/ 4515511 w 7225946"/>
                <a:gd name="connsiteY2084" fmla="*/ 953059 h 2930019"/>
                <a:gd name="connsiteX2085" fmla="*/ 4515511 w 7225946"/>
                <a:gd name="connsiteY2085" fmla="*/ 935560 h 2930019"/>
                <a:gd name="connsiteX2086" fmla="*/ 4676389 w 7225946"/>
                <a:gd name="connsiteY2086" fmla="*/ 935560 h 2930019"/>
                <a:gd name="connsiteX2087" fmla="*/ 4676389 w 7225946"/>
                <a:gd name="connsiteY2087" fmla="*/ 624953 h 2930019"/>
                <a:gd name="connsiteX2088" fmla="*/ 2548359 w 7225946"/>
                <a:gd name="connsiteY2088" fmla="*/ 624953 h 2930019"/>
                <a:gd name="connsiteX2089" fmla="*/ 2548359 w 7225946"/>
                <a:gd name="connsiteY2089" fmla="*/ 546843 h 2930019"/>
                <a:gd name="connsiteX2090" fmla="*/ 2548359 w 7225946"/>
                <a:gd name="connsiteY2090" fmla="*/ 609359 h 2930019"/>
                <a:gd name="connsiteX2091" fmla="*/ 4676389 w 7225946"/>
                <a:gd name="connsiteY2091" fmla="*/ 609359 h 2930019"/>
                <a:gd name="connsiteX2092" fmla="*/ 4676389 w 7225946"/>
                <a:gd name="connsiteY2092" fmla="*/ 546843 h 2930019"/>
                <a:gd name="connsiteX2093" fmla="*/ 2395807 w 7225946"/>
                <a:gd name="connsiteY2093" fmla="*/ 494769 h 2930019"/>
                <a:gd name="connsiteX2094" fmla="*/ 2515618 w 7225946"/>
                <a:gd name="connsiteY2094" fmla="*/ 494769 h 2930019"/>
                <a:gd name="connsiteX2095" fmla="*/ 4708282 w 7225946"/>
                <a:gd name="connsiteY2095" fmla="*/ 494769 h 2930019"/>
                <a:gd name="connsiteX2096" fmla="*/ 4828094 w 7225946"/>
                <a:gd name="connsiteY2096" fmla="*/ 494769 h 2930019"/>
                <a:gd name="connsiteX2097" fmla="*/ 4828094 w 7225946"/>
                <a:gd name="connsiteY2097" fmla="*/ 546843 h 2930019"/>
                <a:gd name="connsiteX2098" fmla="*/ 4708282 w 7225946"/>
                <a:gd name="connsiteY2098" fmla="*/ 546843 h 2930019"/>
                <a:gd name="connsiteX2099" fmla="*/ 4708282 w 7225946"/>
                <a:gd name="connsiteY2099" fmla="*/ 935630 h 2930019"/>
                <a:gd name="connsiteX2100" fmla="*/ 5203052 w 7225946"/>
                <a:gd name="connsiteY2100" fmla="*/ 935630 h 2930019"/>
                <a:gd name="connsiteX2101" fmla="*/ 5203052 w 7225946"/>
                <a:gd name="connsiteY2101" fmla="*/ 987704 h 2930019"/>
                <a:gd name="connsiteX2102" fmla="*/ 5142934 w 7225946"/>
                <a:gd name="connsiteY2102" fmla="*/ 987704 h 2930019"/>
                <a:gd name="connsiteX2103" fmla="*/ 5142934 w 7225946"/>
                <a:gd name="connsiteY2103" fmla="*/ 1276013 h 2930019"/>
                <a:gd name="connsiteX2104" fmla="*/ 7101055 w 7225946"/>
                <a:gd name="connsiteY2104" fmla="*/ 1276013 h 2930019"/>
                <a:gd name="connsiteX2105" fmla="*/ 7101055 w 7225946"/>
                <a:gd name="connsiteY2105" fmla="*/ 1276084 h 2930019"/>
                <a:gd name="connsiteX2106" fmla="*/ 7225946 w 7225946"/>
                <a:gd name="connsiteY2106" fmla="*/ 1276084 h 2930019"/>
                <a:gd name="connsiteX2107" fmla="*/ 7225946 w 7225946"/>
                <a:gd name="connsiteY2107" fmla="*/ 1307272 h 2930019"/>
                <a:gd name="connsiteX2108" fmla="*/ 7100984 w 7225946"/>
                <a:gd name="connsiteY2108" fmla="*/ 1307272 h 2930019"/>
                <a:gd name="connsiteX2109" fmla="*/ 7100984 w 7225946"/>
                <a:gd name="connsiteY2109" fmla="*/ 1348973 h 2930019"/>
                <a:gd name="connsiteX2110" fmla="*/ 7100984 w 7225946"/>
                <a:gd name="connsiteY2110" fmla="*/ 1364567 h 2930019"/>
                <a:gd name="connsiteX2111" fmla="*/ 7100984 w 7225946"/>
                <a:gd name="connsiteY2111" fmla="*/ 2671697 h 2930019"/>
                <a:gd name="connsiteX2112" fmla="*/ 5805778 w 7225946"/>
                <a:gd name="connsiteY2112" fmla="*/ 2671697 h 2930019"/>
                <a:gd name="connsiteX2113" fmla="*/ 5842046 w 7225946"/>
                <a:gd name="connsiteY2113" fmla="*/ 2930019 h 2930019"/>
                <a:gd name="connsiteX2114" fmla="*/ 1383830 w 7225946"/>
                <a:gd name="connsiteY2114" fmla="*/ 2930019 h 2930019"/>
                <a:gd name="connsiteX2115" fmla="*/ 1420380 w 7225946"/>
                <a:gd name="connsiteY2115" fmla="*/ 2671697 h 2930019"/>
                <a:gd name="connsiteX2116" fmla="*/ 124962 w 7225946"/>
                <a:gd name="connsiteY2116" fmla="*/ 2671697 h 2930019"/>
                <a:gd name="connsiteX2117" fmla="*/ 124962 w 7225946"/>
                <a:gd name="connsiteY2117" fmla="*/ 1364425 h 2930019"/>
                <a:gd name="connsiteX2118" fmla="*/ 124962 w 7225946"/>
                <a:gd name="connsiteY2118" fmla="*/ 1348832 h 2930019"/>
                <a:gd name="connsiteX2119" fmla="*/ 124962 w 7225946"/>
                <a:gd name="connsiteY2119" fmla="*/ 1307130 h 2930019"/>
                <a:gd name="connsiteX2120" fmla="*/ 0 w 7225946"/>
                <a:gd name="connsiteY2120" fmla="*/ 1307130 h 2930019"/>
                <a:gd name="connsiteX2121" fmla="*/ 0 w 7225946"/>
                <a:gd name="connsiteY2121" fmla="*/ 1275943 h 2930019"/>
                <a:gd name="connsiteX2122" fmla="*/ 124962 w 7225946"/>
                <a:gd name="connsiteY2122" fmla="*/ 1275943 h 2930019"/>
                <a:gd name="connsiteX2123" fmla="*/ 2083154 w 7225946"/>
                <a:gd name="connsiteY2123" fmla="*/ 1275943 h 2930019"/>
                <a:gd name="connsiteX2124" fmla="*/ 2083154 w 7225946"/>
                <a:gd name="connsiteY2124" fmla="*/ 987633 h 2930019"/>
                <a:gd name="connsiteX2125" fmla="*/ 2023036 w 7225946"/>
                <a:gd name="connsiteY2125" fmla="*/ 987633 h 2930019"/>
                <a:gd name="connsiteX2126" fmla="*/ 2023036 w 7225946"/>
                <a:gd name="connsiteY2126" fmla="*/ 935560 h 2930019"/>
                <a:gd name="connsiteX2127" fmla="*/ 2515618 w 7225946"/>
                <a:gd name="connsiteY2127" fmla="*/ 935560 h 2930019"/>
                <a:gd name="connsiteX2128" fmla="*/ 2515618 w 7225946"/>
                <a:gd name="connsiteY2128" fmla="*/ 546843 h 2930019"/>
                <a:gd name="connsiteX2129" fmla="*/ 2395807 w 7225946"/>
                <a:gd name="connsiteY2129" fmla="*/ 546843 h 2930019"/>
                <a:gd name="connsiteX2130" fmla="*/ 3598930 w 7225946"/>
                <a:gd name="connsiteY2130" fmla="*/ 0 h 2930019"/>
                <a:gd name="connsiteX2131" fmla="*/ 3775967 w 7225946"/>
                <a:gd name="connsiteY2131" fmla="*/ 0 h 2930019"/>
                <a:gd name="connsiteX2132" fmla="*/ 3718742 w 7225946"/>
                <a:gd name="connsiteY2132" fmla="*/ 78110 h 2930019"/>
                <a:gd name="connsiteX2133" fmla="*/ 3775967 w 7225946"/>
                <a:gd name="connsiteY2133" fmla="*/ 156221 h 2930019"/>
                <a:gd name="connsiteX2134" fmla="*/ 3630189 w 7225946"/>
                <a:gd name="connsiteY2134" fmla="*/ 156221 h 2930019"/>
                <a:gd name="connsiteX2135" fmla="*/ 3630189 w 7225946"/>
                <a:gd name="connsiteY2135" fmla="*/ 411437 h 2930019"/>
                <a:gd name="connsiteX2136" fmla="*/ 4067663 w 7225946"/>
                <a:gd name="connsiteY2136" fmla="*/ 411437 h 2930019"/>
                <a:gd name="connsiteX2137" fmla="*/ 4067663 w 7225946"/>
                <a:gd name="connsiteY2137" fmla="*/ 145848 h 2930019"/>
                <a:gd name="connsiteX2138" fmla="*/ 4098921 w 7225946"/>
                <a:gd name="connsiteY2138" fmla="*/ 145848 h 2930019"/>
                <a:gd name="connsiteX2139" fmla="*/ 4098921 w 7225946"/>
                <a:gd name="connsiteY2139" fmla="*/ 146169 h 2930019"/>
                <a:gd name="connsiteX2140" fmla="*/ 4212116 w 7225946"/>
                <a:gd name="connsiteY2140" fmla="*/ 146169 h 2930019"/>
                <a:gd name="connsiteX2141" fmla="*/ 4161843 w 7225946"/>
                <a:gd name="connsiteY2141" fmla="*/ 216327 h 2930019"/>
                <a:gd name="connsiteX2142" fmla="*/ 4212117 w 7225946"/>
                <a:gd name="connsiteY2142" fmla="*/ 286487 h 2930019"/>
                <a:gd name="connsiteX2143" fmla="*/ 4098921 w 7225946"/>
                <a:gd name="connsiteY2143" fmla="*/ 286487 h 2930019"/>
                <a:gd name="connsiteX2144" fmla="*/ 4098921 w 7225946"/>
                <a:gd name="connsiteY2144" fmla="*/ 411437 h 2930019"/>
                <a:gd name="connsiteX2145" fmla="*/ 4541617 w 7225946"/>
                <a:gd name="connsiteY2145" fmla="*/ 411437 h 2930019"/>
                <a:gd name="connsiteX2146" fmla="*/ 4541617 w 7225946"/>
                <a:gd name="connsiteY2146" fmla="*/ 145848 h 2930019"/>
                <a:gd name="connsiteX2147" fmla="*/ 4543110 w 7225946"/>
                <a:gd name="connsiteY2147" fmla="*/ 145848 h 2930019"/>
                <a:gd name="connsiteX2148" fmla="*/ 4543110 w 7225946"/>
                <a:gd name="connsiteY2148" fmla="*/ 145838 h 2930019"/>
                <a:gd name="connsiteX2149" fmla="*/ 4685247 w 7225946"/>
                <a:gd name="connsiteY2149" fmla="*/ 145838 h 2930019"/>
                <a:gd name="connsiteX2150" fmla="*/ 4634974 w 7225946"/>
                <a:gd name="connsiteY2150" fmla="*/ 215996 h 2930019"/>
                <a:gd name="connsiteX2151" fmla="*/ 4685248 w 7225946"/>
                <a:gd name="connsiteY2151" fmla="*/ 286156 h 2930019"/>
                <a:gd name="connsiteX2152" fmla="*/ 4572875 w 7225946"/>
                <a:gd name="connsiteY2152" fmla="*/ 286156 h 2930019"/>
                <a:gd name="connsiteX2153" fmla="*/ 4572875 w 7225946"/>
                <a:gd name="connsiteY2153" fmla="*/ 411437 h 2930019"/>
                <a:gd name="connsiteX2154" fmla="*/ 4708281 w 7225946"/>
                <a:gd name="connsiteY2154" fmla="*/ 411437 h 2930019"/>
                <a:gd name="connsiteX2155" fmla="*/ 4708281 w 7225946"/>
                <a:gd name="connsiteY2155" fmla="*/ 453068 h 2930019"/>
                <a:gd name="connsiteX2156" fmla="*/ 2515617 w 7225946"/>
                <a:gd name="connsiteY2156" fmla="*/ 453068 h 2930019"/>
                <a:gd name="connsiteX2157" fmla="*/ 2515617 w 7225946"/>
                <a:gd name="connsiteY2157" fmla="*/ 411437 h 2930019"/>
                <a:gd name="connsiteX2158" fmla="*/ 2656244 w 7225946"/>
                <a:gd name="connsiteY2158" fmla="*/ 411437 h 2930019"/>
                <a:gd name="connsiteX2159" fmla="*/ 2656244 w 7225946"/>
                <a:gd name="connsiteY2159" fmla="*/ 145848 h 2930019"/>
                <a:gd name="connsiteX2160" fmla="*/ 2687502 w 7225946"/>
                <a:gd name="connsiteY2160" fmla="*/ 145848 h 2930019"/>
                <a:gd name="connsiteX2161" fmla="*/ 2687502 w 7225946"/>
                <a:gd name="connsiteY2161" fmla="*/ 146169 h 2930019"/>
                <a:gd name="connsiteX2162" fmla="*/ 2800186 w 7225946"/>
                <a:gd name="connsiteY2162" fmla="*/ 146169 h 2930019"/>
                <a:gd name="connsiteX2163" fmla="*/ 2749913 w 7225946"/>
                <a:gd name="connsiteY2163" fmla="*/ 216327 h 2930019"/>
                <a:gd name="connsiteX2164" fmla="*/ 2800187 w 7225946"/>
                <a:gd name="connsiteY2164" fmla="*/ 286487 h 2930019"/>
                <a:gd name="connsiteX2165" fmla="*/ 2687502 w 7225946"/>
                <a:gd name="connsiteY2165" fmla="*/ 286487 h 2930019"/>
                <a:gd name="connsiteX2166" fmla="*/ 2687502 w 7225946"/>
                <a:gd name="connsiteY2166" fmla="*/ 411437 h 2930019"/>
                <a:gd name="connsiteX2167" fmla="*/ 3130198 w 7225946"/>
                <a:gd name="connsiteY2167" fmla="*/ 411437 h 2930019"/>
                <a:gd name="connsiteX2168" fmla="*/ 3130198 w 7225946"/>
                <a:gd name="connsiteY2168" fmla="*/ 145848 h 2930019"/>
                <a:gd name="connsiteX2169" fmla="*/ 3161456 w 7225946"/>
                <a:gd name="connsiteY2169" fmla="*/ 145848 h 2930019"/>
                <a:gd name="connsiteX2170" fmla="*/ 3161456 w 7225946"/>
                <a:gd name="connsiteY2170" fmla="*/ 146169 h 2930019"/>
                <a:gd name="connsiteX2171" fmla="*/ 3274337 w 7225946"/>
                <a:gd name="connsiteY2171" fmla="*/ 146169 h 2930019"/>
                <a:gd name="connsiteX2172" fmla="*/ 3224064 w 7225946"/>
                <a:gd name="connsiteY2172" fmla="*/ 216327 h 2930019"/>
                <a:gd name="connsiteX2173" fmla="*/ 3274338 w 7225946"/>
                <a:gd name="connsiteY2173" fmla="*/ 286487 h 2930019"/>
                <a:gd name="connsiteX2174" fmla="*/ 3161456 w 7225946"/>
                <a:gd name="connsiteY2174" fmla="*/ 286487 h 2930019"/>
                <a:gd name="connsiteX2175" fmla="*/ 3161456 w 7225946"/>
                <a:gd name="connsiteY2175" fmla="*/ 411437 h 2930019"/>
                <a:gd name="connsiteX2176" fmla="*/ 3598930 w 7225946"/>
                <a:gd name="connsiteY2176" fmla="*/ 411437 h 2930019"/>
                <a:gd name="connsiteX2177" fmla="*/ 3598930 w 7225946"/>
                <a:gd name="connsiteY2177" fmla="*/ 156221 h 293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</a:cxnLst>
              <a:rect l="l" t="t" r="r" b="b"/>
              <a:pathLst>
                <a:path w="7225946" h="2930019">
                  <a:moveTo>
                    <a:pt x="3032026" y="2808697"/>
                  </a:moveTo>
                  <a:lnTo>
                    <a:pt x="3048474" y="2808697"/>
                  </a:lnTo>
                  <a:cubicBezTo>
                    <a:pt x="3051402" y="2808442"/>
                    <a:pt x="3054326" y="2809216"/>
                    <a:pt x="3056745" y="2810883"/>
                  </a:cubicBezTo>
                  <a:cubicBezTo>
                    <a:pt x="3058657" y="2812546"/>
                    <a:pt x="3059677" y="2815010"/>
                    <a:pt x="3059502" y="2817538"/>
                  </a:cubicBezTo>
                  <a:cubicBezTo>
                    <a:pt x="3059688" y="2820330"/>
                    <a:pt x="3058727" y="2823077"/>
                    <a:pt x="3056840" y="2825144"/>
                  </a:cubicBezTo>
                  <a:cubicBezTo>
                    <a:pt x="3054567" y="2826980"/>
                    <a:pt x="3051671" y="2827866"/>
                    <a:pt x="3048759" y="2827615"/>
                  </a:cubicBezTo>
                  <a:lnTo>
                    <a:pt x="3032122" y="2827615"/>
                  </a:lnTo>
                  <a:close/>
                  <a:moveTo>
                    <a:pt x="4776309" y="2799690"/>
                  </a:moveTo>
                  <a:lnTo>
                    <a:pt x="4776358" y="2799801"/>
                  </a:lnTo>
                  <a:lnTo>
                    <a:pt x="4776263" y="2799801"/>
                  </a:lnTo>
                  <a:close/>
                  <a:moveTo>
                    <a:pt x="3032026" y="2781031"/>
                  </a:moveTo>
                  <a:lnTo>
                    <a:pt x="3047238" y="2781031"/>
                  </a:lnTo>
                  <a:cubicBezTo>
                    <a:pt x="3050050" y="2780826"/>
                    <a:pt x="3052861" y="2781454"/>
                    <a:pt x="3055319" y="2782838"/>
                  </a:cubicBezTo>
                  <a:cubicBezTo>
                    <a:pt x="3057103" y="2784045"/>
                    <a:pt x="3058115" y="2786106"/>
                    <a:pt x="3057981" y="2788256"/>
                  </a:cubicBezTo>
                  <a:cubicBezTo>
                    <a:pt x="3058153" y="2790643"/>
                    <a:pt x="3057246" y="2792980"/>
                    <a:pt x="3055509" y="2794626"/>
                  </a:cubicBezTo>
                  <a:cubicBezTo>
                    <a:pt x="3053244" y="2796155"/>
                    <a:pt x="3050535" y="2796891"/>
                    <a:pt x="3047809" y="2796717"/>
                  </a:cubicBezTo>
                  <a:lnTo>
                    <a:pt x="3032122" y="2796717"/>
                  </a:lnTo>
                  <a:close/>
                  <a:moveTo>
                    <a:pt x="4633391" y="2779039"/>
                  </a:moveTo>
                  <a:cubicBezTo>
                    <a:pt x="4637477" y="2779685"/>
                    <a:pt x="4641316" y="2781889"/>
                    <a:pt x="4643940" y="2785499"/>
                  </a:cubicBezTo>
                  <a:cubicBezTo>
                    <a:pt x="4647483" y="2791180"/>
                    <a:pt x="4649147" y="2797833"/>
                    <a:pt x="4648693" y="2804513"/>
                  </a:cubicBezTo>
                  <a:cubicBezTo>
                    <a:pt x="4649042" y="2810884"/>
                    <a:pt x="4647379" y="2817203"/>
                    <a:pt x="4643940" y="2822576"/>
                  </a:cubicBezTo>
                  <a:lnTo>
                    <a:pt x="4643939" y="2822576"/>
                  </a:lnTo>
                  <a:cubicBezTo>
                    <a:pt x="4642989" y="2823854"/>
                    <a:pt x="4641857" y="2824985"/>
                    <a:pt x="4640580" y="2825936"/>
                  </a:cubicBezTo>
                  <a:cubicBezTo>
                    <a:pt x="4633334" y="2831326"/>
                    <a:pt x="4623091" y="2829822"/>
                    <a:pt x="4617701" y="2822576"/>
                  </a:cubicBezTo>
                  <a:cubicBezTo>
                    <a:pt x="4614335" y="2817174"/>
                    <a:pt x="4612709" y="2810870"/>
                    <a:pt x="4613042" y="2804513"/>
                  </a:cubicBezTo>
                  <a:cubicBezTo>
                    <a:pt x="4612589" y="2797833"/>
                    <a:pt x="4614253" y="2791180"/>
                    <a:pt x="4617796" y="2785499"/>
                  </a:cubicBezTo>
                  <a:cubicBezTo>
                    <a:pt x="4618791" y="2784130"/>
                    <a:pt x="4619995" y="2782926"/>
                    <a:pt x="4621364" y="2781931"/>
                  </a:cubicBezTo>
                  <a:cubicBezTo>
                    <a:pt x="4624974" y="2779307"/>
                    <a:pt x="4629305" y="2778394"/>
                    <a:pt x="4633391" y="2779039"/>
                  </a:cubicBezTo>
                  <a:close/>
                  <a:moveTo>
                    <a:pt x="4499261" y="2779035"/>
                  </a:moveTo>
                  <a:cubicBezTo>
                    <a:pt x="4503372" y="2779671"/>
                    <a:pt x="4507241" y="2781877"/>
                    <a:pt x="4509892" y="2785500"/>
                  </a:cubicBezTo>
                  <a:cubicBezTo>
                    <a:pt x="4513402" y="2791192"/>
                    <a:pt x="4515032" y="2797844"/>
                    <a:pt x="4514550" y="2804514"/>
                  </a:cubicBezTo>
                  <a:cubicBezTo>
                    <a:pt x="4514927" y="2810874"/>
                    <a:pt x="4513298" y="2817193"/>
                    <a:pt x="4509892" y="2822577"/>
                  </a:cubicBezTo>
                  <a:cubicBezTo>
                    <a:pt x="4508941" y="2823854"/>
                    <a:pt x="4507810" y="2824986"/>
                    <a:pt x="4506532" y="2825936"/>
                  </a:cubicBezTo>
                  <a:cubicBezTo>
                    <a:pt x="4499287" y="2831327"/>
                    <a:pt x="4489043" y="2829823"/>
                    <a:pt x="4483652" y="2822577"/>
                  </a:cubicBezTo>
                  <a:cubicBezTo>
                    <a:pt x="4480246" y="2817193"/>
                    <a:pt x="4478617" y="2810875"/>
                    <a:pt x="4478994" y="2804514"/>
                  </a:cubicBezTo>
                  <a:cubicBezTo>
                    <a:pt x="4478512" y="2797844"/>
                    <a:pt x="4480142" y="2791192"/>
                    <a:pt x="4483652" y="2785500"/>
                  </a:cubicBezTo>
                  <a:cubicBezTo>
                    <a:pt x="4484637" y="2784153"/>
                    <a:pt x="4485825" y="2782965"/>
                    <a:pt x="4487172" y="2781980"/>
                  </a:cubicBezTo>
                  <a:cubicBezTo>
                    <a:pt x="4490795" y="2779329"/>
                    <a:pt x="4495149" y="2778398"/>
                    <a:pt x="4499261" y="2779035"/>
                  </a:cubicBezTo>
                  <a:close/>
                  <a:moveTo>
                    <a:pt x="4003470" y="2779035"/>
                  </a:moveTo>
                  <a:cubicBezTo>
                    <a:pt x="4007581" y="2779671"/>
                    <a:pt x="4011450" y="2781877"/>
                    <a:pt x="4014101" y="2785500"/>
                  </a:cubicBezTo>
                  <a:cubicBezTo>
                    <a:pt x="4017611" y="2791192"/>
                    <a:pt x="4019241" y="2797844"/>
                    <a:pt x="4018759" y="2804514"/>
                  </a:cubicBezTo>
                  <a:cubicBezTo>
                    <a:pt x="4019136" y="2810874"/>
                    <a:pt x="4017507" y="2817193"/>
                    <a:pt x="4014101" y="2822577"/>
                  </a:cubicBezTo>
                  <a:cubicBezTo>
                    <a:pt x="4013150" y="2823854"/>
                    <a:pt x="4012019" y="2824986"/>
                    <a:pt x="4010741" y="2825936"/>
                  </a:cubicBezTo>
                  <a:cubicBezTo>
                    <a:pt x="4003496" y="2831327"/>
                    <a:pt x="3993252" y="2829823"/>
                    <a:pt x="3987861" y="2822577"/>
                  </a:cubicBezTo>
                  <a:cubicBezTo>
                    <a:pt x="3984455" y="2817193"/>
                    <a:pt x="3982826" y="2810875"/>
                    <a:pt x="3983203" y="2804514"/>
                  </a:cubicBezTo>
                  <a:cubicBezTo>
                    <a:pt x="3982721" y="2797844"/>
                    <a:pt x="3984351" y="2791192"/>
                    <a:pt x="3987861" y="2785500"/>
                  </a:cubicBezTo>
                  <a:cubicBezTo>
                    <a:pt x="3988846" y="2784153"/>
                    <a:pt x="3990034" y="2782965"/>
                    <a:pt x="3991381" y="2781980"/>
                  </a:cubicBezTo>
                  <a:cubicBezTo>
                    <a:pt x="3995004" y="2779329"/>
                    <a:pt x="3999358" y="2778398"/>
                    <a:pt x="4003470" y="2779035"/>
                  </a:cubicBezTo>
                  <a:close/>
                  <a:moveTo>
                    <a:pt x="4746410" y="2768903"/>
                  </a:moveTo>
                  <a:lnTo>
                    <a:pt x="4769227" y="2813396"/>
                  </a:lnTo>
                  <a:lnTo>
                    <a:pt x="4769227" y="2840206"/>
                  </a:lnTo>
                  <a:lnTo>
                    <a:pt x="4776167" y="2840206"/>
                  </a:lnTo>
                  <a:lnTo>
                    <a:pt x="4782917" y="2840206"/>
                  </a:lnTo>
                  <a:lnTo>
                    <a:pt x="4782917" y="2813110"/>
                  </a:lnTo>
                  <a:lnTo>
                    <a:pt x="4804593" y="2768903"/>
                  </a:lnTo>
                  <a:lnTo>
                    <a:pt x="4796893" y="2768903"/>
                  </a:lnTo>
                  <a:lnTo>
                    <a:pt x="4789097" y="2768903"/>
                  </a:lnTo>
                  <a:lnTo>
                    <a:pt x="4776309" y="2799690"/>
                  </a:lnTo>
                  <a:lnTo>
                    <a:pt x="4762668" y="2768903"/>
                  </a:lnTo>
                  <a:lnTo>
                    <a:pt x="4754491" y="2768903"/>
                  </a:lnTo>
                  <a:close/>
                  <a:moveTo>
                    <a:pt x="4543245" y="2768903"/>
                  </a:moveTo>
                  <a:lnTo>
                    <a:pt x="4543245" y="2840110"/>
                  </a:lnTo>
                  <a:lnTo>
                    <a:pt x="4589449" y="2840110"/>
                  </a:lnTo>
                  <a:lnTo>
                    <a:pt x="4589449" y="2833836"/>
                  </a:lnTo>
                  <a:lnTo>
                    <a:pt x="4589449" y="2827466"/>
                  </a:lnTo>
                  <a:lnTo>
                    <a:pt x="4556935" y="2827466"/>
                  </a:lnTo>
                  <a:lnTo>
                    <a:pt x="4556935" y="2768903"/>
                  </a:lnTo>
                  <a:lnTo>
                    <a:pt x="4550090" y="2768903"/>
                  </a:lnTo>
                  <a:close/>
                  <a:moveTo>
                    <a:pt x="4398359" y="2768903"/>
                  </a:moveTo>
                  <a:lnTo>
                    <a:pt x="4398359" y="2840110"/>
                  </a:lnTo>
                  <a:lnTo>
                    <a:pt x="4404729" y="2840110"/>
                  </a:lnTo>
                  <a:lnTo>
                    <a:pt x="4411098" y="2840110"/>
                  </a:lnTo>
                  <a:lnTo>
                    <a:pt x="4411098" y="2788772"/>
                  </a:lnTo>
                  <a:lnTo>
                    <a:pt x="4438098" y="2840110"/>
                  </a:lnTo>
                  <a:lnTo>
                    <a:pt x="4444943" y="2840110"/>
                  </a:lnTo>
                  <a:lnTo>
                    <a:pt x="4451788" y="2840110"/>
                  </a:lnTo>
                  <a:lnTo>
                    <a:pt x="4451788" y="2768903"/>
                  </a:lnTo>
                  <a:lnTo>
                    <a:pt x="4445324" y="2768903"/>
                  </a:lnTo>
                  <a:lnTo>
                    <a:pt x="4438955" y="2768903"/>
                  </a:lnTo>
                  <a:lnTo>
                    <a:pt x="4438955" y="2818910"/>
                  </a:lnTo>
                  <a:lnTo>
                    <a:pt x="4412620" y="2768903"/>
                  </a:lnTo>
                  <a:lnTo>
                    <a:pt x="4405490" y="2768903"/>
                  </a:lnTo>
                  <a:close/>
                  <a:moveTo>
                    <a:pt x="4328956" y="2768903"/>
                  </a:moveTo>
                  <a:lnTo>
                    <a:pt x="4328956" y="2840110"/>
                  </a:lnTo>
                  <a:lnTo>
                    <a:pt x="4335801" y="2840110"/>
                  </a:lnTo>
                  <a:lnTo>
                    <a:pt x="4342552" y="2840110"/>
                  </a:lnTo>
                  <a:lnTo>
                    <a:pt x="4342552" y="2807882"/>
                  </a:lnTo>
                  <a:lnTo>
                    <a:pt x="4368220" y="2807882"/>
                  </a:lnTo>
                  <a:lnTo>
                    <a:pt x="4368220" y="2840110"/>
                  </a:lnTo>
                  <a:lnTo>
                    <a:pt x="4375065" y="2840110"/>
                  </a:lnTo>
                  <a:lnTo>
                    <a:pt x="4381910" y="2840110"/>
                  </a:lnTo>
                  <a:lnTo>
                    <a:pt x="4381910" y="2768903"/>
                  </a:lnTo>
                  <a:lnTo>
                    <a:pt x="4375065" y="2768903"/>
                  </a:lnTo>
                  <a:lnTo>
                    <a:pt x="4368220" y="2768903"/>
                  </a:lnTo>
                  <a:lnTo>
                    <a:pt x="4368220" y="2795617"/>
                  </a:lnTo>
                  <a:lnTo>
                    <a:pt x="4342552" y="2795617"/>
                  </a:lnTo>
                  <a:lnTo>
                    <a:pt x="4342552" y="2768903"/>
                  </a:lnTo>
                  <a:lnTo>
                    <a:pt x="4335707" y="2768903"/>
                  </a:lnTo>
                  <a:close/>
                  <a:moveTo>
                    <a:pt x="4195289" y="2768903"/>
                  </a:moveTo>
                  <a:lnTo>
                    <a:pt x="4195289" y="2840110"/>
                  </a:lnTo>
                  <a:lnTo>
                    <a:pt x="4245011" y="2840110"/>
                  </a:lnTo>
                  <a:lnTo>
                    <a:pt x="4245011" y="2833836"/>
                  </a:lnTo>
                  <a:lnTo>
                    <a:pt x="4245011" y="2827466"/>
                  </a:lnTo>
                  <a:lnTo>
                    <a:pt x="4208979" y="2827466"/>
                  </a:lnTo>
                  <a:lnTo>
                    <a:pt x="4208979" y="2808927"/>
                  </a:lnTo>
                  <a:lnTo>
                    <a:pt x="4241018" y="2808927"/>
                  </a:lnTo>
                  <a:lnTo>
                    <a:pt x="4241018" y="2802748"/>
                  </a:lnTo>
                  <a:lnTo>
                    <a:pt x="4241018" y="2796663"/>
                  </a:lnTo>
                  <a:lnTo>
                    <a:pt x="4208979" y="2796663"/>
                  </a:lnTo>
                  <a:lnTo>
                    <a:pt x="4208979" y="2781547"/>
                  </a:lnTo>
                  <a:lnTo>
                    <a:pt x="4243490" y="2781547"/>
                  </a:lnTo>
                  <a:lnTo>
                    <a:pt x="4243490" y="2775177"/>
                  </a:lnTo>
                  <a:lnTo>
                    <a:pt x="4243490" y="2768903"/>
                  </a:lnTo>
                  <a:close/>
                  <a:moveTo>
                    <a:pt x="4130165" y="2768903"/>
                  </a:moveTo>
                  <a:lnTo>
                    <a:pt x="4130165" y="2775273"/>
                  </a:lnTo>
                  <a:lnTo>
                    <a:pt x="4130165" y="2781547"/>
                  </a:lnTo>
                  <a:lnTo>
                    <a:pt x="4150035" y="2781547"/>
                  </a:lnTo>
                  <a:lnTo>
                    <a:pt x="4150035" y="2840110"/>
                  </a:lnTo>
                  <a:lnTo>
                    <a:pt x="4156880" y="2840110"/>
                  </a:lnTo>
                  <a:lnTo>
                    <a:pt x="4163630" y="2840110"/>
                  </a:lnTo>
                  <a:lnTo>
                    <a:pt x="4163630" y="2781547"/>
                  </a:lnTo>
                  <a:lnTo>
                    <a:pt x="4183499" y="2781547"/>
                  </a:lnTo>
                  <a:lnTo>
                    <a:pt x="4183499" y="2775177"/>
                  </a:lnTo>
                  <a:lnTo>
                    <a:pt x="4183499" y="2768903"/>
                  </a:lnTo>
                  <a:close/>
                  <a:moveTo>
                    <a:pt x="4047454" y="2768903"/>
                  </a:moveTo>
                  <a:lnTo>
                    <a:pt x="4047454" y="2840110"/>
                  </a:lnTo>
                  <a:lnTo>
                    <a:pt x="4054299" y="2840110"/>
                  </a:lnTo>
                  <a:lnTo>
                    <a:pt x="4061144" y="2840110"/>
                  </a:lnTo>
                  <a:lnTo>
                    <a:pt x="4061144" y="2809973"/>
                  </a:lnTo>
                  <a:lnTo>
                    <a:pt x="4089856" y="2809973"/>
                  </a:lnTo>
                  <a:lnTo>
                    <a:pt x="4089856" y="2803889"/>
                  </a:lnTo>
                  <a:lnTo>
                    <a:pt x="4089856" y="2797710"/>
                  </a:lnTo>
                  <a:lnTo>
                    <a:pt x="4061144" y="2797710"/>
                  </a:lnTo>
                  <a:lnTo>
                    <a:pt x="4061144" y="2781547"/>
                  </a:lnTo>
                  <a:lnTo>
                    <a:pt x="4094038" y="2781547"/>
                  </a:lnTo>
                  <a:lnTo>
                    <a:pt x="4094038" y="2775177"/>
                  </a:lnTo>
                  <a:lnTo>
                    <a:pt x="4094038" y="2768903"/>
                  </a:lnTo>
                  <a:close/>
                  <a:moveTo>
                    <a:pt x="3879181" y="2768903"/>
                  </a:moveTo>
                  <a:lnTo>
                    <a:pt x="3879181" y="2840110"/>
                  </a:lnTo>
                  <a:lnTo>
                    <a:pt x="3928998" y="2840110"/>
                  </a:lnTo>
                  <a:lnTo>
                    <a:pt x="3928998" y="2833836"/>
                  </a:lnTo>
                  <a:lnTo>
                    <a:pt x="3928998" y="2827466"/>
                  </a:lnTo>
                  <a:lnTo>
                    <a:pt x="3892871" y="2827466"/>
                  </a:lnTo>
                  <a:lnTo>
                    <a:pt x="3892871" y="2808927"/>
                  </a:lnTo>
                  <a:lnTo>
                    <a:pt x="3924910" y="2808927"/>
                  </a:lnTo>
                  <a:lnTo>
                    <a:pt x="3924910" y="2802748"/>
                  </a:lnTo>
                  <a:lnTo>
                    <a:pt x="3924910" y="2796663"/>
                  </a:lnTo>
                  <a:lnTo>
                    <a:pt x="3892871" y="2796663"/>
                  </a:lnTo>
                  <a:lnTo>
                    <a:pt x="3892871" y="2781547"/>
                  </a:lnTo>
                  <a:lnTo>
                    <a:pt x="3927477" y="2781547"/>
                  </a:lnTo>
                  <a:lnTo>
                    <a:pt x="3927477" y="2775177"/>
                  </a:lnTo>
                  <a:lnTo>
                    <a:pt x="3927477" y="2768903"/>
                  </a:lnTo>
                  <a:close/>
                  <a:moveTo>
                    <a:pt x="3814153" y="2768903"/>
                  </a:moveTo>
                  <a:lnTo>
                    <a:pt x="3814153" y="2775273"/>
                  </a:lnTo>
                  <a:lnTo>
                    <a:pt x="3814153" y="2781547"/>
                  </a:lnTo>
                  <a:lnTo>
                    <a:pt x="3833928" y="2781547"/>
                  </a:lnTo>
                  <a:lnTo>
                    <a:pt x="3833928" y="2840110"/>
                  </a:lnTo>
                  <a:lnTo>
                    <a:pt x="3840773" y="2840110"/>
                  </a:lnTo>
                  <a:lnTo>
                    <a:pt x="3847618" y="2840110"/>
                  </a:lnTo>
                  <a:lnTo>
                    <a:pt x="3847618" y="2781547"/>
                  </a:lnTo>
                  <a:lnTo>
                    <a:pt x="3867392" y="2781547"/>
                  </a:lnTo>
                  <a:lnTo>
                    <a:pt x="3867392" y="2775177"/>
                  </a:lnTo>
                  <a:lnTo>
                    <a:pt x="3867392" y="2768903"/>
                  </a:lnTo>
                  <a:close/>
                  <a:moveTo>
                    <a:pt x="3685142" y="2768903"/>
                  </a:moveTo>
                  <a:lnTo>
                    <a:pt x="3685142" y="2775273"/>
                  </a:lnTo>
                  <a:lnTo>
                    <a:pt x="3685142" y="2781547"/>
                  </a:lnTo>
                  <a:lnTo>
                    <a:pt x="3704917" y="2781547"/>
                  </a:lnTo>
                  <a:lnTo>
                    <a:pt x="3704917" y="2840110"/>
                  </a:lnTo>
                  <a:lnTo>
                    <a:pt x="3711762" y="2840110"/>
                  </a:lnTo>
                  <a:lnTo>
                    <a:pt x="3718607" y="2840110"/>
                  </a:lnTo>
                  <a:lnTo>
                    <a:pt x="3718607" y="2781547"/>
                  </a:lnTo>
                  <a:lnTo>
                    <a:pt x="3738381" y="2781547"/>
                  </a:lnTo>
                  <a:lnTo>
                    <a:pt x="3738381" y="2775177"/>
                  </a:lnTo>
                  <a:lnTo>
                    <a:pt x="3738381" y="2768903"/>
                  </a:lnTo>
                  <a:close/>
                  <a:moveTo>
                    <a:pt x="3660614" y="2768903"/>
                  </a:moveTo>
                  <a:lnTo>
                    <a:pt x="3660614" y="2840110"/>
                  </a:lnTo>
                  <a:lnTo>
                    <a:pt x="3667554" y="2840110"/>
                  </a:lnTo>
                  <a:lnTo>
                    <a:pt x="3674304" y="2840110"/>
                  </a:lnTo>
                  <a:lnTo>
                    <a:pt x="3674304" y="2768903"/>
                  </a:lnTo>
                  <a:lnTo>
                    <a:pt x="3667459" y="2768903"/>
                  </a:lnTo>
                  <a:close/>
                  <a:moveTo>
                    <a:pt x="3596727" y="2768903"/>
                  </a:moveTo>
                  <a:lnTo>
                    <a:pt x="3596727" y="2775273"/>
                  </a:lnTo>
                  <a:lnTo>
                    <a:pt x="3596727" y="2781547"/>
                  </a:lnTo>
                  <a:lnTo>
                    <a:pt x="3616502" y="2781547"/>
                  </a:lnTo>
                  <a:lnTo>
                    <a:pt x="3616502" y="2840110"/>
                  </a:lnTo>
                  <a:lnTo>
                    <a:pt x="3623347" y="2840110"/>
                  </a:lnTo>
                  <a:lnTo>
                    <a:pt x="3630192" y="2840110"/>
                  </a:lnTo>
                  <a:lnTo>
                    <a:pt x="3630192" y="2781547"/>
                  </a:lnTo>
                  <a:lnTo>
                    <a:pt x="3649966" y="2781547"/>
                  </a:lnTo>
                  <a:lnTo>
                    <a:pt x="3649966" y="2775177"/>
                  </a:lnTo>
                  <a:lnTo>
                    <a:pt x="3649966" y="2768903"/>
                  </a:lnTo>
                  <a:close/>
                  <a:moveTo>
                    <a:pt x="3467526" y="2768903"/>
                  </a:moveTo>
                  <a:lnTo>
                    <a:pt x="3467526" y="2840110"/>
                  </a:lnTo>
                  <a:lnTo>
                    <a:pt x="3473991" y="2840110"/>
                  </a:lnTo>
                  <a:lnTo>
                    <a:pt x="3480361" y="2840110"/>
                  </a:lnTo>
                  <a:lnTo>
                    <a:pt x="3480361" y="2788772"/>
                  </a:lnTo>
                  <a:lnTo>
                    <a:pt x="3507361" y="2840110"/>
                  </a:lnTo>
                  <a:lnTo>
                    <a:pt x="3514206" y="2840110"/>
                  </a:lnTo>
                  <a:lnTo>
                    <a:pt x="3521051" y="2840110"/>
                  </a:lnTo>
                  <a:lnTo>
                    <a:pt x="3521051" y="2768903"/>
                  </a:lnTo>
                  <a:lnTo>
                    <a:pt x="3514586" y="2768903"/>
                  </a:lnTo>
                  <a:lnTo>
                    <a:pt x="3508216" y="2768903"/>
                  </a:lnTo>
                  <a:lnTo>
                    <a:pt x="3508216" y="2818910"/>
                  </a:lnTo>
                  <a:lnTo>
                    <a:pt x="3481882" y="2768903"/>
                  </a:lnTo>
                  <a:lnTo>
                    <a:pt x="3474752" y="2768903"/>
                  </a:lnTo>
                  <a:close/>
                  <a:moveTo>
                    <a:pt x="3438150" y="2768903"/>
                  </a:moveTo>
                  <a:lnTo>
                    <a:pt x="3438150" y="2840110"/>
                  </a:lnTo>
                  <a:lnTo>
                    <a:pt x="3444995" y="2840110"/>
                  </a:lnTo>
                  <a:lnTo>
                    <a:pt x="3451840" y="2840110"/>
                  </a:lnTo>
                  <a:lnTo>
                    <a:pt x="3451840" y="2768903"/>
                  </a:lnTo>
                  <a:lnTo>
                    <a:pt x="3444900" y="2768903"/>
                  </a:lnTo>
                  <a:close/>
                  <a:moveTo>
                    <a:pt x="3265312" y="2768903"/>
                  </a:moveTo>
                  <a:lnTo>
                    <a:pt x="3265312" y="2840110"/>
                  </a:lnTo>
                  <a:lnTo>
                    <a:pt x="3271682" y="2840110"/>
                  </a:lnTo>
                  <a:lnTo>
                    <a:pt x="3278051" y="2840110"/>
                  </a:lnTo>
                  <a:lnTo>
                    <a:pt x="3278051" y="2788772"/>
                  </a:lnTo>
                  <a:lnTo>
                    <a:pt x="3305052" y="2840110"/>
                  </a:lnTo>
                  <a:lnTo>
                    <a:pt x="3311897" y="2840110"/>
                  </a:lnTo>
                  <a:lnTo>
                    <a:pt x="3318741" y="2840110"/>
                  </a:lnTo>
                  <a:lnTo>
                    <a:pt x="3318741" y="2768903"/>
                  </a:lnTo>
                  <a:lnTo>
                    <a:pt x="3312276" y="2768903"/>
                  </a:lnTo>
                  <a:lnTo>
                    <a:pt x="3305908" y="2768903"/>
                  </a:lnTo>
                  <a:lnTo>
                    <a:pt x="3305908" y="2818910"/>
                  </a:lnTo>
                  <a:lnTo>
                    <a:pt x="3279668" y="2768903"/>
                  </a:lnTo>
                  <a:lnTo>
                    <a:pt x="3272443" y="2768903"/>
                  </a:lnTo>
                  <a:close/>
                  <a:moveTo>
                    <a:pt x="3235841" y="2768903"/>
                  </a:moveTo>
                  <a:lnTo>
                    <a:pt x="3235841" y="2840110"/>
                  </a:lnTo>
                  <a:lnTo>
                    <a:pt x="3242686" y="2840110"/>
                  </a:lnTo>
                  <a:lnTo>
                    <a:pt x="3249531" y="2840110"/>
                  </a:lnTo>
                  <a:lnTo>
                    <a:pt x="3249531" y="2768903"/>
                  </a:lnTo>
                  <a:lnTo>
                    <a:pt x="3242686" y="2768903"/>
                  </a:lnTo>
                  <a:close/>
                  <a:moveTo>
                    <a:pt x="3152368" y="2768903"/>
                  </a:moveTo>
                  <a:lnTo>
                    <a:pt x="3152368" y="2840110"/>
                  </a:lnTo>
                  <a:lnTo>
                    <a:pt x="3159308" y="2840110"/>
                  </a:lnTo>
                  <a:lnTo>
                    <a:pt x="3166058" y="2840110"/>
                  </a:lnTo>
                  <a:lnTo>
                    <a:pt x="3166058" y="2768903"/>
                  </a:lnTo>
                  <a:lnTo>
                    <a:pt x="3159213" y="2768903"/>
                  </a:lnTo>
                  <a:close/>
                  <a:moveTo>
                    <a:pt x="3088956" y="2768903"/>
                  </a:moveTo>
                  <a:lnTo>
                    <a:pt x="3088956" y="2840110"/>
                  </a:lnTo>
                  <a:lnTo>
                    <a:pt x="3138678" y="2840110"/>
                  </a:lnTo>
                  <a:lnTo>
                    <a:pt x="3138678" y="2833836"/>
                  </a:lnTo>
                  <a:lnTo>
                    <a:pt x="3138678" y="2827466"/>
                  </a:lnTo>
                  <a:lnTo>
                    <a:pt x="3102646" y="2827466"/>
                  </a:lnTo>
                  <a:lnTo>
                    <a:pt x="3102646" y="2808927"/>
                  </a:lnTo>
                  <a:lnTo>
                    <a:pt x="3134685" y="2808927"/>
                  </a:lnTo>
                  <a:lnTo>
                    <a:pt x="3134685" y="2802748"/>
                  </a:lnTo>
                  <a:lnTo>
                    <a:pt x="3134685" y="2796663"/>
                  </a:lnTo>
                  <a:lnTo>
                    <a:pt x="3102646" y="2796663"/>
                  </a:lnTo>
                  <a:lnTo>
                    <a:pt x="3102646" y="2781547"/>
                  </a:lnTo>
                  <a:lnTo>
                    <a:pt x="3137157" y="2781547"/>
                  </a:lnTo>
                  <a:lnTo>
                    <a:pt x="3137157" y="2775177"/>
                  </a:lnTo>
                  <a:lnTo>
                    <a:pt x="3137157" y="2768903"/>
                  </a:lnTo>
                  <a:close/>
                  <a:moveTo>
                    <a:pt x="3205815" y="2768767"/>
                  </a:moveTo>
                  <a:lnTo>
                    <a:pt x="3205815" y="2820296"/>
                  </a:lnTo>
                  <a:cubicBezTo>
                    <a:pt x="3206003" y="2822895"/>
                    <a:pt x="3205372" y="2825489"/>
                    <a:pt x="3204008" y="2827711"/>
                  </a:cubicBezTo>
                  <a:cubicBezTo>
                    <a:pt x="3202554" y="2829358"/>
                    <a:pt x="3200397" y="2830207"/>
                    <a:pt x="3198209" y="2829992"/>
                  </a:cubicBezTo>
                  <a:cubicBezTo>
                    <a:pt x="3195725" y="2830186"/>
                    <a:pt x="3193340" y="2828975"/>
                    <a:pt x="3192030" y="2826855"/>
                  </a:cubicBezTo>
                  <a:cubicBezTo>
                    <a:pt x="3190540" y="2823921"/>
                    <a:pt x="3189915" y="2820624"/>
                    <a:pt x="3190223" y="2817348"/>
                  </a:cubicBezTo>
                  <a:lnTo>
                    <a:pt x="3190223" y="2813070"/>
                  </a:lnTo>
                  <a:lnTo>
                    <a:pt x="3177199" y="2813070"/>
                  </a:lnTo>
                  <a:lnTo>
                    <a:pt x="3177199" y="2816777"/>
                  </a:lnTo>
                  <a:cubicBezTo>
                    <a:pt x="3176428" y="2823496"/>
                    <a:pt x="3178154" y="2830263"/>
                    <a:pt x="3182047" y="2835791"/>
                  </a:cubicBezTo>
                  <a:cubicBezTo>
                    <a:pt x="3186246" y="2840216"/>
                    <a:pt x="3192227" y="2842490"/>
                    <a:pt x="3198304" y="2841972"/>
                  </a:cubicBezTo>
                  <a:cubicBezTo>
                    <a:pt x="3204117" y="2842382"/>
                    <a:pt x="3209836" y="2840349"/>
                    <a:pt x="3214086" y="2836362"/>
                  </a:cubicBezTo>
                  <a:cubicBezTo>
                    <a:pt x="3217962" y="2831835"/>
                    <a:pt x="3219877" y="2825951"/>
                    <a:pt x="3219410" y="2820010"/>
                  </a:cubicBezTo>
                  <a:lnTo>
                    <a:pt x="3219410" y="2768767"/>
                  </a:lnTo>
                  <a:close/>
                  <a:moveTo>
                    <a:pt x="3019002" y="2768767"/>
                  </a:moveTo>
                  <a:lnTo>
                    <a:pt x="3019287" y="2839975"/>
                  </a:lnTo>
                  <a:lnTo>
                    <a:pt x="3049044" y="2839975"/>
                  </a:lnTo>
                  <a:cubicBezTo>
                    <a:pt x="3055602" y="2840451"/>
                    <a:pt x="3062095" y="2838410"/>
                    <a:pt x="3067203" y="2834270"/>
                  </a:cubicBezTo>
                  <a:cubicBezTo>
                    <a:pt x="3071616" y="2829942"/>
                    <a:pt x="3073909" y="2823895"/>
                    <a:pt x="3073477" y="2817728"/>
                  </a:cubicBezTo>
                  <a:cubicBezTo>
                    <a:pt x="3073786" y="2812407"/>
                    <a:pt x="3071436" y="2807277"/>
                    <a:pt x="3067203" y="2804038"/>
                  </a:cubicBezTo>
                  <a:cubicBezTo>
                    <a:pt x="3065922" y="2803059"/>
                    <a:pt x="3064515" y="2802260"/>
                    <a:pt x="3063020" y="2801661"/>
                  </a:cubicBezTo>
                  <a:cubicBezTo>
                    <a:pt x="3063829" y="2801323"/>
                    <a:pt x="3064570" y="2800840"/>
                    <a:pt x="3065206" y="2800235"/>
                  </a:cubicBezTo>
                  <a:cubicBezTo>
                    <a:pt x="3069349" y="2797066"/>
                    <a:pt x="3071633" y="2792035"/>
                    <a:pt x="3071291" y="2786830"/>
                  </a:cubicBezTo>
                  <a:cubicBezTo>
                    <a:pt x="3071565" y="2781807"/>
                    <a:pt x="3069576" y="2776924"/>
                    <a:pt x="3065871" y="2773520"/>
                  </a:cubicBezTo>
                  <a:cubicBezTo>
                    <a:pt x="3061692" y="2770146"/>
                    <a:pt x="3056403" y="2768450"/>
                    <a:pt x="3051040" y="2768767"/>
                  </a:cubicBezTo>
                  <a:close/>
                  <a:moveTo>
                    <a:pt x="3749141" y="2768672"/>
                  </a:moveTo>
                  <a:lnTo>
                    <a:pt x="3749141" y="2813071"/>
                  </a:lnTo>
                  <a:cubicBezTo>
                    <a:pt x="3748601" y="2820885"/>
                    <a:pt x="3750933" y="2828627"/>
                    <a:pt x="3755700" y="2834842"/>
                  </a:cubicBezTo>
                  <a:cubicBezTo>
                    <a:pt x="3761065" y="2839896"/>
                    <a:pt x="3768315" y="2842452"/>
                    <a:pt x="3775664" y="2841878"/>
                  </a:cubicBezTo>
                  <a:cubicBezTo>
                    <a:pt x="3783060" y="2842550"/>
                    <a:pt x="3790401" y="2840103"/>
                    <a:pt x="3795914" y="2835127"/>
                  </a:cubicBezTo>
                  <a:cubicBezTo>
                    <a:pt x="3800622" y="2828787"/>
                    <a:pt x="3802822" y="2820933"/>
                    <a:pt x="3802094" y="2813071"/>
                  </a:cubicBezTo>
                  <a:lnTo>
                    <a:pt x="3802094" y="2768672"/>
                  </a:lnTo>
                  <a:lnTo>
                    <a:pt x="3788024" y="2768672"/>
                  </a:lnTo>
                  <a:lnTo>
                    <a:pt x="3788024" y="2813546"/>
                  </a:lnTo>
                  <a:cubicBezTo>
                    <a:pt x="3788424" y="2817697"/>
                    <a:pt x="3787384" y="2821860"/>
                    <a:pt x="3785077" y="2825335"/>
                  </a:cubicBezTo>
                  <a:cubicBezTo>
                    <a:pt x="3782584" y="2827857"/>
                    <a:pt x="3779103" y="2829145"/>
                    <a:pt x="3775570" y="2828852"/>
                  </a:cubicBezTo>
                  <a:cubicBezTo>
                    <a:pt x="3771985" y="2829114"/>
                    <a:pt x="3768479" y="2827711"/>
                    <a:pt x="3766063" y="2825049"/>
                  </a:cubicBezTo>
                  <a:cubicBezTo>
                    <a:pt x="3763697" y="2821700"/>
                    <a:pt x="3762556" y="2817638"/>
                    <a:pt x="3762831" y="2813546"/>
                  </a:cubicBezTo>
                  <a:lnTo>
                    <a:pt x="3762831" y="2768672"/>
                  </a:lnTo>
                  <a:close/>
                  <a:moveTo>
                    <a:pt x="4629154" y="2767102"/>
                  </a:moveTo>
                  <a:cubicBezTo>
                    <a:pt x="4621283" y="2767541"/>
                    <a:pt x="4613580" y="2770983"/>
                    <a:pt x="4607909" y="2777323"/>
                  </a:cubicBezTo>
                  <a:cubicBezTo>
                    <a:pt x="4601830" y="2785220"/>
                    <a:pt x="4598794" y="2795038"/>
                    <a:pt x="4599352" y="2804989"/>
                  </a:cubicBezTo>
                  <a:cubicBezTo>
                    <a:pt x="4598813" y="2814760"/>
                    <a:pt x="4601855" y="2824394"/>
                    <a:pt x="4607909" y="2832083"/>
                  </a:cubicBezTo>
                  <a:cubicBezTo>
                    <a:pt x="4608501" y="2832729"/>
                    <a:pt x="4609122" y="2833349"/>
                    <a:pt x="4609767" y="2833942"/>
                  </a:cubicBezTo>
                  <a:cubicBezTo>
                    <a:pt x="4622448" y="2845596"/>
                    <a:pt x="4642174" y="2844763"/>
                    <a:pt x="4653827" y="2832083"/>
                  </a:cubicBezTo>
                  <a:cubicBezTo>
                    <a:pt x="4659882" y="2824394"/>
                    <a:pt x="4662923" y="2814760"/>
                    <a:pt x="4662384" y="2804989"/>
                  </a:cubicBezTo>
                  <a:cubicBezTo>
                    <a:pt x="4662941" y="2795038"/>
                    <a:pt x="4659905" y="2785220"/>
                    <a:pt x="4653827" y="2777323"/>
                  </a:cubicBezTo>
                  <a:cubicBezTo>
                    <a:pt x="4653065" y="2776471"/>
                    <a:pt x="4652255" y="2775661"/>
                    <a:pt x="4651403" y="2774898"/>
                  </a:cubicBezTo>
                  <a:cubicBezTo>
                    <a:pt x="4645062" y="2769227"/>
                    <a:pt x="4637024" y="2766664"/>
                    <a:pt x="4629154" y="2767102"/>
                  </a:cubicBezTo>
                  <a:close/>
                  <a:moveTo>
                    <a:pt x="4495087" y="2767095"/>
                  </a:moveTo>
                  <a:cubicBezTo>
                    <a:pt x="4487191" y="2767527"/>
                    <a:pt x="4479460" y="2770970"/>
                    <a:pt x="4473765" y="2777323"/>
                  </a:cubicBezTo>
                  <a:cubicBezTo>
                    <a:pt x="4467759" y="2785253"/>
                    <a:pt x="4464761" y="2795056"/>
                    <a:pt x="4465304" y="2804989"/>
                  </a:cubicBezTo>
                  <a:cubicBezTo>
                    <a:pt x="4464780" y="2814743"/>
                    <a:pt x="4467784" y="2824361"/>
                    <a:pt x="4473765" y="2832084"/>
                  </a:cubicBezTo>
                  <a:lnTo>
                    <a:pt x="4473766" y="2832084"/>
                  </a:lnTo>
                  <a:cubicBezTo>
                    <a:pt x="4474347" y="2832714"/>
                    <a:pt x="4474953" y="2833321"/>
                    <a:pt x="4475583" y="2833901"/>
                  </a:cubicBezTo>
                  <a:cubicBezTo>
                    <a:pt x="4488289" y="2845604"/>
                    <a:pt x="4508077" y="2844790"/>
                    <a:pt x="4519779" y="2832084"/>
                  </a:cubicBezTo>
                  <a:cubicBezTo>
                    <a:pt x="4525800" y="2824381"/>
                    <a:pt x="4528808" y="2814749"/>
                    <a:pt x="4528241" y="2804989"/>
                  </a:cubicBezTo>
                  <a:cubicBezTo>
                    <a:pt x="4528835" y="2795050"/>
                    <a:pt x="4525831" y="2785230"/>
                    <a:pt x="4519779" y="2777323"/>
                  </a:cubicBezTo>
                  <a:cubicBezTo>
                    <a:pt x="4519028" y="2776487"/>
                    <a:pt x="4518234" y="2775691"/>
                    <a:pt x="4517397" y="2774940"/>
                  </a:cubicBezTo>
                  <a:cubicBezTo>
                    <a:pt x="4511043" y="2769245"/>
                    <a:pt x="4502983" y="2766664"/>
                    <a:pt x="4495087" y="2767095"/>
                  </a:cubicBezTo>
                  <a:close/>
                  <a:moveTo>
                    <a:pt x="3999296" y="2767095"/>
                  </a:moveTo>
                  <a:cubicBezTo>
                    <a:pt x="3991400" y="2767527"/>
                    <a:pt x="3983669" y="2770970"/>
                    <a:pt x="3977974" y="2777323"/>
                  </a:cubicBezTo>
                  <a:cubicBezTo>
                    <a:pt x="3971968" y="2785253"/>
                    <a:pt x="3968970" y="2795056"/>
                    <a:pt x="3969513" y="2804989"/>
                  </a:cubicBezTo>
                  <a:cubicBezTo>
                    <a:pt x="3968989" y="2814743"/>
                    <a:pt x="3971993" y="2824361"/>
                    <a:pt x="3977974" y="2832084"/>
                  </a:cubicBezTo>
                  <a:lnTo>
                    <a:pt x="3977975" y="2832084"/>
                  </a:lnTo>
                  <a:cubicBezTo>
                    <a:pt x="3978556" y="2832714"/>
                    <a:pt x="3979162" y="2833321"/>
                    <a:pt x="3979792" y="2833901"/>
                  </a:cubicBezTo>
                  <a:cubicBezTo>
                    <a:pt x="3992498" y="2845604"/>
                    <a:pt x="4012286" y="2844790"/>
                    <a:pt x="4023988" y="2832084"/>
                  </a:cubicBezTo>
                  <a:cubicBezTo>
                    <a:pt x="4030009" y="2824381"/>
                    <a:pt x="4033017" y="2814749"/>
                    <a:pt x="4032450" y="2804989"/>
                  </a:cubicBezTo>
                  <a:cubicBezTo>
                    <a:pt x="4033044" y="2795050"/>
                    <a:pt x="4030040" y="2785230"/>
                    <a:pt x="4023988" y="2777323"/>
                  </a:cubicBezTo>
                  <a:cubicBezTo>
                    <a:pt x="4023237" y="2776487"/>
                    <a:pt x="4022443" y="2775691"/>
                    <a:pt x="4021606" y="2774940"/>
                  </a:cubicBezTo>
                  <a:cubicBezTo>
                    <a:pt x="4015252" y="2769245"/>
                    <a:pt x="4007192" y="2766664"/>
                    <a:pt x="3999296" y="2767095"/>
                  </a:cubicBezTo>
                  <a:close/>
                  <a:moveTo>
                    <a:pt x="4706117" y="2767055"/>
                  </a:moveTo>
                  <a:cubicBezTo>
                    <a:pt x="4697070" y="2766673"/>
                    <a:pt x="4688346" y="2770456"/>
                    <a:pt x="4682445" y="2777323"/>
                  </a:cubicBezTo>
                  <a:cubicBezTo>
                    <a:pt x="4670874" y="2793743"/>
                    <a:pt x="4670874" y="2815663"/>
                    <a:pt x="4682445" y="2832083"/>
                  </a:cubicBezTo>
                  <a:cubicBezTo>
                    <a:pt x="4688211" y="2838555"/>
                    <a:pt x="4696606" y="2842054"/>
                    <a:pt x="4705262" y="2841590"/>
                  </a:cubicBezTo>
                  <a:lnTo>
                    <a:pt x="4705262" y="2842161"/>
                  </a:lnTo>
                  <a:cubicBezTo>
                    <a:pt x="4712937" y="2842407"/>
                    <a:pt x="4720170" y="2838574"/>
                    <a:pt x="4724276" y="2832083"/>
                  </a:cubicBezTo>
                  <a:lnTo>
                    <a:pt x="4724466" y="2830373"/>
                  </a:lnTo>
                  <a:lnTo>
                    <a:pt x="4725797" y="2839880"/>
                  </a:lnTo>
                  <a:lnTo>
                    <a:pt x="4735304" y="2839880"/>
                  </a:lnTo>
                  <a:lnTo>
                    <a:pt x="4735304" y="2801852"/>
                  </a:lnTo>
                  <a:lnTo>
                    <a:pt x="4707829" y="2801852"/>
                  </a:lnTo>
                  <a:lnTo>
                    <a:pt x="4707829" y="2814115"/>
                  </a:lnTo>
                  <a:lnTo>
                    <a:pt x="4723230" y="2814115"/>
                  </a:lnTo>
                  <a:cubicBezTo>
                    <a:pt x="4722594" y="2817235"/>
                    <a:pt x="4721367" y="2820203"/>
                    <a:pt x="4719618" y="2822862"/>
                  </a:cubicBezTo>
                  <a:cubicBezTo>
                    <a:pt x="4717005" y="2827153"/>
                    <a:pt x="4712278" y="2829698"/>
                    <a:pt x="4707259" y="2829516"/>
                  </a:cubicBezTo>
                  <a:cubicBezTo>
                    <a:pt x="4701780" y="2829830"/>
                    <a:pt x="4696494" y="2827452"/>
                    <a:pt x="4693093" y="2823146"/>
                  </a:cubicBezTo>
                  <a:cubicBezTo>
                    <a:pt x="4686509" y="2811665"/>
                    <a:pt x="4686509" y="2797552"/>
                    <a:pt x="4693093" y="2786069"/>
                  </a:cubicBezTo>
                  <a:cubicBezTo>
                    <a:pt x="4696339" y="2781647"/>
                    <a:pt x="4701587" y="2779147"/>
                    <a:pt x="4707068" y="2779415"/>
                  </a:cubicBezTo>
                  <a:cubicBezTo>
                    <a:pt x="4710560" y="2779392"/>
                    <a:pt x="4713939" y="2780643"/>
                    <a:pt x="4716575" y="2782932"/>
                  </a:cubicBezTo>
                  <a:cubicBezTo>
                    <a:pt x="4719203" y="2784873"/>
                    <a:pt x="4720949" y="2787781"/>
                    <a:pt x="4721424" y="2791013"/>
                  </a:cubicBezTo>
                  <a:lnTo>
                    <a:pt x="4734829" y="2791013"/>
                  </a:lnTo>
                  <a:cubicBezTo>
                    <a:pt x="4734242" y="2784219"/>
                    <a:pt x="4730996" y="2777932"/>
                    <a:pt x="4725797" y="2773520"/>
                  </a:cubicBezTo>
                  <a:cubicBezTo>
                    <a:pt x="4720247" y="2769032"/>
                    <a:pt x="4713247" y="2766732"/>
                    <a:pt x="4706117" y="2767055"/>
                  </a:cubicBezTo>
                  <a:close/>
                  <a:moveTo>
                    <a:pt x="4287523" y="2766866"/>
                  </a:moveTo>
                  <a:cubicBezTo>
                    <a:pt x="4278975" y="2766547"/>
                    <a:pt x="4270798" y="2770370"/>
                    <a:pt x="4265561" y="2777134"/>
                  </a:cubicBezTo>
                  <a:cubicBezTo>
                    <a:pt x="4259730" y="2785138"/>
                    <a:pt x="4256842" y="2794910"/>
                    <a:pt x="4257386" y="2804799"/>
                  </a:cubicBezTo>
                  <a:cubicBezTo>
                    <a:pt x="4256864" y="2814508"/>
                    <a:pt x="4259757" y="2824094"/>
                    <a:pt x="4265561" y="2831894"/>
                  </a:cubicBezTo>
                  <a:cubicBezTo>
                    <a:pt x="4270848" y="2838574"/>
                    <a:pt x="4279012" y="2842320"/>
                    <a:pt x="4287523" y="2841971"/>
                  </a:cubicBezTo>
                  <a:cubicBezTo>
                    <a:pt x="4294574" y="2842108"/>
                    <a:pt x="4301399" y="2839481"/>
                    <a:pt x="4306537" y="2834651"/>
                  </a:cubicBezTo>
                  <a:cubicBezTo>
                    <a:pt x="4311818" y="2829441"/>
                    <a:pt x="4314999" y="2822470"/>
                    <a:pt x="4315474" y="2815066"/>
                  </a:cubicBezTo>
                  <a:lnTo>
                    <a:pt x="4302829" y="2814686"/>
                  </a:lnTo>
                  <a:cubicBezTo>
                    <a:pt x="4302571" y="2818513"/>
                    <a:pt x="4300952" y="2822121"/>
                    <a:pt x="4298266" y="2824859"/>
                  </a:cubicBezTo>
                  <a:cubicBezTo>
                    <a:pt x="4297752" y="2825324"/>
                    <a:pt x="4297206" y="2825752"/>
                    <a:pt x="4296631" y="2826140"/>
                  </a:cubicBezTo>
                  <a:cubicBezTo>
                    <a:pt x="4289929" y="2830664"/>
                    <a:pt x="4280829" y="2828899"/>
                    <a:pt x="4276305" y="2822197"/>
                  </a:cubicBezTo>
                  <a:cubicBezTo>
                    <a:pt x="4273164" y="2816785"/>
                    <a:pt x="4271677" y="2810571"/>
                    <a:pt x="4272026" y="2804324"/>
                  </a:cubicBezTo>
                  <a:cubicBezTo>
                    <a:pt x="4271672" y="2797925"/>
                    <a:pt x="4273156" y="2791558"/>
                    <a:pt x="4276305" y="2785975"/>
                  </a:cubicBezTo>
                  <a:cubicBezTo>
                    <a:pt x="4278806" y="2781759"/>
                    <a:pt x="4283383" y="2779217"/>
                    <a:pt x="4288283" y="2779320"/>
                  </a:cubicBezTo>
                  <a:cubicBezTo>
                    <a:pt x="4291759" y="2779297"/>
                    <a:pt x="4295128" y="2780510"/>
                    <a:pt x="4297790" y="2782742"/>
                  </a:cubicBezTo>
                  <a:cubicBezTo>
                    <a:pt x="4300486" y="2785200"/>
                    <a:pt x="4302123" y="2788609"/>
                    <a:pt x="4302354" y="2792249"/>
                  </a:cubicBezTo>
                  <a:lnTo>
                    <a:pt x="4316044" y="2792249"/>
                  </a:lnTo>
                  <a:cubicBezTo>
                    <a:pt x="4315326" y="2785092"/>
                    <a:pt x="4311931" y="2778470"/>
                    <a:pt x="4306537" y="2773711"/>
                  </a:cubicBezTo>
                  <a:cubicBezTo>
                    <a:pt x="4301279" y="2769130"/>
                    <a:pt x="4294495" y="2766687"/>
                    <a:pt x="4287523" y="2766866"/>
                  </a:cubicBezTo>
                  <a:close/>
                  <a:moveTo>
                    <a:pt x="3561280" y="2766865"/>
                  </a:moveTo>
                  <a:cubicBezTo>
                    <a:pt x="3554398" y="2766390"/>
                    <a:pt x="3547594" y="2768567"/>
                    <a:pt x="3542266" y="2772950"/>
                  </a:cubicBezTo>
                  <a:cubicBezTo>
                    <a:pt x="3537566" y="2777088"/>
                    <a:pt x="3535011" y="2783144"/>
                    <a:pt x="3535327" y="2789398"/>
                  </a:cubicBezTo>
                  <a:cubicBezTo>
                    <a:pt x="3534930" y="2794485"/>
                    <a:pt x="3536852" y="2799481"/>
                    <a:pt x="3540556" y="2802992"/>
                  </a:cubicBezTo>
                  <a:cubicBezTo>
                    <a:pt x="3546859" y="2807121"/>
                    <a:pt x="3553946" y="2809905"/>
                    <a:pt x="3561375" y="2811169"/>
                  </a:cubicBezTo>
                  <a:cubicBezTo>
                    <a:pt x="3565274" y="2811841"/>
                    <a:pt x="3569032" y="2813159"/>
                    <a:pt x="3572499" y="2815066"/>
                  </a:cubicBezTo>
                  <a:cubicBezTo>
                    <a:pt x="3574318" y="2816503"/>
                    <a:pt x="3575314" y="2818742"/>
                    <a:pt x="3575161" y="2821056"/>
                  </a:cubicBezTo>
                  <a:cubicBezTo>
                    <a:pt x="3575162" y="2823692"/>
                    <a:pt x="3573745" y="2826124"/>
                    <a:pt x="3571453" y="2827426"/>
                  </a:cubicBezTo>
                  <a:cubicBezTo>
                    <a:pt x="3568303" y="2829108"/>
                    <a:pt x="3564752" y="2829897"/>
                    <a:pt x="3561185" y="2829708"/>
                  </a:cubicBezTo>
                  <a:cubicBezTo>
                    <a:pt x="3557762" y="2829806"/>
                    <a:pt x="3554408" y="2828733"/>
                    <a:pt x="3551679" y="2826665"/>
                  </a:cubicBezTo>
                  <a:cubicBezTo>
                    <a:pt x="3549194" y="2824445"/>
                    <a:pt x="3547806" y="2821250"/>
                    <a:pt x="3547876" y="2817919"/>
                  </a:cubicBezTo>
                  <a:lnTo>
                    <a:pt x="3534661" y="2817918"/>
                  </a:lnTo>
                  <a:cubicBezTo>
                    <a:pt x="3534607" y="2824626"/>
                    <a:pt x="3537325" y="2831059"/>
                    <a:pt x="3542172" y="2835696"/>
                  </a:cubicBezTo>
                  <a:cubicBezTo>
                    <a:pt x="3547516" y="2840064"/>
                    <a:pt x="3554290" y="2842300"/>
                    <a:pt x="3561185" y="2841971"/>
                  </a:cubicBezTo>
                  <a:cubicBezTo>
                    <a:pt x="3568229" y="2842340"/>
                    <a:pt x="3575183" y="2840257"/>
                    <a:pt x="3580864" y="2836077"/>
                  </a:cubicBezTo>
                  <a:cubicBezTo>
                    <a:pt x="3585730" y="2832247"/>
                    <a:pt x="3588425" y="2826288"/>
                    <a:pt x="3588090" y="2820105"/>
                  </a:cubicBezTo>
                  <a:cubicBezTo>
                    <a:pt x="3588585" y="2814837"/>
                    <a:pt x="3586862" y="2809600"/>
                    <a:pt x="3583336" y="2805654"/>
                  </a:cubicBezTo>
                  <a:cubicBezTo>
                    <a:pt x="3577698" y="2801546"/>
                    <a:pt x="3571193" y="2798781"/>
                    <a:pt x="3564322" y="2797573"/>
                  </a:cubicBezTo>
                  <a:cubicBezTo>
                    <a:pt x="3559862" y="2796746"/>
                    <a:pt x="3555519" y="2795372"/>
                    <a:pt x="3551393" y="2793485"/>
                  </a:cubicBezTo>
                  <a:cubicBezTo>
                    <a:pt x="3549524" y="2792548"/>
                    <a:pt x="3548346" y="2790633"/>
                    <a:pt x="3548351" y="2788541"/>
                  </a:cubicBezTo>
                  <a:cubicBezTo>
                    <a:pt x="3548191" y="2785894"/>
                    <a:pt x="3549282" y="2783325"/>
                    <a:pt x="3551298" y="2781601"/>
                  </a:cubicBezTo>
                  <a:cubicBezTo>
                    <a:pt x="3553594" y="2779807"/>
                    <a:pt x="3556472" y="2778926"/>
                    <a:pt x="3559379" y="2779130"/>
                  </a:cubicBezTo>
                  <a:cubicBezTo>
                    <a:pt x="3562791" y="2779003"/>
                    <a:pt x="3566144" y="2780042"/>
                    <a:pt x="3568886" y="2782077"/>
                  </a:cubicBezTo>
                  <a:cubicBezTo>
                    <a:pt x="3571373" y="2784037"/>
                    <a:pt x="3572868" y="2786993"/>
                    <a:pt x="3572974" y="2790158"/>
                  </a:cubicBezTo>
                  <a:lnTo>
                    <a:pt x="3586854" y="2790158"/>
                  </a:lnTo>
                  <a:cubicBezTo>
                    <a:pt x="3586678" y="2783700"/>
                    <a:pt x="3583942" y="2777579"/>
                    <a:pt x="3579249" y="2773140"/>
                  </a:cubicBezTo>
                  <a:cubicBezTo>
                    <a:pt x="3574284" y="2768824"/>
                    <a:pt x="3567853" y="2766578"/>
                    <a:pt x="3561280" y="2766865"/>
                  </a:cubicBezTo>
                  <a:close/>
                  <a:moveTo>
                    <a:pt x="3361528" y="2766605"/>
                  </a:moveTo>
                  <a:cubicBezTo>
                    <a:pt x="3353794" y="2767285"/>
                    <a:pt x="3346302" y="2770714"/>
                    <a:pt x="3340624" y="2776754"/>
                  </a:cubicBezTo>
                  <a:cubicBezTo>
                    <a:pt x="3329221" y="2793227"/>
                    <a:pt x="3329221" y="2815042"/>
                    <a:pt x="3340624" y="2831514"/>
                  </a:cubicBezTo>
                  <a:lnTo>
                    <a:pt x="3362789" y="2841344"/>
                  </a:lnTo>
                  <a:lnTo>
                    <a:pt x="3362681" y="2841402"/>
                  </a:lnTo>
                  <a:lnTo>
                    <a:pt x="3363346" y="2841591"/>
                  </a:lnTo>
                  <a:lnTo>
                    <a:pt x="3362789" y="2841344"/>
                  </a:lnTo>
                  <a:lnTo>
                    <a:pt x="3381695" y="2831324"/>
                  </a:lnTo>
                  <a:lnTo>
                    <a:pt x="3382454" y="2830183"/>
                  </a:lnTo>
                  <a:lnTo>
                    <a:pt x="3383786" y="2839690"/>
                  </a:lnTo>
                  <a:lnTo>
                    <a:pt x="3393293" y="2839690"/>
                  </a:lnTo>
                  <a:lnTo>
                    <a:pt x="3393293" y="2801662"/>
                  </a:lnTo>
                  <a:lnTo>
                    <a:pt x="3365533" y="2801662"/>
                  </a:lnTo>
                  <a:lnTo>
                    <a:pt x="3365533" y="2813927"/>
                  </a:lnTo>
                  <a:lnTo>
                    <a:pt x="3380933" y="2813927"/>
                  </a:lnTo>
                  <a:cubicBezTo>
                    <a:pt x="3380256" y="2817033"/>
                    <a:pt x="3379033" y="2819994"/>
                    <a:pt x="3377321" y="2822673"/>
                  </a:cubicBezTo>
                  <a:cubicBezTo>
                    <a:pt x="3374681" y="2826934"/>
                    <a:pt x="3369973" y="2829469"/>
                    <a:pt x="3364962" y="2829328"/>
                  </a:cubicBezTo>
                  <a:cubicBezTo>
                    <a:pt x="3359487" y="2829625"/>
                    <a:pt x="3354208" y="2827251"/>
                    <a:pt x="3350796" y="2822958"/>
                  </a:cubicBezTo>
                  <a:cubicBezTo>
                    <a:pt x="3347207" y="2817506"/>
                    <a:pt x="3345504" y="2811027"/>
                    <a:pt x="3345948" y="2804514"/>
                  </a:cubicBezTo>
                  <a:cubicBezTo>
                    <a:pt x="3345504" y="2797796"/>
                    <a:pt x="3347274" y="2791117"/>
                    <a:pt x="3350987" y="2785500"/>
                  </a:cubicBezTo>
                  <a:cubicBezTo>
                    <a:pt x="3354267" y="2781118"/>
                    <a:pt x="3359493" y="2778629"/>
                    <a:pt x="3364962" y="2778845"/>
                  </a:cubicBezTo>
                  <a:cubicBezTo>
                    <a:pt x="3368453" y="2778823"/>
                    <a:pt x="3371834" y="2780074"/>
                    <a:pt x="3374469" y="2782363"/>
                  </a:cubicBezTo>
                  <a:cubicBezTo>
                    <a:pt x="3377112" y="2784276"/>
                    <a:pt x="3378834" y="2787205"/>
                    <a:pt x="3379223" y="2790444"/>
                  </a:cubicBezTo>
                  <a:lnTo>
                    <a:pt x="3392913" y="2790444"/>
                  </a:lnTo>
                  <a:cubicBezTo>
                    <a:pt x="3392367" y="2783639"/>
                    <a:pt x="3389114" y="2777337"/>
                    <a:pt x="3383881" y="2772951"/>
                  </a:cubicBezTo>
                  <a:cubicBezTo>
                    <a:pt x="3377236" y="2767995"/>
                    <a:pt x="3369261" y="2765925"/>
                    <a:pt x="3361528" y="2766605"/>
                  </a:cubicBezTo>
                  <a:close/>
                  <a:moveTo>
                    <a:pt x="2419021" y="2750289"/>
                  </a:moveTo>
                  <a:cubicBezTo>
                    <a:pt x="2419021" y="2750289"/>
                    <a:pt x="2432892" y="2772582"/>
                    <a:pt x="2448774" y="2783479"/>
                  </a:cubicBezTo>
                  <a:cubicBezTo>
                    <a:pt x="2509844" y="2801141"/>
                    <a:pt x="2572522" y="2812653"/>
                    <a:pt x="2635882" y="2817842"/>
                  </a:cubicBezTo>
                  <a:lnTo>
                    <a:pt x="2623856" y="2865948"/>
                  </a:lnTo>
                  <a:lnTo>
                    <a:pt x="2665762" y="2875001"/>
                  </a:lnTo>
                  <a:lnTo>
                    <a:pt x="2707667" y="2865948"/>
                  </a:lnTo>
                  <a:lnTo>
                    <a:pt x="2695640" y="2817842"/>
                  </a:lnTo>
                  <a:cubicBezTo>
                    <a:pt x="2759127" y="2812678"/>
                    <a:pt x="2821936" y="2801167"/>
                    <a:pt x="2883126" y="2783479"/>
                  </a:cubicBezTo>
                  <a:cubicBezTo>
                    <a:pt x="2899008" y="2772582"/>
                    <a:pt x="2912879" y="2750289"/>
                    <a:pt x="2912879" y="2750289"/>
                  </a:cubicBezTo>
                  <a:cubicBezTo>
                    <a:pt x="2897356" y="2754090"/>
                    <a:pt x="2881546" y="2756596"/>
                    <a:pt x="2865609" y="2757790"/>
                  </a:cubicBezTo>
                  <a:lnTo>
                    <a:pt x="2865442" y="2757832"/>
                  </a:lnTo>
                  <a:cubicBezTo>
                    <a:pt x="2834809" y="2759048"/>
                    <a:pt x="2791521" y="2756449"/>
                    <a:pt x="2751877" y="2756910"/>
                  </a:cubicBezTo>
                  <a:cubicBezTo>
                    <a:pt x="2745508" y="2758084"/>
                    <a:pt x="2739809" y="2759048"/>
                    <a:pt x="2735367" y="2759592"/>
                  </a:cubicBezTo>
                  <a:cubicBezTo>
                    <a:pt x="2724722" y="2760975"/>
                    <a:pt x="2706997" y="2762860"/>
                    <a:pt x="2699202" y="2763782"/>
                  </a:cubicBezTo>
                  <a:lnTo>
                    <a:pt x="2710307" y="2808622"/>
                  </a:lnTo>
                  <a:lnTo>
                    <a:pt x="2665887" y="2816165"/>
                  </a:lnTo>
                  <a:lnTo>
                    <a:pt x="2621426" y="2808622"/>
                  </a:lnTo>
                  <a:lnTo>
                    <a:pt x="2632530" y="2763740"/>
                  </a:lnTo>
                  <a:cubicBezTo>
                    <a:pt x="2624736" y="2762903"/>
                    <a:pt x="2607010" y="2761017"/>
                    <a:pt x="2596366" y="2759550"/>
                  </a:cubicBezTo>
                  <a:cubicBezTo>
                    <a:pt x="2591924" y="2759006"/>
                    <a:pt x="2586225" y="2758042"/>
                    <a:pt x="2579896" y="2756868"/>
                  </a:cubicBezTo>
                  <a:cubicBezTo>
                    <a:pt x="2540254" y="2756407"/>
                    <a:pt x="2496924" y="2759006"/>
                    <a:pt x="2466333" y="2757790"/>
                  </a:cubicBezTo>
                  <a:cubicBezTo>
                    <a:pt x="2450384" y="2756601"/>
                    <a:pt x="2434556" y="2754090"/>
                    <a:pt x="2419021" y="2750289"/>
                  </a:cubicBezTo>
                  <a:close/>
                  <a:moveTo>
                    <a:pt x="2446218" y="2691664"/>
                  </a:moveTo>
                  <a:cubicBezTo>
                    <a:pt x="2453326" y="2701118"/>
                    <a:pt x="2461799" y="2709466"/>
                    <a:pt x="2471362" y="2716430"/>
                  </a:cubicBezTo>
                  <a:cubicBezTo>
                    <a:pt x="2483042" y="2723085"/>
                    <a:pt x="2495281" y="2728692"/>
                    <a:pt x="2507945" y="2733193"/>
                  </a:cubicBezTo>
                  <a:cubicBezTo>
                    <a:pt x="2537154" y="2741641"/>
                    <a:pt x="2566869" y="2748233"/>
                    <a:pt x="2596911" y="2752930"/>
                  </a:cubicBezTo>
                  <a:cubicBezTo>
                    <a:pt x="2610656" y="2754689"/>
                    <a:pt x="2636511" y="2757371"/>
                    <a:pt x="2636764" y="2757413"/>
                  </a:cubicBezTo>
                  <a:lnTo>
                    <a:pt x="2640661" y="2757791"/>
                  </a:lnTo>
                  <a:lnTo>
                    <a:pt x="2629430" y="2803175"/>
                  </a:lnTo>
                  <a:lnTo>
                    <a:pt x="2665552" y="2809293"/>
                  </a:lnTo>
                  <a:lnTo>
                    <a:pt x="2701632" y="2803175"/>
                  </a:lnTo>
                  <a:lnTo>
                    <a:pt x="2690444" y="2757791"/>
                  </a:lnTo>
                  <a:lnTo>
                    <a:pt x="2694299" y="2757413"/>
                  </a:lnTo>
                  <a:cubicBezTo>
                    <a:pt x="2694551" y="2757413"/>
                    <a:pt x="2720406" y="2754689"/>
                    <a:pt x="2734152" y="2752930"/>
                  </a:cubicBezTo>
                  <a:cubicBezTo>
                    <a:pt x="2764307" y="2748253"/>
                    <a:pt x="2794135" y="2741662"/>
                    <a:pt x="2823452" y="2733193"/>
                  </a:cubicBezTo>
                  <a:cubicBezTo>
                    <a:pt x="2836116" y="2728692"/>
                    <a:pt x="2848357" y="2723085"/>
                    <a:pt x="2860036" y="2716430"/>
                  </a:cubicBezTo>
                  <a:cubicBezTo>
                    <a:pt x="2869599" y="2709466"/>
                    <a:pt x="2878072" y="2701118"/>
                    <a:pt x="2885179" y="2691664"/>
                  </a:cubicBezTo>
                  <a:cubicBezTo>
                    <a:pt x="2876522" y="2693277"/>
                    <a:pt x="2867751" y="2694229"/>
                    <a:pt x="2858946" y="2694514"/>
                  </a:cubicBezTo>
                  <a:lnTo>
                    <a:pt x="2858946" y="2694556"/>
                  </a:lnTo>
                  <a:cubicBezTo>
                    <a:pt x="2852744" y="2694556"/>
                    <a:pt x="2845033" y="2694556"/>
                    <a:pt x="2836191" y="2694556"/>
                  </a:cubicBezTo>
                  <a:cubicBezTo>
                    <a:pt x="2828355" y="2694556"/>
                    <a:pt x="2819429" y="2694304"/>
                    <a:pt x="2810127" y="2694304"/>
                  </a:cubicBezTo>
                  <a:cubicBezTo>
                    <a:pt x="2799273" y="2694304"/>
                    <a:pt x="2785570" y="2694304"/>
                    <a:pt x="2770777" y="2695309"/>
                  </a:cubicBezTo>
                  <a:cubicBezTo>
                    <a:pt x="2756760" y="2699442"/>
                    <a:pt x="2742499" y="2702706"/>
                    <a:pt x="2728075" y="2705074"/>
                  </a:cubicBezTo>
                  <a:cubicBezTo>
                    <a:pt x="2718122" y="2706487"/>
                    <a:pt x="2708083" y="2707173"/>
                    <a:pt x="2698029" y="2707127"/>
                  </a:cubicBezTo>
                  <a:lnTo>
                    <a:pt x="2708170" y="2750248"/>
                  </a:lnTo>
                  <a:lnTo>
                    <a:pt x="2665971" y="2755276"/>
                  </a:lnTo>
                  <a:lnTo>
                    <a:pt x="2665427" y="2755276"/>
                  </a:lnTo>
                  <a:lnTo>
                    <a:pt x="2664965" y="2755276"/>
                  </a:lnTo>
                  <a:lnTo>
                    <a:pt x="2623060" y="2750331"/>
                  </a:lnTo>
                  <a:lnTo>
                    <a:pt x="2633201" y="2707210"/>
                  </a:lnTo>
                  <a:cubicBezTo>
                    <a:pt x="2623148" y="2707257"/>
                    <a:pt x="2613108" y="2706570"/>
                    <a:pt x="2603154" y="2705157"/>
                  </a:cubicBezTo>
                  <a:cubicBezTo>
                    <a:pt x="2588785" y="2702740"/>
                    <a:pt x="2574583" y="2699438"/>
                    <a:pt x="2560620" y="2695268"/>
                  </a:cubicBezTo>
                  <a:cubicBezTo>
                    <a:pt x="2545828" y="2694387"/>
                    <a:pt x="2532124" y="2694262"/>
                    <a:pt x="2521271" y="2694262"/>
                  </a:cubicBezTo>
                  <a:cubicBezTo>
                    <a:pt x="2511926" y="2694262"/>
                    <a:pt x="2503043" y="2694262"/>
                    <a:pt x="2495206" y="2694514"/>
                  </a:cubicBezTo>
                  <a:cubicBezTo>
                    <a:pt x="2486406" y="2694514"/>
                    <a:pt x="2478695" y="2694765"/>
                    <a:pt x="2472452" y="2694514"/>
                  </a:cubicBezTo>
                  <a:cubicBezTo>
                    <a:pt x="2463648" y="2694229"/>
                    <a:pt x="2454877" y="2693277"/>
                    <a:pt x="2446218" y="2691664"/>
                  </a:cubicBezTo>
                  <a:close/>
                  <a:moveTo>
                    <a:pt x="3376275" y="2651355"/>
                  </a:moveTo>
                  <a:cubicBezTo>
                    <a:pt x="3374374" y="2651355"/>
                    <a:pt x="3371237" y="2654112"/>
                    <a:pt x="3368670" y="2655444"/>
                  </a:cubicBezTo>
                  <a:cubicBezTo>
                    <a:pt x="3363123" y="2659873"/>
                    <a:pt x="3359428" y="2666212"/>
                    <a:pt x="3358307" y="2673221"/>
                  </a:cubicBezTo>
                  <a:cubicBezTo>
                    <a:pt x="3357736" y="2675503"/>
                    <a:pt x="3354219" y="2679116"/>
                    <a:pt x="3354219" y="2681017"/>
                  </a:cubicBezTo>
                  <a:cubicBezTo>
                    <a:pt x="3354219" y="2682918"/>
                    <a:pt x="3356215" y="2685770"/>
                    <a:pt x="3356215" y="2687671"/>
                  </a:cubicBezTo>
                  <a:cubicBezTo>
                    <a:pt x="3356215" y="2689573"/>
                    <a:pt x="3354789" y="2694137"/>
                    <a:pt x="3354789" y="2696039"/>
                  </a:cubicBezTo>
                  <a:cubicBezTo>
                    <a:pt x="3354789" y="2704023"/>
                    <a:pt x="3361349" y="2707161"/>
                    <a:pt x="3368289" y="2707161"/>
                  </a:cubicBezTo>
                  <a:cubicBezTo>
                    <a:pt x="3372260" y="2706101"/>
                    <a:pt x="3376067" y="2704501"/>
                    <a:pt x="3379603" y="2702407"/>
                  </a:cubicBezTo>
                  <a:cubicBezTo>
                    <a:pt x="3381694" y="2701837"/>
                    <a:pt x="3385022" y="2703644"/>
                    <a:pt x="3388159" y="2701647"/>
                  </a:cubicBezTo>
                  <a:cubicBezTo>
                    <a:pt x="3391296" y="2699651"/>
                    <a:pt x="3393577" y="2698985"/>
                    <a:pt x="3395575" y="2696608"/>
                  </a:cubicBezTo>
                  <a:cubicBezTo>
                    <a:pt x="3397571" y="2694232"/>
                    <a:pt x="3397571" y="2690333"/>
                    <a:pt x="3399282" y="2686055"/>
                  </a:cubicBezTo>
                  <a:cubicBezTo>
                    <a:pt x="3400042" y="2684249"/>
                    <a:pt x="3403750" y="2683394"/>
                    <a:pt x="3404511" y="2682158"/>
                  </a:cubicBezTo>
                  <a:lnTo>
                    <a:pt x="3409565" y="2676636"/>
                  </a:lnTo>
                  <a:lnTo>
                    <a:pt x="3409549" y="2676739"/>
                  </a:lnTo>
                  <a:lnTo>
                    <a:pt x="3409645" y="2676549"/>
                  </a:lnTo>
                  <a:lnTo>
                    <a:pt x="3409565" y="2676636"/>
                  </a:lnTo>
                  <a:lnTo>
                    <a:pt x="3410690" y="2669323"/>
                  </a:lnTo>
                  <a:cubicBezTo>
                    <a:pt x="3411692" y="2667258"/>
                    <a:pt x="3412025" y="2664932"/>
                    <a:pt x="3411641" y="2662669"/>
                  </a:cubicBezTo>
                  <a:cubicBezTo>
                    <a:pt x="3411641" y="2661148"/>
                    <a:pt x="3409454" y="2660768"/>
                    <a:pt x="3407553" y="2660768"/>
                  </a:cubicBezTo>
                  <a:cubicBezTo>
                    <a:pt x="3403658" y="2660537"/>
                    <a:pt x="3399754" y="2660537"/>
                    <a:pt x="3395859" y="2660768"/>
                  </a:cubicBezTo>
                  <a:cubicBezTo>
                    <a:pt x="3392654" y="2662124"/>
                    <a:pt x="3389252" y="2662958"/>
                    <a:pt x="3385782" y="2663239"/>
                  </a:cubicBezTo>
                  <a:cubicBezTo>
                    <a:pt x="3383406" y="2663239"/>
                    <a:pt x="3383025" y="2651355"/>
                    <a:pt x="3376275" y="2651355"/>
                  </a:cubicBezTo>
                  <a:close/>
                  <a:moveTo>
                    <a:pt x="3503098" y="2627967"/>
                  </a:moveTo>
                  <a:cubicBezTo>
                    <a:pt x="3499961" y="2630345"/>
                    <a:pt x="3502053" y="2635953"/>
                    <a:pt x="3500532" y="2638045"/>
                  </a:cubicBezTo>
                  <a:cubicBezTo>
                    <a:pt x="3499495" y="2640176"/>
                    <a:pt x="3499291" y="2642617"/>
                    <a:pt x="3499961" y="2644890"/>
                  </a:cubicBezTo>
                  <a:cubicBezTo>
                    <a:pt x="3501907" y="2648274"/>
                    <a:pt x="3502923" y="2652111"/>
                    <a:pt x="3502909" y="2656013"/>
                  </a:cubicBezTo>
                  <a:cubicBezTo>
                    <a:pt x="3502909" y="2659056"/>
                    <a:pt x="3507758" y="2661337"/>
                    <a:pt x="3507947" y="2665995"/>
                  </a:cubicBezTo>
                  <a:cubicBezTo>
                    <a:pt x="3509822" y="2669945"/>
                    <a:pt x="3511917" y="2673786"/>
                    <a:pt x="3514222" y="2677500"/>
                  </a:cubicBezTo>
                  <a:cubicBezTo>
                    <a:pt x="3515267" y="2680066"/>
                    <a:pt x="3514222" y="2683965"/>
                    <a:pt x="3514222" y="2686056"/>
                  </a:cubicBezTo>
                  <a:cubicBezTo>
                    <a:pt x="3515173" y="2690144"/>
                    <a:pt x="3517740" y="2692520"/>
                    <a:pt x="3520307" y="2692520"/>
                  </a:cubicBezTo>
                  <a:cubicBezTo>
                    <a:pt x="3522874" y="2692520"/>
                    <a:pt x="3524490" y="2689764"/>
                    <a:pt x="3528102" y="2688812"/>
                  </a:cubicBezTo>
                  <a:cubicBezTo>
                    <a:pt x="3530194" y="2688242"/>
                    <a:pt x="3533426" y="2688812"/>
                    <a:pt x="3535518" y="2688812"/>
                  </a:cubicBezTo>
                  <a:cubicBezTo>
                    <a:pt x="3538656" y="2688296"/>
                    <a:pt x="3541643" y="2687095"/>
                    <a:pt x="3544265" y="2685295"/>
                  </a:cubicBezTo>
                  <a:cubicBezTo>
                    <a:pt x="3546149" y="2683515"/>
                    <a:pt x="3547838" y="2681539"/>
                    <a:pt x="3549303" y="2679401"/>
                  </a:cubicBezTo>
                  <a:cubicBezTo>
                    <a:pt x="3551205" y="2677119"/>
                    <a:pt x="3551870" y="2672556"/>
                    <a:pt x="3553581" y="2670655"/>
                  </a:cubicBezTo>
                  <a:cubicBezTo>
                    <a:pt x="3555293" y="2668753"/>
                    <a:pt x="3557764" y="2667612"/>
                    <a:pt x="3559096" y="2663428"/>
                  </a:cubicBezTo>
                  <a:cubicBezTo>
                    <a:pt x="3559651" y="2660860"/>
                    <a:pt x="3559651" y="2658202"/>
                    <a:pt x="3559096" y="2655633"/>
                  </a:cubicBezTo>
                  <a:cubicBezTo>
                    <a:pt x="3557953" y="2653495"/>
                    <a:pt x="3556582" y="2651487"/>
                    <a:pt x="3555007" y="2649643"/>
                  </a:cubicBezTo>
                  <a:lnTo>
                    <a:pt x="3555863" y="2649454"/>
                  </a:lnTo>
                  <a:cubicBezTo>
                    <a:pt x="3552916" y="2645460"/>
                    <a:pt x="3544169" y="2634907"/>
                    <a:pt x="3540271" y="2635669"/>
                  </a:cubicBezTo>
                  <a:cubicBezTo>
                    <a:pt x="3538118" y="2636202"/>
                    <a:pt x="3535923" y="2636551"/>
                    <a:pt x="3533712" y="2636714"/>
                  </a:cubicBezTo>
                  <a:cubicBezTo>
                    <a:pt x="3531905" y="2636714"/>
                    <a:pt x="3528388" y="2634052"/>
                    <a:pt x="3526106" y="2634337"/>
                  </a:cubicBezTo>
                  <a:cubicBezTo>
                    <a:pt x="3523520" y="2634617"/>
                    <a:pt x="3520905" y="2634390"/>
                    <a:pt x="3518405" y="2633672"/>
                  </a:cubicBezTo>
                  <a:cubicBezTo>
                    <a:pt x="3516599" y="2633672"/>
                    <a:pt x="3511941" y="2629584"/>
                    <a:pt x="3510705" y="2629679"/>
                  </a:cubicBezTo>
                  <a:cubicBezTo>
                    <a:pt x="3506806" y="2630345"/>
                    <a:pt x="3505571" y="2627587"/>
                    <a:pt x="3503098" y="2627967"/>
                  </a:cubicBezTo>
                  <a:close/>
                  <a:moveTo>
                    <a:pt x="2859910" y="2626334"/>
                  </a:moveTo>
                  <a:cubicBezTo>
                    <a:pt x="2850732" y="2627717"/>
                    <a:pt x="2837323" y="2629099"/>
                    <a:pt x="2833970" y="2629268"/>
                  </a:cubicBezTo>
                  <a:lnTo>
                    <a:pt x="2834390" y="2629351"/>
                  </a:lnTo>
                  <a:lnTo>
                    <a:pt x="2824374" y="2629812"/>
                  </a:lnTo>
                  <a:cubicBezTo>
                    <a:pt x="2812138" y="2630357"/>
                    <a:pt x="2796339" y="2631112"/>
                    <a:pt x="2777105" y="2632285"/>
                  </a:cubicBezTo>
                  <a:lnTo>
                    <a:pt x="2771824" y="2635093"/>
                  </a:lnTo>
                  <a:cubicBezTo>
                    <a:pt x="2755034" y="2643578"/>
                    <a:pt x="2736997" y="2649336"/>
                    <a:pt x="2718395" y="2652148"/>
                  </a:cubicBezTo>
                  <a:cubicBezTo>
                    <a:pt x="2715231" y="2652596"/>
                    <a:pt x="2712038" y="2652805"/>
                    <a:pt x="2708840" y="2652777"/>
                  </a:cubicBezTo>
                  <a:cubicBezTo>
                    <a:pt x="2704650" y="2652777"/>
                    <a:pt x="2700207" y="2652441"/>
                    <a:pt x="2697148" y="2652148"/>
                  </a:cubicBezTo>
                  <a:lnTo>
                    <a:pt x="2706326" y="2690492"/>
                  </a:lnTo>
                  <a:lnTo>
                    <a:pt x="2665888" y="2693047"/>
                  </a:lnTo>
                  <a:lnTo>
                    <a:pt x="2625406" y="2690492"/>
                  </a:lnTo>
                  <a:lnTo>
                    <a:pt x="2634626" y="2652148"/>
                  </a:lnTo>
                  <a:cubicBezTo>
                    <a:pt x="2631525" y="2652441"/>
                    <a:pt x="2627292" y="2652777"/>
                    <a:pt x="2622892" y="2652777"/>
                  </a:cubicBezTo>
                  <a:cubicBezTo>
                    <a:pt x="2619694" y="2652802"/>
                    <a:pt x="2616501" y="2652592"/>
                    <a:pt x="2613337" y="2652148"/>
                  </a:cubicBezTo>
                  <a:cubicBezTo>
                    <a:pt x="2594748" y="2649344"/>
                    <a:pt x="2576725" y="2643587"/>
                    <a:pt x="2559950" y="2635093"/>
                  </a:cubicBezTo>
                  <a:cubicBezTo>
                    <a:pt x="2558148" y="2634171"/>
                    <a:pt x="2556389" y="2633249"/>
                    <a:pt x="2554670" y="2632285"/>
                  </a:cubicBezTo>
                  <a:cubicBezTo>
                    <a:pt x="2535435" y="2631112"/>
                    <a:pt x="2519595" y="2630357"/>
                    <a:pt x="2507401" y="2629812"/>
                  </a:cubicBezTo>
                  <a:lnTo>
                    <a:pt x="2497344" y="2629351"/>
                  </a:lnTo>
                  <a:cubicBezTo>
                    <a:pt x="2494033" y="2629351"/>
                    <a:pt x="2480581" y="2627801"/>
                    <a:pt x="2471445" y="2626418"/>
                  </a:cubicBezTo>
                  <a:cubicBezTo>
                    <a:pt x="2478281" y="2636643"/>
                    <a:pt x="2486598" y="2645795"/>
                    <a:pt x="2496128" y="2653572"/>
                  </a:cubicBezTo>
                  <a:cubicBezTo>
                    <a:pt x="2507229" y="2663040"/>
                    <a:pt x="2519528" y="2671001"/>
                    <a:pt x="2532711" y="2677249"/>
                  </a:cubicBezTo>
                  <a:cubicBezTo>
                    <a:pt x="2555647" y="2687478"/>
                    <a:pt x="2579843" y="2694598"/>
                    <a:pt x="2604663" y="2698412"/>
                  </a:cubicBezTo>
                  <a:cubicBezTo>
                    <a:pt x="2614951" y="2699820"/>
                    <a:pt x="2625331" y="2700477"/>
                    <a:pt x="2635715" y="2700381"/>
                  </a:cubicBezTo>
                  <a:lnTo>
                    <a:pt x="2642126" y="2700381"/>
                  </a:lnTo>
                  <a:lnTo>
                    <a:pt x="2631692" y="2744423"/>
                  </a:lnTo>
                  <a:lnTo>
                    <a:pt x="2665217" y="2748614"/>
                  </a:lnTo>
                  <a:lnTo>
                    <a:pt x="2665677" y="2748614"/>
                  </a:lnTo>
                  <a:lnTo>
                    <a:pt x="2666097" y="2748614"/>
                  </a:lnTo>
                  <a:lnTo>
                    <a:pt x="2699621" y="2744423"/>
                  </a:lnTo>
                  <a:lnTo>
                    <a:pt x="2689228" y="2700297"/>
                  </a:lnTo>
                  <a:lnTo>
                    <a:pt x="2695640" y="2700297"/>
                  </a:lnTo>
                  <a:cubicBezTo>
                    <a:pt x="2706024" y="2700390"/>
                    <a:pt x="2716405" y="2699731"/>
                    <a:pt x="2726692" y="2698328"/>
                  </a:cubicBezTo>
                  <a:cubicBezTo>
                    <a:pt x="2751509" y="2694502"/>
                    <a:pt x="2775706" y="2687386"/>
                    <a:pt x="2798645" y="2677165"/>
                  </a:cubicBezTo>
                  <a:cubicBezTo>
                    <a:pt x="2811790" y="2670918"/>
                    <a:pt x="2824064" y="2662972"/>
                    <a:pt x="2835144" y="2653530"/>
                  </a:cubicBezTo>
                  <a:cubicBezTo>
                    <a:pt x="2844691" y="2645728"/>
                    <a:pt x="2853033" y="2636564"/>
                    <a:pt x="2859910" y="2626334"/>
                  </a:cubicBezTo>
                  <a:close/>
                  <a:moveTo>
                    <a:pt x="3475813" y="2572829"/>
                  </a:moveTo>
                  <a:cubicBezTo>
                    <a:pt x="3477239" y="2572829"/>
                    <a:pt x="3474862" y="2577297"/>
                    <a:pt x="3473057" y="2580435"/>
                  </a:cubicBezTo>
                  <a:cubicBezTo>
                    <a:pt x="3470648" y="2583304"/>
                    <a:pt x="3467829" y="2585803"/>
                    <a:pt x="3464690" y="2587850"/>
                  </a:cubicBezTo>
                  <a:cubicBezTo>
                    <a:pt x="3460031" y="2590702"/>
                    <a:pt x="3458225" y="2593459"/>
                    <a:pt x="3454612" y="2595646"/>
                  </a:cubicBezTo>
                  <a:cubicBezTo>
                    <a:pt x="3451235" y="2597329"/>
                    <a:pt x="3447607" y="2598453"/>
                    <a:pt x="3443870" y="2598973"/>
                  </a:cubicBezTo>
                  <a:cubicBezTo>
                    <a:pt x="3440551" y="2598874"/>
                    <a:pt x="3437884" y="2596207"/>
                    <a:pt x="3437785" y="2592888"/>
                  </a:cubicBezTo>
                  <a:cubicBezTo>
                    <a:pt x="3437682" y="2589852"/>
                    <a:pt x="3439351" y="2587032"/>
                    <a:pt x="3442063" y="2585663"/>
                  </a:cubicBezTo>
                  <a:cubicBezTo>
                    <a:pt x="3446608" y="2583314"/>
                    <a:pt x="3451309" y="2581281"/>
                    <a:pt x="3456134" y="2579578"/>
                  </a:cubicBezTo>
                  <a:cubicBezTo>
                    <a:pt x="3458081" y="2578678"/>
                    <a:pt x="3459902" y="2577527"/>
                    <a:pt x="3461553" y="2576156"/>
                  </a:cubicBezTo>
                  <a:cubicBezTo>
                    <a:pt x="3463359" y="2574540"/>
                    <a:pt x="3466021" y="2575491"/>
                    <a:pt x="3468778" y="2573779"/>
                  </a:cubicBezTo>
                  <a:cubicBezTo>
                    <a:pt x="3471032" y="2572982"/>
                    <a:pt x="3473428" y="2572658"/>
                    <a:pt x="3475813" y="2572829"/>
                  </a:cubicBezTo>
                  <a:close/>
                  <a:moveTo>
                    <a:pt x="3809795" y="2557522"/>
                  </a:moveTo>
                  <a:cubicBezTo>
                    <a:pt x="3811421" y="2557456"/>
                    <a:pt x="3812792" y="2558720"/>
                    <a:pt x="3812859" y="2560347"/>
                  </a:cubicBezTo>
                  <a:cubicBezTo>
                    <a:pt x="3812866" y="2560515"/>
                    <a:pt x="3812859" y="2560682"/>
                    <a:pt x="3812837" y="2560849"/>
                  </a:cubicBezTo>
                  <a:cubicBezTo>
                    <a:pt x="3812481" y="2565297"/>
                    <a:pt x="3810142" y="2569347"/>
                    <a:pt x="3806467" y="2571877"/>
                  </a:cubicBezTo>
                  <a:lnTo>
                    <a:pt x="3806373" y="2571877"/>
                  </a:lnTo>
                  <a:cubicBezTo>
                    <a:pt x="3804471" y="2572923"/>
                    <a:pt x="3800003" y="2571877"/>
                    <a:pt x="3796866" y="2570832"/>
                  </a:cubicBezTo>
                  <a:cubicBezTo>
                    <a:pt x="3796035" y="2569120"/>
                    <a:pt x="3795737" y="2567200"/>
                    <a:pt x="3796009" y="2565318"/>
                  </a:cubicBezTo>
                  <a:cubicBezTo>
                    <a:pt x="3796181" y="2563102"/>
                    <a:pt x="3797122" y="2561017"/>
                    <a:pt x="3798671" y="2559424"/>
                  </a:cubicBezTo>
                  <a:cubicBezTo>
                    <a:pt x="3802324" y="2558502"/>
                    <a:pt x="3806043" y="2557866"/>
                    <a:pt x="3809795" y="2557522"/>
                  </a:cubicBezTo>
                  <a:close/>
                  <a:moveTo>
                    <a:pt x="3843069" y="2547634"/>
                  </a:moveTo>
                  <a:cubicBezTo>
                    <a:pt x="3845731" y="2546874"/>
                    <a:pt x="3848202" y="2547159"/>
                    <a:pt x="3848584" y="2549631"/>
                  </a:cubicBezTo>
                  <a:cubicBezTo>
                    <a:pt x="3848826" y="2552033"/>
                    <a:pt x="3848826" y="2554454"/>
                    <a:pt x="3848584" y="2556857"/>
                  </a:cubicBezTo>
                  <a:lnTo>
                    <a:pt x="3848202" y="2556857"/>
                  </a:lnTo>
                  <a:cubicBezTo>
                    <a:pt x="3846354" y="2560615"/>
                    <a:pt x="3842822" y="2563264"/>
                    <a:pt x="3838695" y="2563986"/>
                  </a:cubicBezTo>
                  <a:cubicBezTo>
                    <a:pt x="3837460" y="2563986"/>
                    <a:pt x="3833467" y="2561135"/>
                    <a:pt x="3833371" y="2559138"/>
                  </a:cubicBezTo>
                  <a:cubicBezTo>
                    <a:pt x="3833278" y="2557141"/>
                    <a:pt x="3832421" y="2552768"/>
                    <a:pt x="3834419" y="2550487"/>
                  </a:cubicBezTo>
                  <a:cubicBezTo>
                    <a:pt x="3838506" y="2550487"/>
                    <a:pt x="3840407" y="2548396"/>
                    <a:pt x="3843069" y="2547634"/>
                  </a:cubicBezTo>
                  <a:close/>
                  <a:moveTo>
                    <a:pt x="3495398" y="2536701"/>
                  </a:moveTo>
                  <a:cubicBezTo>
                    <a:pt x="3493414" y="2536486"/>
                    <a:pt x="3491436" y="2537145"/>
                    <a:pt x="3489978" y="2538508"/>
                  </a:cubicBezTo>
                  <a:cubicBezTo>
                    <a:pt x="3488338" y="2539220"/>
                    <a:pt x="3486750" y="2540045"/>
                    <a:pt x="3485225" y="2540980"/>
                  </a:cubicBezTo>
                  <a:cubicBezTo>
                    <a:pt x="3483609" y="2541930"/>
                    <a:pt x="3481803" y="2543071"/>
                    <a:pt x="3479806" y="2544498"/>
                  </a:cubicBezTo>
                  <a:cubicBezTo>
                    <a:pt x="3476951" y="2546424"/>
                    <a:pt x="3473704" y="2547691"/>
                    <a:pt x="3470299" y="2548206"/>
                  </a:cubicBezTo>
                  <a:cubicBezTo>
                    <a:pt x="3465926" y="2549441"/>
                    <a:pt x="3465355" y="2550202"/>
                    <a:pt x="3463454" y="2550202"/>
                  </a:cubicBezTo>
                  <a:cubicBezTo>
                    <a:pt x="3460401" y="2550812"/>
                    <a:pt x="3457453" y="2551869"/>
                    <a:pt x="3454707" y="2553339"/>
                  </a:cubicBezTo>
                  <a:cubicBezTo>
                    <a:pt x="3450524" y="2555240"/>
                    <a:pt x="3445200" y="2555240"/>
                    <a:pt x="3442729" y="2556572"/>
                  </a:cubicBezTo>
                  <a:cubicBezTo>
                    <a:pt x="3437742" y="2559291"/>
                    <a:pt x="3432232" y="2560911"/>
                    <a:pt x="3426567" y="2561325"/>
                  </a:cubicBezTo>
                  <a:cubicBezTo>
                    <a:pt x="3425424" y="2559609"/>
                    <a:pt x="3424186" y="2557959"/>
                    <a:pt x="3422859" y="2556381"/>
                  </a:cubicBezTo>
                  <a:cubicBezTo>
                    <a:pt x="3419341" y="2553910"/>
                    <a:pt x="3418391" y="2552674"/>
                    <a:pt x="3415063" y="2552294"/>
                  </a:cubicBezTo>
                  <a:cubicBezTo>
                    <a:pt x="3411736" y="2551914"/>
                    <a:pt x="3409074" y="2554670"/>
                    <a:pt x="3406317" y="2556191"/>
                  </a:cubicBezTo>
                  <a:cubicBezTo>
                    <a:pt x="3403750" y="2560280"/>
                    <a:pt x="3397380" y="2562656"/>
                    <a:pt x="3396810" y="2573399"/>
                  </a:cubicBezTo>
                  <a:cubicBezTo>
                    <a:pt x="3396810" y="2575206"/>
                    <a:pt x="3396810" y="2579578"/>
                    <a:pt x="3397570" y="2588610"/>
                  </a:cubicBezTo>
                  <a:cubicBezTo>
                    <a:pt x="3397570" y="2594600"/>
                    <a:pt x="3399377" y="2598117"/>
                    <a:pt x="3400042" y="2603632"/>
                  </a:cubicBezTo>
                  <a:cubicBezTo>
                    <a:pt x="3400708" y="2609145"/>
                    <a:pt x="3402609" y="2613139"/>
                    <a:pt x="3402609" y="2615325"/>
                  </a:cubicBezTo>
                  <a:cubicBezTo>
                    <a:pt x="3402609" y="2617512"/>
                    <a:pt x="3403370" y="2621125"/>
                    <a:pt x="3403560" y="2623311"/>
                  </a:cubicBezTo>
                  <a:cubicBezTo>
                    <a:pt x="3404321" y="2623311"/>
                    <a:pt x="3404891" y="2626733"/>
                    <a:pt x="3405366" y="2627399"/>
                  </a:cubicBezTo>
                  <a:cubicBezTo>
                    <a:pt x="3405759" y="2630008"/>
                    <a:pt x="3406462" y="2632561"/>
                    <a:pt x="3407458" y="2635004"/>
                  </a:cubicBezTo>
                  <a:cubicBezTo>
                    <a:pt x="3408461" y="2636349"/>
                    <a:pt x="3409721" y="2637480"/>
                    <a:pt x="3411166" y="2638332"/>
                  </a:cubicBezTo>
                  <a:cubicBezTo>
                    <a:pt x="3414573" y="2639038"/>
                    <a:pt x="3418050" y="2639356"/>
                    <a:pt x="3421528" y="2639282"/>
                  </a:cubicBezTo>
                  <a:cubicBezTo>
                    <a:pt x="3423430" y="2639282"/>
                    <a:pt x="3426091" y="2638142"/>
                    <a:pt x="3427993" y="2638142"/>
                  </a:cubicBezTo>
                  <a:cubicBezTo>
                    <a:pt x="3429894" y="2638142"/>
                    <a:pt x="3433031" y="2641184"/>
                    <a:pt x="3436169" y="2640423"/>
                  </a:cubicBezTo>
                  <a:cubicBezTo>
                    <a:pt x="3437500" y="2640423"/>
                    <a:pt x="3438926" y="2644036"/>
                    <a:pt x="3438926" y="2645558"/>
                  </a:cubicBezTo>
                  <a:cubicBezTo>
                    <a:pt x="3437905" y="2650537"/>
                    <a:pt x="3437301" y="2655594"/>
                    <a:pt x="3437120" y="2660674"/>
                  </a:cubicBezTo>
                  <a:cubicBezTo>
                    <a:pt x="3436733" y="2664435"/>
                    <a:pt x="3436733" y="2668226"/>
                    <a:pt x="3437120" y="2671987"/>
                  </a:cubicBezTo>
                  <a:cubicBezTo>
                    <a:pt x="3437120" y="2673888"/>
                    <a:pt x="3437120" y="2678357"/>
                    <a:pt x="3437120" y="2680258"/>
                  </a:cubicBezTo>
                  <a:cubicBezTo>
                    <a:pt x="3436549" y="2689765"/>
                    <a:pt x="3433412" y="2692141"/>
                    <a:pt x="3426947" y="2692141"/>
                  </a:cubicBezTo>
                  <a:cubicBezTo>
                    <a:pt x="3425141" y="2692141"/>
                    <a:pt x="3420768" y="2687578"/>
                    <a:pt x="3414303" y="2687769"/>
                  </a:cubicBezTo>
                  <a:cubicBezTo>
                    <a:pt x="3413352" y="2687769"/>
                    <a:pt x="3405556" y="2688244"/>
                    <a:pt x="3405747" y="2691286"/>
                  </a:cubicBezTo>
                  <a:cubicBezTo>
                    <a:pt x="3405937" y="2694328"/>
                    <a:pt x="3416109" y="2699557"/>
                    <a:pt x="3419152" y="2704976"/>
                  </a:cubicBezTo>
                  <a:cubicBezTo>
                    <a:pt x="3421338" y="2708779"/>
                    <a:pt x="3421718" y="2711821"/>
                    <a:pt x="3423905" y="2713913"/>
                  </a:cubicBezTo>
                  <a:cubicBezTo>
                    <a:pt x="3426509" y="2715903"/>
                    <a:pt x="3429482" y="2717357"/>
                    <a:pt x="3432651" y="2718191"/>
                  </a:cubicBezTo>
                  <a:cubicBezTo>
                    <a:pt x="3434838" y="2719332"/>
                    <a:pt x="3435789" y="2721043"/>
                    <a:pt x="3437880" y="2722280"/>
                  </a:cubicBezTo>
                  <a:cubicBezTo>
                    <a:pt x="3439972" y="2723515"/>
                    <a:pt x="3443679" y="2724085"/>
                    <a:pt x="3444536" y="2725226"/>
                  </a:cubicBezTo>
                  <a:cubicBezTo>
                    <a:pt x="3445367" y="2726873"/>
                    <a:pt x="3446979" y="2727983"/>
                    <a:pt x="3448813" y="2728173"/>
                  </a:cubicBezTo>
                  <a:cubicBezTo>
                    <a:pt x="3450715" y="2728173"/>
                    <a:pt x="3454803" y="2724941"/>
                    <a:pt x="3458320" y="2723325"/>
                  </a:cubicBezTo>
                  <a:cubicBezTo>
                    <a:pt x="3461838" y="2721709"/>
                    <a:pt x="3465735" y="2714483"/>
                    <a:pt x="3468493" y="2713153"/>
                  </a:cubicBezTo>
                  <a:cubicBezTo>
                    <a:pt x="3473674" y="2710101"/>
                    <a:pt x="3477176" y="2704848"/>
                    <a:pt x="3478000" y="2698892"/>
                  </a:cubicBezTo>
                  <a:cubicBezTo>
                    <a:pt x="3479142" y="2682147"/>
                    <a:pt x="3479142" y="2665344"/>
                    <a:pt x="3478000" y="2648600"/>
                  </a:cubicBezTo>
                  <a:cubicBezTo>
                    <a:pt x="3476639" y="2644990"/>
                    <a:pt x="3476024" y="2641141"/>
                    <a:pt x="3476194" y="2637286"/>
                  </a:cubicBezTo>
                  <a:cubicBezTo>
                    <a:pt x="3476194" y="2633389"/>
                    <a:pt x="3480282" y="2630536"/>
                    <a:pt x="3481707" y="2631107"/>
                  </a:cubicBezTo>
                  <a:cubicBezTo>
                    <a:pt x="3483633" y="2631939"/>
                    <a:pt x="3485860" y="2631647"/>
                    <a:pt x="3487506" y="2630346"/>
                  </a:cubicBezTo>
                  <a:cubicBezTo>
                    <a:pt x="3490306" y="2627180"/>
                    <a:pt x="3492910" y="2623847"/>
                    <a:pt x="3495302" y="2620364"/>
                  </a:cubicBezTo>
                  <a:cubicBezTo>
                    <a:pt x="3500640" y="2609706"/>
                    <a:pt x="3506576" y="2599359"/>
                    <a:pt x="3513081" y="2589371"/>
                  </a:cubicBezTo>
                  <a:cubicBezTo>
                    <a:pt x="3515088" y="2586321"/>
                    <a:pt x="3516897" y="2583146"/>
                    <a:pt x="3518499" y="2579864"/>
                  </a:cubicBezTo>
                  <a:lnTo>
                    <a:pt x="3518880" y="2579864"/>
                  </a:lnTo>
                  <a:cubicBezTo>
                    <a:pt x="3522437" y="2575824"/>
                    <a:pt x="3526214" y="2571985"/>
                    <a:pt x="3530193" y="2568360"/>
                  </a:cubicBezTo>
                  <a:cubicBezTo>
                    <a:pt x="3531163" y="2565558"/>
                    <a:pt x="3531163" y="2562511"/>
                    <a:pt x="3530193" y="2559709"/>
                  </a:cubicBezTo>
                  <a:cubicBezTo>
                    <a:pt x="3529276" y="2555902"/>
                    <a:pt x="3528036" y="2552181"/>
                    <a:pt x="3526485" y="2548586"/>
                  </a:cubicBezTo>
                  <a:cubicBezTo>
                    <a:pt x="3522321" y="2545228"/>
                    <a:pt x="3517831" y="2542299"/>
                    <a:pt x="3513081" y="2539839"/>
                  </a:cubicBezTo>
                  <a:cubicBezTo>
                    <a:pt x="3511179" y="2538604"/>
                    <a:pt x="3505475" y="2539839"/>
                    <a:pt x="3503574" y="2539839"/>
                  </a:cubicBezTo>
                  <a:cubicBezTo>
                    <a:pt x="3500989" y="2538460"/>
                    <a:pt x="3498242" y="2537406"/>
                    <a:pt x="3495398" y="2536701"/>
                  </a:cubicBezTo>
                  <a:close/>
                  <a:moveTo>
                    <a:pt x="3806943" y="2521110"/>
                  </a:moveTo>
                  <a:cubicBezTo>
                    <a:pt x="3812932" y="2519684"/>
                    <a:pt x="3814739" y="2521775"/>
                    <a:pt x="3813882" y="2529096"/>
                  </a:cubicBezTo>
                  <a:lnTo>
                    <a:pt x="3813407" y="2529382"/>
                  </a:lnTo>
                  <a:cubicBezTo>
                    <a:pt x="3812837" y="2534800"/>
                    <a:pt x="3807133" y="2536227"/>
                    <a:pt x="3802569" y="2539649"/>
                  </a:cubicBezTo>
                  <a:cubicBezTo>
                    <a:pt x="3800288" y="2541455"/>
                    <a:pt x="3798482" y="2537177"/>
                    <a:pt x="3798482" y="2537177"/>
                  </a:cubicBezTo>
                  <a:cubicBezTo>
                    <a:pt x="3796200" y="2535181"/>
                    <a:pt x="3797530" y="2530903"/>
                    <a:pt x="3797436" y="2527670"/>
                  </a:cubicBezTo>
                  <a:cubicBezTo>
                    <a:pt x="3797436" y="2521110"/>
                    <a:pt x="3804661" y="2523392"/>
                    <a:pt x="3806943" y="2521110"/>
                  </a:cubicBezTo>
                  <a:close/>
                  <a:moveTo>
                    <a:pt x="3858280" y="2507135"/>
                  </a:moveTo>
                  <a:cubicBezTo>
                    <a:pt x="3859231" y="2507990"/>
                    <a:pt x="3859136" y="2513505"/>
                    <a:pt x="3859136" y="2515501"/>
                  </a:cubicBezTo>
                  <a:cubicBezTo>
                    <a:pt x="3857760" y="2519931"/>
                    <a:pt x="3855034" y="2523819"/>
                    <a:pt x="3851340" y="2526624"/>
                  </a:cubicBezTo>
                  <a:cubicBezTo>
                    <a:pt x="3847436" y="2527145"/>
                    <a:pt x="3843467" y="2526919"/>
                    <a:pt x="3839647" y="2525958"/>
                  </a:cubicBezTo>
                  <a:cubicBezTo>
                    <a:pt x="3836224" y="2524723"/>
                    <a:pt x="3836224" y="2519018"/>
                    <a:pt x="3836510" y="2515691"/>
                  </a:cubicBezTo>
                  <a:cubicBezTo>
                    <a:pt x="3837175" y="2509322"/>
                    <a:pt x="3850200" y="2509702"/>
                    <a:pt x="3858280" y="2507135"/>
                  </a:cubicBezTo>
                  <a:close/>
                  <a:moveTo>
                    <a:pt x="4168970" y="2504947"/>
                  </a:moveTo>
                  <a:cubicBezTo>
                    <a:pt x="4166551" y="2505433"/>
                    <a:pt x="4164108" y="2505783"/>
                    <a:pt x="4161649" y="2505993"/>
                  </a:cubicBezTo>
                  <a:cubicBezTo>
                    <a:pt x="4158787" y="2505749"/>
                    <a:pt x="4155905" y="2506105"/>
                    <a:pt x="4153188" y="2507039"/>
                  </a:cubicBezTo>
                  <a:cubicBezTo>
                    <a:pt x="4143720" y="2512381"/>
                    <a:pt x="4133672" y="2516623"/>
                    <a:pt x="4123241" y="2519683"/>
                  </a:cubicBezTo>
                  <a:cubicBezTo>
                    <a:pt x="4121815" y="2520159"/>
                    <a:pt x="4119058" y="2521394"/>
                    <a:pt x="4118297" y="2521585"/>
                  </a:cubicBezTo>
                  <a:cubicBezTo>
                    <a:pt x="4117537" y="2521774"/>
                    <a:pt x="4114305" y="2522821"/>
                    <a:pt x="4111358" y="2523486"/>
                  </a:cubicBezTo>
                  <a:cubicBezTo>
                    <a:pt x="4098186" y="2526465"/>
                    <a:pt x="4084854" y="2528686"/>
                    <a:pt x="4071428" y="2530141"/>
                  </a:cubicBezTo>
                  <a:cubicBezTo>
                    <a:pt x="4065938" y="2528469"/>
                    <a:pt x="4060349" y="2527135"/>
                    <a:pt x="4054696" y="2526148"/>
                  </a:cubicBezTo>
                  <a:cubicBezTo>
                    <a:pt x="4050132" y="2528430"/>
                    <a:pt x="4045189" y="2528810"/>
                    <a:pt x="4045189" y="2534039"/>
                  </a:cubicBezTo>
                  <a:cubicBezTo>
                    <a:pt x="4045189" y="2536035"/>
                    <a:pt x="4046234" y="2542595"/>
                    <a:pt x="4046139" y="2544591"/>
                  </a:cubicBezTo>
                  <a:cubicBezTo>
                    <a:pt x="4045965" y="2548331"/>
                    <a:pt x="4046614" y="2552063"/>
                    <a:pt x="4048040" y="2555525"/>
                  </a:cubicBezTo>
                  <a:cubicBezTo>
                    <a:pt x="4051680" y="2559314"/>
                    <a:pt x="4054240" y="2564007"/>
                    <a:pt x="4055456" y="2569120"/>
                  </a:cubicBezTo>
                  <a:cubicBezTo>
                    <a:pt x="4056026" y="2574158"/>
                    <a:pt x="4055456" y="2578627"/>
                    <a:pt x="4059259" y="2580433"/>
                  </a:cubicBezTo>
                  <a:cubicBezTo>
                    <a:pt x="4063412" y="2581249"/>
                    <a:pt x="4067709" y="2580953"/>
                    <a:pt x="4071713" y="2579577"/>
                  </a:cubicBezTo>
                  <a:cubicBezTo>
                    <a:pt x="4074840" y="2578837"/>
                    <a:pt x="4078018" y="2578328"/>
                    <a:pt x="4081220" y="2578056"/>
                  </a:cubicBezTo>
                  <a:cubicBezTo>
                    <a:pt x="4083026" y="2578722"/>
                    <a:pt x="4083312" y="2583190"/>
                    <a:pt x="4083217" y="2586898"/>
                  </a:cubicBezTo>
                  <a:cubicBezTo>
                    <a:pt x="4083199" y="2590724"/>
                    <a:pt x="4082524" y="2594519"/>
                    <a:pt x="4081220" y="2598116"/>
                  </a:cubicBezTo>
                  <a:cubicBezTo>
                    <a:pt x="4078748" y="2605532"/>
                    <a:pt x="4077893" y="2625116"/>
                    <a:pt x="4061636" y="2631580"/>
                  </a:cubicBezTo>
                  <a:cubicBezTo>
                    <a:pt x="4054030" y="2634623"/>
                    <a:pt x="4043667" y="2639852"/>
                    <a:pt x="4036632" y="2642039"/>
                  </a:cubicBezTo>
                  <a:cubicBezTo>
                    <a:pt x="4034350" y="2642703"/>
                    <a:pt x="4030072" y="2642894"/>
                    <a:pt x="4027125" y="2643844"/>
                  </a:cubicBezTo>
                  <a:cubicBezTo>
                    <a:pt x="4019710" y="2646506"/>
                    <a:pt x="4006210" y="2652021"/>
                    <a:pt x="4004308" y="2652496"/>
                  </a:cubicBezTo>
                  <a:cubicBezTo>
                    <a:pt x="4000696" y="2653351"/>
                    <a:pt x="3994801" y="2651069"/>
                    <a:pt x="3993280" y="2651450"/>
                  </a:cubicBezTo>
                  <a:cubicBezTo>
                    <a:pt x="3991759" y="2651830"/>
                    <a:pt x="3976833" y="2657345"/>
                    <a:pt x="3974266" y="2661813"/>
                  </a:cubicBezTo>
                  <a:cubicBezTo>
                    <a:pt x="3975579" y="2665530"/>
                    <a:pt x="3975938" y="2669518"/>
                    <a:pt x="3975312" y="2673411"/>
                  </a:cubicBezTo>
                  <a:cubicBezTo>
                    <a:pt x="3974741" y="2676554"/>
                    <a:pt x="3974741" y="2679775"/>
                    <a:pt x="3975312" y="2682918"/>
                  </a:cubicBezTo>
                  <a:cubicBezTo>
                    <a:pt x="3982062" y="2689288"/>
                    <a:pt x="3989097" y="2698700"/>
                    <a:pt x="3992425" y="2699080"/>
                  </a:cubicBezTo>
                  <a:cubicBezTo>
                    <a:pt x="3995752" y="2699461"/>
                    <a:pt x="4022181" y="2687196"/>
                    <a:pt x="4037298" y="2681968"/>
                  </a:cubicBezTo>
                  <a:cubicBezTo>
                    <a:pt x="4049187" y="2678135"/>
                    <a:pt x="4061461" y="2675617"/>
                    <a:pt x="4073899" y="2674457"/>
                  </a:cubicBezTo>
                  <a:cubicBezTo>
                    <a:pt x="4079700" y="2674457"/>
                    <a:pt x="4088066" y="2675883"/>
                    <a:pt x="4094529" y="2674932"/>
                  </a:cubicBezTo>
                  <a:lnTo>
                    <a:pt x="4112688" y="2672365"/>
                  </a:lnTo>
                  <a:cubicBezTo>
                    <a:pt x="4118890" y="2670761"/>
                    <a:pt x="4125324" y="2670247"/>
                    <a:pt x="4131702" y="2670844"/>
                  </a:cubicBezTo>
                  <a:cubicBezTo>
                    <a:pt x="4135410" y="2671320"/>
                    <a:pt x="4147009" y="2670369"/>
                    <a:pt x="4150716" y="2670844"/>
                  </a:cubicBezTo>
                  <a:cubicBezTo>
                    <a:pt x="4156516" y="2671510"/>
                    <a:pt x="4165927" y="2672461"/>
                    <a:pt x="4171157" y="2672556"/>
                  </a:cubicBezTo>
                  <a:cubicBezTo>
                    <a:pt x="4176386" y="2672651"/>
                    <a:pt x="4179332" y="2671510"/>
                    <a:pt x="4183515" y="2671510"/>
                  </a:cubicBezTo>
                  <a:cubicBezTo>
                    <a:pt x="4187698" y="2671510"/>
                    <a:pt x="4193593" y="2673506"/>
                    <a:pt x="4195589" y="2673602"/>
                  </a:cubicBezTo>
                  <a:cubicBezTo>
                    <a:pt x="4197586" y="2673697"/>
                    <a:pt x="4200628" y="2673126"/>
                    <a:pt x="4206712" y="2672936"/>
                  </a:cubicBezTo>
                  <a:cubicBezTo>
                    <a:pt x="4208994" y="2672936"/>
                    <a:pt x="4210895" y="2669513"/>
                    <a:pt x="4212416" y="2667137"/>
                  </a:cubicBezTo>
                  <a:cubicBezTo>
                    <a:pt x="4213852" y="2665123"/>
                    <a:pt x="4214825" y="2662819"/>
                    <a:pt x="4215269" y="2660387"/>
                  </a:cubicBezTo>
                  <a:cubicBezTo>
                    <a:pt x="4215480" y="2658946"/>
                    <a:pt x="4215212" y="2657477"/>
                    <a:pt x="4214508" y="2656204"/>
                  </a:cubicBezTo>
                  <a:cubicBezTo>
                    <a:pt x="4213780" y="2655432"/>
                    <a:pt x="4213372" y="2654412"/>
                    <a:pt x="4213367" y="2653351"/>
                  </a:cubicBezTo>
                  <a:lnTo>
                    <a:pt x="4214984" y="2653161"/>
                  </a:lnTo>
                  <a:cubicBezTo>
                    <a:pt x="4215017" y="2650525"/>
                    <a:pt x="4214664" y="2647899"/>
                    <a:pt x="4213938" y="2645365"/>
                  </a:cubicBezTo>
                  <a:cubicBezTo>
                    <a:pt x="4211561" y="2639377"/>
                    <a:pt x="4205762" y="2638140"/>
                    <a:pt x="4202529" y="2635858"/>
                  </a:cubicBezTo>
                  <a:cubicBezTo>
                    <a:pt x="4199748" y="2634011"/>
                    <a:pt x="4196824" y="2632389"/>
                    <a:pt x="4193784" y="2631010"/>
                  </a:cubicBezTo>
                  <a:cubicBezTo>
                    <a:pt x="4190883" y="2629947"/>
                    <a:pt x="4187892" y="2629152"/>
                    <a:pt x="4184847" y="2628633"/>
                  </a:cubicBezTo>
                  <a:cubicBezTo>
                    <a:pt x="4182098" y="2628607"/>
                    <a:pt x="4179354" y="2628894"/>
                    <a:pt x="4176671" y="2629489"/>
                  </a:cubicBezTo>
                  <a:cubicBezTo>
                    <a:pt x="4173724" y="2630154"/>
                    <a:pt x="4172107" y="2632816"/>
                    <a:pt x="4168114" y="2632816"/>
                  </a:cubicBezTo>
                  <a:cubicBezTo>
                    <a:pt x="4157144" y="2632440"/>
                    <a:pt x="4146161" y="2632693"/>
                    <a:pt x="4135219" y="2633577"/>
                  </a:cubicBezTo>
                  <a:cubicBezTo>
                    <a:pt x="4132653" y="2631391"/>
                    <a:pt x="4134079" y="2624070"/>
                    <a:pt x="4134269" y="2615323"/>
                  </a:cubicBezTo>
                  <a:cubicBezTo>
                    <a:pt x="4134037" y="2612910"/>
                    <a:pt x="4134464" y="2610478"/>
                    <a:pt x="4135505" y="2608289"/>
                  </a:cubicBezTo>
                  <a:cubicBezTo>
                    <a:pt x="4136665" y="2606260"/>
                    <a:pt x="4137288" y="2603970"/>
                    <a:pt x="4137312" y="2601633"/>
                  </a:cubicBezTo>
                  <a:cubicBezTo>
                    <a:pt x="4137451" y="2599349"/>
                    <a:pt x="4138280" y="2597162"/>
                    <a:pt x="4139688" y="2595359"/>
                  </a:cubicBezTo>
                  <a:cubicBezTo>
                    <a:pt x="4141200" y="2593343"/>
                    <a:pt x="4142210" y="2590997"/>
                    <a:pt x="4142635" y="2588514"/>
                  </a:cubicBezTo>
                  <a:cubicBezTo>
                    <a:pt x="4142635" y="2579007"/>
                    <a:pt x="4137692" y="2582619"/>
                    <a:pt x="4138358" y="2573683"/>
                  </a:cubicBezTo>
                  <a:cubicBezTo>
                    <a:pt x="4139022" y="2564746"/>
                    <a:pt x="4147103" y="2565126"/>
                    <a:pt x="4156135" y="2561229"/>
                  </a:cubicBezTo>
                  <a:cubicBezTo>
                    <a:pt x="4159488" y="2559856"/>
                    <a:pt x="4162528" y="2557819"/>
                    <a:pt x="4165072" y="2555239"/>
                  </a:cubicBezTo>
                  <a:cubicBezTo>
                    <a:pt x="4168306" y="2551369"/>
                    <a:pt x="4172241" y="2548145"/>
                    <a:pt x="4176670" y="2545732"/>
                  </a:cubicBezTo>
                  <a:cubicBezTo>
                    <a:pt x="4184752" y="2540028"/>
                    <a:pt x="4190740" y="2540219"/>
                    <a:pt x="4191406" y="2532042"/>
                  </a:cubicBezTo>
                  <a:cubicBezTo>
                    <a:pt x="4191406" y="2530901"/>
                    <a:pt x="4188269" y="2528335"/>
                    <a:pt x="4187698" y="2526243"/>
                  </a:cubicBezTo>
                  <a:cubicBezTo>
                    <a:pt x="4187284" y="2523179"/>
                    <a:pt x="4186318" y="2520215"/>
                    <a:pt x="4184847" y="2517497"/>
                  </a:cubicBezTo>
                  <a:cubicBezTo>
                    <a:pt x="4182279" y="2513884"/>
                    <a:pt x="4178667" y="2512173"/>
                    <a:pt x="4175340" y="2508655"/>
                  </a:cubicBezTo>
                  <a:cubicBezTo>
                    <a:pt x="4173705" y="2506725"/>
                    <a:pt x="4171455" y="2505416"/>
                    <a:pt x="4168970" y="2504947"/>
                  </a:cubicBezTo>
                  <a:close/>
                  <a:moveTo>
                    <a:pt x="3748378" y="2493920"/>
                  </a:moveTo>
                  <a:cubicBezTo>
                    <a:pt x="3745431" y="2495536"/>
                    <a:pt x="3742389" y="2495346"/>
                    <a:pt x="3734974" y="2494871"/>
                  </a:cubicBezTo>
                  <a:cubicBezTo>
                    <a:pt x="3720428" y="2494110"/>
                    <a:pt x="3703220" y="2511128"/>
                    <a:pt x="3688010" y="2517307"/>
                  </a:cubicBezTo>
                  <a:cubicBezTo>
                    <a:pt x="3684423" y="2517916"/>
                    <a:pt x="3680803" y="2518329"/>
                    <a:pt x="3677171" y="2518543"/>
                  </a:cubicBezTo>
                  <a:cubicBezTo>
                    <a:pt x="3673939" y="2519398"/>
                    <a:pt x="3670422" y="2520159"/>
                    <a:pt x="3668900" y="2523392"/>
                  </a:cubicBezTo>
                  <a:cubicBezTo>
                    <a:pt x="3667380" y="2526624"/>
                    <a:pt x="3667380" y="2528335"/>
                    <a:pt x="3665002" y="2529380"/>
                  </a:cubicBezTo>
                  <a:cubicBezTo>
                    <a:pt x="3662626" y="2530426"/>
                    <a:pt x="3659868" y="2531567"/>
                    <a:pt x="3659868" y="2532613"/>
                  </a:cubicBezTo>
                  <a:cubicBezTo>
                    <a:pt x="3659868" y="2533659"/>
                    <a:pt x="3659868" y="2542690"/>
                    <a:pt x="3662531" y="2543736"/>
                  </a:cubicBezTo>
                  <a:cubicBezTo>
                    <a:pt x="3665192" y="2544782"/>
                    <a:pt x="3666239" y="2543736"/>
                    <a:pt x="3667475" y="2547064"/>
                  </a:cubicBezTo>
                  <a:cubicBezTo>
                    <a:pt x="3668710" y="2550392"/>
                    <a:pt x="3670897" y="2553434"/>
                    <a:pt x="3673463" y="2553624"/>
                  </a:cubicBezTo>
                  <a:cubicBezTo>
                    <a:pt x="3676760" y="2554374"/>
                    <a:pt x="3679953" y="2555523"/>
                    <a:pt x="3682970" y="2557046"/>
                  </a:cubicBezTo>
                  <a:cubicBezTo>
                    <a:pt x="3686108" y="2558282"/>
                    <a:pt x="3692477" y="2559138"/>
                    <a:pt x="3690956" y="2564462"/>
                  </a:cubicBezTo>
                  <a:cubicBezTo>
                    <a:pt x="3690761" y="2569726"/>
                    <a:pt x="3689996" y="2574953"/>
                    <a:pt x="3688676" y="2580054"/>
                  </a:cubicBezTo>
                  <a:cubicBezTo>
                    <a:pt x="3686203" y="2583761"/>
                    <a:pt x="3682970" y="2588134"/>
                    <a:pt x="3678407" y="2588515"/>
                  </a:cubicBezTo>
                  <a:cubicBezTo>
                    <a:pt x="3676506" y="2588515"/>
                    <a:pt x="3672988" y="2587754"/>
                    <a:pt x="3671087" y="2588515"/>
                  </a:cubicBezTo>
                  <a:cubicBezTo>
                    <a:pt x="3665091" y="2588947"/>
                    <a:pt x="3660380" y="2593820"/>
                    <a:pt x="3660154" y="2599828"/>
                  </a:cubicBezTo>
                  <a:cubicBezTo>
                    <a:pt x="3660155" y="2603726"/>
                    <a:pt x="3666999" y="2611617"/>
                    <a:pt x="3666999" y="2611712"/>
                  </a:cubicBezTo>
                  <a:cubicBezTo>
                    <a:pt x="3667715" y="2613781"/>
                    <a:pt x="3668885" y="2615665"/>
                    <a:pt x="3670421" y="2617226"/>
                  </a:cubicBezTo>
                  <a:cubicBezTo>
                    <a:pt x="3672014" y="2618999"/>
                    <a:pt x="3673011" y="2621227"/>
                    <a:pt x="3673273" y="2623595"/>
                  </a:cubicBezTo>
                  <a:cubicBezTo>
                    <a:pt x="3673274" y="2625973"/>
                    <a:pt x="3671658" y="2628349"/>
                    <a:pt x="3671467" y="2631581"/>
                  </a:cubicBezTo>
                  <a:cubicBezTo>
                    <a:pt x="3671222" y="2633707"/>
                    <a:pt x="3670677" y="2635787"/>
                    <a:pt x="3669851" y="2637760"/>
                  </a:cubicBezTo>
                  <a:cubicBezTo>
                    <a:pt x="3668466" y="2640447"/>
                    <a:pt x="3666315" y="2642664"/>
                    <a:pt x="3663672" y="2644130"/>
                  </a:cubicBezTo>
                  <a:cubicBezTo>
                    <a:pt x="3660910" y="2646415"/>
                    <a:pt x="3658022" y="2648542"/>
                    <a:pt x="3655020" y="2650500"/>
                  </a:cubicBezTo>
                  <a:cubicBezTo>
                    <a:pt x="3648203" y="2653075"/>
                    <a:pt x="3642740" y="2658332"/>
                    <a:pt x="3639904" y="2665046"/>
                  </a:cubicBezTo>
                  <a:cubicBezTo>
                    <a:pt x="3639672" y="2670312"/>
                    <a:pt x="3640581" y="2675565"/>
                    <a:pt x="3642566" y="2680448"/>
                  </a:cubicBezTo>
                  <a:cubicBezTo>
                    <a:pt x="3643975" y="2683617"/>
                    <a:pt x="3645976" y="2686488"/>
                    <a:pt x="3648461" y="2688909"/>
                  </a:cubicBezTo>
                  <a:cubicBezTo>
                    <a:pt x="3650837" y="2691665"/>
                    <a:pt x="3649316" y="2696229"/>
                    <a:pt x="3652549" y="2697275"/>
                  </a:cubicBezTo>
                  <a:cubicBezTo>
                    <a:pt x="3655778" y="2697927"/>
                    <a:pt x="3658957" y="2698818"/>
                    <a:pt x="3662056" y="2699937"/>
                  </a:cubicBezTo>
                  <a:cubicBezTo>
                    <a:pt x="3664147" y="2701458"/>
                    <a:pt x="3668805" y="2699937"/>
                    <a:pt x="3668805" y="2699937"/>
                  </a:cubicBezTo>
                  <a:cubicBezTo>
                    <a:pt x="3672704" y="2698321"/>
                    <a:pt x="3679073" y="2688623"/>
                    <a:pt x="3685823" y="2684725"/>
                  </a:cubicBezTo>
                  <a:cubicBezTo>
                    <a:pt x="3693998" y="2680067"/>
                    <a:pt x="3711207" y="2673412"/>
                    <a:pt x="3720714" y="2667327"/>
                  </a:cubicBezTo>
                  <a:cubicBezTo>
                    <a:pt x="3730221" y="2661243"/>
                    <a:pt x="3740678" y="2653733"/>
                    <a:pt x="3742104" y="2641659"/>
                  </a:cubicBezTo>
                  <a:cubicBezTo>
                    <a:pt x="3741970" y="2638796"/>
                    <a:pt x="3741190" y="2636002"/>
                    <a:pt x="3739823" y="2633482"/>
                  </a:cubicBezTo>
                  <a:cubicBezTo>
                    <a:pt x="3737857" y="2631090"/>
                    <a:pt x="3735201" y="2629363"/>
                    <a:pt x="3732217" y="2628539"/>
                  </a:cubicBezTo>
                  <a:lnTo>
                    <a:pt x="3732503" y="2627969"/>
                  </a:lnTo>
                  <a:cubicBezTo>
                    <a:pt x="3730505" y="2627969"/>
                    <a:pt x="3725942" y="2627969"/>
                    <a:pt x="3724136" y="2627969"/>
                  </a:cubicBezTo>
                  <a:cubicBezTo>
                    <a:pt x="3722834" y="2625282"/>
                    <a:pt x="3722466" y="2622237"/>
                    <a:pt x="3723090" y="2619317"/>
                  </a:cubicBezTo>
                  <a:cubicBezTo>
                    <a:pt x="3728743" y="2610730"/>
                    <a:pt x="3736246" y="2603518"/>
                    <a:pt x="3745052" y="2598211"/>
                  </a:cubicBezTo>
                  <a:cubicBezTo>
                    <a:pt x="3746572" y="2597261"/>
                    <a:pt x="3746572" y="2595645"/>
                    <a:pt x="3746668" y="2593744"/>
                  </a:cubicBezTo>
                  <a:cubicBezTo>
                    <a:pt x="3746668" y="2590416"/>
                    <a:pt x="3745527" y="2589370"/>
                    <a:pt x="3742010" y="2582620"/>
                  </a:cubicBezTo>
                  <a:cubicBezTo>
                    <a:pt x="3740108" y="2579102"/>
                    <a:pt x="3741154" y="2575870"/>
                    <a:pt x="3739537" y="2575680"/>
                  </a:cubicBezTo>
                  <a:cubicBezTo>
                    <a:pt x="3737921" y="2575490"/>
                    <a:pt x="3734784" y="2578438"/>
                    <a:pt x="3731932" y="2575680"/>
                  </a:cubicBezTo>
                  <a:cubicBezTo>
                    <a:pt x="3729080" y="2572923"/>
                    <a:pt x="3731076" y="2567789"/>
                    <a:pt x="3731076" y="2566173"/>
                  </a:cubicBezTo>
                  <a:cubicBezTo>
                    <a:pt x="3729974" y="2561377"/>
                    <a:pt x="3730406" y="2556354"/>
                    <a:pt x="3732313" y="2551817"/>
                  </a:cubicBezTo>
                  <a:cubicBezTo>
                    <a:pt x="3735918" y="2547252"/>
                    <a:pt x="3739824" y="2542932"/>
                    <a:pt x="3744006" y="2538887"/>
                  </a:cubicBezTo>
                  <a:cubicBezTo>
                    <a:pt x="3748094" y="2535180"/>
                    <a:pt x="3751136" y="2532708"/>
                    <a:pt x="3751040" y="2529380"/>
                  </a:cubicBezTo>
                  <a:cubicBezTo>
                    <a:pt x="3751040" y="2521965"/>
                    <a:pt x="3754654" y="2518923"/>
                    <a:pt x="3754938" y="2516451"/>
                  </a:cubicBezTo>
                  <a:cubicBezTo>
                    <a:pt x="3755225" y="2513980"/>
                    <a:pt x="3757791" y="2506944"/>
                    <a:pt x="3756935" y="2505138"/>
                  </a:cubicBezTo>
                  <a:cubicBezTo>
                    <a:pt x="3755414" y="2501430"/>
                    <a:pt x="3753038" y="2491163"/>
                    <a:pt x="3748378" y="2493920"/>
                  </a:cubicBezTo>
                  <a:close/>
                  <a:moveTo>
                    <a:pt x="4404553" y="2493539"/>
                  </a:moveTo>
                  <a:cubicBezTo>
                    <a:pt x="4401036" y="2492968"/>
                    <a:pt x="4400465" y="2496010"/>
                    <a:pt x="4397138" y="2495916"/>
                  </a:cubicBezTo>
                  <a:cubicBezTo>
                    <a:pt x="4393811" y="2495821"/>
                    <a:pt x="4393906" y="2493443"/>
                    <a:pt x="4387631" y="2495155"/>
                  </a:cubicBezTo>
                  <a:cubicBezTo>
                    <a:pt x="4385634" y="2495725"/>
                    <a:pt x="4383733" y="2496105"/>
                    <a:pt x="4383829" y="2499528"/>
                  </a:cubicBezTo>
                  <a:cubicBezTo>
                    <a:pt x="4384790" y="2503542"/>
                    <a:pt x="4385015" y="2507697"/>
                    <a:pt x="4384493" y="2511793"/>
                  </a:cubicBezTo>
                  <a:cubicBezTo>
                    <a:pt x="4384545" y="2516594"/>
                    <a:pt x="4384001" y="2521383"/>
                    <a:pt x="4382877" y="2526053"/>
                  </a:cubicBezTo>
                  <a:cubicBezTo>
                    <a:pt x="4379558" y="2533086"/>
                    <a:pt x="4377961" y="2540811"/>
                    <a:pt x="4378219" y="2548584"/>
                  </a:cubicBezTo>
                  <a:cubicBezTo>
                    <a:pt x="4370771" y="2553150"/>
                    <a:pt x="4362447" y="2556098"/>
                    <a:pt x="4353786" y="2557236"/>
                  </a:cubicBezTo>
                  <a:cubicBezTo>
                    <a:pt x="4348747" y="2557236"/>
                    <a:pt x="4341712" y="2556190"/>
                    <a:pt x="4338955" y="2557236"/>
                  </a:cubicBezTo>
                  <a:cubicBezTo>
                    <a:pt x="4336198" y="2558282"/>
                    <a:pt x="4334487" y="2560183"/>
                    <a:pt x="4332871" y="2561229"/>
                  </a:cubicBezTo>
                  <a:cubicBezTo>
                    <a:pt x="4331254" y="2562274"/>
                    <a:pt x="4327642" y="2562465"/>
                    <a:pt x="4325646" y="2563986"/>
                  </a:cubicBezTo>
                  <a:cubicBezTo>
                    <a:pt x="4323649" y="2565507"/>
                    <a:pt x="4322413" y="2568074"/>
                    <a:pt x="4319941" y="2569880"/>
                  </a:cubicBezTo>
                  <a:cubicBezTo>
                    <a:pt x="4317141" y="2572175"/>
                    <a:pt x="4315887" y="2575861"/>
                    <a:pt x="4316708" y="2579387"/>
                  </a:cubicBezTo>
                  <a:cubicBezTo>
                    <a:pt x="4317567" y="2586275"/>
                    <a:pt x="4322240" y="2592088"/>
                    <a:pt x="4328782" y="2594408"/>
                  </a:cubicBezTo>
                  <a:cubicBezTo>
                    <a:pt x="4333631" y="2595074"/>
                    <a:pt x="4335532" y="2598116"/>
                    <a:pt x="4339145" y="2599257"/>
                  </a:cubicBezTo>
                  <a:cubicBezTo>
                    <a:pt x="4341331" y="2600018"/>
                    <a:pt x="4343710" y="2600018"/>
                    <a:pt x="4345895" y="2599257"/>
                  </a:cubicBezTo>
                  <a:cubicBezTo>
                    <a:pt x="4348177" y="2599257"/>
                    <a:pt x="4350934" y="2597451"/>
                    <a:pt x="4352930" y="2597356"/>
                  </a:cubicBezTo>
                  <a:cubicBezTo>
                    <a:pt x="4354927" y="2597260"/>
                    <a:pt x="4356163" y="2597356"/>
                    <a:pt x="4358159" y="2597356"/>
                  </a:cubicBezTo>
                  <a:cubicBezTo>
                    <a:pt x="4360155" y="2597356"/>
                    <a:pt x="4364719" y="2595835"/>
                    <a:pt x="4365004" y="2597356"/>
                  </a:cubicBezTo>
                  <a:cubicBezTo>
                    <a:pt x="4364808" y="2600691"/>
                    <a:pt x="4363866" y="2603939"/>
                    <a:pt x="4362247" y="2606863"/>
                  </a:cubicBezTo>
                  <a:cubicBezTo>
                    <a:pt x="4359690" y="2615511"/>
                    <a:pt x="4355168" y="2623450"/>
                    <a:pt x="4349032" y="2630060"/>
                  </a:cubicBezTo>
                  <a:cubicBezTo>
                    <a:pt x="4338303" y="2641679"/>
                    <a:pt x="4326873" y="2652632"/>
                    <a:pt x="4314808" y="2662859"/>
                  </a:cubicBezTo>
                  <a:cubicBezTo>
                    <a:pt x="4313572" y="2663620"/>
                    <a:pt x="4310529" y="2664095"/>
                    <a:pt x="4309674" y="2665141"/>
                  </a:cubicBezTo>
                  <a:cubicBezTo>
                    <a:pt x="4307419" y="2667185"/>
                    <a:pt x="4304967" y="2669000"/>
                    <a:pt x="4302353" y="2670559"/>
                  </a:cubicBezTo>
                  <a:cubicBezTo>
                    <a:pt x="4299272" y="2673360"/>
                    <a:pt x="4295648" y="2675496"/>
                    <a:pt x="4291705" y="2676835"/>
                  </a:cubicBezTo>
                  <a:cubicBezTo>
                    <a:pt x="4286761" y="2678451"/>
                    <a:pt x="4285526" y="2680827"/>
                    <a:pt x="4287047" y="2682253"/>
                  </a:cubicBezTo>
                  <a:cubicBezTo>
                    <a:pt x="4289377" y="2683289"/>
                    <a:pt x="4291795" y="2684117"/>
                    <a:pt x="4294272" y="2684725"/>
                  </a:cubicBezTo>
                  <a:cubicBezTo>
                    <a:pt x="4296839" y="2685866"/>
                    <a:pt x="4296839" y="2692046"/>
                    <a:pt x="4298550" y="2693282"/>
                  </a:cubicBezTo>
                  <a:cubicBezTo>
                    <a:pt x="4300262" y="2694517"/>
                    <a:pt x="4301878" y="2697750"/>
                    <a:pt x="4304159" y="2698130"/>
                  </a:cubicBezTo>
                  <a:cubicBezTo>
                    <a:pt x="4306988" y="2698155"/>
                    <a:pt x="4309796" y="2697639"/>
                    <a:pt x="4312431" y="2696609"/>
                  </a:cubicBezTo>
                  <a:cubicBezTo>
                    <a:pt x="4315758" y="2694992"/>
                    <a:pt x="4323268" y="2695373"/>
                    <a:pt x="4327547" y="2692711"/>
                  </a:cubicBezTo>
                  <a:cubicBezTo>
                    <a:pt x="4331825" y="2690049"/>
                    <a:pt x="4340286" y="2686246"/>
                    <a:pt x="4343994" y="2683775"/>
                  </a:cubicBezTo>
                  <a:cubicBezTo>
                    <a:pt x="4352122" y="2680627"/>
                    <a:pt x="4359622" y="2676055"/>
                    <a:pt x="4366145" y="2670274"/>
                  </a:cubicBezTo>
                  <a:cubicBezTo>
                    <a:pt x="4375082" y="2660767"/>
                    <a:pt x="4380406" y="2657060"/>
                    <a:pt x="4387726" y="2649169"/>
                  </a:cubicBezTo>
                  <a:cubicBezTo>
                    <a:pt x="4395046" y="2641278"/>
                    <a:pt x="4401511" y="2625877"/>
                    <a:pt x="4402652" y="2626542"/>
                  </a:cubicBezTo>
                  <a:cubicBezTo>
                    <a:pt x="4405885" y="2628539"/>
                    <a:pt x="4414535" y="2638426"/>
                    <a:pt x="4424233" y="2645556"/>
                  </a:cubicBezTo>
                  <a:cubicBezTo>
                    <a:pt x="4427664" y="2648897"/>
                    <a:pt x="4430841" y="2652488"/>
                    <a:pt x="4433740" y="2656299"/>
                  </a:cubicBezTo>
                  <a:cubicBezTo>
                    <a:pt x="4438502" y="2663166"/>
                    <a:pt x="4443677" y="2669739"/>
                    <a:pt x="4449237" y="2675978"/>
                  </a:cubicBezTo>
                  <a:cubicBezTo>
                    <a:pt x="4463972" y="2689479"/>
                    <a:pt x="4459885" y="2691950"/>
                    <a:pt x="4462927" y="2700412"/>
                  </a:cubicBezTo>
                  <a:cubicBezTo>
                    <a:pt x="4464872" y="2703666"/>
                    <a:pt x="4468131" y="2705920"/>
                    <a:pt x="4471863" y="2706591"/>
                  </a:cubicBezTo>
                  <a:cubicBezTo>
                    <a:pt x="4476617" y="2707827"/>
                    <a:pt x="4481370" y="2705165"/>
                    <a:pt x="4487644" y="2708778"/>
                  </a:cubicBezTo>
                  <a:cubicBezTo>
                    <a:pt x="4490864" y="2710005"/>
                    <a:pt x="4494277" y="2710649"/>
                    <a:pt x="4497722" y="2710680"/>
                  </a:cubicBezTo>
                  <a:cubicBezTo>
                    <a:pt x="4501554" y="2710889"/>
                    <a:pt x="4505394" y="2710889"/>
                    <a:pt x="4509225" y="2710680"/>
                  </a:cubicBezTo>
                  <a:cubicBezTo>
                    <a:pt x="4512915" y="2711137"/>
                    <a:pt x="4516631" y="2711359"/>
                    <a:pt x="4520348" y="2711344"/>
                  </a:cubicBezTo>
                  <a:cubicBezTo>
                    <a:pt x="4521775" y="2711344"/>
                    <a:pt x="4523867" y="2711344"/>
                    <a:pt x="4525293" y="2710299"/>
                  </a:cubicBezTo>
                  <a:cubicBezTo>
                    <a:pt x="4526718" y="2709253"/>
                    <a:pt x="4528239" y="2706401"/>
                    <a:pt x="4530237" y="2706211"/>
                  </a:cubicBezTo>
                  <a:cubicBezTo>
                    <a:pt x="4534982" y="2705973"/>
                    <a:pt x="4539388" y="2703683"/>
                    <a:pt x="4542311" y="2699936"/>
                  </a:cubicBezTo>
                  <a:cubicBezTo>
                    <a:pt x="4544116" y="2697750"/>
                    <a:pt x="4543166" y="2694232"/>
                    <a:pt x="4543356" y="2692141"/>
                  </a:cubicBezTo>
                  <a:cubicBezTo>
                    <a:pt x="4543545" y="2690049"/>
                    <a:pt x="4546589" y="2688433"/>
                    <a:pt x="4545637" y="2686626"/>
                  </a:cubicBezTo>
                  <a:lnTo>
                    <a:pt x="4546398" y="2685676"/>
                  </a:lnTo>
                  <a:cubicBezTo>
                    <a:pt x="4545257" y="2683584"/>
                    <a:pt x="4541454" y="2683299"/>
                    <a:pt x="4539173" y="2682348"/>
                  </a:cubicBezTo>
                  <a:cubicBezTo>
                    <a:pt x="4529666" y="2678545"/>
                    <a:pt x="4524342" y="2676644"/>
                    <a:pt x="4518162" y="2674553"/>
                  </a:cubicBezTo>
                  <a:cubicBezTo>
                    <a:pt x="4515786" y="2673697"/>
                    <a:pt x="4512458" y="2670179"/>
                    <a:pt x="4508655" y="2668563"/>
                  </a:cubicBezTo>
                  <a:cubicBezTo>
                    <a:pt x="4504430" y="2667450"/>
                    <a:pt x="4500347" y="2665854"/>
                    <a:pt x="4496486" y="2663809"/>
                  </a:cubicBezTo>
                  <a:cubicBezTo>
                    <a:pt x="4489939" y="2658245"/>
                    <a:pt x="4482833" y="2653370"/>
                    <a:pt x="4475286" y="2649264"/>
                  </a:cubicBezTo>
                  <a:cubicBezTo>
                    <a:pt x="4466825" y="2644986"/>
                    <a:pt x="4459694" y="2630250"/>
                    <a:pt x="4454656" y="2625972"/>
                  </a:cubicBezTo>
                  <a:cubicBezTo>
                    <a:pt x="4444034" y="2617838"/>
                    <a:pt x="4434622" y="2608234"/>
                    <a:pt x="4426704" y="2597451"/>
                  </a:cubicBezTo>
                  <a:cubicBezTo>
                    <a:pt x="4424118" y="2593593"/>
                    <a:pt x="4423387" y="2588783"/>
                    <a:pt x="4424708" y="2584330"/>
                  </a:cubicBezTo>
                  <a:cubicBezTo>
                    <a:pt x="4426144" y="2581332"/>
                    <a:pt x="4428036" y="2578573"/>
                    <a:pt x="4430318" y="2576155"/>
                  </a:cubicBezTo>
                  <a:cubicBezTo>
                    <a:pt x="4435668" y="2573306"/>
                    <a:pt x="4441353" y="2571135"/>
                    <a:pt x="4447241" y="2569690"/>
                  </a:cubicBezTo>
                  <a:cubicBezTo>
                    <a:pt x="4450378" y="2569024"/>
                    <a:pt x="4454085" y="2568835"/>
                    <a:pt x="4458268" y="2568264"/>
                  </a:cubicBezTo>
                  <a:cubicBezTo>
                    <a:pt x="4461660" y="2567492"/>
                    <a:pt x="4464882" y="2566107"/>
                    <a:pt x="4467775" y="2564176"/>
                  </a:cubicBezTo>
                  <a:cubicBezTo>
                    <a:pt x="4473515" y="2562486"/>
                    <a:pt x="4479035" y="2560124"/>
                    <a:pt x="4484223" y="2557141"/>
                  </a:cubicBezTo>
                  <a:cubicBezTo>
                    <a:pt x="4487549" y="2554954"/>
                    <a:pt x="4489547" y="2551912"/>
                    <a:pt x="4491352" y="2551817"/>
                  </a:cubicBezTo>
                  <a:cubicBezTo>
                    <a:pt x="4494680" y="2551817"/>
                    <a:pt x="4494869" y="2550581"/>
                    <a:pt x="4494775" y="2547539"/>
                  </a:cubicBezTo>
                  <a:cubicBezTo>
                    <a:pt x="4494775" y="2540123"/>
                    <a:pt x="4491257" y="2531377"/>
                    <a:pt x="4485839" y="2530521"/>
                  </a:cubicBezTo>
                  <a:cubicBezTo>
                    <a:pt x="4480419" y="2529666"/>
                    <a:pt x="4475095" y="2530046"/>
                    <a:pt x="4472909" y="2526338"/>
                  </a:cubicBezTo>
                  <a:cubicBezTo>
                    <a:pt x="4470722" y="2522630"/>
                    <a:pt x="4458078" y="2526338"/>
                    <a:pt x="4458078" y="2526338"/>
                  </a:cubicBezTo>
                  <a:cubicBezTo>
                    <a:pt x="4456081" y="2526338"/>
                    <a:pt x="4451804" y="2530901"/>
                    <a:pt x="4448571" y="2533183"/>
                  </a:cubicBezTo>
                  <a:cubicBezTo>
                    <a:pt x="4445930" y="2534443"/>
                    <a:pt x="4443155" y="2535399"/>
                    <a:pt x="4440300" y="2536035"/>
                  </a:cubicBezTo>
                  <a:cubicBezTo>
                    <a:pt x="4437923" y="2536891"/>
                    <a:pt x="4434120" y="2538793"/>
                    <a:pt x="4433265" y="2539173"/>
                  </a:cubicBezTo>
                  <a:cubicBezTo>
                    <a:pt x="4431589" y="2540219"/>
                    <a:pt x="4429628" y="2540718"/>
                    <a:pt x="4427656" y="2540598"/>
                  </a:cubicBezTo>
                  <a:cubicBezTo>
                    <a:pt x="4425944" y="2540598"/>
                    <a:pt x="4427656" y="2533753"/>
                    <a:pt x="4427656" y="2532423"/>
                  </a:cubicBezTo>
                  <a:cubicBezTo>
                    <a:pt x="4429843" y="2526338"/>
                    <a:pt x="4432409" y="2521300"/>
                    <a:pt x="4433455" y="2518447"/>
                  </a:cubicBezTo>
                  <a:cubicBezTo>
                    <a:pt x="4434501" y="2515595"/>
                    <a:pt x="4432409" y="2514264"/>
                    <a:pt x="4431934" y="2510936"/>
                  </a:cubicBezTo>
                  <a:cubicBezTo>
                    <a:pt x="4431458" y="2507609"/>
                    <a:pt x="4433074" y="2505042"/>
                    <a:pt x="4429366" y="2503141"/>
                  </a:cubicBezTo>
                  <a:cubicBezTo>
                    <a:pt x="4424900" y="2501249"/>
                    <a:pt x="4421072" y="2498114"/>
                    <a:pt x="4418338" y="2494109"/>
                  </a:cubicBezTo>
                  <a:cubicBezTo>
                    <a:pt x="4417483" y="2492493"/>
                    <a:pt x="4408071" y="2494109"/>
                    <a:pt x="4404553" y="2493539"/>
                  </a:cubicBezTo>
                  <a:close/>
                  <a:moveTo>
                    <a:pt x="3088593" y="2490497"/>
                  </a:moveTo>
                  <a:cubicBezTo>
                    <a:pt x="3086890" y="2490236"/>
                    <a:pt x="3085188" y="2490975"/>
                    <a:pt x="3084219" y="2492399"/>
                  </a:cubicBezTo>
                  <a:cubicBezTo>
                    <a:pt x="3082133" y="2494586"/>
                    <a:pt x="3079730" y="2496444"/>
                    <a:pt x="3077089" y="2497913"/>
                  </a:cubicBezTo>
                  <a:cubicBezTo>
                    <a:pt x="3076187" y="2499301"/>
                    <a:pt x="3076187" y="2501089"/>
                    <a:pt x="3077089" y="2502477"/>
                  </a:cubicBezTo>
                  <a:cubicBezTo>
                    <a:pt x="3081544" y="2506625"/>
                    <a:pt x="3083886" y="2512566"/>
                    <a:pt x="3083459" y="2518638"/>
                  </a:cubicBezTo>
                  <a:cubicBezTo>
                    <a:pt x="3083459" y="2528145"/>
                    <a:pt x="3080131" y="2532899"/>
                    <a:pt x="3079561" y="2543642"/>
                  </a:cubicBezTo>
                  <a:cubicBezTo>
                    <a:pt x="3079561" y="2549346"/>
                    <a:pt x="3075853" y="2551628"/>
                    <a:pt x="3073382" y="2555241"/>
                  </a:cubicBezTo>
                  <a:cubicBezTo>
                    <a:pt x="3069439" y="2557783"/>
                    <a:pt x="3065148" y="2559736"/>
                    <a:pt x="3060642" y="2561040"/>
                  </a:cubicBezTo>
                  <a:cubicBezTo>
                    <a:pt x="3057504" y="2561580"/>
                    <a:pt x="3054318" y="2561802"/>
                    <a:pt x="3051135" y="2561705"/>
                  </a:cubicBezTo>
                  <a:cubicBezTo>
                    <a:pt x="3046761" y="2561704"/>
                    <a:pt x="3042864" y="2564937"/>
                    <a:pt x="3038491" y="2565698"/>
                  </a:cubicBezTo>
                  <a:cubicBezTo>
                    <a:pt x="3034117" y="2566458"/>
                    <a:pt x="3028984" y="2568550"/>
                    <a:pt x="3028984" y="2574730"/>
                  </a:cubicBezTo>
                  <a:cubicBezTo>
                    <a:pt x="3029287" y="2579942"/>
                    <a:pt x="3028999" y="2585173"/>
                    <a:pt x="3028128" y="2590321"/>
                  </a:cubicBezTo>
                  <a:cubicBezTo>
                    <a:pt x="3028245" y="2592988"/>
                    <a:pt x="3028892" y="2595606"/>
                    <a:pt x="3030030" y="2598022"/>
                  </a:cubicBezTo>
                  <a:cubicBezTo>
                    <a:pt x="3030110" y="2601780"/>
                    <a:pt x="3030784" y="2605502"/>
                    <a:pt x="3032026" y="2609050"/>
                  </a:cubicBezTo>
                  <a:cubicBezTo>
                    <a:pt x="3032850" y="2610882"/>
                    <a:pt x="3034457" y="2612245"/>
                    <a:pt x="3036399" y="2612758"/>
                  </a:cubicBezTo>
                  <a:cubicBezTo>
                    <a:pt x="3038111" y="2613613"/>
                    <a:pt x="3041343" y="2612758"/>
                    <a:pt x="3043149" y="2611901"/>
                  </a:cubicBezTo>
                  <a:cubicBezTo>
                    <a:pt x="3046042" y="2610598"/>
                    <a:pt x="3049029" y="2609517"/>
                    <a:pt x="3052086" y="2608670"/>
                  </a:cubicBezTo>
                  <a:cubicBezTo>
                    <a:pt x="3055300" y="2608748"/>
                    <a:pt x="3058506" y="2608331"/>
                    <a:pt x="3061593" y="2607434"/>
                  </a:cubicBezTo>
                  <a:cubicBezTo>
                    <a:pt x="3061592" y="2607434"/>
                    <a:pt x="3065586" y="2608289"/>
                    <a:pt x="3066632" y="2610476"/>
                  </a:cubicBezTo>
                  <a:cubicBezTo>
                    <a:pt x="3067271" y="2617619"/>
                    <a:pt x="3067462" y="2624795"/>
                    <a:pt x="3067202" y="2631961"/>
                  </a:cubicBezTo>
                  <a:cubicBezTo>
                    <a:pt x="3067202" y="2636621"/>
                    <a:pt x="3061022" y="2639662"/>
                    <a:pt x="3057695" y="2641468"/>
                  </a:cubicBezTo>
                  <a:cubicBezTo>
                    <a:pt x="3051218" y="2645680"/>
                    <a:pt x="3044451" y="2649429"/>
                    <a:pt x="3037445" y="2652687"/>
                  </a:cubicBezTo>
                  <a:cubicBezTo>
                    <a:pt x="3033338" y="2653556"/>
                    <a:pt x="3029391" y="2655063"/>
                    <a:pt x="3025751" y="2657155"/>
                  </a:cubicBezTo>
                  <a:cubicBezTo>
                    <a:pt x="3022292" y="2659609"/>
                    <a:pt x="3018636" y="2661771"/>
                    <a:pt x="3014819" y="2663620"/>
                  </a:cubicBezTo>
                  <a:cubicBezTo>
                    <a:pt x="3012822" y="2664571"/>
                    <a:pt x="3009875" y="2663620"/>
                    <a:pt x="3007783" y="2664285"/>
                  </a:cubicBezTo>
                  <a:cubicBezTo>
                    <a:pt x="3005188" y="2665333"/>
                    <a:pt x="3003417" y="2667769"/>
                    <a:pt x="3003220" y="2670560"/>
                  </a:cubicBezTo>
                  <a:cubicBezTo>
                    <a:pt x="3003220" y="2671891"/>
                    <a:pt x="3005121" y="2675884"/>
                    <a:pt x="3005882" y="2678832"/>
                  </a:cubicBezTo>
                  <a:cubicBezTo>
                    <a:pt x="3006642" y="2681778"/>
                    <a:pt x="3005882" y="2686627"/>
                    <a:pt x="3007974" y="2688339"/>
                  </a:cubicBezTo>
                  <a:cubicBezTo>
                    <a:pt x="3010622" y="2690076"/>
                    <a:pt x="3013132" y="2692015"/>
                    <a:pt x="3015484" y="2694138"/>
                  </a:cubicBezTo>
                  <a:cubicBezTo>
                    <a:pt x="3019002" y="2697846"/>
                    <a:pt x="3023470" y="2706307"/>
                    <a:pt x="3027178" y="2704691"/>
                  </a:cubicBezTo>
                  <a:cubicBezTo>
                    <a:pt x="3033604" y="2700814"/>
                    <a:pt x="3039709" y="2696427"/>
                    <a:pt x="3045431" y="2691571"/>
                  </a:cubicBezTo>
                  <a:cubicBezTo>
                    <a:pt x="3049473" y="2690288"/>
                    <a:pt x="3053388" y="2688633"/>
                    <a:pt x="3057125" y="2686627"/>
                  </a:cubicBezTo>
                  <a:cubicBezTo>
                    <a:pt x="3062947" y="2682049"/>
                    <a:pt x="3069338" y="2678246"/>
                    <a:pt x="3076139" y="2675313"/>
                  </a:cubicBezTo>
                  <a:cubicBezTo>
                    <a:pt x="3081242" y="2673359"/>
                    <a:pt x="3086227" y="2671105"/>
                    <a:pt x="3091064" y="2668563"/>
                  </a:cubicBezTo>
                  <a:cubicBezTo>
                    <a:pt x="3094772" y="2666187"/>
                    <a:pt x="3098765" y="2657251"/>
                    <a:pt x="3105229" y="2655159"/>
                  </a:cubicBezTo>
                  <a:cubicBezTo>
                    <a:pt x="3111104" y="2652903"/>
                    <a:pt x="3116566" y="2649691"/>
                    <a:pt x="3121392" y="2645652"/>
                  </a:cubicBezTo>
                  <a:cubicBezTo>
                    <a:pt x="3124186" y="2643643"/>
                    <a:pt x="3126120" y="2640656"/>
                    <a:pt x="3126811" y="2637285"/>
                  </a:cubicBezTo>
                  <a:cubicBezTo>
                    <a:pt x="3128141" y="2629870"/>
                    <a:pt x="3130613" y="2624927"/>
                    <a:pt x="3131088" y="2621979"/>
                  </a:cubicBezTo>
                  <a:cubicBezTo>
                    <a:pt x="3131565" y="2619032"/>
                    <a:pt x="3129948" y="2617701"/>
                    <a:pt x="3129567" y="2614849"/>
                  </a:cubicBezTo>
                  <a:cubicBezTo>
                    <a:pt x="3129187" y="2611997"/>
                    <a:pt x="3129092" y="2611712"/>
                    <a:pt x="3128807" y="2610285"/>
                  </a:cubicBezTo>
                  <a:cubicBezTo>
                    <a:pt x="3128521" y="2608860"/>
                    <a:pt x="3126050" y="2607814"/>
                    <a:pt x="3126145" y="2602394"/>
                  </a:cubicBezTo>
                  <a:cubicBezTo>
                    <a:pt x="3126145" y="2598782"/>
                    <a:pt x="3126716" y="2592887"/>
                    <a:pt x="3127000" y="2590796"/>
                  </a:cubicBezTo>
                  <a:cubicBezTo>
                    <a:pt x="3127666" y="2585187"/>
                    <a:pt x="3128807" y="2581289"/>
                    <a:pt x="3128997" y="2577106"/>
                  </a:cubicBezTo>
                  <a:cubicBezTo>
                    <a:pt x="3129853" y="2564748"/>
                    <a:pt x="3130138" y="2560469"/>
                    <a:pt x="3130233" y="2554670"/>
                  </a:cubicBezTo>
                  <a:cubicBezTo>
                    <a:pt x="3130499" y="2550519"/>
                    <a:pt x="3131038" y="2546390"/>
                    <a:pt x="3131849" y="2542311"/>
                  </a:cubicBezTo>
                  <a:cubicBezTo>
                    <a:pt x="3134131" y="2536891"/>
                    <a:pt x="3136983" y="2532233"/>
                    <a:pt x="3137458" y="2530332"/>
                  </a:cubicBezTo>
                  <a:cubicBezTo>
                    <a:pt x="3137878" y="2526668"/>
                    <a:pt x="3137878" y="2522968"/>
                    <a:pt x="3137458" y="2519304"/>
                  </a:cubicBezTo>
                  <a:cubicBezTo>
                    <a:pt x="3137458" y="2516642"/>
                    <a:pt x="3138504" y="2515501"/>
                    <a:pt x="3138028" y="2512078"/>
                  </a:cubicBezTo>
                  <a:lnTo>
                    <a:pt x="3139265" y="2511603"/>
                  </a:lnTo>
                  <a:cubicBezTo>
                    <a:pt x="3137878" y="2507424"/>
                    <a:pt x="3135458" y="2503663"/>
                    <a:pt x="3132229" y="2500670"/>
                  </a:cubicBezTo>
                  <a:cubicBezTo>
                    <a:pt x="3130804" y="2499054"/>
                    <a:pt x="3126811" y="2498199"/>
                    <a:pt x="3125670" y="2497533"/>
                  </a:cubicBezTo>
                  <a:cubicBezTo>
                    <a:pt x="3123341" y="2496433"/>
                    <a:pt x="3120825" y="2495788"/>
                    <a:pt x="3118255" y="2495632"/>
                  </a:cubicBezTo>
                  <a:cubicBezTo>
                    <a:pt x="3116352" y="2495632"/>
                    <a:pt x="3108748" y="2495632"/>
                    <a:pt x="3106845" y="2495632"/>
                  </a:cubicBezTo>
                  <a:cubicBezTo>
                    <a:pt x="3103233" y="2494966"/>
                    <a:pt x="3098765" y="2495061"/>
                    <a:pt x="3095628" y="2494395"/>
                  </a:cubicBezTo>
                  <a:cubicBezTo>
                    <a:pt x="3092491" y="2493730"/>
                    <a:pt x="3090399" y="2490688"/>
                    <a:pt x="3088593" y="2490497"/>
                  </a:cubicBezTo>
                  <a:close/>
                  <a:moveTo>
                    <a:pt x="3223593" y="2477853"/>
                  </a:moveTo>
                  <a:cubicBezTo>
                    <a:pt x="3220381" y="2478205"/>
                    <a:pt x="3217202" y="2478809"/>
                    <a:pt x="3214086" y="2479660"/>
                  </a:cubicBezTo>
                  <a:cubicBezTo>
                    <a:pt x="3211585" y="2478996"/>
                    <a:pt x="3209044" y="2478488"/>
                    <a:pt x="3206480" y="2478139"/>
                  </a:cubicBezTo>
                  <a:cubicBezTo>
                    <a:pt x="3204579" y="2478139"/>
                    <a:pt x="3200776" y="2480040"/>
                    <a:pt x="3198018" y="2479945"/>
                  </a:cubicBezTo>
                  <a:cubicBezTo>
                    <a:pt x="3195262" y="2479850"/>
                    <a:pt x="3190223" y="2477853"/>
                    <a:pt x="3188511" y="2477948"/>
                  </a:cubicBezTo>
                  <a:cubicBezTo>
                    <a:pt x="3184708" y="2477948"/>
                    <a:pt x="3182332" y="2478709"/>
                    <a:pt x="3181001" y="2483272"/>
                  </a:cubicBezTo>
                  <a:cubicBezTo>
                    <a:pt x="3180366" y="2487583"/>
                    <a:pt x="3180206" y="2491951"/>
                    <a:pt x="3180526" y="2496296"/>
                  </a:cubicBezTo>
                  <a:cubicBezTo>
                    <a:pt x="3179567" y="2502715"/>
                    <a:pt x="3178203" y="2509066"/>
                    <a:pt x="3176438" y="2515310"/>
                  </a:cubicBezTo>
                  <a:cubicBezTo>
                    <a:pt x="3174928" y="2519150"/>
                    <a:pt x="3173968" y="2523183"/>
                    <a:pt x="3173586" y="2527290"/>
                  </a:cubicBezTo>
                  <a:cubicBezTo>
                    <a:pt x="3173585" y="2529286"/>
                    <a:pt x="3173585" y="2539268"/>
                    <a:pt x="3172445" y="2546969"/>
                  </a:cubicBezTo>
                  <a:cubicBezTo>
                    <a:pt x="3172445" y="2548491"/>
                    <a:pt x="3170448" y="2554575"/>
                    <a:pt x="3169783" y="2559613"/>
                  </a:cubicBezTo>
                  <a:cubicBezTo>
                    <a:pt x="3169117" y="2564652"/>
                    <a:pt x="3167501" y="2564557"/>
                    <a:pt x="3166931" y="2571972"/>
                  </a:cubicBezTo>
                  <a:cubicBezTo>
                    <a:pt x="3166931" y="2573398"/>
                    <a:pt x="3163793" y="2577962"/>
                    <a:pt x="3163603" y="2579483"/>
                  </a:cubicBezTo>
                  <a:cubicBezTo>
                    <a:pt x="3161797" y="2594504"/>
                    <a:pt x="3159515" y="2595740"/>
                    <a:pt x="3159610" y="2603536"/>
                  </a:cubicBezTo>
                  <a:cubicBezTo>
                    <a:pt x="3159438" y="2608557"/>
                    <a:pt x="3159950" y="2613578"/>
                    <a:pt x="3161132" y="2618462"/>
                  </a:cubicBezTo>
                  <a:cubicBezTo>
                    <a:pt x="3161943" y="2621566"/>
                    <a:pt x="3162358" y="2624760"/>
                    <a:pt x="3162368" y="2627969"/>
                  </a:cubicBezTo>
                  <a:lnTo>
                    <a:pt x="3163032" y="2638046"/>
                  </a:lnTo>
                  <a:cubicBezTo>
                    <a:pt x="3163032" y="2639947"/>
                    <a:pt x="3165980" y="2651546"/>
                    <a:pt x="3166360" y="2654112"/>
                  </a:cubicBezTo>
                  <a:cubicBezTo>
                    <a:pt x="3166301" y="2658632"/>
                    <a:pt x="3166620" y="2663147"/>
                    <a:pt x="3167311" y="2667613"/>
                  </a:cubicBezTo>
                  <a:cubicBezTo>
                    <a:pt x="3169149" y="2671807"/>
                    <a:pt x="3171582" y="2675714"/>
                    <a:pt x="3174537" y="2679211"/>
                  </a:cubicBezTo>
                  <a:cubicBezTo>
                    <a:pt x="3176895" y="2681036"/>
                    <a:pt x="3179526" y="2682480"/>
                    <a:pt x="3182332" y="2683490"/>
                  </a:cubicBezTo>
                  <a:cubicBezTo>
                    <a:pt x="3185660" y="2684535"/>
                    <a:pt x="3193170" y="2683490"/>
                    <a:pt x="3197734" y="2684345"/>
                  </a:cubicBezTo>
                  <a:cubicBezTo>
                    <a:pt x="3202297" y="2685201"/>
                    <a:pt x="3206385" y="2687387"/>
                    <a:pt x="3208286" y="2687387"/>
                  </a:cubicBezTo>
                  <a:cubicBezTo>
                    <a:pt x="3208286" y="2687387"/>
                    <a:pt x="3217318" y="2687387"/>
                    <a:pt x="3220740" y="2687387"/>
                  </a:cubicBezTo>
                  <a:cubicBezTo>
                    <a:pt x="3224995" y="2686983"/>
                    <a:pt x="3229288" y="2687403"/>
                    <a:pt x="3233384" y="2688623"/>
                  </a:cubicBezTo>
                  <a:cubicBezTo>
                    <a:pt x="3235191" y="2689384"/>
                    <a:pt x="3238708" y="2692140"/>
                    <a:pt x="3241561" y="2692140"/>
                  </a:cubicBezTo>
                  <a:cubicBezTo>
                    <a:pt x="3245588" y="2691905"/>
                    <a:pt x="3249545" y="2690972"/>
                    <a:pt x="3253255" y="2689384"/>
                  </a:cubicBezTo>
                  <a:cubicBezTo>
                    <a:pt x="3256677" y="2688053"/>
                    <a:pt x="3262761" y="2689384"/>
                    <a:pt x="3265138" y="2687578"/>
                  </a:cubicBezTo>
                  <a:cubicBezTo>
                    <a:pt x="3267515" y="2685771"/>
                    <a:pt x="3268370" y="2681398"/>
                    <a:pt x="3269702" y="2677215"/>
                  </a:cubicBezTo>
                  <a:cubicBezTo>
                    <a:pt x="3271831" y="2672060"/>
                    <a:pt x="3273672" y="2666792"/>
                    <a:pt x="3275215" y="2661434"/>
                  </a:cubicBezTo>
                  <a:cubicBezTo>
                    <a:pt x="3276359" y="2655880"/>
                    <a:pt x="3273885" y="2650208"/>
                    <a:pt x="3269036" y="2647267"/>
                  </a:cubicBezTo>
                  <a:lnTo>
                    <a:pt x="3268561" y="2647078"/>
                  </a:lnTo>
                  <a:cubicBezTo>
                    <a:pt x="3264959" y="2646167"/>
                    <a:pt x="3261245" y="2645783"/>
                    <a:pt x="3257533" y="2645937"/>
                  </a:cubicBezTo>
                  <a:cubicBezTo>
                    <a:pt x="3255013" y="2645551"/>
                    <a:pt x="3252609" y="2644608"/>
                    <a:pt x="3250497" y="2643180"/>
                  </a:cubicBezTo>
                  <a:cubicBezTo>
                    <a:pt x="3248072" y="2642937"/>
                    <a:pt x="3245681" y="2642427"/>
                    <a:pt x="3243368" y="2641659"/>
                  </a:cubicBezTo>
                  <a:cubicBezTo>
                    <a:pt x="3240070" y="2640834"/>
                    <a:pt x="3236689" y="2640386"/>
                    <a:pt x="3233290" y="2640328"/>
                  </a:cubicBezTo>
                  <a:cubicBezTo>
                    <a:pt x="3228024" y="2639892"/>
                    <a:pt x="3223062" y="2637681"/>
                    <a:pt x="3219219" y="2634053"/>
                  </a:cubicBezTo>
                  <a:cubicBezTo>
                    <a:pt x="3214276" y="2628349"/>
                    <a:pt x="3215702" y="2622930"/>
                    <a:pt x="3214086" y="2617225"/>
                  </a:cubicBezTo>
                  <a:cubicBezTo>
                    <a:pt x="3213219" y="2614135"/>
                    <a:pt x="3212992" y="2610900"/>
                    <a:pt x="3213420" y="2607718"/>
                  </a:cubicBezTo>
                  <a:cubicBezTo>
                    <a:pt x="3214214" y="2600590"/>
                    <a:pt x="3216377" y="2593682"/>
                    <a:pt x="3219790" y="2587374"/>
                  </a:cubicBezTo>
                  <a:cubicBezTo>
                    <a:pt x="3226472" y="2585652"/>
                    <a:pt x="3232742" y="2582614"/>
                    <a:pt x="3238233" y="2578437"/>
                  </a:cubicBezTo>
                  <a:cubicBezTo>
                    <a:pt x="3242226" y="2575205"/>
                    <a:pt x="3246124" y="2574634"/>
                    <a:pt x="3249832" y="2571972"/>
                  </a:cubicBezTo>
                  <a:cubicBezTo>
                    <a:pt x="3252164" y="2569495"/>
                    <a:pt x="3254979" y="2567521"/>
                    <a:pt x="3258103" y="2566173"/>
                  </a:cubicBezTo>
                  <a:cubicBezTo>
                    <a:pt x="3262286" y="2564937"/>
                    <a:pt x="3264283" y="2564462"/>
                    <a:pt x="3267610" y="2563702"/>
                  </a:cubicBezTo>
                  <a:cubicBezTo>
                    <a:pt x="3270209" y="2563221"/>
                    <a:pt x="3272136" y="2561017"/>
                    <a:pt x="3272268" y="2558378"/>
                  </a:cubicBezTo>
                  <a:cubicBezTo>
                    <a:pt x="3272315" y="2554888"/>
                    <a:pt x="3271769" y="2551416"/>
                    <a:pt x="3270652" y="2548110"/>
                  </a:cubicBezTo>
                  <a:cubicBezTo>
                    <a:pt x="3268181" y="2543831"/>
                    <a:pt x="3266660" y="2534610"/>
                    <a:pt x="3262952" y="2533754"/>
                  </a:cubicBezTo>
                  <a:cubicBezTo>
                    <a:pt x="3256297" y="2532233"/>
                    <a:pt x="3252114" y="2527480"/>
                    <a:pt x="3249167" y="2528906"/>
                  </a:cubicBezTo>
                  <a:cubicBezTo>
                    <a:pt x="3246219" y="2530332"/>
                    <a:pt x="3244889" y="2532804"/>
                    <a:pt x="3240610" y="2533754"/>
                  </a:cubicBezTo>
                  <a:cubicBezTo>
                    <a:pt x="3238328" y="2537462"/>
                    <a:pt x="3233004" y="2536036"/>
                    <a:pt x="3232054" y="2530807"/>
                  </a:cubicBezTo>
                  <a:cubicBezTo>
                    <a:pt x="3232333" y="2527569"/>
                    <a:pt x="3233004" y="2524377"/>
                    <a:pt x="3234050" y="2521300"/>
                  </a:cubicBezTo>
                  <a:cubicBezTo>
                    <a:pt x="3236712" y="2514930"/>
                    <a:pt x="3244032" y="2512648"/>
                    <a:pt x="3244413" y="2502286"/>
                  </a:cubicBezTo>
                  <a:cubicBezTo>
                    <a:pt x="3244143" y="2497435"/>
                    <a:pt x="3242915" y="2492685"/>
                    <a:pt x="3240800" y="2488311"/>
                  </a:cubicBezTo>
                  <a:cubicBezTo>
                    <a:pt x="3239849" y="2486125"/>
                    <a:pt x="3238139" y="2483558"/>
                    <a:pt x="3236332" y="2483272"/>
                  </a:cubicBezTo>
                  <a:cubicBezTo>
                    <a:pt x="3234329" y="2483225"/>
                    <a:pt x="3232356" y="2482772"/>
                    <a:pt x="3230533" y="2481942"/>
                  </a:cubicBezTo>
                  <a:cubicBezTo>
                    <a:pt x="3228537" y="2480515"/>
                    <a:pt x="3227966" y="2478043"/>
                    <a:pt x="3223593" y="2477853"/>
                  </a:cubicBezTo>
                  <a:close/>
                  <a:moveTo>
                    <a:pt x="3872065" y="2475191"/>
                  </a:moveTo>
                  <a:cubicBezTo>
                    <a:pt x="3868548" y="2475191"/>
                    <a:pt x="3839932" y="2485459"/>
                    <a:pt x="3829665" y="2488976"/>
                  </a:cubicBezTo>
                  <a:cubicBezTo>
                    <a:pt x="3825957" y="2490212"/>
                    <a:pt x="3820158" y="2488976"/>
                    <a:pt x="3815498" y="2490403"/>
                  </a:cubicBezTo>
                  <a:cubicBezTo>
                    <a:pt x="3808559" y="2492589"/>
                    <a:pt x="3803995" y="2495441"/>
                    <a:pt x="3797626" y="2497723"/>
                  </a:cubicBezTo>
                  <a:cubicBezTo>
                    <a:pt x="3795439" y="2498578"/>
                    <a:pt x="3788119" y="2500385"/>
                    <a:pt x="3787168" y="2501050"/>
                  </a:cubicBezTo>
                  <a:cubicBezTo>
                    <a:pt x="3784568" y="2501756"/>
                    <a:pt x="3781872" y="2502045"/>
                    <a:pt x="3779182" y="2501906"/>
                  </a:cubicBezTo>
                  <a:cubicBezTo>
                    <a:pt x="3774714" y="2501906"/>
                    <a:pt x="3774809" y="2496773"/>
                    <a:pt x="3770721" y="2496773"/>
                  </a:cubicBezTo>
                  <a:cubicBezTo>
                    <a:pt x="3766633" y="2496773"/>
                    <a:pt x="3763591" y="2504283"/>
                    <a:pt x="3764162" y="2510272"/>
                  </a:cubicBezTo>
                  <a:cubicBezTo>
                    <a:pt x="3763755" y="2514791"/>
                    <a:pt x="3762863" y="2519254"/>
                    <a:pt x="3761499" y="2523582"/>
                  </a:cubicBezTo>
                  <a:cubicBezTo>
                    <a:pt x="3760818" y="2526131"/>
                    <a:pt x="3760404" y="2528743"/>
                    <a:pt x="3760263" y="2531378"/>
                  </a:cubicBezTo>
                  <a:cubicBezTo>
                    <a:pt x="3760263" y="2535751"/>
                    <a:pt x="3763591" y="2539459"/>
                    <a:pt x="3763305" y="2541646"/>
                  </a:cubicBezTo>
                  <a:cubicBezTo>
                    <a:pt x="3763221" y="2549730"/>
                    <a:pt x="3764051" y="2557799"/>
                    <a:pt x="3765778" y="2565698"/>
                  </a:cubicBezTo>
                  <a:cubicBezTo>
                    <a:pt x="3766443" y="2569596"/>
                    <a:pt x="3760643" y="2574444"/>
                    <a:pt x="3760643" y="2580624"/>
                  </a:cubicBezTo>
                  <a:cubicBezTo>
                    <a:pt x="3760972" y="2583923"/>
                    <a:pt x="3761873" y="2587140"/>
                    <a:pt x="3763306" y="2590131"/>
                  </a:cubicBezTo>
                  <a:cubicBezTo>
                    <a:pt x="3764066" y="2591557"/>
                    <a:pt x="3768440" y="2593553"/>
                    <a:pt x="3768059" y="2598972"/>
                  </a:cubicBezTo>
                  <a:cubicBezTo>
                    <a:pt x="3768366" y="2601115"/>
                    <a:pt x="3769075" y="2603179"/>
                    <a:pt x="3770150" y="2605056"/>
                  </a:cubicBezTo>
                  <a:cubicBezTo>
                    <a:pt x="3770816" y="2606959"/>
                    <a:pt x="3770150" y="2608575"/>
                    <a:pt x="3772812" y="2609240"/>
                  </a:cubicBezTo>
                  <a:cubicBezTo>
                    <a:pt x="3774540" y="2609753"/>
                    <a:pt x="3776334" y="2610008"/>
                    <a:pt x="3778136" y="2610000"/>
                  </a:cubicBezTo>
                  <a:cubicBezTo>
                    <a:pt x="3780347" y="2609641"/>
                    <a:pt x="3782536" y="2609165"/>
                    <a:pt x="3784696" y="2608575"/>
                  </a:cubicBezTo>
                  <a:cubicBezTo>
                    <a:pt x="3787120" y="2608092"/>
                    <a:pt x="3789505" y="2607424"/>
                    <a:pt x="3791826" y="2606578"/>
                  </a:cubicBezTo>
                  <a:cubicBezTo>
                    <a:pt x="3794774" y="2605152"/>
                    <a:pt x="3797055" y="2604772"/>
                    <a:pt x="3797436" y="2607338"/>
                  </a:cubicBezTo>
                  <a:cubicBezTo>
                    <a:pt x="3797599" y="2610543"/>
                    <a:pt x="3797245" y="2613753"/>
                    <a:pt x="3796391" y="2616845"/>
                  </a:cubicBezTo>
                  <a:cubicBezTo>
                    <a:pt x="3795403" y="2618441"/>
                    <a:pt x="3793986" y="2619726"/>
                    <a:pt x="3792302" y="2620553"/>
                  </a:cubicBezTo>
                  <a:cubicBezTo>
                    <a:pt x="3790792" y="2620805"/>
                    <a:pt x="3789249" y="2620805"/>
                    <a:pt x="3787739" y="2620553"/>
                  </a:cubicBezTo>
                  <a:cubicBezTo>
                    <a:pt x="3785837" y="2620553"/>
                    <a:pt x="3784981" y="2621408"/>
                    <a:pt x="3783080" y="2621408"/>
                  </a:cubicBezTo>
                  <a:cubicBezTo>
                    <a:pt x="3781178" y="2621408"/>
                    <a:pt x="3780703" y="2619983"/>
                    <a:pt x="3778707" y="2619983"/>
                  </a:cubicBezTo>
                  <a:cubicBezTo>
                    <a:pt x="3775094" y="2619983"/>
                    <a:pt x="3774809" y="2623406"/>
                    <a:pt x="3774429" y="2625687"/>
                  </a:cubicBezTo>
                  <a:cubicBezTo>
                    <a:pt x="3774048" y="2627969"/>
                    <a:pt x="3773858" y="2630821"/>
                    <a:pt x="3773573" y="2633483"/>
                  </a:cubicBezTo>
                  <a:cubicBezTo>
                    <a:pt x="3773287" y="2636145"/>
                    <a:pt x="3772528" y="2638142"/>
                    <a:pt x="3773573" y="2639853"/>
                  </a:cubicBezTo>
                  <a:cubicBezTo>
                    <a:pt x="3774619" y="2641564"/>
                    <a:pt x="3776236" y="2642514"/>
                    <a:pt x="3780133" y="2643180"/>
                  </a:cubicBezTo>
                  <a:cubicBezTo>
                    <a:pt x="3782486" y="2644560"/>
                    <a:pt x="3785295" y="2644937"/>
                    <a:pt x="3787929" y="2644226"/>
                  </a:cubicBezTo>
                  <a:cubicBezTo>
                    <a:pt x="3789450" y="2644226"/>
                    <a:pt x="3793538" y="2646032"/>
                    <a:pt x="3791067" y="2649550"/>
                  </a:cubicBezTo>
                  <a:cubicBezTo>
                    <a:pt x="3784573" y="2651971"/>
                    <a:pt x="3778224" y="2654763"/>
                    <a:pt x="3772053" y="2657916"/>
                  </a:cubicBezTo>
                  <a:cubicBezTo>
                    <a:pt x="3767261" y="2660204"/>
                    <a:pt x="3762220" y="2661927"/>
                    <a:pt x="3757031" y="2663050"/>
                  </a:cubicBezTo>
                  <a:cubicBezTo>
                    <a:pt x="3754180" y="2663050"/>
                    <a:pt x="3753798" y="2660768"/>
                    <a:pt x="3751897" y="2660578"/>
                  </a:cubicBezTo>
                  <a:cubicBezTo>
                    <a:pt x="3749995" y="2660388"/>
                    <a:pt x="3748474" y="2663715"/>
                    <a:pt x="3747809" y="2663905"/>
                  </a:cubicBezTo>
                  <a:cubicBezTo>
                    <a:pt x="3745477" y="2665824"/>
                    <a:pt x="3744119" y="2668681"/>
                    <a:pt x="3744101" y="2671701"/>
                  </a:cubicBezTo>
                  <a:cubicBezTo>
                    <a:pt x="3744102" y="2673222"/>
                    <a:pt x="3744102" y="2676454"/>
                    <a:pt x="3743532" y="2678450"/>
                  </a:cubicBezTo>
                  <a:cubicBezTo>
                    <a:pt x="3742866" y="2685201"/>
                    <a:pt x="3745718" y="2687957"/>
                    <a:pt x="3746003" y="2693187"/>
                  </a:cubicBezTo>
                  <a:cubicBezTo>
                    <a:pt x="3746289" y="2698416"/>
                    <a:pt x="3753798" y="2699366"/>
                    <a:pt x="3757031" y="2698986"/>
                  </a:cubicBezTo>
                  <a:cubicBezTo>
                    <a:pt x="3763036" y="2697842"/>
                    <a:pt x="3768900" y="2696056"/>
                    <a:pt x="3774524" y="2693662"/>
                  </a:cubicBezTo>
                  <a:cubicBezTo>
                    <a:pt x="3780240" y="2693669"/>
                    <a:pt x="3785941" y="2693096"/>
                    <a:pt x="3791542" y="2691951"/>
                  </a:cubicBezTo>
                  <a:cubicBezTo>
                    <a:pt x="3796738" y="2689738"/>
                    <a:pt x="3802340" y="2688637"/>
                    <a:pt x="3807989" y="2688719"/>
                  </a:cubicBezTo>
                  <a:cubicBezTo>
                    <a:pt x="3812545" y="2688340"/>
                    <a:pt x="3817060" y="2687576"/>
                    <a:pt x="3821488" y="2686437"/>
                  </a:cubicBezTo>
                  <a:cubicBezTo>
                    <a:pt x="3825472" y="2685700"/>
                    <a:pt x="3829511" y="2685286"/>
                    <a:pt x="3833562" y="2685201"/>
                  </a:cubicBezTo>
                  <a:cubicBezTo>
                    <a:pt x="3838129" y="2685827"/>
                    <a:pt x="3842737" y="2686114"/>
                    <a:pt x="3847347" y="2686056"/>
                  </a:cubicBezTo>
                  <a:cubicBezTo>
                    <a:pt x="3849343" y="2686056"/>
                    <a:pt x="3860087" y="2685201"/>
                    <a:pt x="3872636" y="2685011"/>
                  </a:cubicBezTo>
                  <a:cubicBezTo>
                    <a:pt x="3886706" y="2685011"/>
                    <a:pt x="3883949" y="2688053"/>
                    <a:pt x="3887942" y="2687673"/>
                  </a:cubicBezTo>
                  <a:cubicBezTo>
                    <a:pt x="3897449" y="2686912"/>
                    <a:pt x="3904769" y="2674458"/>
                    <a:pt x="3904769" y="2663430"/>
                  </a:cubicBezTo>
                  <a:cubicBezTo>
                    <a:pt x="3904769" y="2655729"/>
                    <a:pt x="3895262" y="2653448"/>
                    <a:pt x="3895262" y="2648504"/>
                  </a:cubicBezTo>
                  <a:cubicBezTo>
                    <a:pt x="3892600" y="2645652"/>
                    <a:pt x="3887942" y="2649550"/>
                    <a:pt x="3883759" y="2648504"/>
                  </a:cubicBezTo>
                  <a:cubicBezTo>
                    <a:pt x="3879291" y="2648838"/>
                    <a:pt x="3874884" y="2649732"/>
                    <a:pt x="3870640" y="2651166"/>
                  </a:cubicBezTo>
                  <a:cubicBezTo>
                    <a:pt x="3867093" y="2651345"/>
                    <a:pt x="3863539" y="2651345"/>
                    <a:pt x="3859992" y="2651166"/>
                  </a:cubicBezTo>
                  <a:cubicBezTo>
                    <a:pt x="3856093" y="2651166"/>
                    <a:pt x="3847823" y="2653828"/>
                    <a:pt x="3845826" y="2653828"/>
                  </a:cubicBezTo>
                  <a:cubicBezTo>
                    <a:pt x="3843830" y="2653828"/>
                    <a:pt x="3840693" y="2653828"/>
                    <a:pt x="3840693" y="2649740"/>
                  </a:cubicBezTo>
                  <a:cubicBezTo>
                    <a:pt x="3840842" y="2647291"/>
                    <a:pt x="3842058" y="2645033"/>
                    <a:pt x="3844019" y="2643561"/>
                  </a:cubicBezTo>
                  <a:cubicBezTo>
                    <a:pt x="3847252" y="2641468"/>
                    <a:pt x="3852385" y="2641088"/>
                    <a:pt x="3854668" y="2639662"/>
                  </a:cubicBezTo>
                  <a:cubicBezTo>
                    <a:pt x="3858102" y="2637886"/>
                    <a:pt x="3861296" y="2635682"/>
                    <a:pt x="3864175" y="2633102"/>
                  </a:cubicBezTo>
                  <a:cubicBezTo>
                    <a:pt x="3865298" y="2631560"/>
                    <a:pt x="3865868" y="2629685"/>
                    <a:pt x="3865791" y="2627778"/>
                  </a:cubicBezTo>
                  <a:cubicBezTo>
                    <a:pt x="3864091" y="2623677"/>
                    <a:pt x="3863188" y="2619288"/>
                    <a:pt x="3863129" y="2614849"/>
                  </a:cubicBezTo>
                  <a:cubicBezTo>
                    <a:pt x="3863111" y="2612478"/>
                    <a:pt x="3861382" y="2610467"/>
                    <a:pt x="3859041" y="2610096"/>
                  </a:cubicBezTo>
                  <a:cubicBezTo>
                    <a:pt x="3855513" y="2609387"/>
                    <a:pt x="3852071" y="2608303"/>
                    <a:pt x="3848773" y="2606863"/>
                  </a:cubicBezTo>
                  <a:cubicBezTo>
                    <a:pt x="3845913" y="2606830"/>
                    <a:pt x="3843189" y="2608087"/>
                    <a:pt x="3841357" y="2610286"/>
                  </a:cubicBezTo>
                  <a:cubicBezTo>
                    <a:pt x="3840218" y="2611997"/>
                    <a:pt x="3834608" y="2615229"/>
                    <a:pt x="3831851" y="2611997"/>
                  </a:cubicBezTo>
                  <a:cubicBezTo>
                    <a:pt x="3830615" y="2608949"/>
                    <a:pt x="3830615" y="2605539"/>
                    <a:pt x="3831851" y="2602490"/>
                  </a:cubicBezTo>
                  <a:cubicBezTo>
                    <a:pt x="3833562" y="2599163"/>
                    <a:pt x="3842309" y="2600493"/>
                    <a:pt x="3844019" y="2598782"/>
                  </a:cubicBezTo>
                  <a:cubicBezTo>
                    <a:pt x="3845731" y="2597071"/>
                    <a:pt x="3850960" y="2597166"/>
                    <a:pt x="3852196" y="2596120"/>
                  </a:cubicBezTo>
                  <a:cubicBezTo>
                    <a:pt x="3854675" y="2595005"/>
                    <a:pt x="3857513" y="2595005"/>
                    <a:pt x="3859992" y="2596120"/>
                  </a:cubicBezTo>
                  <a:cubicBezTo>
                    <a:pt x="3861799" y="2596976"/>
                    <a:pt x="3865506" y="2592127"/>
                    <a:pt x="3866361" y="2589750"/>
                  </a:cubicBezTo>
                  <a:cubicBezTo>
                    <a:pt x="3871685" y="2575015"/>
                    <a:pt x="3878910" y="2564748"/>
                    <a:pt x="3885375" y="2550012"/>
                  </a:cubicBezTo>
                  <a:cubicBezTo>
                    <a:pt x="3886421" y="2547634"/>
                    <a:pt x="3892886" y="2542501"/>
                    <a:pt x="3893932" y="2540505"/>
                  </a:cubicBezTo>
                  <a:cubicBezTo>
                    <a:pt x="3896424" y="2534539"/>
                    <a:pt x="3899615" y="2528891"/>
                    <a:pt x="3903439" y="2523677"/>
                  </a:cubicBezTo>
                  <a:cubicBezTo>
                    <a:pt x="3905327" y="2520532"/>
                    <a:pt x="3906191" y="2516877"/>
                    <a:pt x="3905910" y="2513219"/>
                  </a:cubicBezTo>
                  <a:cubicBezTo>
                    <a:pt x="3905910" y="2511793"/>
                    <a:pt x="3910949" y="2505709"/>
                    <a:pt x="3911234" y="2501906"/>
                  </a:cubicBezTo>
                  <a:cubicBezTo>
                    <a:pt x="3910722" y="2496824"/>
                    <a:pt x="3908392" y="2492097"/>
                    <a:pt x="3904674" y="2488596"/>
                  </a:cubicBezTo>
                  <a:cubicBezTo>
                    <a:pt x="3903344" y="2487360"/>
                    <a:pt x="3902583" y="2481751"/>
                    <a:pt x="3901442" y="2480801"/>
                  </a:cubicBezTo>
                  <a:lnTo>
                    <a:pt x="3900586" y="2480325"/>
                  </a:lnTo>
                  <a:cubicBezTo>
                    <a:pt x="3894353" y="2478915"/>
                    <a:pt x="3887946" y="2478435"/>
                    <a:pt x="3881572" y="2478899"/>
                  </a:cubicBezTo>
                  <a:cubicBezTo>
                    <a:pt x="3878435" y="2478899"/>
                    <a:pt x="3875582" y="2475191"/>
                    <a:pt x="3872065" y="2475191"/>
                  </a:cubicBezTo>
                  <a:close/>
                  <a:moveTo>
                    <a:pt x="2665469" y="2459676"/>
                  </a:moveTo>
                  <a:lnTo>
                    <a:pt x="2666013" y="2459676"/>
                  </a:lnTo>
                  <a:cubicBezTo>
                    <a:pt x="2671419" y="2459676"/>
                    <a:pt x="2673305" y="2465668"/>
                    <a:pt x="2674395" y="2471535"/>
                  </a:cubicBezTo>
                  <a:lnTo>
                    <a:pt x="2674395" y="2472121"/>
                  </a:lnTo>
                  <a:cubicBezTo>
                    <a:pt x="2674981" y="2475012"/>
                    <a:pt x="2681476" y="2508704"/>
                    <a:pt x="2681476" y="2508704"/>
                  </a:cubicBezTo>
                  <a:lnTo>
                    <a:pt x="2682021" y="2511428"/>
                  </a:lnTo>
                  <a:lnTo>
                    <a:pt x="2687218" y="2511428"/>
                  </a:lnTo>
                  <a:cubicBezTo>
                    <a:pt x="2730343" y="2511592"/>
                    <a:pt x="2773254" y="2505394"/>
                    <a:pt x="2814568" y="2493032"/>
                  </a:cubicBezTo>
                  <a:cubicBezTo>
                    <a:pt x="2813618" y="2503043"/>
                    <a:pt x="2809758" y="2512556"/>
                    <a:pt x="2803464" y="2520396"/>
                  </a:cubicBezTo>
                  <a:cubicBezTo>
                    <a:pt x="2795603" y="2529712"/>
                    <a:pt x="2785021" y="2536337"/>
                    <a:pt x="2773209" y="2539338"/>
                  </a:cubicBezTo>
                  <a:lnTo>
                    <a:pt x="2770694" y="2539840"/>
                  </a:lnTo>
                  <a:lnTo>
                    <a:pt x="2770694" y="2542355"/>
                  </a:lnTo>
                  <a:cubicBezTo>
                    <a:pt x="2769822" y="2550924"/>
                    <a:pt x="2765875" y="2558886"/>
                    <a:pt x="2759589" y="2564774"/>
                  </a:cubicBezTo>
                  <a:cubicBezTo>
                    <a:pt x="2752816" y="2569774"/>
                    <a:pt x="2744578" y="2572380"/>
                    <a:pt x="2736164" y="2572192"/>
                  </a:cubicBezTo>
                  <a:cubicBezTo>
                    <a:pt x="2734236" y="2572192"/>
                    <a:pt x="2733020" y="2572192"/>
                    <a:pt x="2733020" y="2572192"/>
                  </a:cubicBezTo>
                  <a:lnTo>
                    <a:pt x="2730379" y="2571857"/>
                  </a:lnTo>
                  <a:lnTo>
                    <a:pt x="2729459" y="2574329"/>
                  </a:lnTo>
                  <a:cubicBezTo>
                    <a:pt x="2725968" y="2581449"/>
                    <a:pt x="2719590" y="2586728"/>
                    <a:pt x="2711942" y="2588828"/>
                  </a:cubicBezTo>
                  <a:cubicBezTo>
                    <a:pt x="2709038" y="2589729"/>
                    <a:pt x="2706012" y="2590177"/>
                    <a:pt x="2702974" y="2590169"/>
                  </a:cubicBezTo>
                  <a:cubicBezTo>
                    <a:pt x="2699030" y="2590169"/>
                    <a:pt x="2695121" y="2589486"/>
                    <a:pt x="2691408" y="2588157"/>
                  </a:cubicBezTo>
                  <a:lnTo>
                    <a:pt x="2685206" y="2585560"/>
                  </a:lnTo>
                  <a:lnTo>
                    <a:pt x="2694299" y="2622604"/>
                  </a:lnTo>
                  <a:lnTo>
                    <a:pt x="2637308" y="2622604"/>
                  </a:lnTo>
                  <a:lnTo>
                    <a:pt x="2646359" y="2585602"/>
                  </a:lnTo>
                  <a:lnTo>
                    <a:pt x="2640199" y="2588157"/>
                  </a:lnTo>
                  <a:cubicBezTo>
                    <a:pt x="2636473" y="2589482"/>
                    <a:pt x="2632547" y="2590165"/>
                    <a:pt x="2628591" y="2590169"/>
                  </a:cubicBezTo>
                  <a:cubicBezTo>
                    <a:pt x="2625553" y="2590181"/>
                    <a:pt x="2622527" y="2589729"/>
                    <a:pt x="2619624" y="2588828"/>
                  </a:cubicBezTo>
                  <a:cubicBezTo>
                    <a:pt x="2611980" y="2586724"/>
                    <a:pt x="2605602" y="2581445"/>
                    <a:pt x="2602107" y="2574329"/>
                  </a:cubicBezTo>
                  <a:lnTo>
                    <a:pt x="2601185" y="2571857"/>
                  </a:lnTo>
                  <a:lnTo>
                    <a:pt x="2598546" y="2572192"/>
                  </a:lnTo>
                  <a:cubicBezTo>
                    <a:pt x="2598546" y="2572192"/>
                    <a:pt x="2597329" y="2572192"/>
                    <a:pt x="2595402" y="2572192"/>
                  </a:cubicBezTo>
                  <a:cubicBezTo>
                    <a:pt x="2586988" y="2572380"/>
                    <a:pt x="2578749" y="2569774"/>
                    <a:pt x="2571977" y="2564774"/>
                  </a:cubicBezTo>
                  <a:cubicBezTo>
                    <a:pt x="2565733" y="2558870"/>
                    <a:pt x="2561798" y="2550937"/>
                    <a:pt x="2560872" y="2542397"/>
                  </a:cubicBezTo>
                  <a:lnTo>
                    <a:pt x="2560704" y="2542397"/>
                  </a:lnTo>
                  <a:lnTo>
                    <a:pt x="2560704" y="2539840"/>
                  </a:lnTo>
                  <a:lnTo>
                    <a:pt x="2558191" y="2539338"/>
                  </a:lnTo>
                  <a:cubicBezTo>
                    <a:pt x="2546344" y="2536384"/>
                    <a:pt x="2535737" y="2529754"/>
                    <a:pt x="2527892" y="2520396"/>
                  </a:cubicBezTo>
                  <a:cubicBezTo>
                    <a:pt x="2521599" y="2512556"/>
                    <a:pt x="2517738" y="2503043"/>
                    <a:pt x="2516788" y="2493032"/>
                  </a:cubicBezTo>
                  <a:cubicBezTo>
                    <a:pt x="2558144" y="2505406"/>
                    <a:pt x="2601097" y="2511604"/>
                    <a:pt x="2644264" y="2511428"/>
                  </a:cubicBezTo>
                  <a:lnTo>
                    <a:pt x="2649460" y="2511428"/>
                  </a:lnTo>
                  <a:lnTo>
                    <a:pt x="2650005" y="2508704"/>
                  </a:lnTo>
                  <a:cubicBezTo>
                    <a:pt x="2650005" y="2508704"/>
                    <a:pt x="2656543" y="2475181"/>
                    <a:pt x="2657087" y="2472121"/>
                  </a:cubicBezTo>
                  <a:lnTo>
                    <a:pt x="2657087" y="2471535"/>
                  </a:lnTo>
                  <a:cubicBezTo>
                    <a:pt x="2658218" y="2465668"/>
                    <a:pt x="2660146" y="2459676"/>
                    <a:pt x="2665469" y="2459676"/>
                  </a:cubicBezTo>
                  <a:close/>
                  <a:moveTo>
                    <a:pt x="2731385" y="2458207"/>
                  </a:moveTo>
                  <a:cubicBezTo>
                    <a:pt x="2725572" y="2456637"/>
                    <a:pt x="2719400" y="2457022"/>
                    <a:pt x="2713826" y="2459298"/>
                  </a:cubicBezTo>
                  <a:cubicBezTo>
                    <a:pt x="2713826" y="2459298"/>
                    <a:pt x="2720280" y="2469020"/>
                    <a:pt x="2728326" y="2469858"/>
                  </a:cubicBezTo>
                  <a:cubicBezTo>
                    <a:pt x="2734822" y="2470549"/>
                    <a:pt x="2741388" y="2470193"/>
                    <a:pt x="2747771" y="2468811"/>
                  </a:cubicBezTo>
                  <a:cubicBezTo>
                    <a:pt x="2743241" y="2464011"/>
                    <a:pt x="2737621" y="2460375"/>
                    <a:pt x="2731385" y="2458207"/>
                  </a:cubicBezTo>
                  <a:close/>
                  <a:moveTo>
                    <a:pt x="2749364" y="2439517"/>
                  </a:moveTo>
                  <a:lnTo>
                    <a:pt x="2749395" y="2439522"/>
                  </a:lnTo>
                  <a:lnTo>
                    <a:pt x="2733187" y="2445427"/>
                  </a:lnTo>
                  <a:cubicBezTo>
                    <a:pt x="2733187" y="2445427"/>
                    <a:pt x="2742742" y="2452382"/>
                    <a:pt x="2750202" y="2450790"/>
                  </a:cubicBezTo>
                  <a:cubicBezTo>
                    <a:pt x="2756266" y="2449403"/>
                    <a:pt x="2761797" y="2446290"/>
                    <a:pt x="2766126" y="2441823"/>
                  </a:cubicBezTo>
                  <a:lnTo>
                    <a:pt x="2749395" y="2439522"/>
                  </a:lnTo>
                  <a:lnTo>
                    <a:pt x="2749406" y="2439517"/>
                  </a:lnTo>
                  <a:close/>
                  <a:moveTo>
                    <a:pt x="3470869" y="2434595"/>
                  </a:moveTo>
                  <a:cubicBezTo>
                    <a:pt x="3467543" y="2434595"/>
                    <a:pt x="3467543" y="2435927"/>
                    <a:pt x="3464786" y="2436877"/>
                  </a:cubicBezTo>
                  <a:cubicBezTo>
                    <a:pt x="3462029" y="2437827"/>
                    <a:pt x="3460032" y="2436877"/>
                    <a:pt x="3458796" y="2437543"/>
                  </a:cubicBezTo>
                  <a:cubicBezTo>
                    <a:pt x="3456894" y="2438783"/>
                    <a:pt x="3454760" y="2439625"/>
                    <a:pt x="3452522" y="2440014"/>
                  </a:cubicBezTo>
                  <a:cubicBezTo>
                    <a:pt x="3448718" y="2440014"/>
                    <a:pt x="3445011" y="2438493"/>
                    <a:pt x="3441778" y="2441821"/>
                  </a:cubicBezTo>
                  <a:cubicBezTo>
                    <a:pt x="3440032" y="2443280"/>
                    <a:pt x="3439228" y="2445581"/>
                    <a:pt x="3439687" y="2447810"/>
                  </a:cubicBezTo>
                  <a:cubicBezTo>
                    <a:pt x="3440637" y="2450758"/>
                    <a:pt x="3448053" y="2461501"/>
                    <a:pt x="3446817" y="2465398"/>
                  </a:cubicBezTo>
                  <a:cubicBezTo>
                    <a:pt x="3446183" y="2467783"/>
                    <a:pt x="3445421" y="2470131"/>
                    <a:pt x="3444536" y="2472433"/>
                  </a:cubicBezTo>
                  <a:cubicBezTo>
                    <a:pt x="3443585" y="2475095"/>
                    <a:pt x="3443110" y="2475951"/>
                    <a:pt x="3442349" y="2478042"/>
                  </a:cubicBezTo>
                  <a:cubicBezTo>
                    <a:pt x="3441360" y="2479843"/>
                    <a:pt x="3440899" y="2481886"/>
                    <a:pt x="3441018" y="2483937"/>
                  </a:cubicBezTo>
                  <a:cubicBezTo>
                    <a:pt x="3442269" y="2486029"/>
                    <a:pt x="3444278" y="2487561"/>
                    <a:pt x="3446627" y="2488215"/>
                  </a:cubicBezTo>
                  <a:cubicBezTo>
                    <a:pt x="3449098" y="2488215"/>
                    <a:pt x="3451380" y="2487169"/>
                    <a:pt x="3452522" y="2490116"/>
                  </a:cubicBezTo>
                  <a:cubicBezTo>
                    <a:pt x="3453288" y="2491915"/>
                    <a:pt x="3453615" y="2493870"/>
                    <a:pt x="3453472" y="2495821"/>
                  </a:cubicBezTo>
                  <a:cubicBezTo>
                    <a:pt x="3452141" y="2498863"/>
                    <a:pt x="3447577" y="2500099"/>
                    <a:pt x="3445106" y="2500669"/>
                  </a:cubicBezTo>
                  <a:cubicBezTo>
                    <a:pt x="3438180" y="2502374"/>
                    <a:pt x="3431356" y="2504469"/>
                    <a:pt x="3424666" y="2506944"/>
                  </a:cubicBezTo>
                  <a:cubicBezTo>
                    <a:pt x="3422098" y="2509036"/>
                    <a:pt x="3418011" y="2506944"/>
                    <a:pt x="3413543" y="2508465"/>
                  </a:cubicBezTo>
                  <a:cubicBezTo>
                    <a:pt x="3404976" y="2510882"/>
                    <a:pt x="3396235" y="2512630"/>
                    <a:pt x="3387398" y="2513694"/>
                  </a:cubicBezTo>
                  <a:cubicBezTo>
                    <a:pt x="3384547" y="2513694"/>
                    <a:pt x="3377891" y="2517402"/>
                    <a:pt x="3376466" y="2517402"/>
                  </a:cubicBezTo>
                  <a:cubicBezTo>
                    <a:pt x="3375039" y="2517402"/>
                    <a:pt x="3373233" y="2514169"/>
                    <a:pt x="3371426" y="2514549"/>
                  </a:cubicBezTo>
                  <a:cubicBezTo>
                    <a:pt x="3364584" y="2516589"/>
                    <a:pt x="3358149" y="2519806"/>
                    <a:pt x="3352412" y="2524056"/>
                  </a:cubicBezTo>
                  <a:cubicBezTo>
                    <a:pt x="3350858" y="2525900"/>
                    <a:pt x="3350197" y="2528335"/>
                    <a:pt x="3350607" y="2530712"/>
                  </a:cubicBezTo>
                  <a:cubicBezTo>
                    <a:pt x="3350607" y="2534609"/>
                    <a:pt x="3351177" y="2538221"/>
                    <a:pt x="3351082" y="2539078"/>
                  </a:cubicBezTo>
                  <a:cubicBezTo>
                    <a:pt x="3350416" y="2542975"/>
                    <a:pt x="3350225" y="2547634"/>
                    <a:pt x="3353553" y="2549251"/>
                  </a:cubicBezTo>
                  <a:cubicBezTo>
                    <a:pt x="3356881" y="2550867"/>
                    <a:pt x="3361159" y="2549251"/>
                    <a:pt x="3363060" y="2549821"/>
                  </a:cubicBezTo>
                  <a:cubicBezTo>
                    <a:pt x="3367148" y="2551722"/>
                    <a:pt x="3365438" y="2554004"/>
                    <a:pt x="3368289" y="2553529"/>
                  </a:cubicBezTo>
                  <a:cubicBezTo>
                    <a:pt x="3371142" y="2553052"/>
                    <a:pt x="3374183" y="2551532"/>
                    <a:pt x="3374754" y="2549821"/>
                  </a:cubicBezTo>
                  <a:cubicBezTo>
                    <a:pt x="3377093" y="2548621"/>
                    <a:pt x="3379589" y="2547756"/>
                    <a:pt x="3382169" y="2547253"/>
                  </a:cubicBezTo>
                  <a:cubicBezTo>
                    <a:pt x="3385687" y="2547253"/>
                    <a:pt x="3389110" y="2547253"/>
                    <a:pt x="3390915" y="2544877"/>
                  </a:cubicBezTo>
                  <a:cubicBezTo>
                    <a:pt x="3392712" y="2544610"/>
                    <a:pt x="3394539" y="2544610"/>
                    <a:pt x="3396335" y="2544877"/>
                  </a:cubicBezTo>
                  <a:cubicBezTo>
                    <a:pt x="3398587" y="2545397"/>
                    <a:pt x="3400929" y="2545397"/>
                    <a:pt x="3403180" y="2544877"/>
                  </a:cubicBezTo>
                  <a:cubicBezTo>
                    <a:pt x="3405730" y="2544011"/>
                    <a:pt x="3408335" y="2543312"/>
                    <a:pt x="3410976" y="2542785"/>
                  </a:cubicBezTo>
                  <a:cubicBezTo>
                    <a:pt x="3413425" y="2543019"/>
                    <a:pt x="3415895" y="2542694"/>
                    <a:pt x="3418201" y="2541835"/>
                  </a:cubicBezTo>
                  <a:cubicBezTo>
                    <a:pt x="3420577" y="2540599"/>
                    <a:pt x="3422480" y="2541835"/>
                    <a:pt x="3426758" y="2539648"/>
                  </a:cubicBezTo>
                  <a:cubicBezTo>
                    <a:pt x="3429325" y="2538317"/>
                    <a:pt x="3434363" y="2538317"/>
                    <a:pt x="3436265" y="2537271"/>
                  </a:cubicBezTo>
                  <a:cubicBezTo>
                    <a:pt x="3438166" y="2536225"/>
                    <a:pt x="3443299" y="2537271"/>
                    <a:pt x="3445772" y="2534799"/>
                  </a:cubicBezTo>
                  <a:cubicBezTo>
                    <a:pt x="3456813" y="2531229"/>
                    <a:pt x="3468090" y="2528433"/>
                    <a:pt x="3479521" y="2526433"/>
                  </a:cubicBezTo>
                  <a:cubicBezTo>
                    <a:pt x="3485321" y="2524817"/>
                    <a:pt x="3492071" y="2520730"/>
                    <a:pt x="3493972" y="2520349"/>
                  </a:cubicBezTo>
                  <a:cubicBezTo>
                    <a:pt x="3498250" y="2519589"/>
                    <a:pt x="3501957" y="2521299"/>
                    <a:pt x="3503479" y="2520349"/>
                  </a:cubicBezTo>
                  <a:cubicBezTo>
                    <a:pt x="3506844" y="2518877"/>
                    <a:pt x="3510307" y="2517637"/>
                    <a:pt x="3513842" y="2516641"/>
                  </a:cubicBezTo>
                  <a:cubicBezTo>
                    <a:pt x="3516313" y="2515881"/>
                    <a:pt x="3521637" y="2514074"/>
                    <a:pt x="3524204" y="2513504"/>
                  </a:cubicBezTo>
                  <a:lnTo>
                    <a:pt x="3535518" y="2512173"/>
                  </a:lnTo>
                  <a:cubicBezTo>
                    <a:pt x="3537324" y="2512173"/>
                    <a:pt x="3547877" y="2511317"/>
                    <a:pt x="3549683" y="2511222"/>
                  </a:cubicBezTo>
                  <a:cubicBezTo>
                    <a:pt x="3555007" y="2511222"/>
                    <a:pt x="3556528" y="2514740"/>
                    <a:pt x="3558049" y="2513694"/>
                  </a:cubicBezTo>
                  <a:cubicBezTo>
                    <a:pt x="3562613" y="2510842"/>
                    <a:pt x="3573070" y="2506563"/>
                    <a:pt x="3573641" y="2500479"/>
                  </a:cubicBezTo>
                  <a:cubicBezTo>
                    <a:pt x="3573641" y="2496581"/>
                    <a:pt x="3574116" y="2493539"/>
                    <a:pt x="3574116" y="2491732"/>
                  </a:cubicBezTo>
                  <a:cubicBezTo>
                    <a:pt x="3573797" y="2489652"/>
                    <a:pt x="3572260" y="2487965"/>
                    <a:pt x="3570218" y="2487454"/>
                  </a:cubicBezTo>
                  <a:lnTo>
                    <a:pt x="3570408" y="2487454"/>
                  </a:lnTo>
                  <a:cubicBezTo>
                    <a:pt x="3566462" y="2486470"/>
                    <a:pt x="3563239" y="2483636"/>
                    <a:pt x="3561757" y="2479849"/>
                  </a:cubicBezTo>
                  <a:cubicBezTo>
                    <a:pt x="3560997" y="2477853"/>
                    <a:pt x="3556718" y="2478042"/>
                    <a:pt x="3554532" y="2477472"/>
                  </a:cubicBezTo>
                  <a:cubicBezTo>
                    <a:pt x="3552345" y="2476901"/>
                    <a:pt x="3549398" y="2474334"/>
                    <a:pt x="3547592" y="2474525"/>
                  </a:cubicBezTo>
                  <a:cubicBezTo>
                    <a:pt x="3542083" y="2475328"/>
                    <a:pt x="3536647" y="2476568"/>
                    <a:pt x="3531335" y="2478233"/>
                  </a:cubicBezTo>
                  <a:cubicBezTo>
                    <a:pt x="3526866" y="2479658"/>
                    <a:pt x="3508043" y="2483841"/>
                    <a:pt x="3502814" y="2484887"/>
                  </a:cubicBezTo>
                  <a:cubicBezTo>
                    <a:pt x="3499866" y="2485458"/>
                    <a:pt x="3499676" y="2482131"/>
                    <a:pt x="3501293" y="2480039"/>
                  </a:cubicBezTo>
                  <a:cubicBezTo>
                    <a:pt x="3507092" y="2475095"/>
                    <a:pt x="3509659" y="2474905"/>
                    <a:pt x="3509279" y="2465398"/>
                  </a:cubicBezTo>
                  <a:cubicBezTo>
                    <a:pt x="3508898" y="2455891"/>
                    <a:pt x="3504335" y="2454275"/>
                    <a:pt x="3502814" y="2451137"/>
                  </a:cubicBezTo>
                  <a:cubicBezTo>
                    <a:pt x="3501293" y="2448000"/>
                    <a:pt x="3501482" y="2443151"/>
                    <a:pt x="3500057" y="2441630"/>
                  </a:cubicBezTo>
                  <a:cubicBezTo>
                    <a:pt x="3498631" y="2440110"/>
                    <a:pt x="3492641" y="2439824"/>
                    <a:pt x="3491690" y="2439064"/>
                  </a:cubicBezTo>
                  <a:cubicBezTo>
                    <a:pt x="3490740" y="2438303"/>
                    <a:pt x="3489313" y="2435356"/>
                    <a:pt x="3487032" y="2435356"/>
                  </a:cubicBezTo>
                  <a:cubicBezTo>
                    <a:pt x="3484056" y="2435547"/>
                    <a:pt x="3481071" y="2435547"/>
                    <a:pt x="3478096" y="2435356"/>
                  </a:cubicBezTo>
                  <a:cubicBezTo>
                    <a:pt x="3475707" y="2434938"/>
                    <a:pt x="3473293" y="2434685"/>
                    <a:pt x="3470869" y="2434595"/>
                  </a:cubicBezTo>
                  <a:close/>
                  <a:moveTo>
                    <a:pt x="4725605" y="2432884"/>
                  </a:moveTo>
                  <a:cubicBezTo>
                    <a:pt x="4723763" y="2432813"/>
                    <a:pt x="4721933" y="2433206"/>
                    <a:pt x="4720281" y="2434025"/>
                  </a:cubicBezTo>
                  <a:cubicBezTo>
                    <a:pt x="4719046" y="2434880"/>
                    <a:pt x="4716669" y="2434025"/>
                    <a:pt x="4714957" y="2434025"/>
                  </a:cubicBezTo>
                  <a:cubicBezTo>
                    <a:pt x="4710679" y="2435926"/>
                    <a:pt x="4709823" y="2443532"/>
                    <a:pt x="4708398" y="2446194"/>
                  </a:cubicBezTo>
                  <a:cubicBezTo>
                    <a:pt x="4706211" y="2450472"/>
                    <a:pt x="4701457" y="2457888"/>
                    <a:pt x="4699557" y="2457888"/>
                  </a:cubicBezTo>
                  <a:cubicBezTo>
                    <a:pt x="4697655" y="2457888"/>
                    <a:pt x="4694233" y="2451804"/>
                    <a:pt x="4692235" y="2451898"/>
                  </a:cubicBezTo>
                  <a:cubicBezTo>
                    <a:pt x="4690239" y="2451993"/>
                    <a:pt x="4685581" y="2457033"/>
                    <a:pt x="4685581" y="2458554"/>
                  </a:cubicBezTo>
                  <a:cubicBezTo>
                    <a:pt x="4685581" y="2460075"/>
                    <a:pt x="4689193" y="2465019"/>
                    <a:pt x="4689573" y="2469107"/>
                  </a:cubicBezTo>
                  <a:cubicBezTo>
                    <a:pt x="4689136" y="2472516"/>
                    <a:pt x="4687899" y="2475774"/>
                    <a:pt x="4685961" y="2478614"/>
                  </a:cubicBezTo>
                  <a:cubicBezTo>
                    <a:pt x="4684060" y="2482035"/>
                    <a:pt x="4682539" y="2489546"/>
                    <a:pt x="4685961" y="2490497"/>
                  </a:cubicBezTo>
                  <a:cubicBezTo>
                    <a:pt x="4689384" y="2491448"/>
                    <a:pt x="4687577" y="2488405"/>
                    <a:pt x="4691856" y="2487740"/>
                  </a:cubicBezTo>
                  <a:cubicBezTo>
                    <a:pt x="4696133" y="2487075"/>
                    <a:pt x="4699175" y="2484317"/>
                    <a:pt x="4700221" y="2484508"/>
                  </a:cubicBezTo>
                  <a:cubicBezTo>
                    <a:pt x="4701267" y="2484698"/>
                    <a:pt x="4708778" y="2491542"/>
                    <a:pt x="4705261" y="2496486"/>
                  </a:cubicBezTo>
                  <a:cubicBezTo>
                    <a:pt x="4703929" y="2498387"/>
                    <a:pt x="4700602" y="2505993"/>
                    <a:pt x="4695754" y="2505328"/>
                  </a:cubicBezTo>
                  <a:cubicBezTo>
                    <a:pt x="4694233" y="2505328"/>
                    <a:pt x="4693472" y="2501715"/>
                    <a:pt x="4691856" y="2500385"/>
                  </a:cubicBezTo>
                  <a:cubicBezTo>
                    <a:pt x="4690239" y="2499053"/>
                    <a:pt x="4683679" y="2501810"/>
                    <a:pt x="4681493" y="2500385"/>
                  </a:cubicBezTo>
                  <a:cubicBezTo>
                    <a:pt x="4679306" y="2498958"/>
                    <a:pt x="4678736" y="2499433"/>
                    <a:pt x="4678831" y="2495725"/>
                  </a:cubicBezTo>
                  <a:cubicBezTo>
                    <a:pt x="4678735" y="2488945"/>
                    <a:pt x="4677777" y="2482204"/>
                    <a:pt x="4675978" y="2475666"/>
                  </a:cubicBezTo>
                  <a:cubicBezTo>
                    <a:pt x="4674606" y="2473979"/>
                    <a:pt x="4673896" y="2471850"/>
                    <a:pt x="4673982" y="2469677"/>
                  </a:cubicBezTo>
                  <a:cubicBezTo>
                    <a:pt x="4673983" y="2465588"/>
                    <a:pt x="4673317" y="2459695"/>
                    <a:pt x="4671035" y="2460170"/>
                  </a:cubicBezTo>
                  <a:cubicBezTo>
                    <a:pt x="4668664" y="2460549"/>
                    <a:pt x="4666506" y="2461763"/>
                    <a:pt x="4664951" y="2463592"/>
                  </a:cubicBezTo>
                  <a:cubicBezTo>
                    <a:pt x="4662882" y="2466034"/>
                    <a:pt x="4661620" y="2469056"/>
                    <a:pt x="4661338" y="2472244"/>
                  </a:cubicBezTo>
                  <a:cubicBezTo>
                    <a:pt x="4661899" y="2474212"/>
                    <a:pt x="4662342" y="2476212"/>
                    <a:pt x="4662669" y="2478234"/>
                  </a:cubicBezTo>
                  <a:cubicBezTo>
                    <a:pt x="4662982" y="2484155"/>
                    <a:pt x="4662982" y="2490089"/>
                    <a:pt x="4662669" y="2496011"/>
                  </a:cubicBezTo>
                  <a:cubicBezTo>
                    <a:pt x="4662669" y="2499339"/>
                    <a:pt x="4665141" y="2504663"/>
                    <a:pt x="4664760" y="2508560"/>
                  </a:cubicBezTo>
                  <a:cubicBezTo>
                    <a:pt x="4664760" y="2510462"/>
                    <a:pt x="4664000" y="2525007"/>
                    <a:pt x="4664094" y="2527004"/>
                  </a:cubicBezTo>
                  <a:cubicBezTo>
                    <a:pt x="4663830" y="2530649"/>
                    <a:pt x="4665677" y="2534123"/>
                    <a:pt x="4668849" y="2535940"/>
                  </a:cubicBezTo>
                  <a:cubicBezTo>
                    <a:pt x="4670940" y="2536796"/>
                    <a:pt x="4672176" y="2534514"/>
                    <a:pt x="4673507" y="2533469"/>
                  </a:cubicBezTo>
                  <a:cubicBezTo>
                    <a:pt x="4674837" y="2532423"/>
                    <a:pt x="4677025" y="2531757"/>
                    <a:pt x="4676834" y="2528811"/>
                  </a:cubicBezTo>
                  <a:cubicBezTo>
                    <a:pt x="4676644" y="2525863"/>
                    <a:pt x="4676834" y="2521870"/>
                    <a:pt x="4679591" y="2521015"/>
                  </a:cubicBezTo>
                  <a:cubicBezTo>
                    <a:pt x="4682349" y="2520159"/>
                    <a:pt x="4684249" y="2524152"/>
                    <a:pt x="4683774" y="2526244"/>
                  </a:cubicBezTo>
                  <a:cubicBezTo>
                    <a:pt x="4682736" y="2528566"/>
                    <a:pt x="4683593" y="2531298"/>
                    <a:pt x="4685771" y="2532613"/>
                  </a:cubicBezTo>
                  <a:cubicBezTo>
                    <a:pt x="4687007" y="2533849"/>
                    <a:pt x="4690809" y="2530522"/>
                    <a:pt x="4692710" y="2529761"/>
                  </a:cubicBezTo>
                  <a:cubicBezTo>
                    <a:pt x="4696229" y="2528525"/>
                    <a:pt x="4698986" y="2527194"/>
                    <a:pt x="4700316" y="2530522"/>
                  </a:cubicBezTo>
                  <a:cubicBezTo>
                    <a:pt x="4701015" y="2531900"/>
                    <a:pt x="4700703" y="2533575"/>
                    <a:pt x="4699556" y="2534610"/>
                  </a:cubicBezTo>
                  <a:cubicBezTo>
                    <a:pt x="4697984" y="2536134"/>
                    <a:pt x="4696148" y="2537358"/>
                    <a:pt x="4694137" y="2538222"/>
                  </a:cubicBezTo>
                  <a:cubicBezTo>
                    <a:pt x="4692426" y="2538222"/>
                    <a:pt x="4689098" y="2540504"/>
                    <a:pt x="4687197" y="2540598"/>
                  </a:cubicBezTo>
                  <a:cubicBezTo>
                    <a:pt x="4682879" y="2540886"/>
                    <a:pt x="4678606" y="2541650"/>
                    <a:pt x="4674457" y="2542880"/>
                  </a:cubicBezTo>
                  <a:cubicBezTo>
                    <a:pt x="4671877" y="2543264"/>
                    <a:pt x="4669269" y="2543423"/>
                    <a:pt x="4666661" y="2543356"/>
                  </a:cubicBezTo>
                  <a:cubicBezTo>
                    <a:pt x="4664570" y="2543356"/>
                    <a:pt x="4660197" y="2546399"/>
                    <a:pt x="4657630" y="2545828"/>
                  </a:cubicBezTo>
                  <a:cubicBezTo>
                    <a:pt x="4655542" y="2544956"/>
                    <a:pt x="4653895" y="2543275"/>
                    <a:pt x="4653066" y="2541169"/>
                  </a:cubicBezTo>
                  <a:cubicBezTo>
                    <a:pt x="4652211" y="2538888"/>
                    <a:pt x="4655728" y="2535751"/>
                    <a:pt x="4656299" y="2531662"/>
                  </a:cubicBezTo>
                  <a:cubicBezTo>
                    <a:pt x="4656299" y="2529761"/>
                    <a:pt x="4656299" y="2525673"/>
                    <a:pt x="4656299" y="2523677"/>
                  </a:cubicBezTo>
                  <a:cubicBezTo>
                    <a:pt x="4656869" y="2518733"/>
                    <a:pt x="4654207" y="2515120"/>
                    <a:pt x="4654207" y="2512838"/>
                  </a:cubicBezTo>
                  <a:cubicBezTo>
                    <a:pt x="4654207" y="2510556"/>
                    <a:pt x="4653542" y="2499909"/>
                    <a:pt x="4653257" y="2496677"/>
                  </a:cubicBezTo>
                  <a:cubicBezTo>
                    <a:pt x="4652971" y="2493444"/>
                    <a:pt x="4654018" y="2490878"/>
                    <a:pt x="4653257" y="2488405"/>
                  </a:cubicBezTo>
                  <a:cubicBezTo>
                    <a:pt x="4652861" y="2486236"/>
                    <a:pt x="4652861" y="2484015"/>
                    <a:pt x="4653257" y="2481846"/>
                  </a:cubicBezTo>
                  <a:cubicBezTo>
                    <a:pt x="4654087" y="2479935"/>
                    <a:pt x="4654087" y="2477766"/>
                    <a:pt x="4653257" y="2475856"/>
                  </a:cubicBezTo>
                  <a:cubicBezTo>
                    <a:pt x="4651925" y="2474049"/>
                    <a:pt x="4653257" y="2469486"/>
                    <a:pt x="4652402" y="2466349"/>
                  </a:cubicBezTo>
                  <a:cubicBezTo>
                    <a:pt x="4651545" y="2463212"/>
                    <a:pt x="4652402" y="2461596"/>
                    <a:pt x="4651261" y="2458554"/>
                  </a:cubicBezTo>
                  <a:cubicBezTo>
                    <a:pt x="4650120" y="2455512"/>
                    <a:pt x="4650499" y="2455131"/>
                    <a:pt x="4648408" y="2454275"/>
                  </a:cubicBezTo>
                  <a:cubicBezTo>
                    <a:pt x="4646316" y="2453419"/>
                    <a:pt x="4646507" y="2456367"/>
                    <a:pt x="4645080" y="2456462"/>
                  </a:cubicBezTo>
                  <a:cubicBezTo>
                    <a:pt x="4642899" y="2456273"/>
                    <a:pt x="4640703" y="2456273"/>
                    <a:pt x="4638521" y="2456462"/>
                  </a:cubicBezTo>
                  <a:cubicBezTo>
                    <a:pt x="4634814" y="2457317"/>
                    <a:pt x="4631581" y="2462927"/>
                    <a:pt x="4633957" y="2464353"/>
                  </a:cubicBezTo>
                  <a:cubicBezTo>
                    <a:pt x="4635612" y="2468720"/>
                    <a:pt x="4636357" y="2473378"/>
                    <a:pt x="4636144" y="2478043"/>
                  </a:cubicBezTo>
                  <a:cubicBezTo>
                    <a:pt x="4636144" y="2491162"/>
                    <a:pt x="4638331" y="2497057"/>
                    <a:pt x="4637760" y="2502001"/>
                  </a:cubicBezTo>
                  <a:cubicBezTo>
                    <a:pt x="4636905" y="2510842"/>
                    <a:pt x="4636048" y="2522630"/>
                    <a:pt x="4636048" y="2524627"/>
                  </a:cubicBezTo>
                  <a:cubicBezTo>
                    <a:pt x="4636297" y="2528360"/>
                    <a:pt x="4636934" y="2532056"/>
                    <a:pt x="4637950" y="2535656"/>
                  </a:cubicBezTo>
                  <a:cubicBezTo>
                    <a:pt x="4639190" y="2538072"/>
                    <a:pt x="4640147" y="2540624"/>
                    <a:pt x="4640802" y="2543261"/>
                  </a:cubicBezTo>
                  <a:cubicBezTo>
                    <a:pt x="4640802" y="2545163"/>
                    <a:pt x="4637760" y="2546493"/>
                    <a:pt x="4637094" y="2546968"/>
                  </a:cubicBezTo>
                  <a:cubicBezTo>
                    <a:pt x="4633716" y="2548997"/>
                    <a:pt x="4630021" y="2550443"/>
                    <a:pt x="4626161" y="2551246"/>
                  </a:cubicBezTo>
                  <a:cubicBezTo>
                    <a:pt x="4623991" y="2552039"/>
                    <a:pt x="4621590" y="2550921"/>
                    <a:pt x="4620798" y="2548751"/>
                  </a:cubicBezTo>
                  <a:cubicBezTo>
                    <a:pt x="4620602" y="2548211"/>
                    <a:pt x="4620518" y="2547637"/>
                    <a:pt x="4620553" y="2547063"/>
                  </a:cubicBezTo>
                  <a:cubicBezTo>
                    <a:pt x="4620507" y="2541517"/>
                    <a:pt x="4619641" y="2536006"/>
                    <a:pt x="4617986" y="2530711"/>
                  </a:cubicBezTo>
                  <a:cubicBezTo>
                    <a:pt x="4616464" y="2529476"/>
                    <a:pt x="4614373" y="2530711"/>
                    <a:pt x="4614373" y="2530711"/>
                  </a:cubicBezTo>
                  <a:cubicBezTo>
                    <a:pt x="4610512" y="2537972"/>
                    <a:pt x="4606259" y="2545018"/>
                    <a:pt x="4601633" y="2551817"/>
                  </a:cubicBezTo>
                  <a:cubicBezTo>
                    <a:pt x="4600110" y="2553263"/>
                    <a:pt x="4598339" y="2554422"/>
                    <a:pt x="4596404" y="2555240"/>
                  </a:cubicBezTo>
                  <a:cubicBezTo>
                    <a:pt x="4594154" y="2556992"/>
                    <a:pt x="4593057" y="2559846"/>
                    <a:pt x="4593553" y="2562655"/>
                  </a:cubicBezTo>
                  <a:cubicBezTo>
                    <a:pt x="4596879" y="2573684"/>
                    <a:pt x="4593553" y="2575109"/>
                    <a:pt x="4593553" y="2580908"/>
                  </a:cubicBezTo>
                  <a:cubicBezTo>
                    <a:pt x="4594069" y="2587326"/>
                    <a:pt x="4596053" y="2593538"/>
                    <a:pt x="4599352" y="2599067"/>
                  </a:cubicBezTo>
                  <a:cubicBezTo>
                    <a:pt x="4600844" y="2601814"/>
                    <a:pt x="4604066" y="2603127"/>
                    <a:pt x="4607052" y="2602205"/>
                  </a:cubicBezTo>
                  <a:cubicBezTo>
                    <a:pt x="4614373" y="2600873"/>
                    <a:pt x="4619126" y="2592698"/>
                    <a:pt x="4626827" y="2587088"/>
                  </a:cubicBezTo>
                  <a:cubicBezTo>
                    <a:pt x="4628517" y="2585431"/>
                    <a:pt x="4630045" y="2583616"/>
                    <a:pt x="4631390" y="2581669"/>
                  </a:cubicBezTo>
                  <a:cubicBezTo>
                    <a:pt x="4633920" y="2577010"/>
                    <a:pt x="4637124" y="2572749"/>
                    <a:pt x="4640897" y="2569025"/>
                  </a:cubicBezTo>
                  <a:cubicBezTo>
                    <a:pt x="4645735" y="2566202"/>
                    <a:pt x="4650954" y="2564089"/>
                    <a:pt x="4656394" y="2562751"/>
                  </a:cubicBezTo>
                  <a:cubicBezTo>
                    <a:pt x="4660292" y="2561705"/>
                    <a:pt x="4666567" y="2560754"/>
                    <a:pt x="4669513" y="2560089"/>
                  </a:cubicBezTo>
                  <a:cubicBezTo>
                    <a:pt x="4675178" y="2559069"/>
                    <a:pt x="4680889" y="2558339"/>
                    <a:pt x="4686626" y="2557902"/>
                  </a:cubicBezTo>
                  <a:cubicBezTo>
                    <a:pt x="4690206" y="2557517"/>
                    <a:pt x="4693740" y="2556785"/>
                    <a:pt x="4697179" y="2555715"/>
                  </a:cubicBezTo>
                  <a:cubicBezTo>
                    <a:pt x="4700519" y="2554261"/>
                    <a:pt x="4704094" y="2553423"/>
                    <a:pt x="4707732" y="2553244"/>
                  </a:cubicBezTo>
                  <a:cubicBezTo>
                    <a:pt x="4714779" y="2554129"/>
                    <a:pt x="4721935" y="2553380"/>
                    <a:pt x="4728648" y="2551057"/>
                  </a:cubicBezTo>
                  <a:cubicBezTo>
                    <a:pt x="4730549" y="2550105"/>
                    <a:pt x="4739106" y="2550296"/>
                    <a:pt x="4741957" y="2549155"/>
                  </a:cubicBezTo>
                  <a:cubicBezTo>
                    <a:pt x="4746084" y="2548084"/>
                    <a:pt x="4750341" y="2547604"/>
                    <a:pt x="4754602" y="2547729"/>
                  </a:cubicBezTo>
                  <a:cubicBezTo>
                    <a:pt x="4755306" y="2551930"/>
                    <a:pt x="4753131" y="2556086"/>
                    <a:pt x="4749278" y="2557902"/>
                  </a:cubicBezTo>
                  <a:cubicBezTo>
                    <a:pt x="4747187" y="2557902"/>
                    <a:pt x="4741768" y="2562465"/>
                    <a:pt x="4739771" y="2562560"/>
                  </a:cubicBezTo>
                  <a:cubicBezTo>
                    <a:pt x="4736757" y="2562371"/>
                    <a:pt x="4733798" y="2561664"/>
                    <a:pt x="4731025" y="2560469"/>
                  </a:cubicBezTo>
                  <a:cubicBezTo>
                    <a:pt x="4729503" y="2560469"/>
                    <a:pt x="4725701" y="2561134"/>
                    <a:pt x="4722563" y="2560469"/>
                  </a:cubicBezTo>
                  <a:cubicBezTo>
                    <a:pt x="4719129" y="2559946"/>
                    <a:pt x="4715635" y="2559946"/>
                    <a:pt x="4712201" y="2560469"/>
                  </a:cubicBezTo>
                  <a:cubicBezTo>
                    <a:pt x="4710394" y="2561514"/>
                    <a:pt x="4707257" y="2563416"/>
                    <a:pt x="4707827" y="2563606"/>
                  </a:cubicBezTo>
                  <a:cubicBezTo>
                    <a:pt x="4701553" y="2565507"/>
                    <a:pt x="4702123" y="2565222"/>
                    <a:pt x="4700412" y="2566268"/>
                  </a:cubicBezTo>
                  <a:cubicBezTo>
                    <a:pt x="4698700" y="2567314"/>
                    <a:pt x="4692997" y="2567314"/>
                    <a:pt x="4691571" y="2567789"/>
                  </a:cubicBezTo>
                  <a:cubicBezTo>
                    <a:pt x="4687719" y="2569062"/>
                    <a:pt x="4683778" y="2570047"/>
                    <a:pt x="4679782" y="2570736"/>
                  </a:cubicBezTo>
                  <a:cubicBezTo>
                    <a:pt x="4677025" y="2571401"/>
                    <a:pt x="4671700" y="2570736"/>
                    <a:pt x="4669418" y="2571687"/>
                  </a:cubicBezTo>
                  <a:cubicBezTo>
                    <a:pt x="4667978" y="2572535"/>
                    <a:pt x="4666582" y="2573455"/>
                    <a:pt x="4665235" y="2574443"/>
                  </a:cubicBezTo>
                  <a:cubicBezTo>
                    <a:pt x="4662669" y="2575965"/>
                    <a:pt x="4656299" y="2573208"/>
                    <a:pt x="4654018" y="2575204"/>
                  </a:cubicBezTo>
                  <a:cubicBezTo>
                    <a:pt x="4647078" y="2581574"/>
                    <a:pt x="4647742" y="2592222"/>
                    <a:pt x="4646032" y="2594218"/>
                  </a:cubicBezTo>
                  <a:cubicBezTo>
                    <a:pt x="4644369" y="2597406"/>
                    <a:pt x="4643644" y="2600998"/>
                    <a:pt x="4643941" y="2604581"/>
                  </a:cubicBezTo>
                  <a:cubicBezTo>
                    <a:pt x="4643940" y="2608004"/>
                    <a:pt x="4643940" y="2610000"/>
                    <a:pt x="4646792" y="2611521"/>
                  </a:cubicBezTo>
                  <a:cubicBezTo>
                    <a:pt x="4649255" y="2612376"/>
                    <a:pt x="4651934" y="2612376"/>
                    <a:pt x="4654397" y="2611521"/>
                  </a:cubicBezTo>
                  <a:cubicBezTo>
                    <a:pt x="4657756" y="2610766"/>
                    <a:pt x="4660866" y="2609162"/>
                    <a:pt x="4663429" y="2606863"/>
                  </a:cubicBezTo>
                  <a:cubicBezTo>
                    <a:pt x="4665479" y="2604328"/>
                    <a:pt x="4668272" y="2602499"/>
                    <a:pt x="4671416" y="2601634"/>
                  </a:cubicBezTo>
                  <a:cubicBezTo>
                    <a:pt x="4673412" y="2601634"/>
                    <a:pt x="4679116" y="2599638"/>
                    <a:pt x="4678641" y="2602300"/>
                  </a:cubicBezTo>
                  <a:cubicBezTo>
                    <a:pt x="4677833" y="2605591"/>
                    <a:pt x="4676653" y="2608781"/>
                    <a:pt x="4675123" y="2611807"/>
                  </a:cubicBezTo>
                  <a:cubicBezTo>
                    <a:pt x="4674172" y="2613803"/>
                    <a:pt x="4674553" y="2619222"/>
                    <a:pt x="4673792" y="2621314"/>
                  </a:cubicBezTo>
                  <a:cubicBezTo>
                    <a:pt x="4673032" y="2623405"/>
                    <a:pt x="4673221" y="2624451"/>
                    <a:pt x="4671130" y="2625686"/>
                  </a:cubicBezTo>
                  <a:cubicBezTo>
                    <a:pt x="4668860" y="2627372"/>
                    <a:pt x="4666321" y="2628659"/>
                    <a:pt x="4663619" y="2629489"/>
                  </a:cubicBezTo>
                  <a:cubicBezTo>
                    <a:pt x="4659375" y="2630218"/>
                    <a:pt x="4655206" y="2631332"/>
                    <a:pt x="4651165" y="2632817"/>
                  </a:cubicBezTo>
                  <a:cubicBezTo>
                    <a:pt x="4647838" y="2634624"/>
                    <a:pt x="4643179" y="2639091"/>
                    <a:pt x="4641088" y="2639091"/>
                  </a:cubicBezTo>
                  <a:cubicBezTo>
                    <a:pt x="4638997" y="2639091"/>
                    <a:pt x="4632722" y="2636429"/>
                    <a:pt x="4630725" y="2636429"/>
                  </a:cubicBezTo>
                  <a:cubicBezTo>
                    <a:pt x="4624945" y="2637258"/>
                    <a:pt x="4619775" y="2640462"/>
                    <a:pt x="4616464" y="2645271"/>
                  </a:cubicBezTo>
                  <a:cubicBezTo>
                    <a:pt x="4615165" y="2649081"/>
                    <a:pt x="4614366" y="2653044"/>
                    <a:pt x="4614088" y="2657060"/>
                  </a:cubicBezTo>
                  <a:cubicBezTo>
                    <a:pt x="4614088" y="2659056"/>
                    <a:pt x="4612756" y="2664285"/>
                    <a:pt x="4615324" y="2665616"/>
                  </a:cubicBezTo>
                  <a:cubicBezTo>
                    <a:pt x="4617180" y="2666212"/>
                    <a:pt x="4618965" y="2667009"/>
                    <a:pt x="4620648" y="2667993"/>
                  </a:cubicBezTo>
                  <a:cubicBezTo>
                    <a:pt x="4625211" y="2672461"/>
                    <a:pt x="4628539" y="2670940"/>
                    <a:pt x="4632341" y="2670845"/>
                  </a:cubicBezTo>
                  <a:cubicBezTo>
                    <a:pt x="4634433" y="2670845"/>
                    <a:pt x="4641848" y="2666376"/>
                    <a:pt x="4645366" y="2666187"/>
                  </a:cubicBezTo>
                  <a:cubicBezTo>
                    <a:pt x="4650727" y="2665719"/>
                    <a:pt x="4656039" y="2664796"/>
                    <a:pt x="4661243" y="2663430"/>
                  </a:cubicBezTo>
                  <a:cubicBezTo>
                    <a:pt x="4666280" y="2662036"/>
                    <a:pt x="4671437" y="2661112"/>
                    <a:pt x="4676644" y="2660672"/>
                  </a:cubicBezTo>
                  <a:cubicBezTo>
                    <a:pt x="4682158" y="2660672"/>
                    <a:pt x="4682539" y="2664666"/>
                    <a:pt x="4681207" y="2667137"/>
                  </a:cubicBezTo>
                  <a:cubicBezTo>
                    <a:pt x="4676929" y="2675028"/>
                    <a:pt x="4673317" y="2692521"/>
                    <a:pt x="4664760" y="2695658"/>
                  </a:cubicBezTo>
                  <a:cubicBezTo>
                    <a:pt x="4660672" y="2696989"/>
                    <a:pt x="4652496" y="2697940"/>
                    <a:pt x="4643845" y="2699461"/>
                  </a:cubicBezTo>
                  <a:cubicBezTo>
                    <a:pt x="4638806" y="2700412"/>
                    <a:pt x="4633767" y="2700316"/>
                    <a:pt x="4635193" y="2703739"/>
                  </a:cubicBezTo>
                  <a:cubicBezTo>
                    <a:pt x="4636619" y="2707161"/>
                    <a:pt x="4651261" y="2713246"/>
                    <a:pt x="4651356" y="2719046"/>
                  </a:cubicBezTo>
                  <a:cubicBezTo>
                    <a:pt x="4651356" y="2722183"/>
                    <a:pt x="4650404" y="2727507"/>
                    <a:pt x="4652402" y="2729123"/>
                  </a:cubicBezTo>
                  <a:cubicBezTo>
                    <a:pt x="4657865" y="2730713"/>
                    <a:pt x="4663669" y="2730713"/>
                    <a:pt x="4669134" y="2729123"/>
                  </a:cubicBezTo>
                  <a:cubicBezTo>
                    <a:pt x="4672685" y="2727607"/>
                    <a:pt x="4676428" y="2726583"/>
                    <a:pt x="4680257" y="2726080"/>
                  </a:cubicBezTo>
                  <a:cubicBezTo>
                    <a:pt x="4684986" y="2724737"/>
                    <a:pt x="4689622" y="2723085"/>
                    <a:pt x="4694137" y="2721137"/>
                  </a:cubicBezTo>
                  <a:cubicBezTo>
                    <a:pt x="4701078" y="2718951"/>
                    <a:pt x="4700602" y="2709253"/>
                    <a:pt x="4703644" y="2702694"/>
                  </a:cubicBezTo>
                  <a:cubicBezTo>
                    <a:pt x="4704215" y="2701933"/>
                    <a:pt x="4708873" y="2698130"/>
                    <a:pt x="4708587" y="2694137"/>
                  </a:cubicBezTo>
                  <a:cubicBezTo>
                    <a:pt x="4708725" y="2689737"/>
                    <a:pt x="4709626" y="2685394"/>
                    <a:pt x="4711249" y="2681302"/>
                  </a:cubicBezTo>
                  <a:cubicBezTo>
                    <a:pt x="4711981" y="2677600"/>
                    <a:pt x="4712458" y="2673852"/>
                    <a:pt x="4712676" y="2670084"/>
                  </a:cubicBezTo>
                  <a:cubicBezTo>
                    <a:pt x="4712622" y="2665700"/>
                    <a:pt x="4712336" y="2661320"/>
                    <a:pt x="4711820" y="2656964"/>
                  </a:cubicBezTo>
                  <a:cubicBezTo>
                    <a:pt x="4711820" y="2651926"/>
                    <a:pt x="4726937" y="2649074"/>
                    <a:pt x="4730834" y="2648408"/>
                  </a:cubicBezTo>
                  <a:cubicBezTo>
                    <a:pt x="4734732" y="2647743"/>
                    <a:pt x="4736539" y="2646317"/>
                    <a:pt x="4739010" y="2645652"/>
                  </a:cubicBezTo>
                  <a:cubicBezTo>
                    <a:pt x="4743954" y="2644320"/>
                    <a:pt x="4746616" y="2644225"/>
                    <a:pt x="4751084" y="2643370"/>
                  </a:cubicBezTo>
                  <a:cubicBezTo>
                    <a:pt x="4753557" y="2642799"/>
                    <a:pt x="4755933" y="2639852"/>
                    <a:pt x="4757929" y="2637475"/>
                  </a:cubicBezTo>
                  <a:cubicBezTo>
                    <a:pt x="4759725" y="2633727"/>
                    <a:pt x="4760728" y="2629650"/>
                    <a:pt x="4760877" y="2625497"/>
                  </a:cubicBezTo>
                  <a:cubicBezTo>
                    <a:pt x="4761732" y="2622074"/>
                    <a:pt x="4757169" y="2621123"/>
                    <a:pt x="4756408" y="2620933"/>
                  </a:cubicBezTo>
                  <a:cubicBezTo>
                    <a:pt x="4750609" y="2619127"/>
                    <a:pt x="4746901" y="2616750"/>
                    <a:pt x="4744905" y="2616179"/>
                  </a:cubicBezTo>
                  <a:cubicBezTo>
                    <a:pt x="4738440" y="2614658"/>
                    <a:pt x="4735398" y="2610380"/>
                    <a:pt x="4733116" y="2610190"/>
                  </a:cubicBezTo>
                  <a:cubicBezTo>
                    <a:pt x="4730834" y="2610000"/>
                    <a:pt x="4729123" y="2613423"/>
                    <a:pt x="4726366" y="2613803"/>
                  </a:cubicBezTo>
                  <a:cubicBezTo>
                    <a:pt x="4722873" y="2614984"/>
                    <a:pt x="4719446" y="2616348"/>
                    <a:pt x="4716098" y="2617891"/>
                  </a:cubicBezTo>
                  <a:cubicBezTo>
                    <a:pt x="4713341" y="2618556"/>
                    <a:pt x="4710774" y="2617891"/>
                    <a:pt x="4710394" y="2616750"/>
                  </a:cubicBezTo>
                  <a:cubicBezTo>
                    <a:pt x="4709587" y="2612874"/>
                    <a:pt x="4710264" y="2608835"/>
                    <a:pt x="4712295" y="2605437"/>
                  </a:cubicBezTo>
                  <a:cubicBezTo>
                    <a:pt x="4715706" y="2601175"/>
                    <a:pt x="4719744" y="2597456"/>
                    <a:pt x="4724275" y="2594409"/>
                  </a:cubicBezTo>
                  <a:cubicBezTo>
                    <a:pt x="4727397" y="2592405"/>
                    <a:pt x="4729977" y="2589663"/>
                    <a:pt x="4731785" y="2586423"/>
                  </a:cubicBezTo>
                  <a:cubicBezTo>
                    <a:pt x="4736653" y="2579300"/>
                    <a:pt x="4743900" y="2574144"/>
                    <a:pt x="4752225" y="2571877"/>
                  </a:cubicBezTo>
                  <a:cubicBezTo>
                    <a:pt x="4756129" y="2570922"/>
                    <a:pt x="4760206" y="2570922"/>
                    <a:pt x="4764109" y="2571877"/>
                  </a:cubicBezTo>
                  <a:cubicBezTo>
                    <a:pt x="4767035" y="2573424"/>
                    <a:pt x="4770461" y="2573732"/>
                    <a:pt x="4773616" y="2572733"/>
                  </a:cubicBezTo>
                  <a:cubicBezTo>
                    <a:pt x="4775558" y="2570720"/>
                    <a:pt x="4778236" y="2569588"/>
                    <a:pt x="4781032" y="2569596"/>
                  </a:cubicBezTo>
                  <a:cubicBezTo>
                    <a:pt x="4789465" y="2569827"/>
                    <a:pt x="4797785" y="2567615"/>
                    <a:pt x="4804989" y="2563226"/>
                  </a:cubicBezTo>
                  <a:cubicBezTo>
                    <a:pt x="4807707" y="2558364"/>
                    <a:pt x="4809207" y="2552916"/>
                    <a:pt x="4809363" y="2547349"/>
                  </a:cubicBezTo>
                  <a:cubicBezTo>
                    <a:pt x="4809868" y="2541203"/>
                    <a:pt x="4808438" y="2535054"/>
                    <a:pt x="4805275" y="2529761"/>
                  </a:cubicBezTo>
                  <a:lnTo>
                    <a:pt x="4804704" y="2529856"/>
                  </a:lnTo>
                  <a:cubicBezTo>
                    <a:pt x="4802422" y="2527099"/>
                    <a:pt x="4798714" y="2528240"/>
                    <a:pt x="4797003" y="2527099"/>
                  </a:cubicBezTo>
                  <a:cubicBezTo>
                    <a:pt x="4795292" y="2525958"/>
                    <a:pt x="4792344" y="2525768"/>
                    <a:pt x="4790253" y="2525103"/>
                  </a:cubicBezTo>
                  <a:cubicBezTo>
                    <a:pt x="4788161" y="2524437"/>
                    <a:pt x="4786165" y="2521300"/>
                    <a:pt x="4784264" y="2520729"/>
                  </a:cubicBezTo>
                  <a:cubicBezTo>
                    <a:pt x="4781809" y="2520316"/>
                    <a:pt x="4779303" y="2520316"/>
                    <a:pt x="4776849" y="2520729"/>
                  </a:cubicBezTo>
                  <a:cubicBezTo>
                    <a:pt x="4773886" y="2523657"/>
                    <a:pt x="4770165" y="2525699"/>
                    <a:pt x="4766105" y="2526624"/>
                  </a:cubicBezTo>
                  <a:cubicBezTo>
                    <a:pt x="4764109" y="2526624"/>
                    <a:pt x="4760877" y="2527289"/>
                    <a:pt x="4760591" y="2524912"/>
                  </a:cubicBezTo>
                  <a:cubicBezTo>
                    <a:pt x="4760547" y="2520841"/>
                    <a:pt x="4761190" y="2516792"/>
                    <a:pt x="4762493" y="2512934"/>
                  </a:cubicBezTo>
                  <a:cubicBezTo>
                    <a:pt x="4763539" y="2509226"/>
                    <a:pt x="4764584" y="2504948"/>
                    <a:pt x="4764869" y="2503427"/>
                  </a:cubicBezTo>
                  <a:cubicBezTo>
                    <a:pt x="4765155" y="2501906"/>
                    <a:pt x="4767531" y="2496202"/>
                    <a:pt x="4767722" y="2495441"/>
                  </a:cubicBezTo>
                  <a:cubicBezTo>
                    <a:pt x="4768755" y="2487054"/>
                    <a:pt x="4772040" y="2479103"/>
                    <a:pt x="4777229" y="2472434"/>
                  </a:cubicBezTo>
                  <a:cubicBezTo>
                    <a:pt x="4781317" y="2468441"/>
                    <a:pt x="4790253" y="2463592"/>
                    <a:pt x="4789398" y="2462927"/>
                  </a:cubicBezTo>
                  <a:cubicBezTo>
                    <a:pt x="4788542" y="2462262"/>
                    <a:pt x="4790063" y="2454275"/>
                    <a:pt x="4790444" y="2451423"/>
                  </a:cubicBezTo>
                  <a:cubicBezTo>
                    <a:pt x="4790835" y="2448992"/>
                    <a:pt x="4789978" y="2446528"/>
                    <a:pt x="4788162" y="2444864"/>
                  </a:cubicBezTo>
                  <a:cubicBezTo>
                    <a:pt x="4785377" y="2442700"/>
                    <a:pt x="4782384" y="2440820"/>
                    <a:pt x="4779225" y="2439254"/>
                  </a:cubicBezTo>
                  <a:cubicBezTo>
                    <a:pt x="4776501" y="2438038"/>
                    <a:pt x="4773331" y="2438403"/>
                    <a:pt x="4770955" y="2440206"/>
                  </a:cubicBezTo>
                  <a:cubicBezTo>
                    <a:pt x="4769718" y="2441156"/>
                    <a:pt x="4769147" y="2443248"/>
                    <a:pt x="4768482" y="2443723"/>
                  </a:cubicBezTo>
                  <a:cubicBezTo>
                    <a:pt x="4766106" y="2445339"/>
                    <a:pt x="4743193" y="2448951"/>
                    <a:pt x="4740817" y="2458363"/>
                  </a:cubicBezTo>
                  <a:cubicBezTo>
                    <a:pt x="4739676" y="2463021"/>
                    <a:pt x="4746426" y="2465684"/>
                    <a:pt x="4746331" y="2471673"/>
                  </a:cubicBezTo>
                  <a:cubicBezTo>
                    <a:pt x="4746096" y="2474180"/>
                    <a:pt x="4745420" y="2476627"/>
                    <a:pt x="4744334" y="2478898"/>
                  </a:cubicBezTo>
                  <a:cubicBezTo>
                    <a:pt x="4743384" y="2480990"/>
                    <a:pt x="4741672" y="2485078"/>
                    <a:pt x="4739961" y="2485458"/>
                  </a:cubicBezTo>
                  <a:cubicBezTo>
                    <a:pt x="4738249" y="2485838"/>
                    <a:pt x="4734923" y="2485458"/>
                    <a:pt x="4732261" y="2489356"/>
                  </a:cubicBezTo>
                  <a:cubicBezTo>
                    <a:pt x="4728078" y="2495441"/>
                    <a:pt x="4733020" y="2496677"/>
                    <a:pt x="4733020" y="2498387"/>
                  </a:cubicBezTo>
                  <a:cubicBezTo>
                    <a:pt x="4733020" y="2500099"/>
                    <a:pt x="4729694" y="2502476"/>
                    <a:pt x="4728648" y="2503522"/>
                  </a:cubicBezTo>
                  <a:cubicBezTo>
                    <a:pt x="4727309" y="2505457"/>
                    <a:pt x="4725422" y="2506946"/>
                    <a:pt x="4723229" y="2507800"/>
                  </a:cubicBezTo>
                  <a:cubicBezTo>
                    <a:pt x="4721993" y="2507800"/>
                    <a:pt x="4721897" y="2514550"/>
                    <a:pt x="4725130" y="2517307"/>
                  </a:cubicBezTo>
                  <a:cubicBezTo>
                    <a:pt x="4728362" y="2520063"/>
                    <a:pt x="4731690" y="2518447"/>
                    <a:pt x="4733402" y="2520063"/>
                  </a:cubicBezTo>
                  <a:cubicBezTo>
                    <a:pt x="4735398" y="2524912"/>
                    <a:pt x="4729123" y="2529570"/>
                    <a:pt x="4723895" y="2529570"/>
                  </a:cubicBezTo>
                  <a:cubicBezTo>
                    <a:pt x="4717048" y="2529570"/>
                    <a:pt x="4721897" y="2520634"/>
                    <a:pt x="4718855" y="2521490"/>
                  </a:cubicBezTo>
                  <a:cubicBezTo>
                    <a:pt x="4713151" y="2523011"/>
                    <a:pt x="4706781" y="2518638"/>
                    <a:pt x="4708587" y="2516071"/>
                  </a:cubicBezTo>
                  <a:cubicBezTo>
                    <a:pt x="4710394" y="2513504"/>
                    <a:pt x="4717334" y="2503997"/>
                    <a:pt x="4717048" y="2503807"/>
                  </a:cubicBezTo>
                  <a:cubicBezTo>
                    <a:pt x="4724464" y="2488691"/>
                    <a:pt x="4728553" y="2485363"/>
                    <a:pt x="4728267" y="2481085"/>
                  </a:cubicBezTo>
                  <a:cubicBezTo>
                    <a:pt x="4727982" y="2476807"/>
                    <a:pt x="4723704" y="2473860"/>
                    <a:pt x="4723134" y="2473385"/>
                  </a:cubicBezTo>
                  <a:cubicBezTo>
                    <a:pt x="4722563" y="2472909"/>
                    <a:pt x="4722563" y="2465113"/>
                    <a:pt x="4723134" y="2463878"/>
                  </a:cubicBezTo>
                  <a:cubicBezTo>
                    <a:pt x="4725029" y="2459683"/>
                    <a:pt x="4727859" y="2455976"/>
                    <a:pt x="4731404" y="2453039"/>
                  </a:cubicBezTo>
                  <a:cubicBezTo>
                    <a:pt x="4734732" y="2450093"/>
                    <a:pt x="4738249" y="2444103"/>
                    <a:pt x="4735683" y="2440681"/>
                  </a:cubicBezTo>
                  <a:cubicBezTo>
                    <a:pt x="4733116" y="2437258"/>
                    <a:pt x="4729978" y="2433170"/>
                    <a:pt x="4725605" y="2432884"/>
                  </a:cubicBezTo>
                  <a:close/>
                  <a:moveTo>
                    <a:pt x="2760344" y="2399875"/>
                  </a:moveTo>
                  <a:cubicBezTo>
                    <a:pt x="2754984" y="2402608"/>
                    <a:pt x="2750597" y="2406924"/>
                    <a:pt x="2747772" y="2412238"/>
                  </a:cubicBezTo>
                  <a:cubicBezTo>
                    <a:pt x="2745220" y="2416810"/>
                    <a:pt x="2744373" y="2422145"/>
                    <a:pt x="2745384" y="2427282"/>
                  </a:cubicBezTo>
                  <a:cubicBezTo>
                    <a:pt x="2744629" y="2428246"/>
                    <a:pt x="2743581" y="2429545"/>
                    <a:pt x="2742659" y="2430551"/>
                  </a:cubicBezTo>
                  <a:cubicBezTo>
                    <a:pt x="2738876" y="2434548"/>
                    <a:pt x="2734814" y="2438269"/>
                    <a:pt x="2730506" y="2441698"/>
                  </a:cubicBezTo>
                  <a:cubicBezTo>
                    <a:pt x="2731637" y="2440524"/>
                    <a:pt x="2738259" y="2433317"/>
                    <a:pt x="2737882" y="2426276"/>
                  </a:cubicBezTo>
                  <a:cubicBezTo>
                    <a:pt x="2737589" y="2419936"/>
                    <a:pt x="2736562" y="2413650"/>
                    <a:pt x="2734823" y="2407544"/>
                  </a:cubicBezTo>
                  <a:cubicBezTo>
                    <a:pt x="2730510" y="2412234"/>
                    <a:pt x="2727606" y="2418042"/>
                    <a:pt x="2726441" y="2424306"/>
                  </a:cubicBezTo>
                  <a:cubicBezTo>
                    <a:pt x="2725909" y="2430387"/>
                    <a:pt x="2727287" y="2436481"/>
                    <a:pt x="2730381" y="2441739"/>
                  </a:cubicBezTo>
                  <a:lnTo>
                    <a:pt x="2714717" y="2450970"/>
                  </a:lnTo>
                  <a:lnTo>
                    <a:pt x="2716126" y="2449303"/>
                  </a:lnTo>
                  <a:cubicBezTo>
                    <a:pt x="2718248" y="2446265"/>
                    <a:pt x="2720343" y="2442201"/>
                    <a:pt x="2720238" y="2438093"/>
                  </a:cubicBezTo>
                  <a:lnTo>
                    <a:pt x="2720113" y="2438093"/>
                  </a:lnTo>
                  <a:cubicBezTo>
                    <a:pt x="2719761" y="2431477"/>
                    <a:pt x="2718637" y="2424923"/>
                    <a:pt x="2716760" y="2418565"/>
                  </a:cubicBezTo>
                  <a:cubicBezTo>
                    <a:pt x="2712096" y="2423452"/>
                    <a:pt x="2708941" y="2429574"/>
                    <a:pt x="2707667" y="2436208"/>
                  </a:cubicBezTo>
                  <a:lnTo>
                    <a:pt x="2711512" y="2452859"/>
                  </a:lnTo>
                  <a:lnTo>
                    <a:pt x="2691199" y="2464830"/>
                  </a:lnTo>
                  <a:cubicBezTo>
                    <a:pt x="2692665" y="2463531"/>
                    <a:pt x="2700166" y="2456448"/>
                    <a:pt x="2699915" y="2449157"/>
                  </a:cubicBezTo>
                  <a:cubicBezTo>
                    <a:pt x="2699664" y="2442607"/>
                    <a:pt x="2698578" y="2436116"/>
                    <a:pt x="2696689" y="2429838"/>
                  </a:cubicBezTo>
                  <a:cubicBezTo>
                    <a:pt x="2691743" y="2434469"/>
                    <a:pt x="2688286" y="2440465"/>
                    <a:pt x="2686756" y="2447062"/>
                  </a:cubicBezTo>
                  <a:cubicBezTo>
                    <a:pt x="2686082" y="2453344"/>
                    <a:pt x="2687557" y="2459667"/>
                    <a:pt x="2690948" y="2464997"/>
                  </a:cubicBezTo>
                  <a:lnTo>
                    <a:pt x="2680842" y="2468690"/>
                  </a:lnTo>
                  <a:lnTo>
                    <a:pt x="2677836" y="2459822"/>
                  </a:lnTo>
                  <a:cubicBezTo>
                    <a:pt x="2675630" y="2456008"/>
                    <a:pt x="2672068" y="2452719"/>
                    <a:pt x="2666222" y="2452719"/>
                  </a:cubicBezTo>
                  <a:lnTo>
                    <a:pt x="2665678" y="2452719"/>
                  </a:lnTo>
                  <a:cubicBezTo>
                    <a:pt x="2653986" y="2452719"/>
                    <a:pt x="2651471" y="2465752"/>
                    <a:pt x="2650633" y="2470068"/>
                  </a:cubicBezTo>
                  <a:lnTo>
                    <a:pt x="2650633" y="2470613"/>
                  </a:lnTo>
                  <a:cubicBezTo>
                    <a:pt x="2650173" y="2472959"/>
                    <a:pt x="2645605" y="2496384"/>
                    <a:pt x="2644055" y="2504472"/>
                  </a:cubicBezTo>
                  <a:cubicBezTo>
                    <a:pt x="2600079" y="2504795"/>
                    <a:pt x="2556321" y="2498267"/>
                    <a:pt x="2514357" y="2485112"/>
                  </a:cubicBezTo>
                  <a:lnTo>
                    <a:pt x="2509915" y="2483603"/>
                  </a:lnTo>
                  <a:lnTo>
                    <a:pt x="2509915" y="2488297"/>
                  </a:lnTo>
                  <a:cubicBezTo>
                    <a:pt x="2509978" y="2501505"/>
                    <a:pt x="2514495" y="2514307"/>
                    <a:pt x="2522738" y="2524629"/>
                  </a:cubicBezTo>
                  <a:cubicBezTo>
                    <a:pt x="2531027" y="2534585"/>
                    <a:pt x="2542128" y="2541815"/>
                    <a:pt x="2554586" y="2545372"/>
                  </a:cubicBezTo>
                  <a:cubicBezTo>
                    <a:pt x="2555969" y="2554898"/>
                    <a:pt x="2560675" y="2563626"/>
                    <a:pt x="2567870" y="2570013"/>
                  </a:cubicBezTo>
                  <a:cubicBezTo>
                    <a:pt x="2569760" y="2571554"/>
                    <a:pt x="2571814" y="2572891"/>
                    <a:pt x="2573989" y="2573994"/>
                  </a:cubicBezTo>
                  <a:cubicBezTo>
                    <a:pt x="2545157" y="2570766"/>
                    <a:pt x="2523283" y="2566660"/>
                    <a:pt x="2512849" y="2564690"/>
                  </a:cubicBezTo>
                  <a:lnTo>
                    <a:pt x="2507987" y="2563768"/>
                  </a:lnTo>
                  <a:cubicBezTo>
                    <a:pt x="2503378" y="2562973"/>
                    <a:pt x="2498684" y="2561967"/>
                    <a:pt x="2494870" y="2561045"/>
                  </a:cubicBezTo>
                  <a:cubicBezTo>
                    <a:pt x="2500528" y="2571735"/>
                    <a:pt x="2507341" y="2581767"/>
                    <a:pt x="2515195" y="2590965"/>
                  </a:cubicBezTo>
                  <a:cubicBezTo>
                    <a:pt x="2528450" y="2606726"/>
                    <a:pt x="2544717" y="2619679"/>
                    <a:pt x="2563052" y="2629058"/>
                  </a:cubicBezTo>
                  <a:cubicBezTo>
                    <a:pt x="2579193" y="2637229"/>
                    <a:pt x="2596538" y="2642761"/>
                    <a:pt x="2614428" y="2645442"/>
                  </a:cubicBezTo>
                  <a:cubicBezTo>
                    <a:pt x="2617201" y="2645832"/>
                    <a:pt x="2620005" y="2646017"/>
                    <a:pt x="2622808" y="2645987"/>
                  </a:cubicBezTo>
                  <a:cubicBezTo>
                    <a:pt x="2628038" y="2645966"/>
                    <a:pt x="2633259" y="2645589"/>
                    <a:pt x="2638439" y="2644856"/>
                  </a:cubicBezTo>
                  <a:lnTo>
                    <a:pt x="2643384" y="2644143"/>
                  </a:lnTo>
                  <a:lnTo>
                    <a:pt x="2633787" y="2684247"/>
                  </a:lnTo>
                  <a:lnTo>
                    <a:pt x="2665804" y="2686300"/>
                  </a:lnTo>
                  <a:lnTo>
                    <a:pt x="2697777" y="2684247"/>
                  </a:lnTo>
                  <a:lnTo>
                    <a:pt x="2688181" y="2644143"/>
                  </a:lnTo>
                  <a:lnTo>
                    <a:pt x="2693126" y="2644856"/>
                  </a:lnTo>
                  <a:cubicBezTo>
                    <a:pt x="2698305" y="2645589"/>
                    <a:pt x="2703527" y="2645966"/>
                    <a:pt x="2708757" y="2645987"/>
                  </a:cubicBezTo>
                  <a:cubicBezTo>
                    <a:pt x="2711560" y="2646012"/>
                    <a:pt x="2714359" y="2645832"/>
                    <a:pt x="2717138" y="2645442"/>
                  </a:cubicBezTo>
                  <a:cubicBezTo>
                    <a:pt x="2735015" y="2642752"/>
                    <a:pt x="2752344" y="2637220"/>
                    <a:pt x="2768473" y="2629058"/>
                  </a:cubicBezTo>
                  <a:cubicBezTo>
                    <a:pt x="2786802" y="2619675"/>
                    <a:pt x="2803074" y="2606726"/>
                    <a:pt x="2816329" y="2590965"/>
                  </a:cubicBezTo>
                  <a:cubicBezTo>
                    <a:pt x="2824182" y="2581767"/>
                    <a:pt x="2830996" y="2571735"/>
                    <a:pt x="2836653" y="2561045"/>
                  </a:cubicBezTo>
                  <a:cubicBezTo>
                    <a:pt x="2832881" y="2561967"/>
                    <a:pt x="2828271" y="2562973"/>
                    <a:pt x="2823537" y="2563768"/>
                  </a:cubicBezTo>
                  <a:lnTo>
                    <a:pt x="2823788" y="2563768"/>
                  </a:lnTo>
                  <a:lnTo>
                    <a:pt x="2818969" y="2564690"/>
                  </a:lnTo>
                  <a:cubicBezTo>
                    <a:pt x="2808492" y="2566660"/>
                    <a:pt x="2786576" y="2570766"/>
                    <a:pt x="2757787" y="2574036"/>
                  </a:cubicBezTo>
                  <a:cubicBezTo>
                    <a:pt x="2759962" y="2572849"/>
                    <a:pt x="2762011" y="2571446"/>
                    <a:pt x="2763905" y="2569845"/>
                  </a:cubicBezTo>
                  <a:cubicBezTo>
                    <a:pt x="2771121" y="2563471"/>
                    <a:pt x="2775827" y="2554734"/>
                    <a:pt x="2777188" y="2545205"/>
                  </a:cubicBezTo>
                  <a:cubicBezTo>
                    <a:pt x="2789652" y="2541660"/>
                    <a:pt x="2800757" y="2534426"/>
                    <a:pt x="2809037" y="2524462"/>
                  </a:cubicBezTo>
                  <a:cubicBezTo>
                    <a:pt x="2817310" y="2514156"/>
                    <a:pt x="2821831" y="2501342"/>
                    <a:pt x="2821860" y="2488130"/>
                  </a:cubicBezTo>
                  <a:lnTo>
                    <a:pt x="2821860" y="2483436"/>
                  </a:lnTo>
                  <a:lnTo>
                    <a:pt x="2817376" y="2484944"/>
                  </a:lnTo>
                  <a:cubicBezTo>
                    <a:pt x="2775487" y="2498132"/>
                    <a:pt x="2731801" y="2504719"/>
                    <a:pt x="2687887" y="2504472"/>
                  </a:cubicBezTo>
                  <a:cubicBezTo>
                    <a:pt x="2686724" y="2498406"/>
                    <a:pt x="2683864" y="2483713"/>
                    <a:pt x="2682313" y="2475756"/>
                  </a:cubicBezTo>
                  <a:lnTo>
                    <a:pt x="2681940" y="2473847"/>
                  </a:lnTo>
                  <a:lnTo>
                    <a:pt x="2692456" y="2469984"/>
                  </a:lnTo>
                  <a:cubicBezTo>
                    <a:pt x="2694714" y="2475964"/>
                    <a:pt x="2699701" y="2480499"/>
                    <a:pt x="2705866" y="2482179"/>
                  </a:cubicBezTo>
                  <a:cubicBezTo>
                    <a:pt x="2718689" y="2485071"/>
                    <a:pt x="2724807" y="2481843"/>
                    <a:pt x="2724807" y="2481843"/>
                  </a:cubicBezTo>
                  <a:cubicBezTo>
                    <a:pt x="2720151" y="2477108"/>
                    <a:pt x="2714724" y="2473198"/>
                    <a:pt x="2708757" y="2470277"/>
                  </a:cubicBezTo>
                  <a:lnTo>
                    <a:pt x="2708590" y="2470404"/>
                  </a:lnTo>
                  <a:cubicBezTo>
                    <a:pt x="2703975" y="2468321"/>
                    <a:pt x="2698767" y="2467981"/>
                    <a:pt x="2693923" y="2469440"/>
                  </a:cubicBezTo>
                  <a:cubicBezTo>
                    <a:pt x="2714875" y="2460387"/>
                    <a:pt x="2733314" y="2447271"/>
                    <a:pt x="2743456" y="2435202"/>
                  </a:cubicBezTo>
                  <a:cubicBezTo>
                    <a:pt x="2745081" y="2433342"/>
                    <a:pt x="2746372" y="2431217"/>
                    <a:pt x="2747268" y="2428916"/>
                  </a:cubicBezTo>
                  <a:cubicBezTo>
                    <a:pt x="2751995" y="2427257"/>
                    <a:pt x="2755654" y="2423443"/>
                    <a:pt x="2757117" y="2418650"/>
                  </a:cubicBezTo>
                  <a:cubicBezTo>
                    <a:pt x="2759129" y="2412590"/>
                    <a:pt x="2760218" y="2406263"/>
                    <a:pt x="2760344" y="2399875"/>
                  </a:cubicBezTo>
                  <a:close/>
                  <a:moveTo>
                    <a:pt x="5682156" y="2304290"/>
                  </a:moveTo>
                  <a:lnTo>
                    <a:pt x="5682156" y="2341616"/>
                  </a:lnTo>
                  <a:lnTo>
                    <a:pt x="5759491" y="2341616"/>
                  </a:lnTo>
                  <a:lnTo>
                    <a:pt x="5770075" y="2417045"/>
                  </a:lnTo>
                  <a:lnTo>
                    <a:pt x="5770145" y="2417045"/>
                  </a:lnTo>
                  <a:lnTo>
                    <a:pt x="5770145" y="2304290"/>
                  </a:lnTo>
                  <a:close/>
                  <a:moveTo>
                    <a:pt x="5307057" y="2304219"/>
                  </a:moveTo>
                  <a:lnTo>
                    <a:pt x="5307057" y="2341545"/>
                  </a:lnTo>
                  <a:lnTo>
                    <a:pt x="5395046" y="2341545"/>
                  </a:lnTo>
                  <a:lnTo>
                    <a:pt x="5395046" y="2304219"/>
                  </a:lnTo>
                  <a:close/>
                  <a:moveTo>
                    <a:pt x="1831042" y="2304219"/>
                  </a:moveTo>
                  <a:lnTo>
                    <a:pt x="1831042" y="2341545"/>
                  </a:lnTo>
                  <a:lnTo>
                    <a:pt x="1918960" y="2341545"/>
                  </a:lnTo>
                  <a:lnTo>
                    <a:pt x="1919030" y="2341545"/>
                  </a:lnTo>
                  <a:lnTo>
                    <a:pt x="1919030" y="2304219"/>
                  </a:lnTo>
                  <a:close/>
                  <a:moveTo>
                    <a:pt x="6822693" y="2304218"/>
                  </a:moveTo>
                  <a:lnTo>
                    <a:pt x="6822693" y="2467707"/>
                  </a:lnTo>
                  <a:lnTo>
                    <a:pt x="6910682" y="2467707"/>
                  </a:lnTo>
                  <a:lnTo>
                    <a:pt x="6910682" y="2304218"/>
                  </a:lnTo>
                  <a:close/>
                  <a:moveTo>
                    <a:pt x="6434682" y="2304218"/>
                  </a:moveTo>
                  <a:lnTo>
                    <a:pt x="6434682" y="2467707"/>
                  </a:lnTo>
                  <a:lnTo>
                    <a:pt x="6522671" y="2467707"/>
                  </a:lnTo>
                  <a:lnTo>
                    <a:pt x="6522671" y="2304218"/>
                  </a:lnTo>
                  <a:close/>
                  <a:moveTo>
                    <a:pt x="6059724" y="2304218"/>
                  </a:moveTo>
                  <a:lnTo>
                    <a:pt x="6059724" y="2467707"/>
                  </a:lnTo>
                  <a:lnTo>
                    <a:pt x="6147643" y="2467707"/>
                  </a:lnTo>
                  <a:lnTo>
                    <a:pt x="6147713" y="2467707"/>
                  </a:lnTo>
                  <a:lnTo>
                    <a:pt x="6147713" y="2304218"/>
                  </a:lnTo>
                  <a:close/>
                  <a:moveTo>
                    <a:pt x="1078373" y="2304218"/>
                  </a:moveTo>
                  <a:lnTo>
                    <a:pt x="1078373" y="2467707"/>
                  </a:lnTo>
                  <a:lnTo>
                    <a:pt x="1166362" y="2467707"/>
                  </a:lnTo>
                  <a:lnTo>
                    <a:pt x="1166362" y="2304218"/>
                  </a:lnTo>
                  <a:close/>
                  <a:moveTo>
                    <a:pt x="703416" y="2304218"/>
                  </a:moveTo>
                  <a:lnTo>
                    <a:pt x="703416" y="2467707"/>
                  </a:lnTo>
                  <a:lnTo>
                    <a:pt x="791405" y="2467707"/>
                  </a:lnTo>
                  <a:lnTo>
                    <a:pt x="791405" y="2304218"/>
                  </a:lnTo>
                  <a:close/>
                  <a:moveTo>
                    <a:pt x="315404" y="2304218"/>
                  </a:moveTo>
                  <a:lnTo>
                    <a:pt x="315404" y="2467707"/>
                  </a:lnTo>
                  <a:lnTo>
                    <a:pt x="403393" y="2467707"/>
                  </a:lnTo>
                  <a:lnTo>
                    <a:pt x="403393" y="2304218"/>
                  </a:lnTo>
                  <a:close/>
                  <a:moveTo>
                    <a:pt x="6798985" y="2281498"/>
                  </a:moveTo>
                  <a:lnTo>
                    <a:pt x="6934390" y="2281498"/>
                  </a:lnTo>
                  <a:lnTo>
                    <a:pt x="6934390" y="2489863"/>
                  </a:lnTo>
                  <a:lnTo>
                    <a:pt x="6798985" y="2489863"/>
                  </a:lnTo>
                  <a:close/>
                  <a:moveTo>
                    <a:pt x="6410974" y="2281498"/>
                  </a:moveTo>
                  <a:lnTo>
                    <a:pt x="6546379" y="2281498"/>
                  </a:lnTo>
                  <a:lnTo>
                    <a:pt x="6546379" y="2489863"/>
                  </a:lnTo>
                  <a:lnTo>
                    <a:pt x="6410974" y="2489863"/>
                  </a:lnTo>
                  <a:close/>
                  <a:moveTo>
                    <a:pt x="6036016" y="2281498"/>
                  </a:moveTo>
                  <a:lnTo>
                    <a:pt x="6171421" y="2281498"/>
                  </a:lnTo>
                  <a:lnTo>
                    <a:pt x="6171421" y="2489863"/>
                  </a:lnTo>
                  <a:lnTo>
                    <a:pt x="6036016" y="2489863"/>
                  </a:lnTo>
                  <a:close/>
                  <a:moveTo>
                    <a:pt x="1054665" y="2281498"/>
                  </a:moveTo>
                  <a:lnTo>
                    <a:pt x="1190070" y="2281498"/>
                  </a:lnTo>
                  <a:lnTo>
                    <a:pt x="1190070" y="2489863"/>
                  </a:lnTo>
                  <a:lnTo>
                    <a:pt x="1054665" y="2489863"/>
                  </a:lnTo>
                  <a:close/>
                  <a:moveTo>
                    <a:pt x="679708" y="2281498"/>
                  </a:moveTo>
                  <a:lnTo>
                    <a:pt x="815113" y="2281498"/>
                  </a:lnTo>
                  <a:lnTo>
                    <a:pt x="815113" y="2489863"/>
                  </a:lnTo>
                  <a:lnTo>
                    <a:pt x="679708" y="2489863"/>
                  </a:lnTo>
                  <a:close/>
                  <a:moveTo>
                    <a:pt x="291696" y="2281498"/>
                  </a:moveTo>
                  <a:lnTo>
                    <a:pt x="427101" y="2281498"/>
                  </a:lnTo>
                  <a:lnTo>
                    <a:pt x="427101" y="2489863"/>
                  </a:lnTo>
                  <a:lnTo>
                    <a:pt x="291696" y="2489863"/>
                  </a:lnTo>
                  <a:close/>
                  <a:moveTo>
                    <a:pt x="4004725" y="2236693"/>
                  </a:moveTo>
                  <a:lnTo>
                    <a:pt x="4004725" y="2341545"/>
                  </a:lnTo>
                  <a:lnTo>
                    <a:pt x="4104568" y="2341545"/>
                  </a:lnTo>
                  <a:lnTo>
                    <a:pt x="4104568" y="2236693"/>
                  </a:lnTo>
                  <a:close/>
                  <a:moveTo>
                    <a:pt x="3561747" y="2236693"/>
                  </a:moveTo>
                  <a:lnTo>
                    <a:pt x="3561747" y="2341545"/>
                  </a:lnTo>
                  <a:lnTo>
                    <a:pt x="3661589" y="2341545"/>
                  </a:lnTo>
                  <a:lnTo>
                    <a:pt x="3661589" y="2236693"/>
                  </a:lnTo>
                  <a:close/>
                  <a:moveTo>
                    <a:pt x="3118557" y="2236693"/>
                  </a:moveTo>
                  <a:lnTo>
                    <a:pt x="3118557" y="2341545"/>
                  </a:lnTo>
                  <a:lnTo>
                    <a:pt x="3218400" y="2341545"/>
                  </a:lnTo>
                  <a:lnTo>
                    <a:pt x="3218400" y="2236693"/>
                  </a:lnTo>
                  <a:close/>
                  <a:moveTo>
                    <a:pt x="3895850" y="2093667"/>
                  </a:moveTo>
                  <a:lnTo>
                    <a:pt x="3895850" y="2341545"/>
                  </a:lnTo>
                  <a:lnTo>
                    <a:pt x="3971350" y="2341545"/>
                  </a:lnTo>
                  <a:lnTo>
                    <a:pt x="3971350" y="2203035"/>
                  </a:lnTo>
                  <a:lnTo>
                    <a:pt x="4138013" y="2203035"/>
                  </a:lnTo>
                  <a:lnTo>
                    <a:pt x="4138013" y="2341545"/>
                  </a:lnTo>
                  <a:lnTo>
                    <a:pt x="4216758" y="2341545"/>
                  </a:lnTo>
                  <a:lnTo>
                    <a:pt x="4216758" y="2093667"/>
                  </a:lnTo>
                  <a:close/>
                  <a:moveTo>
                    <a:pt x="3452872" y="2093667"/>
                  </a:moveTo>
                  <a:lnTo>
                    <a:pt x="3452872" y="2341545"/>
                  </a:lnTo>
                  <a:lnTo>
                    <a:pt x="3528371" y="2341545"/>
                  </a:lnTo>
                  <a:lnTo>
                    <a:pt x="3528371" y="2203035"/>
                  </a:lnTo>
                  <a:lnTo>
                    <a:pt x="3695106" y="2203035"/>
                  </a:lnTo>
                  <a:lnTo>
                    <a:pt x="3695106" y="2341545"/>
                  </a:lnTo>
                  <a:lnTo>
                    <a:pt x="3770887" y="2341545"/>
                  </a:lnTo>
                  <a:lnTo>
                    <a:pt x="3770887" y="2093667"/>
                  </a:lnTo>
                  <a:close/>
                  <a:moveTo>
                    <a:pt x="3009188" y="2093667"/>
                  </a:moveTo>
                  <a:lnTo>
                    <a:pt x="3009188" y="2341545"/>
                  </a:lnTo>
                  <a:lnTo>
                    <a:pt x="3085182" y="2341545"/>
                  </a:lnTo>
                  <a:lnTo>
                    <a:pt x="3085182" y="2203035"/>
                  </a:lnTo>
                  <a:lnTo>
                    <a:pt x="3251845" y="2203035"/>
                  </a:lnTo>
                  <a:lnTo>
                    <a:pt x="3251845" y="2341545"/>
                  </a:lnTo>
                  <a:lnTo>
                    <a:pt x="3327839" y="2341545"/>
                  </a:lnTo>
                  <a:lnTo>
                    <a:pt x="3327839" y="2093667"/>
                  </a:lnTo>
                  <a:close/>
                  <a:moveTo>
                    <a:pt x="4252321" y="1977313"/>
                  </a:moveTo>
                  <a:lnTo>
                    <a:pt x="4252321" y="2341616"/>
                  </a:lnTo>
                  <a:lnTo>
                    <a:pt x="4504010" y="2341616"/>
                  </a:lnTo>
                  <a:lnTo>
                    <a:pt x="4504010" y="1977313"/>
                  </a:lnTo>
                  <a:close/>
                  <a:moveTo>
                    <a:pt x="3806238" y="1977313"/>
                  </a:moveTo>
                  <a:lnTo>
                    <a:pt x="3806238" y="2341616"/>
                  </a:lnTo>
                  <a:lnTo>
                    <a:pt x="3860358" y="2341616"/>
                  </a:lnTo>
                  <a:lnTo>
                    <a:pt x="3860358" y="1977313"/>
                  </a:lnTo>
                  <a:close/>
                  <a:moveTo>
                    <a:pt x="3363260" y="1977313"/>
                  </a:moveTo>
                  <a:lnTo>
                    <a:pt x="3363260" y="2341616"/>
                  </a:lnTo>
                  <a:lnTo>
                    <a:pt x="3417380" y="2341616"/>
                  </a:lnTo>
                  <a:lnTo>
                    <a:pt x="3417380" y="1977313"/>
                  </a:lnTo>
                  <a:close/>
                  <a:moveTo>
                    <a:pt x="2721796" y="1977313"/>
                  </a:moveTo>
                  <a:lnTo>
                    <a:pt x="2721796" y="2341616"/>
                  </a:lnTo>
                  <a:lnTo>
                    <a:pt x="2973485" y="2341616"/>
                  </a:lnTo>
                  <a:lnTo>
                    <a:pt x="2973485" y="1977313"/>
                  </a:lnTo>
                  <a:close/>
                  <a:moveTo>
                    <a:pt x="4791260" y="1932860"/>
                  </a:moveTo>
                  <a:lnTo>
                    <a:pt x="4791260" y="2272396"/>
                  </a:lnTo>
                  <a:lnTo>
                    <a:pt x="4900135" y="2272396"/>
                  </a:lnTo>
                  <a:lnTo>
                    <a:pt x="4900135" y="1932860"/>
                  </a:lnTo>
                  <a:close/>
                  <a:moveTo>
                    <a:pt x="2325952" y="1932860"/>
                  </a:moveTo>
                  <a:lnTo>
                    <a:pt x="2325952" y="2272396"/>
                  </a:lnTo>
                  <a:lnTo>
                    <a:pt x="2434826" y="2272396"/>
                  </a:lnTo>
                  <a:lnTo>
                    <a:pt x="2434826" y="1932860"/>
                  </a:lnTo>
                  <a:close/>
                  <a:moveTo>
                    <a:pt x="6822693" y="1929261"/>
                  </a:moveTo>
                  <a:lnTo>
                    <a:pt x="6822693" y="2092750"/>
                  </a:lnTo>
                  <a:lnTo>
                    <a:pt x="6910682" y="2092750"/>
                  </a:lnTo>
                  <a:lnTo>
                    <a:pt x="6910682" y="1929261"/>
                  </a:lnTo>
                  <a:close/>
                  <a:moveTo>
                    <a:pt x="6434682" y="1929261"/>
                  </a:moveTo>
                  <a:lnTo>
                    <a:pt x="6434682" y="2092750"/>
                  </a:lnTo>
                  <a:lnTo>
                    <a:pt x="6522671" y="2092750"/>
                  </a:lnTo>
                  <a:lnTo>
                    <a:pt x="6522671" y="1929261"/>
                  </a:lnTo>
                  <a:close/>
                  <a:moveTo>
                    <a:pt x="6059724" y="1929261"/>
                  </a:moveTo>
                  <a:lnTo>
                    <a:pt x="6059724" y="2092750"/>
                  </a:lnTo>
                  <a:lnTo>
                    <a:pt x="6147643" y="2092750"/>
                  </a:lnTo>
                  <a:lnTo>
                    <a:pt x="6147713" y="2092750"/>
                  </a:lnTo>
                  <a:lnTo>
                    <a:pt x="6147713" y="1929261"/>
                  </a:lnTo>
                  <a:close/>
                  <a:moveTo>
                    <a:pt x="5682086" y="1929261"/>
                  </a:moveTo>
                  <a:lnTo>
                    <a:pt x="5682086" y="2092750"/>
                  </a:lnTo>
                  <a:lnTo>
                    <a:pt x="5770074" y="2092750"/>
                  </a:lnTo>
                  <a:lnTo>
                    <a:pt x="5770074" y="1929261"/>
                  </a:lnTo>
                  <a:close/>
                  <a:moveTo>
                    <a:pt x="5307057" y="1929261"/>
                  </a:moveTo>
                  <a:lnTo>
                    <a:pt x="5307057" y="2092750"/>
                  </a:lnTo>
                  <a:lnTo>
                    <a:pt x="5395046" y="2092750"/>
                  </a:lnTo>
                  <a:lnTo>
                    <a:pt x="5395046" y="1929261"/>
                  </a:lnTo>
                  <a:close/>
                  <a:moveTo>
                    <a:pt x="1831041" y="1929261"/>
                  </a:moveTo>
                  <a:lnTo>
                    <a:pt x="1831041" y="2092750"/>
                  </a:lnTo>
                  <a:lnTo>
                    <a:pt x="1918959" y="2092750"/>
                  </a:lnTo>
                  <a:lnTo>
                    <a:pt x="1919030" y="2092750"/>
                  </a:lnTo>
                  <a:lnTo>
                    <a:pt x="1919030" y="1929261"/>
                  </a:lnTo>
                  <a:close/>
                  <a:moveTo>
                    <a:pt x="1456013" y="1929261"/>
                  </a:moveTo>
                  <a:lnTo>
                    <a:pt x="1456013" y="2092750"/>
                  </a:lnTo>
                  <a:lnTo>
                    <a:pt x="1544002" y="2092750"/>
                  </a:lnTo>
                  <a:lnTo>
                    <a:pt x="1544002" y="1929261"/>
                  </a:lnTo>
                  <a:close/>
                  <a:moveTo>
                    <a:pt x="1078373" y="1929261"/>
                  </a:moveTo>
                  <a:lnTo>
                    <a:pt x="1078373" y="2092750"/>
                  </a:lnTo>
                  <a:lnTo>
                    <a:pt x="1166362" y="2092750"/>
                  </a:lnTo>
                  <a:lnTo>
                    <a:pt x="1166362" y="1929261"/>
                  </a:lnTo>
                  <a:close/>
                  <a:moveTo>
                    <a:pt x="703416" y="1929261"/>
                  </a:moveTo>
                  <a:lnTo>
                    <a:pt x="703416" y="2092750"/>
                  </a:lnTo>
                  <a:lnTo>
                    <a:pt x="791405" y="2092750"/>
                  </a:lnTo>
                  <a:lnTo>
                    <a:pt x="791405" y="1929261"/>
                  </a:lnTo>
                  <a:close/>
                  <a:moveTo>
                    <a:pt x="315404" y="1929261"/>
                  </a:moveTo>
                  <a:lnTo>
                    <a:pt x="315404" y="2092750"/>
                  </a:lnTo>
                  <a:lnTo>
                    <a:pt x="403393" y="2092750"/>
                  </a:lnTo>
                  <a:lnTo>
                    <a:pt x="403393" y="1929261"/>
                  </a:lnTo>
                  <a:close/>
                  <a:moveTo>
                    <a:pt x="6798985" y="1906541"/>
                  </a:moveTo>
                  <a:lnTo>
                    <a:pt x="6934390" y="1906541"/>
                  </a:lnTo>
                  <a:lnTo>
                    <a:pt x="6934390" y="2114906"/>
                  </a:lnTo>
                  <a:lnTo>
                    <a:pt x="6798985" y="2114906"/>
                  </a:lnTo>
                  <a:close/>
                  <a:moveTo>
                    <a:pt x="6410974" y="1906541"/>
                  </a:moveTo>
                  <a:lnTo>
                    <a:pt x="6546379" y="1906541"/>
                  </a:lnTo>
                  <a:lnTo>
                    <a:pt x="6546379" y="2114906"/>
                  </a:lnTo>
                  <a:lnTo>
                    <a:pt x="6410974" y="2114906"/>
                  </a:lnTo>
                  <a:close/>
                  <a:moveTo>
                    <a:pt x="6036016" y="1906541"/>
                  </a:moveTo>
                  <a:lnTo>
                    <a:pt x="6171421" y="1906541"/>
                  </a:lnTo>
                  <a:lnTo>
                    <a:pt x="6171421" y="2114906"/>
                  </a:lnTo>
                  <a:lnTo>
                    <a:pt x="6036016" y="2114906"/>
                  </a:lnTo>
                  <a:close/>
                  <a:moveTo>
                    <a:pt x="5658377" y="1906541"/>
                  </a:moveTo>
                  <a:lnTo>
                    <a:pt x="5793782" y="1906541"/>
                  </a:lnTo>
                  <a:lnTo>
                    <a:pt x="5793782" y="2114906"/>
                  </a:lnTo>
                  <a:lnTo>
                    <a:pt x="5658377" y="2114906"/>
                  </a:lnTo>
                  <a:close/>
                  <a:moveTo>
                    <a:pt x="5283349" y="1906541"/>
                  </a:moveTo>
                  <a:lnTo>
                    <a:pt x="5418754" y="1906541"/>
                  </a:lnTo>
                  <a:lnTo>
                    <a:pt x="5418754" y="2114906"/>
                  </a:lnTo>
                  <a:lnTo>
                    <a:pt x="5283349" y="2114906"/>
                  </a:lnTo>
                  <a:close/>
                  <a:moveTo>
                    <a:pt x="1807333" y="1906541"/>
                  </a:moveTo>
                  <a:lnTo>
                    <a:pt x="1942738" y="1906541"/>
                  </a:lnTo>
                  <a:lnTo>
                    <a:pt x="1942738" y="2114906"/>
                  </a:lnTo>
                  <a:lnTo>
                    <a:pt x="1807333" y="2114906"/>
                  </a:lnTo>
                  <a:close/>
                  <a:moveTo>
                    <a:pt x="1432305" y="1906541"/>
                  </a:moveTo>
                  <a:lnTo>
                    <a:pt x="1567710" y="1906541"/>
                  </a:lnTo>
                  <a:lnTo>
                    <a:pt x="1567710" y="2114906"/>
                  </a:lnTo>
                  <a:lnTo>
                    <a:pt x="1432305" y="2114906"/>
                  </a:lnTo>
                  <a:close/>
                  <a:moveTo>
                    <a:pt x="1054665" y="1906541"/>
                  </a:moveTo>
                  <a:lnTo>
                    <a:pt x="1190070" y="1906541"/>
                  </a:lnTo>
                  <a:lnTo>
                    <a:pt x="1190070" y="2114906"/>
                  </a:lnTo>
                  <a:lnTo>
                    <a:pt x="1054665" y="2114906"/>
                  </a:lnTo>
                  <a:close/>
                  <a:moveTo>
                    <a:pt x="679708" y="1906541"/>
                  </a:moveTo>
                  <a:lnTo>
                    <a:pt x="815113" y="1906541"/>
                  </a:lnTo>
                  <a:lnTo>
                    <a:pt x="815113" y="2114906"/>
                  </a:lnTo>
                  <a:lnTo>
                    <a:pt x="679708" y="2114906"/>
                  </a:lnTo>
                  <a:close/>
                  <a:moveTo>
                    <a:pt x="291696" y="1906541"/>
                  </a:moveTo>
                  <a:lnTo>
                    <a:pt x="427101" y="1906541"/>
                  </a:lnTo>
                  <a:lnTo>
                    <a:pt x="427101" y="2114906"/>
                  </a:lnTo>
                  <a:lnTo>
                    <a:pt x="291696" y="2114906"/>
                  </a:lnTo>
                  <a:close/>
                  <a:moveTo>
                    <a:pt x="4757109" y="1899485"/>
                  </a:moveTo>
                  <a:lnTo>
                    <a:pt x="4934215" y="1899485"/>
                  </a:lnTo>
                  <a:lnTo>
                    <a:pt x="4934215" y="2305701"/>
                  </a:lnTo>
                  <a:lnTo>
                    <a:pt x="4757109" y="2305701"/>
                  </a:lnTo>
                  <a:close/>
                  <a:moveTo>
                    <a:pt x="2291871" y="1899485"/>
                  </a:moveTo>
                  <a:lnTo>
                    <a:pt x="2468978" y="1899485"/>
                  </a:lnTo>
                  <a:lnTo>
                    <a:pt x="2468978" y="2305701"/>
                  </a:lnTo>
                  <a:lnTo>
                    <a:pt x="2291871" y="2305701"/>
                  </a:lnTo>
                  <a:close/>
                  <a:moveTo>
                    <a:pt x="4393159" y="1840426"/>
                  </a:moveTo>
                  <a:lnTo>
                    <a:pt x="4393159" y="1942668"/>
                  </a:lnTo>
                  <a:lnTo>
                    <a:pt x="4450454" y="1942668"/>
                  </a:lnTo>
                  <a:lnTo>
                    <a:pt x="4450454" y="1840426"/>
                  </a:lnTo>
                  <a:close/>
                  <a:moveTo>
                    <a:pt x="4113529" y="1840426"/>
                  </a:moveTo>
                  <a:lnTo>
                    <a:pt x="4113529" y="1994741"/>
                  </a:lnTo>
                  <a:lnTo>
                    <a:pt x="4170823" y="1994741"/>
                  </a:lnTo>
                  <a:lnTo>
                    <a:pt x="4170823" y="1840426"/>
                  </a:lnTo>
                  <a:close/>
                  <a:moveTo>
                    <a:pt x="3941644" y="1840426"/>
                  </a:moveTo>
                  <a:lnTo>
                    <a:pt x="3941644" y="1994741"/>
                  </a:lnTo>
                  <a:lnTo>
                    <a:pt x="3998939" y="1994741"/>
                  </a:lnTo>
                  <a:lnTo>
                    <a:pt x="3998939" y="1840426"/>
                  </a:lnTo>
                  <a:close/>
                  <a:moveTo>
                    <a:pt x="3669210" y="1840426"/>
                  </a:moveTo>
                  <a:lnTo>
                    <a:pt x="3669210" y="1994741"/>
                  </a:lnTo>
                  <a:lnTo>
                    <a:pt x="3726505" y="1994741"/>
                  </a:lnTo>
                  <a:lnTo>
                    <a:pt x="3726505" y="1840426"/>
                  </a:lnTo>
                  <a:close/>
                  <a:moveTo>
                    <a:pt x="3497325" y="1840426"/>
                  </a:moveTo>
                  <a:lnTo>
                    <a:pt x="3497325" y="1994741"/>
                  </a:lnTo>
                  <a:lnTo>
                    <a:pt x="3554620" y="1994741"/>
                  </a:lnTo>
                  <a:lnTo>
                    <a:pt x="3554620" y="1840426"/>
                  </a:lnTo>
                  <a:close/>
                  <a:moveTo>
                    <a:pt x="3225738" y="1840426"/>
                  </a:moveTo>
                  <a:lnTo>
                    <a:pt x="3225738" y="1994741"/>
                  </a:lnTo>
                  <a:lnTo>
                    <a:pt x="3283033" y="1994741"/>
                  </a:lnTo>
                  <a:lnTo>
                    <a:pt x="3283033" y="1840426"/>
                  </a:lnTo>
                  <a:close/>
                  <a:moveTo>
                    <a:pt x="3053853" y="1840426"/>
                  </a:moveTo>
                  <a:lnTo>
                    <a:pt x="3053853" y="1994741"/>
                  </a:lnTo>
                  <a:lnTo>
                    <a:pt x="3111148" y="1994741"/>
                  </a:lnTo>
                  <a:lnTo>
                    <a:pt x="3111148" y="1840426"/>
                  </a:lnTo>
                  <a:close/>
                  <a:moveTo>
                    <a:pt x="2773375" y="1840426"/>
                  </a:moveTo>
                  <a:lnTo>
                    <a:pt x="2773375" y="1942668"/>
                  </a:lnTo>
                  <a:lnTo>
                    <a:pt x="2830671" y="1942668"/>
                  </a:lnTo>
                  <a:lnTo>
                    <a:pt x="2830671" y="1840426"/>
                  </a:lnTo>
                  <a:close/>
                  <a:moveTo>
                    <a:pt x="4733683" y="1708266"/>
                  </a:moveTo>
                  <a:lnTo>
                    <a:pt x="4957642" y="1708266"/>
                  </a:lnTo>
                  <a:lnTo>
                    <a:pt x="4957642" y="1749967"/>
                  </a:lnTo>
                  <a:lnTo>
                    <a:pt x="4733683" y="1749967"/>
                  </a:lnTo>
                  <a:close/>
                  <a:moveTo>
                    <a:pt x="2268445" y="1708266"/>
                  </a:moveTo>
                  <a:lnTo>
                    <a:pt x="2492403" y="1708266"/>
                  </a:lnTo>
                  <a:lnTo>
                    <a:pt x="2492403" y="1749967"/>
                  </a:lnTo>
                  <a:lnTo>
                    <a:pt x="2268445" y="1749967"/>
                  </a:lnTo>
                  <a:close/>
                  <a:moveTo>
                    <a:pt x="6822693" y="1554232"/>
                  </a:moveTo>
                  <a:lnTo>
                    <a:pt x="6822693" y="1717721"/>
                  </a:lnTo>
                  <a:lnTo>
                    <a:pt x="6910682" y="1717721"/>
                  </a:lnTo>
                  <a:lnTo>
                    <a:pt x="6910682" y="1554232"/>
                  </a:lnTo>
                  <a:close/>
                  <a:moveTo>
                    <a:pt x="6434682" y="1554232"/>
                  </a:moveTo>
                  <a:lnTo>
                    <a:pt x="6434682" y="1717721"/>
                  </a:lnTo>
                  <a:lnTo>
                    <a:pt x="6522671" y="1717721"/>
                  </a:lnTo>
                  <a:lnTo>
                    <a:pt x="6522671" y="1554232"/>
                  </a:lnTo>
                  <a:close/>
                  <a:moveTo>
                    <a:pt x="6059724" y="1554232"/>
                  </a:moveTo>
                  <a:lnTo>
                    <a:pt x="6059724" y="1717721"/>
                  </a:lnTo>
                  <a:lnTo>
                    <a:pt x="6147643" y="1717721"/>
                  </a:lnTo>
                  <a:lnTo>
                    <a:pt x="6147713" y="1717721"/>
                  </a:lnTo>
                  <a:lnTo>
                    <a:pt x="6147713" y="1554232"/>
                  </a:lnTo>
                  <a:close/>
                  <a:moveTo>
                    <a:pt x="5682086" y="1554232"/>
                  </a:moveTo>
                  <a:lnTo>
                    <a:pt x="5682086" y="1717721"/>
                  </a:lnTo>
                  <a:lnTo>
                    <a:pt x="5770074" y="1717721"/>
                  </a:lnTo>
                  <a:lnTo>
                    <a:pt x="5770074" y="1554232"/>
                  </a:lnTo>
                  <a:close/>
                  <a:moveTo>
                    <a:pt x="5307057" y="1554232"/>
                  </a:moveTo>
                  <a:lnTo>
                    <a:pt x="5307057" y="1717721"/>
                  </a:lnTo>
                  <a:lnTo>
                    <a:pt x="5395046" y="1717721"/>
                  </a:lnTo>
                  <a:lnTo>
                    <a:pt x="5395046" y="1554232"/>
                  </a:lnTo>
                  <a:close/>
                  <a:moveTo>
                    <a:pt x="1831041" y="1554232"/>
                  </a:moveTo>
                  <a:lnTo>
                    <a:pt x="1831041" y="1717721"/>
                  </a:lnTo>
                  <a:lnTo>
                    <a:pt x="1918959" y="1717721"/>
                  </a:lnTo>
                  <a:lnTo>
                    <a:pt x="1919030" y="1717721"/>
                  </a:lnTo>
                  <a:lnTo>
                    <a:pt x="1919030" y="1554232"/>
                  </a:lnTo>
                  <a:close/>
                  <a:moveTo>
                    <a:pt x="1456013" y="1554232"/>
                  </a:moveTo>
                  <a:lnTo>
                    <a:pt x="1456013" y="1717721"/>
                  </a:lnTo>
                  <a:lnTo>
                    <a:pt x="1544002" y="1717721"/>
                  </a:lnTo>
                  <a:lnTo>
                    <a:pt x="1544002" y="1554232"/>
                  </a:lnTo>
                  <a:close/>
                  <a:moveTo>
                    <a:pt x="1078373" y="1554232"/>
                  </a:moveTo>
                  <a:lnTo>
                    <a:pt x="1078373" y="1717721"/>
                  </a:lnTo>
                  <a:lnTo>
                    <a:pt x="1166362" y="1717721"/>
                  </a:lnTo>
                  <a:lnTo>
                    <a:pt x="1166362" y="1554232"/>
                  </a:lnTo>
                  <a:close/>
                  <a:moveTo>
                    <a:pt x="703416" y="1554232"/>
                  </a:moveTo>
                  <a:lnTo>
                    <a:pt x="703416" y="1717721"/>
                  </a:lnTo>
                  <a:lnTo>
                    <a:pt x="791405" y="1717721"/>
                  </a:lnTo>
                  <a:lnTo>
                    <a:pt x="791405" y="1554232"/>
                  </a:lnTo>
                  <a:close/>
                  <a:moveTo>
                    <a:pt x="315404" y="1554232"/>
                  </a:moveTo>
                  <a:lnTo>
                    <a:pt x="315404" y="1717721"/>
                  </a:lnTo>
                  <a:lnTo>
                    <a:pt x="403393" y="1717721"/>
                  </a:lnTo>
                  <a:lnTo>
                    <a:pt x="403393" y="1554232"/>
                  </a:lnTo>
                  <a:close/>
                  <a:moveTo>
                    <a:pt x="6798985" y="1531512"/>
                  </a:moveTo>
                  <a:lnTo>
                    <a:pt x="6934390" y="1531512"/>
                  </a:lnTo>
                  <a:lnTo>
                    <a:pt x="6934390" y="1739877"/>
                  </a:lnTo>
                  <a:lnTo>
                    <a:pt x="6798985" y="1739877"/>
                  </a:lnTo>
                  <a:close/>
                  <a:moveTo>
                    <a:pt x="6410974" y="1531512"/>
                  </a:moveTo>
                  <a:lnTo>
                    <a:pt x="6546379" y="1531512"/>
                  </a:lnTo>
                  <a:lnTo>
                    <a:pt x="6546379" y="1739877"/>
                  </a:lnTo>
                  <a:lnTo>
                    <a:pt x="6410974" y="1739877"/>
                  </a:lnTo>
                  <a:close/>
                  <a:moveTo>
                    <a:pt x="6036016" y="1531512"/>
                  </a:moveTo>
                  <a:lnTo>
                    <a:pt x="6171421" y="1531512"/>
                  </a:lnTo>
                  <a:lnTo>
                    <a:pt x="6171421" y="1739877"/>
                  </a:lnTo>
                  <a:lnTo>
                    <a:pt x="6036016" y="1739877"/>
                  </a:lnTo>
                  <a:close/>
                  <a:moveTo>
                    <a:pt x="5658377" y="1531512"/>
                  </a:moveTo>
                  <a:lnTo>
                    <a:pt x="5793782" y="1531512"/>
                  </a:lnTo>
                  <a:lnTo>
                    <a:pt x="5793782" y="1739877"/>
                  </a:lnTo>
                  <a:lnTo>
                    <a:pt x="5658377" y="1739877"/>
                  </a:lnTo>
                  <a:close/>
                  <a:moveTo>
                    <a:pt x="5283349" y="1531512"/>
                  </a:moveTo>
                  <a:lnTo>
                    <a:pt x="5418754" y="1531512"/>
                  </a:lnTo>
                  <a:lnTo>
                    <a:pt x="5418754" y="1739877"/>
                  </a:lnTo>
                  <a:lnTo>
                    <a:pt x="5283349" y="1739877"/>
                  </a:lnTo>
                  <a:close/>
                  <a:moveTo>
                    <a:pt x="1807333" y="1531512"/>
                  </a:moveTo>
                  <a:lnTo>
                    <a:pt x="1942738" y="1531512"/>
                  </a:lnTo>
                  <a:lnTo>
                    <a:pt x="1942738" y="1739877"/>
                  </a:lnTo>
                  <a:lnTo>
                    <a:pt x="1807333" y="1739877"/>
                  </a:lnTo>
                  <a:close/>
                  <a:moveTo>
                    <a:pt x="1432305" y="1531512"/>
                  </a:moveTo>
                  <a:lnTo>
                    <a:pt x="1567710" y="1531512"/>
                  </a:lnTo>
                  <a:lnTo>
                    <a:pt x="1567710" y="1739877"/>
                  </a:lnTo>
                  <a:lnTo>
                    <a:pt x="1432305" y="1739877"/>
                  </a:lnTo>
                  <a:close/>
                  <a:moveTo>
                    <a:pt x="1054665" y="1531512"/>
                  </a:moveTo>
                  <a:lnTo>
                    <a:pt x="1190070" y="1531512"/>
                  </a:lnTo>
                  <a:lnTo>
                    <a:pt x="1190070" y="1739877"/>
                  </a:lnTo>
                  <a:lnTo>
                    <a:pt x="1054665" y="1739877"/>
                  </a:lnTo>
                  <a:close/>
                  <a:moveTo>
                    <a:pt x="679708" y="1531512"/>
                  </a:moveTo>
                  <a:lnTo>
                    <a:pt x="815113" y="1531512"/>
                  </a:lnTo>
                  <a:lnTo>
                    <a:pt x="815113" y="1739877"/>
                  </a:lnTo>
                  <a:lnTo>
                    <a:pt x="679708" y="1739877"/>
                  </a:lnTo>
                  <a:close/>
                  <a:moveTo>
                    <a:pt x="291696" y="1531512"/>
                  </a:moveTo>
                  <a:lnTo>
                    <a:pt x="427101" y="1531512"/>
                  </a:lnTo>
                  <a:lnTo>
                    <a:pt x="427101" y="1739877"/>
                  </a:lnTo>
                  <a:lnTo>
                    <a:pt x="291696" y="1739877"/>
                  </a:lnTo>
                  <a:close/>
                  <a:moveTo>
                    <a:pt x="4393159" y="1512037"/>
                  </a:moveTo>
                  <a:lnTo>
                    <a:pt x="4393159" y="1696764"/>
                  </a:lnTo>
                  <a:lnTo>
                    <a:pt x="4450454" y="1696764"/>
                  </a:lnTo>
                  <a:lnTo>
                    <a:pt x="4450454" y="1512037"/>
                  </a:lnTo>
                  <a:close/>
                  <a:moveTo>
                    <a:pt x="4113528" y="1512037"/>
                  </a:moveTo>
                  <a:lnTo>
                    <a:pt x="4113528" y="1696764"/>
                  </a:lnTo>
                  <a:lnTo>
                    <a:pt x="4170823" y="1696764"/>
                  </a:lnTo>
                  <a:lnTo>
                    <a:pt x="4170823" y="1512037"/>
                  </a:lnTo>
                  <a:close/>
                  <a:moveTo>
                    <a:pt x="3941643" y="1512037"/>
                  </a:moveTo>
                  <a:lnTo>
                    <a:pt x="3941643" y="1696764"/>
                  </a:lnTo>
                  <a:lnTo>
                    <a:pt x="3998938" y="1696764"/>
                  </a:lnTo>
                  <a:lnTo>
                    <a:pt x="3998938" y="1512037"/>
                  </a:lnTo>
                  <a:close/>
                  <a:moveTo>
                    <a:pt x="3669210" y="1512037"/>
                  </a:moveTo>
                  <a:lnTo>
                    <a:pt x="3669210" y="1696764"/>
                  </a:lnTo>
                  <a:lnTo>
                    <a:pt x="3726505" y="1696764"/>
                  </a:lnTo>
                  <a:lnTo>
                    <a:pt x="3726505" y="1512037"/>
                  </a:lnTo>
                  <a:close/>
                  <a:moveTo>
                    <a:pt x="3497324" y="1512037"/>
                  </a:moveTo>
                  <a:lnTo>
                    <a:pt x="3497324" y="1696764"/>
                  </a:lnTo>
                  <a:lnTo>
                    <a:pt x="3554619" y="1696764"/>
                  </a:lnTo>
                  <a:lnTo>
                    <a:pt x="3554619" y="1512037"/>
                  </a:lnTo>
                  <a:close/>
                  <a:moveTo>
                    <a:pt x="3225737" y="1512037"/>
                  </a:moveTo>
                  <a:lnTo>
                    <a:pt x="3225737" y="1696764"/>
                  </a:lnTo>
                  <a:lnTo>
                    <a:pt x="3283032" y="1696764"/>
                  </a:lnTo>
                  <a:lnTo>
                    <a:pt x="3283032" y="1512037"/>
                  </a:lnTo>
                  <a:close/>
                  <a:moveTo>
                    <a:pt x="3053852" y="1512037"/>
                  </a:moveTo>
                  <a:lnTo>
                    <a:pt x="3053852" y="1696764"/>
                  </a:lnTo>
                  <a:lnTo>
                    <a:pt x="3111147" y="1696764"/>
                  </a:lnTo>
                  <a:lnTo>
                    <a:pt x="3111147" y="1512037"/>
                  </a:lnTo>
                  <a:close/>
                  <a:moveTo>
                    <a:pt x="2773375" y="1512037"/>
                  </a:moveTo>
                  <a:lnTo>
                    <a:pt x="2773375" y="1696764"/>
                  </a:lnTo>
                  <a:lnTo>
                    <a:pt x="2830670" y="1696764"/>
                  </a:lnTo>
                  <a:lnTo>
                    <a:pt x="2830670" y="1512037"/>
                  </a:lnTo>
                  <a:close/>
                  <a:moveTo>
                    <a:pt x="4359290" y="1479368"/>
                  </a:moveTo>
                  <a:lnTo>
                    <a:pt x="4484323" y="1479368"/>
                  </a:lnTo>
                  <a:lnTo>
                    <a:pt x="4484323" y="1729363"/>
                  </a:lnTo>
                  <a:lnTo>
                    <a:pt x="4359290" y="1729363"/>
                  </a:lnTo>
                  <a:close/>
                  <a:moveTo>
                    <a:pt x="4079659" y="1479368"/>
                  </a:moveTo>
                  <a:lnTo>
                    <a:pt x="4204692" y="1479368"/>
                  </a:lnTo>
                  <a:lnTo>
                    <a:pt x="4204692" y="1729363"/>
                  </a:lnTo>
                  <a:lnTo>
                    <a:pt x="4079659" y="1729363"/>
                  </a:lnTo>
                  <a:close/>
                  <a:moveTo>
                    <a:pt x="3907774" y="1479368"/>
                  </a:moveTo>
                  <a:lnTo>
                    <a:pt x="4032807" y="1479368"/>
                  </a:lnTo>
                  <a:lnTo>
                    <a:pt x="4032807" y="1729363"/>
                  </a:lnTo>
                  <a:lnTo>
                    <a:pt x="3907774" y="1729363"/>
                  </a:lnTo>
                  <a:close/>
                  <a:moveTo>
                    <a:pt x="3635411" y="1479368"/>
                  </a:moveTo>
                  <a:lnTo>
                    <a:pt x="3760444" y="1479368"/>
                  </a:lnTo>
                  <a:lnTo>
                    <a:pt x="3760444" y="1729363"/>
                  </a:lnTo>
                  <a:lnTo>
                    <a:pt x="3635411" y="1729363"/>
                  </a:lnTo>
                  <a:close/>
                  <a:moveTo>
                    <a:pt x="3463526" y="1479368"/>
                  </a:moveTo>
                  <a:lnTo>
                    <a:pt x="3588559" y="1479368"/>
                  </a:lnTo>
                  <a:lnTo>
                    <a:pt x="3588559" y="1729363"/>
                  </a:lnTo>
                  <a:lnTo>
                    <a:pt x="3463526" y="1729363"/>
                  </a:lnTo>
                  <a:close/>
                  <a:moveTo>
                    <a:pt x="3191939" y="1479368"/>
                  </a:moveTo>
                  <a:lnTo>
                    <a:pt x="3316972" y="1479368"/>
                  </a:lnTo>
                  <a:lnTo>
                    <a:pt x="3316972" y="1729363"/>
                  </a:lnTo>
                  <a:lnTo>
                    <a:pt x="3191939" y="1729363"/>
                  </a:lnTo>
                  <a:close/>
                  <a:moveTo>
                    <a:pt x="3020054" y="1479368"/>
                  </a:moveTo>
                  <a:lnTo>
                    <a:pt x="3145087" y="1479368"/>
                  </a:lnTo>
                  <a:lnTo>
                    <a:pt x="3145087" y="1729363"/>
                  </a:lnTo>
                  <a:lnTo>
                    <a:pt x="3020054" y="1729363"/>
                  </a:lnTo>
                  <a:close/>
                  <a:moveTo>
                    <a:pt x="2739577" y="1479368"/>
                  </a:moveTo>
                  <a:lnTo>
                    <a:pt x="2864610" y="1479368"/>
                  </a:lnTo>
                  <a:lnTo>
                    <a:pt x="2864610" y="1729363"/>
                  </a:lnTo>
                  <a:lnTo>
                    <a:pt x="2739577" y="1729363"/>
                  </a:lnTo>
                  <a:close/>
                  <a:moveTo>
                    <a:pt x="5142934" y="1364567"/>
                  </a:moveTo>
                  <a:lnTo>
                    <a:pt x="5142934" y="2341545"/>
                  </a:lnTo>
                  <a:lnTo>
                    <a:pt x="5283349" y="2341545"/>
                  </a:lnTo>
                  <a:lnTo>
                    <a:pt x="5283349" y="2281498"/>
                  </a:lnTo>
                  <a:lnTo>
                    <a:pt x="5418755" y="2281498"/>
                  </a:lnTo>
                  <a:lnTo>
                    <a:pt x="5418755" y="2341545"/>
                  </a:lnTo>
                  <a:lnTo>
                    <a:pt x="5658307" y="2341545"/>
                  </a:lnTo>
                  <a:lnTo>
                    <a:pt x="5658307" y="2281498"/>
                  </a:lnTo>
                  <a:lnTo>
                    <a:pt x="5793712" y="2281498"/>
                  </a:lnTo>
                  <a:lnTo>
                    <a:pt x="5793712" y="2489863"/>
                  </a:lnTo>
                  <a:lnTo>
                    <a:pt x="5780235" y="2489863"/>
                  </a:lnTo>
                  <a:lnTo>
                    <a:pt x="5801051" y="2637899"/>
                  </a:lnTo>
                  <a:lnTo>
                    <a:pt x="7069797" y="2637899"/>
                  </a:lnTo>
                  <a:lnTo>
                    <a:pt x="7069797" y="1364567"/>
                  </a:lnTo>
                  <a:close/>
                  <a:moveTo>
                    <a:pt x="156291" y="1364567"/>
                  </a:moveTo>
                  <a:lnTo>
                    <a:pt x="156291" y="2637899"/>
                  </a:lnTo>
                  <a:lnTo>
                    <a:pt x="1425390" y="2637899"/>
                  </a:lnTo>
                  <a:lnTo>
                    <a:pt x="1467375" y="2341545"/>
                  </a:lnTo>
                  <a:lnTo>
                    <a:pt x="1544143" y="2341545"/>
                  </a:lnTo>
                  <a:lnTo>
                    <a:pt x="1544143" y="2304219"/>
                  </a:lnTo>
                  <a:lnTo>
                    <a:pt x="1456154" y="2304219"/>
                  </a:lnTo>
                  <a:lnTo>
                    <a:pt x="1456154" y="2419091"/>
                  </a:lnTo>
                  <a:lnTo>
                    <a:pt x="1446205" y="2489863"/>
                  </a:lnTo>
                  <a:lnTo>
                    <a:pt x="1432376" y="2489863"/>
                  </a:lnTo>
                  <a:lnTo>
                    <a:pt x="1432376" y="2281498"/>
                  </a:lnTo>
                  <a:lnTo>
                    <a:pt x="1567781" y="2281498"/>
                  </a:lnTo>
                  <a:lnTo>
                    <a:pt x="1567781" y="2341545"/>
                  </a:lnTo>
                  <a:lnTo>
                    <a:pt x="1807334" y="2341545"/>
                  </a:lnTo>
                  <a:lnTo>
                    <a:pt x="1807334" y="2281498"/>
                  </a:lnTo>
                  <a:lnTo>
                    <a:pt x="1942739" y="2281498"/>
                  </a:lnTo>
                  <a:lnTo>
                    <a:pt x="1942739" y="2341545"/>
                  </a:lnTo>
                  <a:lnTo>
                    <a:pt x="2083154" y="2341545"/>
                  </a:lnTo>
                  <a:lnTo>
                    <a:pt x="2083154" y="1364567"/>
                  </a:lnTo>
                  <a:close/>
                  <a:moveTo>
                    <a:pt x="5142934" y="1307201"/>
                  </a:moveTo>
                  <a:lnTo>
                    <a:pt x="5142934" y="1348902"/>
                  </a:lnTo>
                  <a:lnTo>
                    <a:pt x="7069797" y="1348902"/>
                  </a:lnTo>
                  <a:lnTo>
                    <a:pt x="7069797" y="1307201"/>
                  </a:lnTo>
                  <a:close/>
                  <a:moveTo>
                    <a:pt x="156291" y="1307201"/>
                  </a:moveTo>
                  <a:lnTo>
                    <a:pt x="156291" y="1348902"/>
                  </a:lnTo>
                  <a:lnTo>
                    <a:pt x="2083154" y="1348902"/>
                  </a:lnTo>
                  <a:lnTo>
                    <a:pt x="2083154" y="1307201"/>
                  </a:lnTo>
                  <a:close/>
                  <a:moveTo>
                    <a:pt x="4791190" y="1185837"/>
                  </a:moveTo>
                  <a:lnTo>
                    <a:pt x="4791190" y="1525373"/>
                  </a:lnTo>
                  <a:lnTo>
                    <a:pt x="4900064" y="1525373"/>
                  </a:lnTo>
                  <a:lnTo>
                    <a:pt x="4900064" y="1185837"/>
                  </a:lnTo>
                  <a:close/>
                  <a:moveTo>
                    <a:pt x="2325951" y="1185837"/>
                  </a:moveTo>
                  <a:lnTo>
                    <a:pt x="2325951" y="1525373"/>
                  </a:lnTo>
                  <a:lnTo>
                    <a:pt x="2434826" y="1525373"/>
                  </a:lnTo>
                  <a:lnTo>
                    <a:pt x="2434826" y="1185837"/>
                  </a:lnTo>
                  <a:close/>
                  <a:moveTo>
                    <a:pt x="4393159" y="1183579"/>
                  </a:moveTo>
                  <a:lnTo>
                    <a:pt x="4393159" y="1368306"/>
                  </a:lnTo>
                  <a:lnTo>
                    <a:pt x="4450454" y="1368306"/>
                  </a:lnTo>
                  <a:lnTo>
                    <a:pt x="4450454" y="1183579"/>
                  </a:lnTo>
                  <a:close/>
                  <a:moveTo>
                    <a:pt x="4113528" y="1183579"/>
                  </a:moveTo>
                  <a:lnTo>
                    <a:pt x="4113528" y="1368306"/>
                  </a:lnTo>
                  <a:lnTo>
                    <a:pt x="4170823" y="1368306"/>
                  </a:lnTo>
                  <a:lnTo>
                    <a:pt x="4170823" y="1183579"/>
                  </a:lnTo>
                  <a:close/>
                  <a:moveTo>
                    <a:pt x="3941643" y="1183579"/>
                  </a:moveTo>
                  <a:lnTo>
                    <a:pt x="3941643" y="1368306"/>
                  </a:lnTo>
                  <a:lnTo>
                    <a:pt x="3998938" y="1368306"/>
                  </a:lnTo>
                  <a:lnTo>
                    <a:pt x="3998938" y="1183579"/>
                  </a:lnTo>
                  <a:close/>
                  <a:moveTo>
                    <a:pt x="3669210" y="1183579"/>
                  </a:moveTo>
                  <a:lnTo>
                    <a:pt x="3669210" y="1368306"/>
                  </a:lnTo>
                  <a:lnTo>
                    <a:pt x="3726505" y="1368306"/>
                  </a:lnTo>
                  <a:lnTo>
                    <a:pt x="3726505" y="1183579"/>
                  </a:lnTo>
                  <a:close/>
                  <a:moveTo>
                    <a:pt x="3497324" y="1183579"/>
                  </a:moveTo>
                  <a:lnTo>
                    <a:pt x="3497324" y="1368306"/>
                  </a:lnTo>
                  <a:lnTo>
                    <a:pt x="3554619" y="1368306"/>
                  </a:lnTo>
                  <a:lnTo>
                    <a:pt x="3554619" y="1183579"/>
                  </a:lnTo>
                  <a:close/>
                  <a:moveTo>
                    <a:pt x="3225737" y="1183579"/>
                  </a:moveTo>
                  <a:lnTo>
                    <a:pt x="3225737" y="1368306"/>
                  </a:lnTo>
                  <a:lnTo>
                    <a:pt x="3283032" y="1368306"/>
                  </a:lnTo>
                  <a:lnTo>
                    <a:pt x="3283032" y="1183579"/>
                  </a:lnTo>
                  <a:close/>
                  <a:moveTo>
                    <a:pt x="3053852" y="1183579"/>
                  </a:moveTo>
                  <a:lnTo>
                    <a:pt x="3053852" y="1368306"/>
                  </a:lnTo>
                  <a:lnTo>
                    <a:pt x="3111147" y="1368306"/>
                  </a:lnTo>
                  <a:lnTo>
                    <a:pt x="3111147" y="1183579"/>
                  </a:lnTo>
                  <a:close/>
                  <a:moveTo>
                    <a:pt x="2773375" y="1183579"/>
                  </a:moveTo>
                  <a:lnTo>
                    <a:pt x="2773375" y="1368306"/>
                  </a:lnTo>
                  <a:lnTo>
                    <a:pt x="2830670" y="1368306"/>
                  </a:lnTo>
                  <a:lnTo>
                    <a:pt x="2830670" y="1183579"/>
                  </a:lnTo>
                  <a:close/>
                  <a:moveTo>
                    <a:pt x="4757109" y="1152532"/>
                  </a:moveTo>
                  <a:lnTo>
                    <a:pt x="4934215" y="1152532"/>
                  </a:lnTo>
                  <a:lnTo>
                    <a:pt x="4934215" y="1558748"/>
                  </a:lnTo>
                  <a:lnTo>
                    <a:pt x="4757109" y="1558748"/>
                  </a:lnTo>
                  <a:close/>
                  <a:moveTo>
                    <a:pt x="2291800" y="1152532"/>
                  </a:moveTo>
                  <a:lnTo>
                    <a:pt x="2468907" y="1152532"/>
                  </a:lnTo>
                  <a:lnTo>
                    <a:pt x="2468907" y="1558748"/>
                  </a:lnTo>
                  <a:lnTo>
                    <a:pt x="2291800" y="1558748"/>
                  </a:lnTo>
                  <a:close/>
                  <a:moveTo>
                    <a:pt x="4359290" y="1150910"/>
                  </a:moveTo>
                  <a:lnTo>
                    <a:pt x="4484323" y="1150910"/>
                  </a:lnTo>
                  <a:lnTo>
                    <a:pt x="4484323" y="1400905"/>
                  </a:lnTo>
                  <a:lnTo>
                    <a:pt x="4359290" y="1400905"/>
                  </a:lnTo>
                  <a:close/>
                  <a:moveTo>
                    <a:pt x="4079659" y="1150910"/>
                  </a:moveTo>
                  <a:lnTo>
                    <a:pt x="4204692" y="1150910"/>
                  </a:lnTo>
                  <a:lnTo>
                    <a:pt x="4204692" y="1400905"/>
                  </a:lnTo>
                  <a:lnTo>
                    <a:pt x="4079659" y="1400905"/>
                  </a:lnTo>
                  <a:close/>
                  <a:moveTo>
                    <a:pt x="3907774" y="1150910"/>
                  </a:moveTo>
                  <a:lnTo>
                    <a:pt x="4032807" y="1150910"/>
                  </a:lnTo>
                  <a:lnTo>
                    <a:pt x="4032807" y="1400905"/>
                  </a:lnTo>
                  <a:lnTo>
                    <a:pt x="3907774" y="1400905"/>
                  </a:lnTo>
                  <a:close/>
                  <a:moveTo>
                    <a:pt x="3635411" y="1150910"/>
                  </a:moveTo>
                  <a:lnTo>
                    <a:pt x="3760444" y="1150910"/>
                  </a:lnTo>
                  <a:lnTo>
                    <a:pt x="3760444" y="1400905"/>
                  </a:lnTo>
                  <a:lnTo>
                    <a:pt x="3635411" y="1400905"/>
                  </a:lnTo>
                  <a:close/>
                  <a:moveTo>
                    <a:pt x="3463526" y="1150910"/>
                  </a:moveTo>
                  <a:lnTo>
                    <a:pt x="3588559" y="1150910"/>
                  </a:lnTo>
                  <a:lnTo>
                    <a:pt x="3588559" y="1400905"/>
                  </a:lnTo>
                  <a:lnTo>
                    <a:pt x="3463526" y="1400905"/>
                  </a:lnTo>
                  <a:close/>
                  <a:moveTo>
                    <a:pt x="3191939" y="1150910"/>
                  </a:moveTo>
                  <a:lnTo>
                    <a:pt x="3316972" y="1150910"/>
                  </a:lnTo>
                  <a:lnTo>
                    <a:pt x="3316972" y="1400905"/>
                  </a:lnTo>
                  <a:lnTo>
                    <a:pt x="3191939" y="1400905"/>
                  </a:lnTo>
                  <a:close/>
                  <a:moveTo>
                    <a:pt x="3020054" y="1150910"/>
                  </a:moveTo>
                  <a:lnTo>
                    <a:pt x="3145087" y="1150910"/>
                  </a:lnTo>
                  <a:lnTo>
                    <a:pt x="3145087" y="1400905"/>
                  </a:lnTo>
                  <a:lnTo>
                    <a:pt x="3020054" y="1400905"/>
                  </a:lnTo>
                  <a:close/>
                  <a:moveTo>
                    <a:pt x="2739577" y="1150910"/>
                  </a:moveTo>
                  <a:lnTo>
                    <a:pt x="2864610" y="1150910"/>
                  </a:lnTo>
                  <a:lnTo>
                    <a:pt x="2864610" y="1400905"/>
                  </a:lnTo>
                  <a:lnTo>
                    <a:pt x="2739577" y="1400905"/>
                  </a:lnTo>
                  <a:close/>
                  <a:moveTo>
                    <a:pt x="4585507" y="1083242"/>
                  </a:moveTo>
                  <a:lnTo>
                    <a:pt x="4585507" y="2341545"/>
                  </a:lnTo>
                  <a:lnTo>
                    <a:pt x="5107654" y="2341545"/>
                  </a:lnTo>
                  <a:lnTo>
                    <a:pt x="5107654" y="1083242"/>
                  </a:lnTo>
                  <a:close/>
                  <a:moveTo>
                    <a:pt x="2676637" y="1083242"/>
                  </a:moveTo>
                  <a:lnTo>
                    <a:pt x="2676637" y="2341475"/>
                  </a:lnTo>
                  <a:lnTo>
                    <a:pt x="2686234" y="2341475"/>
                  </a:lnTo>
                  <a:lnTo>
                    <a:pt x="2686234" y="1942597"/>
                  </a:lnTo>
                  <a:lnTo>
                    <a:pt x="2739577" y="1942597"/>
                  </a:lnTo>
                  <a:lnTo>
                    <a:pt x="2739577" y="1807756"/>
                  </a:lnTo>
                  <a:lnTo>
                    <a:pt x="2864610" y="1807756"/>
                  </a:lnTo>
                  <a:lnTo>
                    <a:pt x="2864610" y="1942597"/>
                  </a:lnTo>
                  <a:lnTo>
                    <a:pt x="3009188" y="1942597"/>
                  </a:lnTo>
                  <a:lnTo>
                    <a:pt x="3009188" y="1994671"/>
                  </a:lnTo>
                  <a:lnTo>
                    <a:pt x="3020055" y="1994671"/>
                  </a:lnTo>
                  <a:lnTo>
                    <a:pt x="3020055" y="1807756"/>
                  </a:lnTo>
                  <a:lnTo>
                    <a:pt x="3145088" y="1807756"/>
                  </a:lnTo>
                  <a:lnTo>
                    <a:pt x="3145088" y="1994671"/>
                  </a:lnTo>
                  <a:lnTo>
                    <a:pt x="3191940" y="1994671"/>
                  </a:lnTo>
                  <a:lnTo>
                    <a:pt x="3191940" y="1807756"/>
                  </a:lnTo>
                  <a:lnTo>
                    <a:pt x="3316973" y="1807756"/>
                  </a:lnTo>
                  <a:lnTo>
                    <a:pt x="3316973" y="1994671"/>
                  </a:lnTo>
                  <a:lnTo>
                    <a:pt x="3327839" y="1994671"/>
                  </a:lnTo>
                  <a:lnTo>
                    <a:pt x="3327839" y="1942597"/>
                  </a:lnTo>
                  <a:lnTo>
                    <a:pt x="3452801" y="1942597"/>
                  </a:lnTo>
                  <a:lnTo>
                    <a:pt x="3452801" y="1994671"/>
                  </a:lnTo>
                  <a:lnTo>
                    <a:pt x="3463456" y="1994671"/>
                  </a:lnTo>
                  <a:lnTo>
                    <a:pt x="3463456" y="1807756"/>
                  </a:lnTo>
                  <a:lnTo>
                    <a:pt x="3588489" y="1807756"/>
                  </a:lnTo>
                  <a:lnTo>
                    <a:pt x="3588489" y="1994671"/>
                  </a:lnTo>
                  <a:lnTo>
                    <a:pt x="3635341" y="1994671"/>
                  </a:lnTo>
                  <a:lnTo>
                    <a:pt x="3635341" y="1807756"/>
                  </a:lnTo>
                  <a:lnTo>
                    <a:pt x="3760374" y="1807756"/>
                  </a:lnTo>
                  <a:lnTo>
                    <a:pt x="3760374" y="1994671"/>
                  </a:lnTo>
                  <a:lnTo>
                    <a:pt x="3770817" y="1994671"/>
                  </a:lnTo>
                  <a:lnTo>
                    <a:pt x="3770817" y="1942597"/>
                  </a:lnTo>
                  <a:lnTo>
                    <a:pt x="3895779" y="1942597"/>
                  </a:lnTo>
                  <a:lnTo>
                    <a:pt x="3895779" y="1994671"/>
                  </a:lnTo>
                  <a:lnTo>
                    <a:pt x="3907775" y="1994671"/>
                  </a:lnTo>
                  <a:lnTo>
                    <a:pt x="3907775" y="1807756"/>
                  </a:lnTo>
                  <a:lnTo>
                    <a:pt x="4032807" y="1807756"/>
                  </a:lnTo>
                  <a:lnTo>
                    <a:pt x="4032807" y="1994671"/>
                  </a:lnTo>
                  <a:lnTo>
                    <a:pt x="4079660" y="1994671"/>
                  </a:lnTo>
                  <a:lnTo>
                    <a:pt x="4079660" y="1807756"/>
                  </a:lnTo>
                  <a:lnTo>
                    <a:pt x="4204693" y="1807756"/>
                  </a:lnTo>
                  <a:lnTo>
                    <a:pt x="4204693" y="1994671"/>
                  </a:lnTo>
                  <a:lnTo>
                    <a:pt x="4216688" y="1994671"/>
                  </a:lnTo>
                  <a:lnTo>
                    <a:pt x="4216688" y="1942597"/>
                  </a:lnTo>
                  <a:lnTo>
                    <a:pt x="4359291" y="1942597"/>
                  </a:lnTo>
                  <a:lnTo>
                    <a:pt x="4359291" y="1807756"/>
                  </a:lnTo>
                  <a:lnTo>
                    <a:pt x="4484324" y="1807756"/>
                  </a:lnTo>
                  <a:lnTo>
                    <a:pt x="4484324" y="1942668"/>
                  </a:lnTo>
                  <a:lnTo>
                    <a:pt x="4539572" y="1942668"/>
                  </a:lnTo>
                  <a:lnTo>
                    <a:pt x="4539572" y="2341545"/>
                  </a:lnTo>
                  <a:lnTo>
                    <a:pt x="4549380" y="2341545"/>
                  </a:lnTo>
                  <a:lnTo>
                    <a:pt x="4549380" y="1083242"/>
                  </a:lnTo>
                  <a:close/>
                  <a:moveTo>
                    <a:pt x="2118434" y="1083242"/>
                  </a:moveTo>
                  <a:lnTo>
                    <a:pt x="2118434" y="2341545"/>
                  </a:lnTo>
                  <a:lnTo>
                    <a:pt x="2640581" y="2341545"/>
                  </a:lnTo>
                  <a:lnTo>
                    <a:pt x="2640581" y="1083242"/>
                  </a:lnTo>
                  <a:lnTo>
                    <a:pt x="2624987" y="1083242"/>
                  </a:lnTo>
                  <a:close/>
                  <a:moveTo>
                    <a:pt x="4585507" y="987704"/>
                  </a:moveTo>
                  <a:lnTo>
                    <a:pt x="4585507" y="1067649"/>
                  </a:lnTo>
                  <a:lnTo>
                    <a:pt x="5107654" y="1067649"/>
                  </a:lnTo>
                  <a:lnTo>
                    <a:pt x="5107654" y="987704"/>
                  </a:lnTo>
                  <a:close/>
                  <a:moveTo>
                    <a:pt x="2118434" y="987704"/>
                  </a:moveTo>
                  <a:lnTo>
                    <a:pt x="2118434" y="1067649"/>
                  </a:lnTo>
                  <a:lnTo>
                    <a:pt x="2624987" y="1067649"/>
                  </a:lnTo>
                  <a:lnTo>
                    <a:pt x="2640581" y="1067649"/>
                  </a:lnTo>
                  <a:lnTo>
                    <a:pt x="2640581" y="987704"/>
                  </a:lnTo>
                  <a:close/>
                  <a:moveTo>
                    <a:pt x="2710506" y="969499"/>
                  </a:moveTo>
                  <a:lnTo>
                    <a:pt x="2710506" y="987704"/>
                  </a:lnTo>
                  <a:lnTo>
                    <a:pt x="2676637" y="987704"/>
                  </a:lnTo>
                  <a:lnTo>
                    <a:pt x="2676637" y="1067649"/>
                  </a:lnTo>
                  <a:lnTo>
                    <a:pt x="4549451" y="1067649"/>
                  </a:lnTo>
                  <a:lnTo>
                    <a:pt x="4549451" y="987704"/>
                  </a:lnTo>
                  <a:lnTo>
                    <a:pt x="4515582" y="987704"/>
                  </a:lnTo>
                  <a:lnTo>
                    <a:pt x="4515582" y="969499"/>
                  </a:lnTo>
                  <a:close/>
                  <a:moveTo>
                    <a:pt x="4390549" y="744764"/>
                  </a:moveTo>
                  <a:lnTo>
                    <a:pt x="4390549" y="953059"/>
                  </a:lnTo>
                  <a:lnTo>
                    <a:pt x="4453065" y="953059"/>
                  </a:lnTo>
                  <a:lnTo>
                    <a:pt x="4453065" y="744764"/>
                  </a:lnTo>
                  <a:close/>
                  <a:moveTo>
                    <a:pt x="4111906" y="744764"/>
                  </a:moveTo>
                  <a:lnTo>
                    <a:pt x="4111906" y="953059"/>
                  </a:lnTo>
                  <a:lnTo>
                    <a:pt x="4174422" y="953059"/>
                  </a:lnTo>
                  <a:lnTo>
                    <a:pt x="4174422" y="744764"/>
                  </a:lnTo>
                  <a:close/>
                  <a:moveTo>
                    <a:pt x="3940021" y="744764"/>
                  </a:moveTo>
                  <a:lnTo>
                    <a:pt x="3940021" y="953059"/>
                  </a:lnTo>
                  <a:lnTo>
                    <a:pt x="4002537" y="953059"/>
                  </a:lnTo>
                  <a:lnTo>
                    <a:pt x="4002537" y="744764"/>
                  </a:lnTo>
                  <a:close/>
                  <a:moveTo>
                    <a:pt x="3666599" y="744764"/>
                  </a:moveTo>
                  <a:lnTo>
                    <a:pt x="3666599" y="953059"/>
                  </a:lnTo>
                  <a:lnTo>
                    <a:pt x="3729116" y="953059"/>
                  </a:lnTo>
                  <a:lnTo>
                    <a:pt x="3729116" y="744764"/>
                  </a:lnTo>
                  <a:close/>
                  <a:moveTo>
                    <a:pt x="3494714" y="744764"/>
                  </a:moveTo>
                  <a:lnTo>
                    <a:pt x="3494714" y="953059"/>
                  </a:lnTo>
                  <a:lnTo>
                    <a:pt x="3557231" y="953059"/>
                  </a:lnTo>
                  <a:lnTo>
                    <a:pt x="3557231" y="744764"/>
                  </a:lnTo>
                  <a:close/>
                  <a:moveTo>
                    <a:pt x="3223903" y="744764"/>
                  </a:moveTo>
                  <a:lnTo>
                    <a:pt x="3223903" y="953059"/>
                  </a:lnTo>
                  <a:lnTo>
                    <a:pt x="3286420" y="953059"/>
                  </a:lnTo>
                  <a:lnTo>
                    <a:pt x="3286420" y="744764"/>
                  </a:lnTo>
                  <a:close/>
                  <a:moveTo>
                    <a:pt x="3052018" y="744764"/>
                  </a:moveTo>
                  <a:lnTo>
                    <a:pt x="3052018" y="953059"/>
                  </a:lnTo>
                  <a:lnTo>
                    <a:pt x="3114535" y="953059"/>
                  </a:lnTo>
                  <a:lnTo>
                    <a:pt x="3114535" y="744764"/>
                  </a:lnTo>
                  <a:close/>
                  <a:moveTo>
                    <a:pt x="2770765" y="744764"/>
                  </a:moveTo>
                  <a:lnTo>
                    <a:pt x="2770765" y="953059"/>
                  </a:lnTo>
                  <a:lnTo>
                    <a:pt x="2833281" y="953059"/>
                  </a:lnTo>
                  <a:lnTo>
                    <a:pt x="2833281" y="744764"/>
                  </a:lnTo>
                  <a:close/>
                  <a:moveTo>
                    <a:pt x="2548006" y="624953"/>
                  </a:moveTo>
                  <a:lnTo>
                    <a:pt x="2548006" y="935560"/>
                  </a:lnTo>
                  <a:lnTo>
                    <a:pt x="2710083" y="935560"/>
                  </a:lnTo>
                  <a:lnTo>
                    <a:pt x="2710083" y="953059"/>
                  </a:lnTo>
                  <a:lnTo>
                    <a:pt x="2739154" y="953059"/>
                  </a:lnTo>
                  <a:lnTo>
                    <a:pt x="2739154" y="744764"/>
                  </a:lnTo>
                  <a:cubicBezTo>
                    <a:pt x="2739154" y="710260"/>
                    <a:pt x="2767166" y="682318"/>
                    <a:pt x="2801670" y="682318"/>
                  </a:cubicBezTo>
                  <a:cubicBezTo>
                    <a:pt x="2836174" y="682318"/>
                    <a:pt x="2864187" y="710260"/>
                    <a:pt x="2864187" y="744764"/>
                  </a:cubicBezTo>
                  <a:lnTo>
                    <a:pt x="2864187" y="953059"/>
                  </a:lnTo>
                  <a:lnTo>
                    <a:pt x="3020407" y="953059"/>
                  </a:lnTo>
                  <a:lnTo>
                    <a:pt x="3020407" y="744764"/>
                  </a:lnTo>
                  <a:cubicBezTo>
                    <a:pt x="3020407" y="710260"/>
                    <a:pt x="3048420" y="682318"/>
                    <a:pt x="3082924" y="682318"/>
                  </a:cubicBezTo>
                  <a:cubicBezTo>
                    <a:pt x="3117428" y="682318"/>
                    <a:pt x="3145440" y="710260"/>
                    <a:pt x="3145440" y="744764"/>
                  </a:cubicBezTo>
                  <a:lnTo>
                    <a:pt x="3145440" y="953059"/>
                  </a:lnTo>
                  <a:lnTo>
                    <a:pt x="3192363" y="953059"/>
                  </a:lnTo>
                  <a:lnTo>
                    <a:pt x="3192363" y="744764"/>
                  </a:lnTo>
                  <a:cubicBezTo>
                    <a:pt x="3192363" y="710260"/>
                    <a:pt x="3220375" y="682318"/>
                    <a:pt x="3254880" y="682318"/>
                  </a:cubicBezTo>
                  <a:cubicBezTo>
                    <a:pt x="3289383" y="682318"/>
                    <a:pt x="3317396" y="710260"/>
                    <a:pt x="3317396" y="744764"/>
                  </a:cubicBezTo>
                  <a:lnTo>
                    <a:pt x="3317396" y="953059"/>
                  </a:lnTo>
                  <a:lnTo>
                    <a:pt x="3463244" y="953059"/>
                  </a:lnTo>
                  <a:lnTo>
                    <a:pt x="3463244" y="744764"/>
                  </a:lnTo>
                  <a:cubicBezTo>
                    <a:pt x="3463244" y="710260"/>
                    <a:pt x="3491257" y="682318"/>
                    <a:pt x="3525761" y="682318"/>
                  </a:cubicBezTo>
                  <a:cubicBezTo>
                    <a:pt x="3560265" y="682318"/>
                    <a:pt x="3588277" y="710260"/>
                    <a:pt x="3588277" y="744764"/>
                  </a:cubicBezTo>
                  <a:lnTo>
                    <a:pt x="3588277" y="953059"/>
                  </a:lnTo>
                  <a:lnTo>
                    <a:pt x="3635200" y="953059"/>
                  </a:lnTo>
                  <a:lnTo>
                    <a:pt x="3635200" y="744764"/>
                  </a:lnTo>
                  <a:cubicBezTo>
                    <a:pt x="3635200" y="710260"/>
                    <a:pt x="3663212" y="682318"/>
                    <a:pt x="3697716" y="682318"/>
                  </a:cubicBezTo>
                  <a:cubicBezTo>
                    <a:pt x="3732220" y="682318"/>
                    <a:pt x="3760233" y="710260"/>
                    <a:pt x="3760233" y="744764"/>
                  </a:cubicBezTo>
                  <a:lnTo>
                    <a:pt x="3760233" y="953059"/>
                  </a:lnTo>
                  <a:lnTo>
                    <a:pt x="3908621" y="953059"/>
                  </a:lnTo>
                  <a:lnTo>
                    <a:pt x="3908621" y="744764"/>
                  </a:lnTo>
                  <a:cubicBezTo>
                    <a:pt x="3908621" y="710260"/>
                    <a:pt x="3936634" y="682318"/>
                    <a:pt x="3971138" y="682318"/>
                  </a:cubicBezTo>
                  <a:cubicBezTo>
                    <a:pt x="4005642" y="682318"/>
                    <a:pt x="4033654" y="710260"/>
                    <a:pt x="4033654" y="744764"/>
                  </a:cubicBezTo>
                  <a:lnTo>
                    <a:pt x="4033654" y="953059"/>
                  </a:lnTo>
                  <a:lnTo>
                    <a:pt x="4080577" y="953059"/>
                  </a:lnTo>
                  <a:lnTo>
                    <a:pt x="4080577" y="744764"/>
                  </a:lnTo>
                  <a:cubicBezTo>
                    <a:pt x="4080577" y="710260"/>
                    <a:pt x="4108590" y="682318"/>
                    <a:pt x="4143093" y="682318"/>
                  </a:cubicBezTo>
                  <a:cubicBezTo>
                    <a:pt x="4177597" y="682318"/>
                    <a:pt x="4205610" y="710260"/>
                    <a:pt x="4205610" y="744764"/>
                  </a:cubicBezTo>
                  <a:lnTo>
                    <a:pt x="4205610" y="953059"/>
                  </a:lnTo>
                  <a:lnTo>
                    <a:pt x="4359220" y="953059"/>
                  </a:lnTo>
                  <a:lnTo>
                    <a:pt x="4359220" y="744764"/>
                  </a:lnTo>
                  <a:cubicBezTo>
                    <a:pt x="4359220" y="710260"/>
                    <a:pt x="4387233" y="682318"/>
                    <a:pt x="4421736" y="682318"/>
                  </a:cubicBezTo>
                  <a:cubicBezTo>
                    <a:pt x="4456240" y="682318"/>
                    <a:pt x="4484253" y="710260"/>
                    <a:pt x="4484253" y="744764"/>
                  </a:cubicBezTo>
                  <a:lnTo>
                    <a:pt x="4484253" y="953059"/>
                  </a:lnTo>
                  <a:lnTo>
                    <a:pt x="4515511" y="953059"/>
                  </a:lnTo>
                  <a:lnTo>
                    <a:pt x="4515511" y="935560"/>
                  </a:lnTo>
                  <a:lnTo>
                    <a:pt x="4676389" y="935560"/>
                  </a:lnTo>
                  <a:lnTo>
                    <a:pt x="4676389" y="624953"/>
                  </a:lnTo>
                  <a:lnTo>
                    <a:pt x="2548359" y="624953"/>
                  </a:lnTo>
                  <a:close/>
                  <a:moveTo>
                    <a:pt x="2548359" y="546843"/>
                  </a:moveTo>
                  <a:lnTo>
                    <a:pt x="2548359" y="609359"/>
                  </a:lnTo>
                  <a:lnTo>
                    <a:pt x="4676389" y="609359"/>
                  </a:lnTo>
                  <a:lnTo>
                    <a:pt x="4676389" y="546843"/>
                  </a:lnTo>
                  <a:close/>
                  <a:moveTo>
                    <a:pt x="2395807" y="494769"/>
                  </a:moveTo>
                  <a:lnTo>
                    <a:pt x="2515618" y="494769"/>
                  </a:lnTo>
                  <a:lnTo>
                    <a:pt x="4708282" y="494769"/>
                  </a:lnTo>
                  <a:lnTo>
                    <a:pt x="4828094" y="494769"/>
                  </a:lnTo>
                  <a:lnTo>
                    <a:pt x="4828094" y="546843"/>
                  </a:lnTo>
                  <a:lnTo>
                    <a:pt x="4708282" y="546843"/>
                  </a:lnTo>
                  <a:lnTo>
                    <a:pt x="4708282" y="935630"/>
                  </a:lnTo>
                  <a:lnTo>
                    <a:pt x="5203052" y="935630"/>
                  </a:lnTo>
                  <a:lnTo>
                    <a:pt x="5203052" y="987704"/>
                  </a:lnTo>
                  <a:lnTo>
                    <a:pt x="5142934" y="987704"/>
                  </a:lnTo>
                  <a:lnTo>
                    <a:pt x="5142934" y="1276013"/>
                  </a:lnTo>
                  <a:lnTo>
                    <a:pt x="7101055" y="1276013"/>
                  </a:lnTo>
                  <a:lnTo>
                    <a:pt x="7101055" y="1276084"/>
                  </a:lnTo>
                  <a:lnTo>
                    <a:pt x="7225946" y="1276084"/>
                  </a:lnTo>
                  <a:lnTo>
                    <a:pt x="7225946" y="1307272"/>
                  </a:lnTo>
                  <a:lnTo>
                    <a:pt x="7100984" y="1307272"/>
                  </a:lnTo>
                  <a:lnTo>
                    <a:pt x="7100984" y="1348973"/>
                  </a:lnTo>
                  <a:lnTo>
                    <a:pt x="7100984" y="1364567"/>
                  </a:lnTo>
                  <a:lnTo>
                    <a:pt x="7100984" y="2671697"/>
                  </a:lnTo>
                  <a:lnTo>
                    <a:pt x="5805778" y="2671697"/>
                  </a:lnTo>
                  <a:lnTo>
                    <a:pt x="5842046" y="2930019"/>
                  </a:lnTo>
                  <a:lnTo>
                    <a:pt x="1383830" y="2930019"/>
                  </a:lnTo>
                  <a:lnTo>
                    <a:pt x="1420380" y="2671697"/>
                  </a:lnTo>
                  <a:lnTo>
                    <a:pt x="124962" y="2671697"/>
                  </a:lnTo>
                  <a:lnTo>
                    <a:pt x="124962" y="1364425"/>
                  </a:lnTo>
                  <a:lnTo>
                    <a:pt x="124962" y="1348832"/>
                  </a:lnTo>
                  <a:lnTo>
                    <a:pt x="124962" y="1307130"/>
                  </a:lnTo>
                  <a:lnTo>
                    <a:pt x="0" y="1307130"/>
                  </a:lnTo>
                  <a:lnTo>
                    <a:pt x="0" y="1275943"/>
                  </a:lnTo>
                  <a:lnTo>
                    <a:pt x="124962" y="1275943"/>
                  </a:lnTo>
                  <a:lnTo>
                    <a:pt x="2083154" y="1275943"/>
                  </a:lnTo>
                  <a:lnTo>
                    <a:pt x="2083154" y="987633"/>
                  </a:lnTo>
                  <a:lnTo>
                    <a:pt x="2023036" y="987633"/>
                  </a:lnTo>
                  <a:lnTo>
                    <a:pt x="2023036" y="935560"/>
                  </a:lnTo>
                  <a:lnTo>
                    <a:pt x="2515618" y="935560"/>
                  </a:lnTo>
                  <a:lnTo>
                    <a:pt x="2515618" y="546843"/>
                  </a:lnTo>
                  <a:lnTo>
                    <a:pt x="2395807" y="546843"/>
                  </a:lnTo>
                  <a:close/>
                  <a:moveTo>
                    <a:pt x="3598930" y="0"/>
                  </a:moveTo>
                  <a:lnTo>
                    <a:pt x="3775967" y="0"/>
                  </a:lnTo>
                  <a:lnTo>
                    <a:pt x="3718742" y="78110"/>
                  </a:lnTo>
                  <a:lnTo>
                    <a:pt x="3775967" y="156221"/>
                  </a:lnTo>
                  <a:lnTo>
                    <a:pt x="3630189" y="156221"/>
                  </a:lnTo>
                  <a:lnTo>
                    <a:pt x="3630189" y="411437"/>
                  </a:lnTo>
                  <a:lnTo>
                    <a:pt x="4067663" y="411437"/>
                  </a:lnTo>
                  <a:lnTo>
                    <a:pt x="4067663" y="145848"/>
                  </a:lnTo>
                  <a:lnTo>
                    <a:pt x="4098921" y="145848"/>
                  </a:lnTo>
                  <a:lnTo>
                    <a:pt x="4098921" y="146169"/>
                  </a:lnTo>
                  <a:lnTo>
                    <a:pt x="4212116" y="146169"/>
                  </a:lnTo>
                  <a:lnTo>
                    <a:pt x="4161843" y="216327"/>
                  </a:lnTo>
                  <a:lnTo>
                    <a:pt x="4212117" y="286487"/>
                  </a:lnTo>
                  <a:lnTo>
                    <a:pt x="4098921" y="286487"/>
                  </a:lnTo>
                  <a:lnTo>
                    <a:pt x="4098921" y="411437"/>
                  </a:lnTo>
                  <a:lnTo>
                    <a:pt x="4541617" y="411437"/>
                  </a:lnTo>
                  <a:lnTo>
                    <a:pt x="4541617" y="145848"/>
                  </a:lnTo>
                  <a:lnTo>
                    <a:pt x="4543110" y="145848"/>
                  </a:lnTo>
                  <a:lnTo>
                    <a:pt x="4543110" y="145838"/>
                  </a:lnTo>
                  <a:lnTo>
                    <a:pt x="4685247" y="145838"/>
                  </a:lnTo>
                  <a:lnTo>
                    <a:pt x="4634974" y="215996"/>
                  </a:lnTo>
                  <a:lnTo>
                    <a:pt x="4685248" y="286156"/>
                  </a:lnTo>
                  <a:lnTo>
                    <a:pt x="4572875" y="286156"/>
                  </a:lnTo>
                  <a:lnTo>
                    <a:pt x="4572875" y="411437"/>
                  </a:lnTo>
                  <a:lnTo>
                    <a:pt x="4708281" y="411437"/>
                  </a:lnTo>
                  <a:lnTo>
                    <a:pt x="4708281" y="453068"/>
                  </a:lnTo>
                  <a:lnTo>
                    <a:pt x="2515617" y="453068"/>
                  </a:lnTo>
                  <a:lnTo>
                    <a:pt x="2515617" y="411437"/>
                  </a:lnTo>
                  <a:lnTo>
                    <a:pt x="2656244" y="411437"/>
                  </a:lnTo>
                  <a:lnTo>
                    <a:pt x="2656244" y="145848"/>
                  </a:lnTo>
                  <a:lnTo>
                    <a:pt x="2687502" y="145848"/>
                  </a:lnTo>
                  <a:lnTo>
                    <a:pt x="2687502" y="146169"/>
                  </a:lnTo>
                  <a:lnTo>
                    <a:pt x="2800186" y="146169"/>
                  </a:lnTo>
                  <a:lnTo>
                    <a:pt x="2749913" y="216327"/>
                  </a:lnTo>
                  <a:lnTo>
                    <a:pt x="2800187" y="286487"/>
                  </a:lnTo>
                  <a:lnTo>
                    <a:pt x="2687502" y="286487"/>
                  </a:lnTo>
                  <a:lnTo>
                    <a:pt x="2687502" y="411437"/>
                  </a:lnTo>
                  <a:lnTo>
                    <a:pt x="3130198" y="411437"/>
                  </a:lnTo>
                  <a:lnTo>
                    <a:pt x="3130198" y="145848"/>
                  </a:lnTo>
                  <a:lnTo>
                    <a:pt x="3161456" y="145848"/>
                  </a:lnTo>
                  <a:lnTo>
                    <a:pt x="3161456" y="146169"/>
                  </a:lnTo>
                  <a:lnTo>
                    <a:pt x="3274337" y="146169"/>
                  </a:lnTo>
                  <a:lnTo>
                    <a:pt x="3224064" y="216327"/>
                  </a:lnTo>
                  <a:lnTo>
                    <a:pt x="3274338" y="286487"/>
                  </a:lnTo>
                  <a:lnTo>
                    <a:pt x="3161456" y="286487"/>
                  </a:lnTo>
                  <a:lnTo>
                    <a:pt x="3161456" y="411437"/>
                  </a:lnTo>
                  <a:lnTo>
                    <a:pt x="3598930" y="411437"/>
                  </a:lnTo>
                  <a:lnTo>
                    <a:pt x="3598930" y="156221"/>
                  </a:lnTo>
                  <a:close/>
                </a:path>
              </a:pathLst>
            </a:custGeom>
            <a:solidFill>
              <a:schemeClr val="accent5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任意多边形: 形状 28"/>
          <p:cNvSpPr/>
          <p:nvPr/>
        </p:nvSpPr>
        <p:spPr>
          <a:xfrm>
            <a:off x="0" y="-1"/>
            <a:ext cx="12192000" cy="5089582"/>
          </a:xfrm>
          <a:custGeom>
            <a:avLst/>
            <a:gdLst>
              <a:gd name="connsiteX0" fmla="*/ 0 w 12192000"/>
              <a:gd name="connsiteY0" fmla="*/ 0 h 5089582"/>
              <a:gd name="connsiteX1" fmla="*/ 12192000 w 12192000"/>
              <a:gd name="connsiteY1" fmla="*/ 0 h 5089582"/>
              <a:gd name="connsiteX2" fmla="*/ 12192000 w 12192000"/>
              <a:gd name="connsiteY2" fmla="*/ 4123423 h 5089582"/>
              <a:gd name="connsiteX3" fmla="*/ 6096000 w 12192000"/>
              <a:gd name="connsiteY3" fmla="*/ 5089582 h 5089582"/>
              <a:gd name="connsiteX4" fmla="*/ 0 w 12192000"/>
              <a:gd name="connsiteY4" fmla="*/ 4123423 h 5089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5089582">
                <a:moveTo>
                  <a:pt x="0" y="0"/>
                </a:moveTo>
                <a:lnTo>
                  <a:pt x="12192000" y="0"/>
                </a:lnTo>
                <a:lnTo>
                  <a:pt x="12192000" y="4123423"/>
                </a:lnTo>
                <a:lnTo>
                  <a:pt x="6096000" y="5089582"/>
                </a:lnTo>
                <a:lnTo>
                  <a:pt x="0" y="41234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54" name="组合 53"/>
          <p:cNvGrpSpPr/>
          <p:nvPr/>
        </p:nvGrpSpPr>
        <p:grpSpPr>
          <a:xfrm>
            <a:off x="2083436" y="1792315"/>
            <a:ext cx="8025129" cy="98886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55" name="组合 5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6" name="任意多边形: 形状 7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3" name="任意多边形: 形状 7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4" name="任意多边形: 形状 7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5" name="任意多边形: 形状 7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57" name="任意多边形: 形状 5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8" name="任意多边形: 形状 5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59" name="组合 5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0" name="任意多边形: 形状 6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1" name="任意多边形: 形状 7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2" name="任意多边形: 形状 7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0" name="组合 5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8" name="任意多边形: 形状 6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9" name="任意多边形: 形状 6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1" name="组合 6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6" name="任意多边形: 形状 6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3" name="任意多边形: 形状 6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4" name="任意多边形: 形状 6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5" name="任意多边形: 形状 6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目录样式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67"/>
            <a:ext cx="5022689" cy="6857433"/>
          </a:xfrm>
          <a:prstGeom prst="rect">
            <a:avLst/>
          </a:prstGeom>
        </p:spPr>
      </p:pic>
      <p:sp>
        <p:nvSpPr>
          <p:cNvPr id="3" name="矩形 白1"/>
          <p:cNvSpPr/>
          <p:nvPr/>
        </p:nvSpPr>
        <p:spPr>
          <a:xfrm rot="5400000">
            <a:off x="-917658" y="918223"/>
            <a:ext cx="6858002" cy="5022690"/>
          </a:xfrm>
          <a:prstGeom prst="rect">
            <a:avLst/>
          </a:prstGeom>
          <a:gradFill flip="none" rotWithShape="1">
            <a:gsLst>
              <a:gs pos="50000">
                <a:schemeClr val="bg1">
                  <a:alpha val="83000"/>
                </a:schemeClr>
              </a:gs>
              <a:gs pos="0">
                <a:schemeClr val="bg1"/>
              </a:gs>
              <a:gs pos="100000">
                <a:srgbClr val="FFFFFF">
                  <a:alpha val="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/>
          <a:srcRect t="15558" b="38705"/>
          <a:stretch>
            <a:fillRect/>
          </a:stretch>
        </p:blipFill>
        <p:spPr>
          <a:xfrm>
            <a:off x="1" y="0"/>
            <a:ext cx="12192000" cy="2290219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-1" y="-7884"/>
            <a:ext cx="12192001" cy="2298103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2289050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-81481" y="2289050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任意多边形: 形状 82"/>
          <p:cNvSpPr/>
          <p:nvPr/>
        </p:nvSpPr>
        <p:spPr>
          <a:xfrm>
            <a:off x="4850046" y="860118"/>
            <a:ext cx="2491113" cy="560417"/>
          </a:xfrm>
          <a:custGeom>
            <a:avLst/>
            <a:gdLst>
              <a:gd name="connsiteX0" fmla="*/ 327812 w 2491113"/>
              <a:gd name="connsiteY0" fmla="*/ 506215 h 560417"/>
              <a:gd name="connsiteX1" fmla="*/ 330932 w 2491113"/>
              <a:gd name="connsiteY1" fmla="*/ 512842 h 560417"/>
              <a:gd name="connsiteX2" fmla="*/ 330490 w 2491113"/>
              <a:gd name="connsiteY2" fmla="*/ 519966 h 560417"/>
              <a:gd name="connsiteX3" fmla="*/ 329524 w 2491113"/>
              <a:gd name="connsiteY3" fmla="*/ 521407 h 560417"/>
              <a:gd name="connsiteX4" fmla="*/ 320632 w 2491113"/>
              <a:gd name="connsiteY4" fmla="*/ 521899 h 560417"/>
              <a:gd name="connsiteX5" fmla="*/ 317540 w 2491113"/>
              <a:gd name="connsiteY5" fmla="*/ 515438 h 560417"/>
              <a:gd name="connsiteX6" fmla="*/ 317982 w 2491113"/>
              <a:gd name="connsiteY6" fmla="*/ 508120 h 560417"/>
              <a:gd name="connsiteX7" fmla="*/ 319070 w 2491113"/>
              <a:gd name="connsiteY7" fmla="*/ 506511 h 560417"/>
              <a:gd name="connsiteX8" fmla="*/ 327812 w 2491113"/>
              <a:gd name="connsiteY8" fmla="*/ 506215 h 560417"/>
              <a:gd name="connsiteX9" fmla="*/ 290260 w 2491113"/>
              <a:gd name="connsiteY9" fmla="*/ 504420 h 560417"/>
              <a:gd name="connsiteX10" fmla="*/ 271787 w 2491113"/>
              <a:gd name="connsiteY10" fmla="*/ 504751 h 560417"/>
              <a:gd name="connsiteX11" fmla="*/ 272284 w 2491113"/>
              <a:gd name="connsiteY11" fmla="*/ 532032 h 560417"/>
              <a:gd name="connsiteX12" fmla="*/ 290839 w 2491113"/>
              <a:gd name="connsiteY12" fmla="*/ 531673 h 560417"/>
              <a:gd name="connsiteX13" fmla="*/ 290839 w 2491113"/>
              <a:gd name="connsiteY13" fmla="*/ 529243 h 560417"/>
              <a:gd name="connsiteX14" fmla="*/ 290839 w 2491113"/>
              <a:gd name="connsiteY14" fmla="*/ 526841 h 560417"/>
              <a:gd name="connsiteX15" fmla="*/ 277033 w 2491113"/>
              <a:gd name="connsiteY15" fmla="*/ 527090 h 560417"/>
              <a:gd name="connsiteX16" fmla="*/ 277033 w 2491113"/>
              <a:gd name="connsiteY16" fmla="*/ 519993 h 560417"/>
              <a:gd name="connsiteX17" fmla="*/ 289293 w 2491113"/>
              <a:gd name="connsiteY17" fmla="*/ 519772 h 560417"/>
              <a:gd name="connsiteX18" fmla="*/ 289293 w 2491113"/>
              <a:gd name="connsiteY18" fmla="*/ 517425 h 560417"/>
              <a:gd name="connsiteX19" fmla="*/ 289293 w 2491113"/>
              <a:gd name="connsiteY19" fmla="*/ 515078 h 560417"/>
              <a:gd name="connsiteX20" fmla="*/ 277033 w 2491113"/>
              <a:gd name="connsiteY20" fmla="*/ 515299 h 560417"/>
              <a:gd name="connsiteX21" fmla="*/ 277033 w 2491113"/>
              <a:gd name="connsiteY21" fmla="*/ 509501 h 560417"/>
              <a:gd name="connsiteX22" fmla="*/ 290260 w 2491113"/>
              <a:gd name="connsiteY22" fmla="*/ 509280 h 560417"/>
              <a:gd name="connsiteX23" fmla="*/ 290260 w 2491113"/>
              <a:gd name="connsiteY23" fmla="*/ 506850 h 560417"/>
              <a:gd name="connsiteX24" fmla="*/ 244976 w 2491113"/>
              <a:gd name="connsiteY24" fmla="*/ 502322 h 560417"/>
              <a:gd name="connsiteX25" fmla="*/ 244672 w 2491113"/>
              <a:gd name="connsiteY25" fmla="*/ 504724 h 560417"/>
              <a:gd name="connsiteX26" fmla="*/ 244396 w 2491113"/>
              <a:gd name="connsiteY26" fmla="*/ 507126 h 560417"/>
              <a:gd name="connsiteX27" fmla="*/ 251906 w 2491113"/>
              <a:gd name="connsiteY27" fmla="*/ 508037 h 560417"/>
              <a:gd name="connsiteX28" fmla="*/ 249145 w 2491113"/>
              <a:gd name="connsiteY28" fmla="*/ 530293 h 560417"/>
              <a:gd name="connsiteX29" fmla="*/ 251906 w 2491113"/>
              <a:gd name="connsiteY29" fmla="*/ 530624 h 560417"/>
              <a:gd name="connsiteX30" fmla="*/ 254474 w 2491113"/>
              <a:gd name="connsiteY30" fmla="*/ 530928 h 560417"/>
              <a:gd name="connsiteX31" fmla="*/ 257235 w 2491113"/>
              <a:gd name="connsiteY31" fmla="*/ 508672 h 560417"/>
              <a:gd name="connsiteX32" fmla="*/ 264774 w 2491113"/>
              <a:gd name="connsiteY32" fmla="*/ 509611 h 560417"/>
              <a:gd name="connsiteX33" fmla="*/ 265050 w 2491113"/>
              <a:gd name="connsiteY33" fmla="*/ 507181 h 560417"/>
              <a:gd name="connsiteX34" fmla="*/ 265215 w 2491113"/>
              <a:gd name="connsiteY34" fmla="*/ 504807 h 560417"/>
              <a:gd name="connsiteX35" fmla="*/ 320986 w 2491113"/>
              <a:gd name="connsiteY35" fmla="*/ 500126 h 560417"/>
              <a:gd name="connsiteX36" fmla="*/ 313702 w 2491113"/>
              <a:gd name="connsiteY36" fmla="*/ 505525 h 560417"/>
              <a:gd name="connsiteX37" fmla="*/ 312515 w 2491113"/>
              <a:gd name="connsiteY37" fmla="*/ 516569 h 560417"/>
              <a:gd name="connsiteX38" fmla="*/ 317706 w 2491113"/>
              <a:gd name="connsiteY38" fmla="*/ 526151 h 560417"/>
              <a:gd name="connsiteX39" fmla="*/ 318498 w 2491113"/>
              <a:gd name="connsiteY39" fmla="*/ 526687 h 560417"/>
              <a:gd name="connsiteX40" fmla="*/ 334991 w 2491113"/>
              <a:gd name="connsiteY40" fmla="*/ 522782 h 560417"/>
              <a:gd name="connsiteX41" fmla="*/ 336179 w 2491113"/>
              <a:gd name="connsiteY41" fmla="*/ 511958 h 560417"/>
              <a:gd name="connsiteX42" fmla="*/ 330987 w 2491113"/>
              <a:gd name="connsiteY42" fmla="*/ 502156 h 560417"/>
              <a:gd name="connsiteX43" fmla="*/ 329955 w 2491113"/>
              <a:gd name="connsiteY43" fmla="*/ 501460 h 560417"/>
              <a:gd name="connsiteX44" fmla="*/ 320986 w 2491113"/>
              <a:gd name="connsiteY44" fmla="*/ 500126 h 560417"/>
              <a:gd name="connsiteX45" fmla="*/ 1026263 w 2491113"/>
              <a:gd name="connsiteY45" fmla="*/ 498503 h 560417"/>
              <a:gd name="connsiteX46" fmla="*/ 1026826 w 2491113"/>
              <a:gd name="connsiteY46" fmla="*/ 498753 h 560417"/>
              <a:gd name="connsiteX47" fmla="*/ 1026153 w 2491113"/>
              <a:gd name="connsiteY47" fmla="*/ 498561 h 560417"/>
              <a:gd name="connsiteX48" fmla="*/ 219462 w 2491113"/>
              <a:gd name="connsiteY48" fmla="*/ 496468 h 560417"/>
              <a:gd name="connsiteX49" fmla="*/ 215348 w 2491113"/>
              <a:gd name="connsiteY49" fmla="*/ 513035 h 560417"/>
              <a:gd name="connsiteX50" fmla="*/ 215762 w 2491113"/>
              <a:gd name="connsiteY50" fmla="*/ 521705 h 560417"/>
              <a:gd name="connsiteX51" fmla="*/ 222527 w 2491113"/>
              <a:gd name="connsiteY51" fmla="*/ 526178 h 560417"/>
              <a:gd name="connsiteX52" fmla="*/ 230672 w 2491113"/>
              <a:gd name="connsiteY52" fmla="*/ 525543 h 560417"/>
              <a:gd name="connsiteX53" fmla="*/ 235008 w 2491113"/>
              <a:gd name="connsiteY53" fmla="*/ 517922 h 560417"/>
              <a:gd name="connsiteX54" fmla="*/ 239011 w 2491113"/>
              <a:gd name="connsiteY54" fmla="*/ 501355 h 560417"/>
              <a:gd name="connsiteX55" fmla="*/ 236471 w 2491113"/>
              <a:gd name="connsiteY55" fmla="*/ 500720 h 560417"/>
              <a:gd name="connsiteX56" fmla="*/ 233931 w 2491113"/>
              <a:gd name="connsiteY56" fmla="*/ 500113 h 560417"/>
              <a:gd name="connsiteX57" fmla="*/ 229761 w 2491113"/>
              <a:gd name="connsiteY57" fmla="*/ 516680 h 560417"/>
              <a:gd name="connsiteX58" fmla="*/ 227580 w 2491113"/>
              <a:gd name="connsiteY58" fmla="*/ 520794 h 560417"/>
              <a:gd name="connsiteX59" fmla="*/ 223604 w 2491113"/>
              <a:gd name="connsiteY59" fmla="*/ 521181 h 560417"/>
              <a:gd name="connsiteX60" fmla="*/ 220401 w 2491113"/>
              <a:gd name="connsiteY60" fmla="*/ 518889 h 560417"/>
              <a:gd name="connsiteX61" fmla="*/ 220401 w 2491113"/>
              <a:gd name="connsiteY61" fmla="*/ 514305 h 560417"/>
              <a:gd name="connsiteX62" fmla="*/ 224543 w 2491113"/>
              <a:gd name="connsiteY62" fmla="*/ 497738 h 560417"/>
              <a:gd name="connsiteX63" fmla="*/ 222002 w 2491113"/>
              <a:gd name="connsiteY63" fmla="*/ 497103 h 560417"/>
              <a:gd name="connsiteX64" fmla="*/ 358020 w 2491113"/>
              <a:gd name="connsiteY64" fmla="*/ 491056 h 560417"/>
              <a:gd name="connsiteX65" fmla="*/ 341038 w 2491113"/>
              <a:gd name="connsiteY65" fmla="*/ 496578 h 560417"/>
              <a:gd name="connsiteX66" fmla="*/ 349322 w 2491113"/>
              <a:gd name="connsiteY66" fmla="*/ 522506 h 560417"/>
              <a:gd name="connsiteX67" fmla="*/ 351835 w 2491113"/>
              <a:gd name="connsiteY67" fmla="*/ 521678 h 560417"/>
              <a:gd name="connsiteX68" fmla="*/ 354320 w 2491113"/>
              <a:gd name="connsiteY68" fmla="*/ 520877 h 560417"/>
              <a:gd name="connsiteX69" fmla="*/ 350868 w 2491113"/>
              <a:gd name="connsiteY69" fmla="*/ 509915 h 560417"/>
              <a:gd name="connsiteX70" fmla="*/ 361333 w 2491113"/>
              <a:gd name="connsiteY70" fmla="*/ 506519 h 560417"/>
              <a:gd name="connsiteX71" fmla="*/ 360615 w 2491113"/>
              <a:gd name="connsiteY71" fmla="*/ 504282 h 560417"/>
              <a:gd name="connsiteX72" fmla="*/ 359870 w 2491113"/>
              <a:gd name="connsiteY72" fmla="*/ 502045 h 560417"/>
              <a:gd name="connsiteX73" fmla="*/ 349432 w 2491113"/>
              <a:gd name="connsiteY73" fmla="*/ 505442 h 560417"/>
              <a:gd name="connsiteX74" fmla="*/ 347527 w 2491113"/>
              <a:gd name="connsiteY74" fmla="*/ 499560 h 560417"/>
              <a:gd name="connsiteX75" fmla="*/ 359511 w 2491113"/>
              <a:gd name="connsiteY75" fmla="*/ 495667 h 560417"/>
              <a:gd name="connsiteX76" fmla="*/ 358765 w 2491113"/>
              <a:gd name="connsiteY76" fmla="*/ 493348 h 560417"/>
              <a:gd name="connsiteX77" fmla="*/ 194418 w 2491113"/>
              <a:gd name="connsiteY77" fmla="*/ 487936 h 560417"/>
              <a:gd name="connsiteX78" fmla="*/ 193617 w 2491113"/>
              <a:gd name="connsiteY78" fmla="*/ 490227 h 560417"/>
              <a:gd name="connsiteX79" fmla="*/ 192844 w 2491113"/>
              <a:gd name="connsiteY79" fmla="*/ 492519 h 560417"/>
              <a:gd name="connsiteX80" fmla="*/ 199995 w 2491113"/>
              <a:gd name="connsiteY80" fmla="*/ 494977 h 560417"/>
              <a:gd name="connsiteX81" fmla="*/ 192706 w 2491113"/>
              <a:gd name="connsiteY81" fmla="*/ 516183 h 560417"/>
              <a:gd name="connsiteX82" fmla="*/ 195191 w 2491113"/>
              <a:gd name="connsiteY82" fmla="*/ 517039 h 560417"/>
              <a:gd name="connsiteX83" fmla="*/ 197648 w 2491113"/>
              <a:gd name="connsiteY83" fmla="*/ 517895 h 560417"/>
              <a:gd name="connsiteX84" fmla="*/ 204938 w 2491113"/>
              <a:gd name="connsiteY84" fmla="*/ 496689 h 560417"/>
              <a:gd name="connsiteX85" fmla="*/ 212117 w 2491113"/>
              <a:gd name="connsiteY85" fmla="*/ 499146 h 560417"/>
              <a:gd name="connsiteX86" fmla="*/ 212918 w 2491113"/>
              <a:gd name="connsiteY86" fmla="*/ 496854 h 560417"/>
              <a:gd name="connsiteX87" fmla="*/ 213746 w 2491113"/>
              <a:gd name="connsiteY87" fmla="*/ 494590 h 560417"/>
              <a:gd name="connsiteX88" fmla="*/ 184505 w 2491113"/>
              <a:gd name="connsiteY88" fmla="*/ 483076 h 560417"/>
              <a:gd name="connsiteX89" fmla="*/ 172991 w 2491113"/>
              <a:gd name="connsiteY89" fmla="*/ 507789 h 560417"/>
              <a:gd name="connsiteX90" fmla="*/ 175365 w 2491113"/>
              <a:gd name="connsiteY90" fmla="*/ 508893 h 560417"/>
              <a:gd name="connsiteX91" fmla="*/ 177712 w 2491113"/>
              <a:gd name="connsiteY91" fmla="*/ 509998 h 560417"/>
              <a:gd name="connsiteX92" fmla="*/ 189254 w 2491113"/>
              <a:gd name="connsiteY92" fmla="*/ 485285 h 560417"/>
              <a:gd name="connsiteX93" fmla="*/ 186852 w 2491113"/>
              <a:gd name="connsiteY93" fmla="*/ 484180 h 560417"/>
              <a:gd name="connsiteX94" fmla="*/ 391348 w 2491113"/>
              <a:gd name="connsiteY94" fmla="*/ 474903 h 560417"/>
              <a:gd name="connsiteX95" fmla="*/ 373345 w 2491113"/>
              <a:gd name="connsiteY95" fmla="*/ 484456 h 560417"/>
              <a:gd name="connsiteX96" fmla="*/ 374477 w 2491113"/>
              <a:gd name="connsiteY96" fmla="*/ 486610 h 560417"/>
              <a:gd name="connsiteX97" fmla="*/ 375609 w 2491113"/>
              <a:gd name="connsiteY97" fmla="*/ 488736 h 560417"/>
              <a:gd name="connsiteX98" fmla="*/ 382291 w 2491113"/>
              <a:gd name="connsiteY98" fmla="*/ 485174 h 560417"/>
              <a:gd name="connsiteX99" fmla="*/ 392839 w 2491113"/>
              <a:gd name="connsiteY99" fmla="*/ 504972 h 560417"/>
              <a:gd name="connsiteX100" fmla="*/ 395158 w 2491113"/>
              <a:gd name="connsiteY100" fmla="*/ 503757 h 560417"/>
              <a:gd name="connsiteX101" fmla="*/ 397450 w 2491113"/>
              <a:gd name="connsiteY101" fmla="*/ 502515 h 560417"/>
              <a:gd name="connsiteX102" fmla="*/ 386930 w 2491113"/>
              <a:gd name="connsiteY102" fmla="*/ 482717 h 560417"/>
              <a:gd name="connsiteX103" fmla="*/ 393612 w 2491113"/>
              <a:gd name="connsiteY103" fmla="*/ 479155 h 560417"/>
              <a:gd name="connsiteX104" fmla="*/ 392480 w 2491113"/>
              <a:gd name="connsiteY104" fmla="*/ 477029 h 560417"/>
              <a:gd name="connsiteX105" fmla="*/ 161035 w 2491113"/>
              <a:gd name="connsiteY105" fmla="*/ 470319 h 560417"/>
              <a:gd name="connsiteX106" fmla="*/ 159958 w 2491113"/>
              <a:gd name="connsiteY106" fmla="*/ 472583 h 560417"/>
              <a:gd name="connsiteX107" fmla="*/ 158798 w 2491113"/>
              <a:gd name="connsiteY107" fmla="*/ 474709 h 560417"/>
              <a:gd name="connsiteX108" fmla="*/ 165425 w 2491113"/>
              <a:gd name="connsiteY108" fmla="*/ 478382 h 560417"/>
              <a:gd name="connsiteX109" fmla="*/ 154546 w 2491113"/>
              <a:gd name="connsiteY109" fmla="*/ 497986 h 560417"/>
              <a:gd name="connsiteX110" fmla="*/ 156838 w 2491113"/>
              <a:gd name="connsiteY110" fmla="*/ 499257 h 560417"/>
              <a:gd name="connsiteX111" fmla="*/ 159129 w 2491113"/>
              <a:gd name="connsiteY111" fmla="*/ 500527 h 560417"/>
              <a:gd name="connsiteX112" fmla="*/ 169898 w 2491113"/>
              <a:gd name="connsiteY112" fmla="*/ 480756 h 560417"/>
              <a:gd name="connsiteX113" fmla="*/ 176525 w 2491113"/>
              <a:gd name="connsiteY113" fmla="*/ 484429 h 560417"/>
              <a:gd name="connsiteX114" fmla="*/ 177685 w 2491113"/>
              <a:gd name="connsiteY114" fmla="*/ 482330 h 560417"/>
              <a:gd name="connsiteX115" fmla="*/ 178872 w 2491113"/>
              <a:gd name="connsiteY115" fmla="*/ 480204 h 560417"/>
              <a:gd name="connsiteX116" fmla="*/ 332479 w 2491113"/>
              <a:gd name="connsiteY116" fmla="*/ 466342 h 560417"/>
              <a:gd name="connsiteX117" fmla="*/ 332479 w 2491113"/>
              <a:gd name="connsiteY117" fmla="*/ 466425 h 560417"/>
              <a:gd name="connsiteX118" fmla="*/ 333555 w 2491113"/>
              <a:gd name="connsiteY118" fmla="*/ 468772 h 560417"/>
              <a:gd name="connsiteX119" fmla="*/ 332451 w 2491113"/>
              <a:gd name="connsiteY119" fmla="*/ 475730 h 560417"/>
              <a:gd name="connsiteX120" fmla="*/ 331788 w 2491113"/>
              <a:gd name="connsiteY120" fmla="*/ 469104 h 560417"/>
              <a:gd name="connsiteX121" fmla="*/ 332479 w 2491113"/>
              <a:gd name="connsiteY121" fmla="*/ 466342 h 560417"/>
              <a:gd name="connsiteX122" fmla="*/ 285842 w 2491113"/>
              <a:gd name="connsiteY122" fmla="*/ 466342 h 560417"/>
              <a:gd name="connsiteX123" fmla="*/ 285842 w 2491113"/>
              <a:gd name="connsiteY123" fmla="*/ 466425 h 560417"/>
              <a:gd name="connsiteX124" fmla="*/ 286919 w 2491113"/>
              <a:gd name="connsiteY124" fmla="*/ 468772 h 560417"/>
              <a:gd name="connsiteX125" fmla="*/ 285814 w 2491113"/>
              <a:gd name="connsiteY125" fmla="*/ 475730 h 560417"/>
              <a:gd name="connsiteX126" fmla="*/ 285151 w 2491113"/>
              <a:gd name="connsiteY126" fmla="*/ 469104 h 560417"/>
              <a:gd name="connsiteX127" fmla="*/ 285842 w 2491113"/>
              <a:gd name="connsiteY127" fmla="*/ 466342 h 560417"/>
              <a:gd name="connsiteX128" fmla="*/ 230507 w 2491113"/>
              <a:gd name="connsiteY128" fmla="*/ 466067 h 560417"/>
              <a:gd name="connsiteX129" fmla="*/ 231998 w 2491113"/>
              <a:gd name="connsiteY129" fmla="*/ 466288 h 560417"/>
              <a:gd name="connsiteX130" fmla="*/ 232191 w 2491113"/>
              <a:gd name="connsiteY130" fmla="*/ 475234 h 560417"/>
              <a:gd name="connsiteX131" fmla="*/ 230507 w 2491113"/>
              <a:gd name="connsiteY131" fmla="*/ 475234 h 560417"/>
              <a:gd name="connsiteX132" fmla="*/ 230507 w 2491113"/>
              <a:gd name="connsiteY132" fmla="*/ 466122 h 560417"/>
              <a:gd name="connsiteX133" fmla="*/ 324747 w 2491113"/>
              <a:gd name="connsiteY133" fmla="*/ 465928 h 560417"/>
              <a:gd name="connsiteX134" fmla="*/ 325769 w 2491113"/>
              <a:gd name="connsiteY134" fmla="*/ 468690 h 560417"/>
              <a:gd name="connsiteX135" fmla="*/ 324885 w 2491113"/>
              <a:gd name="connsiteY135" fmla="*/ 475510 h 560417"/>
              <a:gd name="connsiteX136" fmla="*/ 323587 w 2491113"/>
              <a:gd name="connsiteY136" fmla="*/ 468910 h 560417"/>
              <a:gd name="connsiteX137" fmla="*/ 324747 w 2491113"/>
              <a:gd name="connsiteY137" fmla="*/ 466011 h 560417"/>
              <a:gd name="connsiteX138" fmla="*/ 278110 w 2491113"/>
              <a:gd name="connsiteY138" fmla="*/ 465928 h 560417"/>
              <a:gd name="connsiteX139" fmla="*/ 279132 w 2491113"/>
              <a:gd name="connsiteY139" fmla="*/ 468690 h 560417"/>
              <a:gd name="connsiteX140" fmla="*/ 278276 w 2491113"/>
              <a:gd name="connsiteY140" fmla="*/ 475648 h 560417"/>
              <a:gd name="connsiteX141" fmla="*/ 276950 w 2491113"/>
              <a:gd name="connsiteY141" fmla="*/ 468910 h 560417"/>
              <a:gd name="connsiteX142" fmla="*/ 278110 w 2491113"/>
              <a:gd name="connsiteY142" fmla="*/ 466011 h 560417"/>
              <a:gd name="connsiteX143" fmla="*/ 691343 w 2491113"/>
              <a:gd name="connsiteY143" fmla="*/ 465446 h 560417"/>
              <a:gd name="connsiteX144" fmla="*/ 691440 w 2491113"/>
              <a:gd name="connsiteY144" fmla="*/ 484602 h 560417"/>
              <a:gd name="connsiteX145" fmla="*/ 708286 w 2491113"/>
              <a:gd name="connsiteY145" fmla="*/ 484602 h 560417"/>
              <a:gd name="connsiteX146" fmla="*/ 716469 w 2491113"/>
              <a:gd name="connsiteY146" fmla="*/ 482100 h 560417"/>
              <a:gd name="connsiteX147" fmla="*/ 719165 w 2491113"/>
              <a:gd name="connsiteY147" fmla="*/ 474398 h 560417"/>
              <a:gd name="connsiteX148" fmla="*/ 716372 w 2491113"/>
              <a:gd name="connsiteY148" fmla="*/ 467659 h 560417"/>
              <a:gd name="connsiteX149" fmla="*/ 707998 w 2491113"/>
              <a:gd name="connsiteY149" fmla="*/ 465446 h 560417"/>
              <a:gd name="connsiteX150" fmla="*/ 238625 w 2491113"/>
              <a:gd name="connsiteY150" fmla="*/ 465432 h 560417"/>
              <a:gd name="connsiteX151" fmla="*/ 239398 w 2491113"/>
              <a:gd name="connsiteY151" fmla="*/ 468690 h 560417"/>
              <a:gd name="connsiteX152" fmla="*/ 238625 w 2491113"/>
              <a:gd name="connsiteY152" fmla="*/ 475179 h 560417"/>
              <a:gd name="connsiteX153" fmla="*/ 237797 w 2491113"/>
              <a:gd name="connsiteY153" fmla="*/ 468690 h 560417"/>
              <a:gd name="connsiteX154" fmla="*/ 238625 w 2491113"/>
              <a:gd name="connsiteY154" fmla="*/ 465432 h 560417"/>
              <a:gd name="connsiteX155" fmla="*/ 234096 w 2491113"/>
              <a:gd name="connsiteY155" fmla="*/ 464797 h 560417"/>
              <a:gd name="connsiteX156" fmla="*/ 234102 w 2491113"/>
              <a:gd name="connsiteY156" fmla="*/ 464983 h 560417"/>
              <a:gd name="connsiteX157" fmla="*/ 234096 w 2491113"/>
              <a:gd name="connsiteY157" fmla="*/ 464990 h 560417"/>
              <a:gd name="connsiteX158" fmla="*/ 234549 w 2491113"/>
              <a:gd name="connsiteY158" fmla="*/ 464435 h 560417"/>
              <a:gd name="connsiteX159" fmla="*/ 236029 w 2491113"/>
              <a:gd name="connsiteY159" fmla="*/ 464797 h 560417"/>
              <a:gd name="connsiteX160" fmla="*/ 236360 w 2491113"/>
              <a:gd name="connsiteY160" fmla="*/ 475842 h 560417"/>
              <a:gd name="connsiteX161" fmla="*/ 234455 w 2491113"/>
              <a:gd name="connsiteY161" fmla="*/ 475842 h 560417"/>
              <a:gd name="connsiteX162" fmla="*/ 234102 w 2491113"/>
              <a:gd name="connsiteY162" fmla="*/ 464983 h 560417"/>
              <a:gd name="connsiteX163" fmla="*/ 328944 w 2491113"/>
              <a:gd name="connsiteY163" fmla="*/ 464023 h 560417"/>
              <a:gd name="connsiteX164" fmla="*/ 329938 w 2491113"/>
              <a:gd name="connsiteY164" fmla="*/ 468165 h 560417"/>
              <a:gd name="connsiteX165" fmla="*/ 328778 w 2491113"/>
              <a:gd name="connsiteY165" fmla="*/ 476200 h 560417"/>
              <a:gd name="connsiteX166" fmla="*/ 327591 w 2491113"/>
              <a:gd name="connsiteY166" fmla="*/ 468055 h 560417"/>
              <a:gd name="connsiteX167" fmla="*/ 328944 w 2491113"/>
              <a:gd name="connsiteY167" fmla="*/ 464023 h 560417"/>
              <a:gd name="connsiteX168" fmla="*/ 282307 w 2491113"/>
              <a:gd name="connsiteY168" fmla="*/ 464023 h 560417"/>
              <a:gd name="connsiteX169" fmla="*/ 283301 w 2491113"/>
              <a:gd name="connsiteY169" fmla="*/ 468165 h 560417"/>
              <a:gd name="connsiteX170" fmla="*/ 282141 w 2491113"/>
              <a:gd name="connsiteY170" fmla="*/ 476200 h 560417"/>
              <a:gd name="connsiteX171" fmla="*/ 280954 w 2491113"/>
              <a:gd name="connsiteY171" fmla="*/ 468055 h 560417"/>
              <a:gd name="connsiteX172" fmla="*/ 282307 w 2491113"/>
              <a:gd name="connsiteY172" fmla="*/ 464023 h 560417"/>
              <a:gd name="connsiteX173" fmla="*/ 207782 w 2491113"/>
              <a:gd name="connsiteY173" fmla="*/ 463167 h 560417"/>
              <a:gd name="connsiteX174" fmla="*/ 207949 w 2491113"/>
              <a:gd name="connsiteY174" fmla="*/ 463320 h 560417"/>
              <a:gd name="connsiteX175" fmla="*/ 207699 w 2491113"/>
              <a:gd name="connsiteY175" fmla="*/ 463278 h 560417"/>
              <a:gd name="connsiteX176" fmla="*/ 412361 w 2491113"/>
              <a:gd name="connsiteY176" fmla="*/ 461676 h 560417"/>
              <a:gd name="connsiteX177" fmla="*/ 396870 w 2491113"/>
              <a:gd name="connsiteY177" fmla="*/ 471727 h 560417"/>
              <a:gd name="connsiteX178" fmla="*/ 411725 w 2491113"/>
              <a:gd name="connsiteY178" fmla="*/ 494590 h 560417"/>
              <a:gd name="connsiteX179" fmla="*/ 427630 w 2491113"/>
              <a:gd name="connsiteY179" fmla="*/ 484153 h 560417"/>
              <a:gd name="connsiteX180" fmla="*/ 426305 w 2491113"/>
              <a:gd name="connsiteY180" fmla="*/ 482109 h 560417"/>
              <a:gd name="connsiteX181" fmla="*/ 425007 w 2491113"/>
              <a:gd name="connsiteY181" fmla="*/ 480094 h 560417"/>
              <a:gd name="connsiteX182" fmla="*/ 413437 w 2491113"/>
              <a:gd name="connsiteY182" fmla="*/ 487604 h 560417"/>
              <a:gd name="connsiteX183" fmla="*/ 409544 w 2491113"/>
              <a:gd name="connsiteY183" fmla="*/ 481668 h 560417"/>
              <a:gd name="connsiteX184" fmla="*/ 419926 w 2491113"/>
              <a:gd name="connsiteY184" fmla="*/ 475041 h 560417"/>
              <a:gd name="connsiteX185" fmla="*/ 418656 w 2491113"/>
              <a:gd name="connsiteY185" fmla="*/ 473053 h 560417"/>
              <a:gd name="connsiteX186" fmla="*/ 417386 w 2491113"/>
              <a:gd name="connsiteY186" fmla="*/ 471092 h 560417"/>
              <a:gd name="connsiteX187" fmla="*/ 407087 w 2491113"/>
              <a:gd name="connsiteY187" fmla="*/ 477774 h 560417"/>
              <a:gd name="connsiteX188" fmla="*/ 403939 w 2491113"/>
              <a:gd name="connsiteY188" fmla="*/ 472915 h 560417"/>
              <a:gd name="connsiteX189" fmla="*/ 414984 w 2491113"/>
              <a:gd name="connsiteY189" fmla="*/ 465735 h 560417"/>
              <a:gd name="connsiteX190" fmla="*/ 413686 w 2491113"/>
              <a:gd name="connsiteY190" fmla="*/ 463692 h 560417"/>
              <a:gd name="connsiteX191" fmla="*/ 141844 w 2491113"/>
              <a:gd name="connsiteY191" fmla="*/ 458915 h 560417"/>
              <a:gd name="connsiteX192" fmla="*/ 136018 w 2491113"/>
              <a:gd name="connsiteY192" fmla="*/ 462450 h 560417"/>
              <a:gd name="connsiteX193" fmla="*/ 134555 w 2491113"/>
              <a:gd name="connsiteY193" fmla="*/ 467834 h 560417"/>
              <a:gd name="connsiteX194" fmla="*/ 139166 w 2491113"/>
              <a:gd name="connsiteY194" fmla="*/ 475068 h 560417"/>
              <a:gd name="connsiteX195" fmla="*/ 141706 w 2491113"/>
              <a:gd name="connsiteY195" fmla="*/ 478768 h 560417"/>
              <a:gd name="connsiteX196" fmla="*/ 141209 w 2491113"/>
              <a:gd name="connsiteY196" fmla="*/ 481198 h 560417"/>
              <a:gd name="connsiteX197" fmla="*/ 138641 w 2491113"/>
              <a:gd name="connsiteY197" fmla="*/ 482358 h 560417"/>
              <a:gd name="connsiteX198" fmla="*/ 134941 w 2491113"/>
              <a:gd name="connsiteY198" fmla="*/ 480756 h 560417"/>
              <a:gd name="connsiteX199" fmla="*/ 132566 w 2491113"/>
              <a:gd name="connsiteY199" fmla="*/ 477581 h 560417"/>
              <a:gd name="connsiteX200" fmla="*/ 133340 w 2491113"/>
              <a:gd name="connsiteY200" fmla="*/ 474019 h 560417"/>
              <a:gd name="connsiteX201" fmla="*/ 129253 w 2491113"/>
              <a:gd name="connsiteY201" fmla="*/ 471065 h 560417"/>
              <a:gd name="connsiteX202" fmla="*/ 127569 w 2491113"/>
              <a:gd name="connsiteY202" fmla="*/ 478244 h 560417"/>
              <a:gd name="connsiteX203" fmla="*/ 132180 w 2491113"/>
              <a:gd name="connsiteY203" fmla="*/ 484567 h 560417"/>
              <a:gd name="connsiteX204" fmla="*/ 139608 w 2491113"/>
              <a:gd name="connsiteY204" fmla="*/ 487162 h 560417"/>
              <a:gd name="connsiteX205" fmla="*/ 145434 w 2491113"/>
              <a:gd name="connsiteY205" fmla="*/ 483849 h 560417"/>
              <a:gd name="connsiteX206" fmla="*/ 147201 w 2491113"/>
              <a:gd name="connsiteY206" fmla="*/ 478327 h 560417"/>
              <a:gd name="connsiteX207" fmla="*/ 143087 w 2491113"/>
              <a:gd name="connsiteY207" fmla="*/ 471534 h 560417"/>
              <a:gd name="connsiteX208" fmla="*/ 140022 w 2491113"/>
              <a:gd name="connsiteY208" fmla="*/ 467337 h 560417"/>
              <a:gd name="connsiteX209" fmla="*/ 140187 w 2491113"/>
              <a:gd name="connsiteY209" fmla="*/ 465128 h 560417"/>
              <a:gd name="connsiteX210" fmla="*/ 142645 w 2491113"/>
              <a:gd name="connsiteY210" fmla="*/ 463637 h 560417"/>
              <a:gd name="connsiteX211" fmla="*/ 145737 w 2491113"/>
              <a:gd name="connsiteY211" fmla="*/ 464686 h 560417"/>
              <a:gd name="connsiteX212" fmla="*/ 148085 w 2491113"/>
              <a:gd name="connsiteY212" fmla="*/ 467806 h 560417"/>
              <a:gd name="connsiteX213" fmla="*/ 147560 w 2491113"/>
              <a:gd name="connsiteY213" fmla="*/ 471230 h 560417"/>
              <a:gd name="connsiteX214" fmla="*/ 151674 w 2491113"/>
              <a:gd name="connsiteY214" fmla="*/ 474240 h 560417"/>
              <a:gd name="connsiteX215" fmla="*/ 151674 w 2491113"/>
              <a:gd name="connsiteY215" fmla="*/ 474185 h 560417"/>
              <a:gd name="connsiteX216" fmla="*/ 153138 w 2491113"/>
              <a:gd name="connsiteY216" fmla="*/ 467226 h 560417"/>
              <a:gd name="connsiteX217" fmla="*/ 148996 w 2491113"/>
              <a:gd name="connsiteY217" fmla="*/ 461235 h 560417"/>
              <a:gd name="connsiteX218" fmla="*/ 141844 w 2491113"/>
              <a:gd name="connsiteY218" fmla="*/ 458915 h 560417"/>
              <a:gd name="connsiteX219" fmla="*/ 433373 w 2491113"/>
              <a:gd name="connsiteY219" fmla="*/ 446655 h 560417"/>
              <a:gd name="connsiteX220" fmla="*/ 426029 w 2491113"/>
              <a:gd name="connsiteY220" fmla="*/ 449417 h 560417"/>
              <a:gd name="connsiteX221" fmla="*/ 422108 w 2491113"/>
              <a:gd name="connsiteY221" fmla="*/ 457700 h 560417"/>
              <a:gd name="connsiteX222" fmla="*/ 426526 w 2491113"/>
              <a:gd name="connsiteY222" fmla="*/ 467834 h 560417"/>
              <a:gd name="connsiteX223" fmla="*/ 435610 w 2491113"/>
              <a:gd name="connsiteY223" fmla="*/ 473771 h 560417"/>
              <a:gd name="connsiteX224" fmla="*/ 448422 w 2491113"/>
              <a:gd name="connsiteY224" fmla="*/ 464410 h 560417"/>
              <a:gd name="connsiteX225" fmla="*/ 448367 w 2491113"/>
              <a:gd name="connsiteY225" fmla="*/ 464355 h 560417"/>
              <a:gd name="connsiteX226" fmla="*/ 446075 w 2491113"/>
              <a:gd name="connsiteY226" fmla="*/ 456568 h 560417"/>
              <a:gd name="connsiteX227" fmla="*/ 442044 w 2491113"/>
              <a:gd name="connsiteY227" fmla="*/ 459937 h 560417"/>
              <a:gd name="connsiteX228" fmla="*/ 443231 w 2491113"/>
              <a:gd name="connsiteY228" fmla="*/ 464079 h 560417"/>
              <a:gd name="connsiteX229" fmla="*/ 443032 w 2491113"/>
              <a:gd name="connsiteY229" fmla="*/ 465001 h 560417"/>
              <a:gd name="connsiteX230" fmla="*/ 436135 w 2491113"/>
              <a:gd name="connsiteY230" fmla="*/ 468662 h 560417"/>
              <a:gd name="connsiteX231" fmla="*/ 430612 w 2491113"/>
              <a:gd name="connsiteY231" fmla="*/ 464465 h 560417"/>
              <a:gd name="connsiteX232" fmla="*/ 427354 w 2491113"/>
              <a:gd name="connsiteY232" fmla="*/ 458032 h 560417"/>
              <a:gd name="connsiteX233" fmla="*/ 429232 w 2491113"/>
              <a:gd name="connsiteY233" fmla="*/ 453144 h 560417"/>
              <a:gd name="connsiteX234" fmla="*/ 432987 w 2491113"/>
              <a:gd name="connsiteY234" fmla="*/ 451708 h 560417"/>
              <a:gd name="connsiteX235" fmla="*/ 436576 w 2491113"/>
              <a:gd name="connsiteY235" fmla="*/ 453255 h 560417"/>
              <a:gd name="connsiteX236" fmla="*/ 440608 w 2491113"/>
              <a:gd name="connsiteY236" fmla="*/ 449886 h 560417"/>
              <a:gd name="connsiteX237" fmla="*/ 433373 w 2491113"/>
              <a:gd name="connsiteY237" fmla="*/ 446655 h 560417"/>
              <a:gd name="connsiteX238" fmla="*/ 289471 w 2491113"/>
              <a:gd name="connsiteY238" fmla="*/ 445862 h 560417"/>
              <a:gd name="connsiteX239" fmla="*/ 289526 w 2491113"/>
              <a:gd name="connsiteY239" fmla="*/ 445862 h 560417"/>
              <a:gd name="connsiteX240" fmla="*/ 289526 w 2491113"/>
              <a:gd name="connsiteY240" fmla="*/ 453234 h 560417"/>
              <a:gd name="connsiteX241" fmla="*/ 283258 w 2491113"/>
              <a:gd name="connsiteY241" fmla="*/ 453234 h 560417"/>
              <a:gd name="connsiteX242" fmla="*/ 304452 w 2491113"/>
              <a:gd name="connsiteY242" fmla="*/ 444308 h 560417"/>
              <a:gd name="connsiteX243" fmla="*/ 308538 w 2491113"/>
              <a:gd name="connsiteY243" fmla="*/ 450825 h 560417"/>
              <a:gd name="connsiteX244" fmla="*/ 304452 w 2491113"/>
              <a:gd name="connsiteY244" fmla="*/ 457341 h 560417"/>
              <a:gd name="connsiteX245" fmla="*/ 300365 w 2491113"/>
              <a:gd name="connsiteY245" fmla="*/ 450825 h 560417"/>
              <a:gd name="connsiteX246" fmla="*/ 304452 w 2491113"/>
              <a:gd name="connsiteY246" fmla="*/ 444308 h 560417"/>
              <a:gd name="connsiteX247" fmla="*/ 270461 w 2491113"/>
              <a:gd name="connsiteY247" fmla="*/ 444308 h 560417"/>
              <a:gd name="connsiteX248" fmla="*/ 274410 w 2491113"/>
              <a:gd name="connsiteY248" fmla="*/ 447788 h 560417"/>
              <a:gd name="connsiteX249" fmla="*/ 274404 w 2491113"/>
              <a:gd name="connsiteY249" fmla="*/ 448425 h 560417"/>
              <a:gd name="connsiteX250" fmla="*/ 270655 w 2491113"/>
              <a:gd name="connsiteY250" fmla="*/ 451488 h 560417"/>
              <a:gd name="connsiteX251" fmla="*/ 266706 w 2491113"/>
              <a:gd name="connsiteY251" fmla="*/ 447953 h 560417"/>
              <a:gd name="connsiteX252" fmla="*/ 266712 w 2491113"/>
              <a:gd name="connsiteY252" fmla="*/ 447556 h 560417"/>
              <a:gd name="connsiteX253" fmla="*/ 270461 w 2491113"/>
              <a:gd name="connsiteY253" fmla="*/ 444308 h 560417"/>
              <a:gd name="connsiteX254" fmla="*/ 269694 w 2491113"/>
              <a:gd name="connsiteY254" fmla="*/ 442630 h 560417"/>
              <a:gd name="connsiteX255" fmla="*/ 264221 w 2491113"/>
              <a:gd name="connsiteY255" fmla="*/ 448202 h 560417"/>
              <a:gd name="connsiteX256" fmla="*/ 264249 w 2491113"/>
              <a:gd name="connsiteY256" fmla="*/ 448572 h 560417"/>
              <a:gd name="connsiteX257" fmla="*/ 270351 w 2491113"/>
              <a:gd name="connsiteY257" fmla="*/ 453448 h 560417"/>
              <a:gd name="connsiteX258" fmla="*/ 274824 w 2491113"/>
              <a:gd name="connsiteY258" fmla="*/ 451515 h 560417"/>
              <a:gd name="connsiteX259" fmla="*/ 270130 w 2491113"/>
              <a:gd name="connsiteY259" fmla="*/ 457590 h 560417"/>
              <a:gd name="connsiteX260" fmla="*/ 269556 w 2491113"/>
              <a:gd name="connsiteY260" fmla="*/ 457640 h 560417"/>
              <a:gd name="connsiteX261" fmla="*/ 266844 w 2491113"/>
              <a:gd name="connsiteY261" fmla="*/ 454829 h 560417"/>
              <a:gd name="connsiteX262" fmla="*/ 264387 w 2491113"/>
              <a:gd name="connsiteY262" fmla="*/ 454829 h 560417"/>
              <a:gd name="connsiteX263" fmla="*/ 270185 w 2491113"/>
              <a:gd name="connsiteY263" fmla="*/ 459191 h 560417"/>
              <a:gd name="connsiteX264" fmla="*/ 270185 w 2491113"/>
              <a:gd name="connsiteY264" fmla="*/ 459274 h 560417"/>
              <a:gd name="connsiteX265" fmla="*/ 277337 w 2491113"/>
              <a:gd name="connsiteY265" fmla="*/ 450217 h 560417"/>
              <a:gd name="connsiteX266" fmla="*/ 270489 w 2491113"/>
              <a:gd name="connsiteY266" fmla="*/ 442679 h 560417"/>
              <a:gd name="connsiteX267" fmla="*/ 269694 w 2491113"/>
              <a:gd name="connsiteY267" fmla="*/ 442630 h 560417"/>
              <a:gd name="connsiteX268" fmla="*/ 304452 w 2491113"/>
              <a:gd name="connsiteY268" fmla="*/ 442596 h 560417"/>
              <a:gd name="connsiteX269" fmla="*/ 297770 w 2491113"/>
              <a:gd name="connsiteY269" fmla="*/ 450880 h 560417"/>
              <a:gd name="connsiteX270" fmla="*/ 304452 w 2491113"/>
              <a:gd name="connsiteY270" fmla="*/ 459164 h 560417"/>
              <a:gd name="connsiteX271" fmla="*/ 304452 w 2491113"/>
              <a:gd name="connsiteY271" fmla="*/ 459274 h 560417"/>
              <a:gd name="connsiteX272" fmla="*/ 311134 w 2491113"/>
              <a:gd name="connsiteY272" fmla="*/ 450880 h 560417"/>
              <a:gd name="connsiteX273" fmla="*/ 304452 w 2491113"/>
              <a:gd name="connsiteY273" fmla="*/ 442596 h 560417"/>
              <a:gd name="connsiteX274" fmla="*/ 289569 w 2491113"/>
              <a:gd name="connsiteY274" fmla="*/ 442486 h 560417"/>
              <a:gd name="connsiteX275" fmla="*/ 280650 w 2491113"/>
              <a:gd name="connsiteY275" fmla="*/ 452785 h 560417"/>
              <a:gd name="connsiteX276" fmla="*/ 280650 w 2491113"/>
              <a:gd name="connsiteY276" fmla="*/ 454773 h 560417"/>
              <a:gd name="connsiteX277" fmla="*/ 289155 w 2491113"/>
              <a:gd name="connsiteY277" fmla="*/ 454773 h 560417"/>
              <a:gd name="connsiteX278" fmla="*/ 289155 w 2491113"/>
              <a:gd name="connsiteY278" fmla="*/ 458750 h 560417"/>
              <a:gd name="connsiteX279" fmla="*/ 291612 w 2491113"/>
              <a:gd name="connsiteY279" fmla="*/ 458750 h 560417"/>
              <a:gd name="connsiteX280" fmla="*/ 291612 w 2491113"/>
              <a:gd name="connsiteY280" fmla="*/ 454773 h 560417"/>
              <a:gd name="connsiteX281" fmla="*/ 294373 w 2491113"/>
              <a:gd name="connsiteY281" fmla="*/ 454773 h 560417"/>
              <a:gd name="connsiteX282" fmla="*/ 294373 w 2491113"/>
              <a:gd name="connsiteY282" fmla="*/ 453034 h 560417"/>
              <a:gd name="connsiteX283" fmla="*/ 291612 w 2491113"/>
              <a:gd name="connsiteY283" fmla="*/ 453034 h 560417"/>
              <a:gd name="connsiteX284" fmla="*/ 291612 w 2491113"/>
              <a:gd name="connsiteY284" fmla="*/ 442486 h 560417"/>
              <a:gd name="connsiteX285" fmla="*/ 254198 w 2491113"/>
              <a:gd name="connsiteY285" fmla="*/ 442376 h 560417"/>
              <a:gd name="connsiteX286" fmla="*/ 248952 w 2491113"/>
              <a:gd name="connsiteY286" fmla="*/ 445468 h 560417"/>
              <a:gd name="connsiteX287" fmla="*/ 248952 w 2491113"/>
              <a:gd name="connsiteY287" fmla="*/ 447208 h 560417"/>
              <a:gd name="connsiteX288" fmla="*/ 253508 w 2491113"/>
              <a:gd name="connsiteY288" fmla="*/ 447208 h 560417"/>
              <a:gd name="connsiteX289" fmla="*/ 253508 w 2491113"/>
              <a:gd name="connsiteY289" fmla="*/ 458750 h 560417"/>
              <a:gd name="connsiteX290" fmla="*/ 256103 w 2491113"/>
              <a:gd name="connsiteY290" fmla="*/ 458750 h 560417"/>
              <a:gd name="connsiteX291" fmla="*/ 256103 w 2491113"/>
              <a:gd name="connsiteY291" fmla="*/ 442376 h 560417"/>
              <a:gd name="connsiteX292" fmla="*/ 119865 w 2491113"/>
              <a:gd name="connsiteY292" fmla="*/ 437654 h 560417"/>
              <a:gd name="connsiteX293" fmla="*/ 101254 w 2491113"/>
              <a:gd name="connsiteY293" fmla="*/ 457590 h 560417"/>
              <a:gd name="connsiteX294" fmla="*/ 103049 w 2491113"/>
              <a:gd name="connsiteY294" fmla="*/ 459274 h 560417"/>
              <a:gd name="connsiteX295" fmla="*/ 104844 w 2491113"/>
              <a:gd name="connsiteY295" fmla="*/ 461041 h 560417"/>
              <a:gd name="connsiteX296" fmla="*/ 118236 w 2491113"/>
              <a:gd name="connsiteY296" fmla="*/ 446655 h 560417"/>
              <a:gd name="connsiteX297" fmla="*/ 112410 w 2491113"/>
              <a:gd name="connsiteY297" fmla="*/ 468110 h 560417"/>
              <a:gd name="connsiteX298" fmla="*/ 114315 w 2491113"/>
              <a:gd name="connsiteY298" fmla="*/ 469877 h 560417"/>
              <a:gd name="connsiteX299" fmla="*/ 116220 w 2491113"/>
              <a:gd name="connsiteY299" fmla="*/ 471562 h 560417"/>
              <a:gd name="connsiteX300" fmla="*/ 134803 w 2491113"/>
              <a:gd name="connsiteY300" fmla="*/ 451598 h 560417"/>
              <a:gd name="connsiteX301" fmla="*/ 133008 w 2491113"/>
              <a:gd name="connsiteY301" fmla="*/ 449941 h 560417"/>
              <a:gd name="connsiteX302" fmla="*/ 131241 w 2491113"/>
              <a:gd name="connsiteY302" fmla="*/ 448284 h 560417"/>
              <a:gd name="connsiteX303" fmla="*/ 118181 w 2491113"/>
              <a:gd name="connsiteY303" fmla="*/ 462284 h 560417"/>
              <a:gd name="connsiteX304" fmla="*/ 123869 w 2491113"/>
              <a:gd name="connsiteY304" fmla="*/ 441409 h 560417"/>
              <a:gd name="connsiteX305" fmla="*/ 121853 w 2491113"/>
              <a:gd name="connsiteY305" fmla="*/ 439531 h 560417"/>
              <a:gd name="connsiteX306" fmla="*/ 691343 w 2491113"/>
              <a:gd name="connsiteY306" fmla="*/ 437433 h 560417"/>
              <a:gd name="connsiteX307" fmla="*/ 691440 w 2491113"/>
              <a:gd name="connsiteY307" fmla="*/ 453316 h 560417"/>
              <a:gd name="connsiteX308" fmla="*/ 707324 w 2491113"/>
              <a:gd name="connsiteY308" fmla="*/ 453316 h 560417"/>
              <a:gd name="connsiteX309" fmla="*/ 715121 w 2491113"/>
              <a:gd name="connsiteY309" fmla="*/ 451199 h 560417"/>
              <a:gd name="connsiteX310" fmla="*/ 717624 w 2491113"/>
              <a:gd name="connsiteY310" fmla="*/ 444749 h 560417"/>
              <a:gd name="connsiteX311" fmla="*/ 714929 w 2491113"/>
              <a:gd name="connsiteY311" fmla="*/ 439262 h 560417"/>
              <a:gd name="connsiteX312" fmla="*/ 706746 w 2491113"/>
              <a:gd name="connsiteY312" fmla="*/ 437433 h 560417"/>
              <a:gd name="connsiteX313" fmla="*/ 2312831 w 2491113"/>
              <a:gd name="connsiteY313" fmla="*/ 435416 h 560417"/>
              <a:gd name="connsiteX314" fmla="*/ 2300653 w 2491113"/>
              <a:gd name="connsiteY314" fmla="*/ 438344 h 560417"/>
              <a:gd name="connsiteX315" fmla="*/ 2297040 w 2491113"/>
              <a:gd name="connsiteY315" fmla="*/ 441957 h 560417"/>
              <a:gd name="connsiteX316" fmla="*/ 2292226 w 2491113"/>
              <a:gd name="connsiteY316" fmla="*/ 461210 h 560417"/>
              <a:gd name="connsiteX317" fmla="*/ 2296944 w 2491113"/>
              <a:gd name="connsiteY317" fmla="*/ 479500 h 560417"/>
              <a:gd name="connsiteX318" fmla="*/ 2320111 w 2491113"/>
              <a:gd name="connsiteY318" fmla="*/ 482902 h 560417"/>
              <a:gd name="connsiteX319" fmla="*/ 2323512 w 2491113"/>
              <a:gd name="connsiteY319" fmla="*/ 479500 h 560417"/>
              <a:gd name="connsiteX320" fmla="*/ 2323513 w 2491113"/>
              <a:gd name="connsiteY320" fmla="*/ 479500 h 560417"/>
              <a:gd name="connsiteX321" fmla="*/ 2328326 w 2491113"/>
              <a:gd name="connsiteY321" fmla="*/ 461210 h 560417"/>
              <a:gd name="connsiteX322" fmla="*/ 2323513 w 2491113"/>
              <a:gd name="connsiteY322" fmla="*/ 441957 h 560417"/>
              <a:gd name="connsiteX323" fmla="*/ 2312831 w 2491113"/>
              <a:gd name="connsiteY323" fmla="*/ 435416 h 560417"/>
              <a:gd name="connsiteX324" fmla="*/ 2177014 w 2491113"/>
              <a:gd name="connsiteY324" fmla="*/ 435411 h 560417"/>
              <a:gd name="connsiteX325" fmla="*/ 2164773 w 2491113"/>
              <a:gd name="connsiteY325" fmla="*/ 438394 h 560417"/>
              <a:gd name="connsiteX326" fmla="*/ 2161210 w 2491113"/>
              <a:gd name="connsiteY326" fmla="*/ 441958 h 560417"/>
              <a:gd name="connsiteX327" fmla="*/ 2156493 w 2491113"/>
              <a:gd name="connsiteY327" fmla="*/ 461211 h 560417"/>
              <a:gd name="connsiteX328" fmla="*/ 2161210 w 2491113"/>
              <a:gd name="connsiteY328" fmla="*/ 479501 h 560417"/>
              <a:gd name="connsiteX329" fmla="*/ 2184377 w 2491113"/>
              <a:gd name="connsiteY329" fmla="*/ 482902 h 560417"/>
              <a:gd name="connsiteX330" fmla="*/ 2187779 w 2491113"/>
              <a:gd name="connsiteY330" fmla="*/ 479501 h 560417"/>
              <a:gd name="connsiteX331" fmla="*/ 2192495 w 2491113"/>
              <a:gd name="connsiteY331" fmla="*/ 461211 h 560417"/>
              <a:gd name="connsiteX332" fmla="*/ 2187779 w 2491113"/>
              <a:gd name="connsiteY332" fmla="*/ 441958 h 560417"/>
              <a:gd name="connsiteX333" fmla="*/ 2177014 w 2491113"/>
              <a:gd name="connsiteY333" fmla="*/ 435411 h 560417"/>
              <a:gd name="connsiteX334" fmla="*/ 1674993 w 2491113"/>
              <a:gd name="connsiteY334" fmla="*/ 435411 h 560417"/>
              <a:gd name="connsiteX335" fmla="*/ 1662752 w 2491113"/>
              <a:gd name="connsiteY335" fmla="*/ 438394 h 560417"/>
              <a:gd name="connsiteX336" fmla="*/ 1659189 w 2491113"/>
              <a:gd name="connsiteY336" fmla="*/ 441958 h 560417"/>
              <a:gd name="connsiteX337" fmla="*/ 1654472 w 2491113"/>
              <a:gd name="connsiteY337" fmla="*/ 461211 h 560417"/>
              <a:gd name="connsiteX338" fmla="*/ 1659189 w 2491113"/>
              <a:gd name="connsiteY338" fmla="*/ 479501 h 560417"/>
              <a:gd name="connsiteX339" fmla="*/ 1682356 w 2491113"/>
              <a:gd name="connsiteY339" fmla="*/ 482902 h 560417"/>
              <a:gd name="connsiteX340" fmla="*/ 1685758 w 2491113"/>
              <a:gd name="connsiteY340" fmla="*/ 479501 h 560417"/>
              <a:gd name="connsiteX341" fmla="*/ 1690474 w 2491113"/>
              <a:gd name="connsiteY341" fmla="*/ 461211 h 560417"/>
              <a:gd name="connsiteX342" fmla="*/ 1685758 w 2491113"/>
              <a:gd name="connsiteY342" fmla="*/ 441958 h 560417"/>
              <a:gd name="connsiteX343" fmla="*/ 1674993 w 2491113"/>
              <a:gd name="connsiteY343" fmla="*/ 435411 h 560417"/>
              <a:gd name="connsiteX344" fmla="*/ 111057 w 2491113"/>
              <a:gd name="connsiteY344" fmla="*/ 428045 h 560417"/>
              <a:gd name="connsiteX345" fmla="*/ 90789 w 2491113"/>
              <a:gd name="connsiteY345" fmla="*/ 446296 h 560417"/>
              <a:gd name="connsiteX346" fmla="*/ 92556 w 2491113"/>
              <a:gd name="connsiteY346" fmla="*/ 448229 h 560417"/>
              <a:gd name="connsiteX347" fmla="*/ 94296 w 2491113"/>
              <a:gd name="connsiteY347" fmla="*/ 450190 h 560417"/>
              <a:gd name="connsiteX348" fmla="*/ 114563 w 2491113"/>
              <a:gd name="connsiteY348" fmla="*/ 431938 h 560417"/>
              <a:gd name="connsiteX349" fmla="*/ 112824 w 2491113"/>
              <a:gd name="connsiteY349" fmla="*/ 429978 h 560417"/>
              <a:gd name="connsiteX350" fmla="*/ 2427269 w 2491113"/>
              <a:gd name="connsiteY350" fmla="*/ 425152 h 560417"/>
              <a:gd name="connsiteX351" fmla="*/ 2435451 w 2491113"/>
              <a:gd name="connsiteY351" fmla="*/ 425152 h 560417"/>
              <a:gd name="connsiteX352" fmla="*/ 2443731 w 2491113"/>
              <a:gd name="connsiteY352" fmla="*/ 425152 h 560417"/>
              <a:gd name="connsiteX353" fmla="*/ 2457543 w 2491113"/>
              <a:gd name="connsiteY353" fmla="*/ 456326 h 560417"/>
              <a:gd name="connsiteX354" fmla="*/ 2457497 w 2491113"/>
              <a:gd name="connsiteY354" fmla="*/ 456438 h 560417"/>
              <a:gd name="connsiteX355" fmla="*/ 2457593 w 2491113"/>
              <a:gd name="connsiteY355" fmla="*/ 456438 h 560417"/>
              <a:gd name="connsiteX356" fmla="*/ 2457543 w 2491113"/>
              <a:gd name="connsiteY356" fmla="*/ 456326 h 560417"/>
              <a:gd name="connsiteX357" fmla="*/ 2470492 w 2491113"/>
              <a:gd name="connsiteY357" fmla="*/ 425152 h 560417"/>
              <a:gd name="connsiteX358" fmla="*/ 2478386 w 2491113"/>
              <a:gd name="connsiteY358" fmla="*/ 425152 h 560417"/>
              <a:gd name="connsiteX359" fmla="*/ 2486183 w 2491113"/>
              <a:gd name="connsiteY359" fmla="*/ 425152 h 560417"/>
              <a:gd name="connsiteX360" fmla="*/ 2464235 w 2491113"/>
              <a:gd name="connsiteY360" fmla="*/ 469915 h 560417"/>
              <a:gd name="connsiteX361" fmla="*/ 2464235 w 2491113"/>
              <a:gd name="connsiteY361" fmla="*/ 497351 h 560417"/>
              <a:gd name="connsiteX362" fmla="*/ 2457400 w 2491113"/>
              <a:gd name="connsiteY362" fmla="*/ 497351 h 560417"/>
              <a:gd name="connsiteX363" fmla="*/ 2450373 w 2491113"/>
              <a:gd name="connsiteY363" fmla="*/ 497351 h 560417"/>
              <a:gd name="connsiteX364" fmla="*/ 2450373 w 2491113"/>
              <a:gd name="connsiteY364" fmla="*/ 470204 h 560417"/>
              <a:gd name="connsiteX365" fmla="*/ 2221552 w 2491113"/>
              <a:gd name="connsiteY365" fmla="*/ 425152 h 560417"/>
              <a:gd name="connsiteX366" fmla="*/ 2228483 w 2491113"/>
              <a:gd name="connsiteY366" fmla="*/ 425152 h 560417"/>
              <a:gd name="connsiteX367" fmla="*/ 2235414 w 2491113"/>
              <a:gd name="connsiteY367" fmla="*/ 425152 h 560417"/>
              <a:gd name="connsiteX368" fmla="*/ 2235414 w 2491113"/>
              <a:gd name="connsiteY368" fmla="*/ 484451 h 560417"/>
              <a:gd name="connsiteX369" fmla="*/ 2268337 w 2491113"/>
              <a:gd name="connsiteY369" fmla="*/ 484451 h 560417"/>
              <a:gd name="connsiteX370" fmla="*/ 2268337 w 2491113"/>
              <a:gd name="connsiteY370" fmla="*/ 490901 h 560417"/>
              <a:gd name="connsiteX371" fmla="*/ 2268337 w 2491113"/>
              <a:gd name="connsiteY371" fmla="*/ 497254 h 560417"/>
              <a:gd name="connsiteX372" fmla="*/ 2221552 w 2491113"/>
              <a:gd name="connsiteY372" fmla="*/ 497254 h 560417"/>
              <a:gd name="connsiteX373" fmla="*/ 2074844 w 2491113"/>
              <a:gd name="connsiteY373" fmla="*/ 425152 h 560417"/>
              <a:gd name="connsiteX374" fmla="*/ 2082064 w 2491113"/>
              <a:gd name="connsiteY374" fmla="*/ 425152 h 560417"/>
              <a:gd name="connsiteX375" fmla="*/ 2089284 w 2491113"/>
              <a:gd name="connsiteY375" fmla="*/ 425152 h 560417"/>
              <a:gd name="connsiteX376" fmla="*/ 2115949 w 2491113"/>
              <a:gd name="connsiteY376" fmla="*/ 475788 h 560417"/>
              <a:gd name="connsiteX377" fmla="*/ 2115949 w 2491113"/>
              <a:gd name="connsiteY377" fmla="*/ 425152 h 560417"/>
              <a:gd name="connsiteX378" fmla="*/ 2122399 w 2491113"/>
              <a:gd name="connsiteY378" fmla="*/ 425152 h 560417"/>
              <a:gd name="connsiteX379" fmla="*/ 2128944 w 2491113"/>
              <a:gd name="connsiteY379" fmla="*/ 425152 h 560417"/>
              <a:gd name="connsiteX380" fmla="*/ 2128944 w 2491113"/>
              <a:gd name="connsiteY380" fmla="*/ 497254 h 560417"/>
              <a:gd name="connsiteX381" fmla="*/ 2122013 w 2491113"/>
              <a:gd name="connsiteY381" fmla="*/ 497254 h 560417"/>
              <a:gd name="connsiteX382" fmla="*/ 2115082 w 2491113"/>
              <a:gd name="connsiteY382" fmla="*/ 497254 h 560417"/>
              <a:gd name="connsiteX383" fmla="*/ 2087743 w 2491113"/>
              <a:gd name="connsiteY383" fmla="*/ 445271 h 560417"/>
              <a:gd name="connsiteX384" fmla="*/ 2087743 w 2491113"/>
              <a:gd name="connsiteY384" fmla="*/ 497254 h 560417"/>
              <a:gd name="connsiteX385" fmla="*/ 2081294 w 2491113"/>
              <a:gd name="connsiteY385" fmla="*/ 497254 h 560417"/>
              <a:gd name="connsiteX386" fmla="*/ 2074844 w 2491113"/>
              <a:gd name="connsiteY386" fmla="*/ 497254 h 560417"/>
              <a:gd name="connsiteX387" fmla="*/ 2004570 w 2491113"/>
              <a:gd name="connsiteY387" fmla="*/ 425152 h 560417"/>
              <a:gd name="connsiteX388" fmla="*/ 2011405 w 2491113"/>
              <a:gd name="connsiteY388" fmla="*/ 425152 h 560417"/>
              <a:gd name="connsiteX389" fmla="*/ 2018336 w 2491113"/>
              <a:gd name="connsiteY389" fmla="*/ 425152 h 560417"/>
              <a:gd name="connsiteX390" fmla="*/ 2018336 w 2491113"/>
              <a:gd name="connsiteY390" fmla="*/ 452202 h 560417"/>
              <a:gd name="connsiteX391" fmla="*/ 2044327 w 2491113"/>
              <a:gd name="connsiteY391" fmla="*/ 452202 h 560417"/>
              <a:gd name="connsiteX392" fmla="*/ 2044327 w 2491113"/>
              <a:gd name="connsiteY392" fmla="*/ 425152 h 560417"/>
              <a:gd name="connsiteX393" fmla="*/ 2051258 w 2491113"/>
              <a:gd name="connsiteY393" fmla="*/ 425152 h 560417"/>
              <a:gd name="connsiteX394" fmla="*/ 2058189 w 2491113"/>
              <a:gd name="connsiteY394" fmla="*/ 425152 h 560417"/>
              <a:gd name="connsiteX395" fmla="*/ 2058189 w 2491113"/>
              <a:gd name="connsiteY395" fmla="*/ 497254 h 560417"/>
              <a:gd name="connsiteX396" fmla="*/ 2051258 w 2491113"/>
              <a:gd name="connsiteY396" fmla="*/ 497254 h 560417"/>
              <a:gd name="connsiteX397" fmla="*/ 2044327 w 2491113"/>
              <a:gd name="connsiteY397" fmla="*/ 497254 h 560417"/>
              <a:gd name="connsiteX398" fmla="*/ 2044327 w 2491113"/>
              <a:gd name="connsiteY398" fmla="*/ 464621 h 560417"/>
              <a:gd name="connsiteX399" fmla="*/ 2018336 w 2491113"/>
              <a:gd name="connsiteY399" fmla="*/ 464621 h 560417"/>
              <a:gd name="connsiteX400" fmla="*/ 2018336 w 2491113"/>
              <a:gd name="connsiteY400" fmla="*/ 497254 h 560417"/>
              <a:gd name="connsiteX401" fmla="*/ 2011501 w 2491113"/>
              <a:gd name="connsiteY401" fmla="*/ 497254 h 560417"/>
              <a:gd name="connsiteX402" fmla="*/ 2004570 w 2491113"/>
              <a:gd name="connsiteY402" fmla="*/ 497254 h 560417"/>
              <a:gd name="connsiteX403" fmla="*/ 1869223 w 2491113"/>
              <a:gd name="connsiteY403" fmla="*/ 425152 h 560417"/>
              <a:gd name="connsiteX404" fmla="*/ 1918030 w 2491113"/>
              <a:gd name="connsiteY404" fmla="*/ 425152 h 560417"/>
              <a:gd name="connsiteX405" fmla="*/ 1918030 w 2491113"/>
              <a:gd name="connsiteY405" fmla="*/ 431505 h 560417"/>
              <a:gd name="connsiteX406" fmla="*/ 1918030 w 2491113"/>
              <a:gd name="connsiteY406" fmla="*/ 437955 h 560417"/>
              <a:gd name="connsiteX407" fmla="*/ 1883085 w 2491113"/>
              <a:gd name="connsiteY407" fmla="*/ 437955 h 560417"/>
              <a:gd name="connsiteX408" fmla="*/ 1883085 w 2491113"/>
              <a:gd name="connsiteY408" fmla="*/ 453261 h 560417"/>
              <a:gd name="connsiteX409" fmla="*/ 1915527 w 2491113"/>
              <a:gd name="connsiteY409" fmla="*/ 453261 h 560417"/>
              <a:gd name="connsiteX410" fmla="*/ 1915527 w 2491113"/>
              <a:gd name="connsiteY410" fmla="*/ 459422 h 560417"/>
              <a:gd name="connsiteX411" fmla="*/ 1915527 w 2491113"/>
              <a:gd name="connsiteY411" fmla="*/ 465679 h 560417"/>
              <a:gd name="connsiteX412" fmla="*/ 1883085 w 2491113"/>
              <a:gd name="connsiteY412" fmla="*/ 465679 h 560417"/>
              <a:gd name="connsiteX413" fmla="*/ 1883085 w 2491113"/>
              <a:gd name="connsiteY413" fmla="*/ 484451 h 560417"/>
              <a:gd name="connsiteX414" fmla="*/ 1919570 w 2491113"/>
              <a:gd name="connsiteY414" fmla="*/ 484451 h 560417"/>
              <a:gd name="connsiteX415" fmla="*/ 1919570 w 2491113"/>
              <a:gd name="connsiteY415" fmla="*/ 490901 h 560417"/>
              <a:gd name="connsiteX416" fmla="*/ 1919570 w 2491113"/>
              <a:gd name="connsiteY416" fmla="*/ 497254 h 560417"/>
              <a:gd name="connsiteX417" fmla="*/ 1869223 w 2491113"/>
              <a:gd name="connsiteY417" fmla="*/ 497254 h 560417"/>
              <a:gd name="connsiteX418" fmla="*/ 1803280 w 2491113"/>
              <a:gd name="connsiteY418" fmla="*/ 425152 h 560417"/>
              <a:gd name="connsiteX419" fmla="*/ 1857284 w 2491113"/>
              <a:gd name="connsiteY419" fmla="*/ 425152 h 560417"/>
              <a:gd name="connsiteX420" fmla="*/ 1857284 w 2491113"/>
              <a:gd name="connsiteY420" fmla="*/ 431505 h 560417"/>
              <a:gd name="connsiteX421" fmla="*/ 1857284 w 2491113"/>
              <a:gd name="connsiteY421" fmla="*/ 437955 h 560417"/>
              <a:gd name="connsiteX422" fmla="*/ 1837165 w 2491113"/>
              <a:gd name="connsiteY422" fmla="*/ 437955 h 560417"/>
              <a:gd name="connsiteX423" fmla="*/ 1837165 w 2491113"/>
              <a:gd name="connsiteY423" fmla="*/ 497254 h 560417"/>
              <a:gd name="connsiteX424" fmla="*/ 1830330 w 2491113"/>
              <a:gd name="connsiteY424" fmla="*/ 497254 h 560417"/>
              <a:gd name="connsiteX425" fmla="*/ 1823399 w 2491113"/>
              <a:gd name="connsiteY425" fmla="*/ 497254 h 560417"/>
              <a:gd name="connsiteX426" fmla="*/ 1823399 w 2491113"/>
              <a:gd name="connsiteY426" fmla="*/ 437955 h 560417"/>
              <a:gd name="connsiteX427" fmla="*/ 1803280 w 2491113"/>
              <a:gd name="connsiteY427" fmla="*/ 437955 h 560417"/>
              <a:gd name="connsiteX428" fmla="*/ 1803280 w 2491113"/>
              <a:gd name="connsiteY428" fmla="*/ 431602 h 560417"/>
              <a:gd name="connsiteX429" fmla="*/ 1719531 w 2491113"/>
              <a:gd name="connsiteY429" fmla="*/ 425152 h 560417"/>
              <a:gd name="connsiteX430" fmla="*/ 1766700 w 2491113"/>
              <a:gd name="connsiteY430" fmla="*/ 425152 h 560417"/>
              <a:gd name="connsiteX431" fmla="*/ 1766700 w 2491113"/>
              <a:gd name="connsiteY431" fmla="*/ 431505 h 560417"/>
              <a:gd name="connsiteX432" fmla="*/ 1766700 w 2491113"/>
              <a:gd name="connsiteY432" fmla="*/ 437955 h 560417"/>
              <a:gd name="connsiteX433" fmla="*/ 1733393 w 2491113"/>
              <a:gd name="connsiteY433" fmla="*/ 437955 h 560417"/>
              <a:gd name="connsiteX434" fmla="*/ 1733393 w 2491113"/>
              <a:gd name="connsiteY434" fmla="*/ 454321 h 560417"/>
              <a:gd name="connsiteX435" fmla="*/ 1762466 w 2491113"/>
              <a:gd name="connsiteY435" fmla="*/ 454321 h 560417"/>
              <a:gd name="connsiteX436" fmla="*/ 1762466 w 2491113"/>
              <a:gd name="connsiteY436" fmla="*/ 460577 h 560417"/>
              <a:gd name="connsiteX437" fmla="*/ 1762466 w 2491113"/>
              <a:gd name="connsiteY437" fmla="*/ 466738 h 560417"/>
              <a:gd name="connsiteX438" fmla="*/ 1733393 w 2491113"/>
              <a:gd name="connsiteY438" fmla="*/ 466738 h 560417"/>
              <a:gd name="connsiteX439" fmla="*/ 1733393 w 2491113"/>
              <a:gd name="connsiteY439" fmla="*/ 497254 h 560417"/>
              <a:gd name="connsiteX440" fmla="*/ 1726462 w 2491113"/>
              <a:gd name="connsiteY440" fmla="*/ 497254 h 560417"/>
              <a:gd name="connsiteX441" fmla="*/ 1719531 w 2491113"/>
              <a:gd name="connsiteY441" fmla="*/ 497254 h 560417"/>
              <a:gd name="connsiteX442" fmla="*/ 1549143 w 2491113"/>
              <a:gd name="connsiteY442" fmla="*/ 425152 h 560417"/>
              <a:gd name="connsiteX443" fmla="*/ 1598046 w 2491113"/>
              <a:gd name="connsiteY443" fmla="*/ 425152 h 560417"/>
              <a:gd name="connsiteX444" fmla="*/ 1598046 w 2491113"/>
              <a:gd name="connsiteY444" fmla="*/ 431505 h 560417"/>
              <a:gd name="connsiteX445" fmla="*/ 1598046 w 2491113"/>
              <a:gd name="connsiteY445" fmla="*/ 437955 h 560417"/>
              <a:gd name="connsiteX446" fmla="*/ 1563005 w 2491113"/>
              <a:gd name="connsiteY446" fmla="*/ 437955 h 560417"/>
              <a:gd name="connsiteX447" fmla="*/ 1563005 w 2491113"/>
              <a:gd name="connsiteY447" fmla="*/ 453261 h 560417"/>
              <a:gd name="connsiteX448" fmla="*/ 1595447 w 2491113"/>
              <a:gd name="connsiteY448" fmla="*/ 453261 h 560417"/>
              <a:gd name="connsiteX449" fmla="*/ 1595447 w 2491113"/>
              <a:gd name="connsiteY449" fmla="*/ 459422 h 560417"/>
              <a:gd name="connsiteX450" fmla="*/ 1595447 w 2491113"/>
              <a:gd name="connsiteY450" fmla="*/ 465679 h 560417"/>
              <a:gd name="connsiteX451" fmla="*/ 1563005 w 2491113"/>
              <a:gd name="connsiteY451" fmla="*/ 465679 h 560417"/>
              <a:gd name="connsiteX452" fmla="*/ 1563005 w 2491113"/>
              <a:gd name="connsiteY452" fmla="*/ 484451 h 560417"/>
              <a:gd name="connsiteX453" fmla="*/ 1599586 w 2491113"/>
              <a:gd name="connsiteY453" fmla="*/ 484451 h 560417"/>
              <a:gd name="connsiteX454" fmla="*/ 1599586 w 2491113"/>
              <a:gd name="connsiteY454" fmla="*/ 490901 h 560417"/>
              <a:gd name="connsiteX455" fmla="*/ 1599586 w 2491113"/>
              <a:gd name="connsiteY455" fmla="*/ 497254 h 560417"/>
              <a:gd name="connsiteX456" fmla="*/ 1549143 w 2491113"/>
              <a:gd name="connsiteY456" fmla="*/ 497254 h 560417"/>
              <a:gd name="connsiteX457" fmla="*/ 1483297 w 2491113"/>
              <a:gd name="connsiteY457" fmla="*/ 425152 h 560417"/>
              <a:gd name="connsiteX458" fmla="*/ 1537205 w 2491113"/>
              <a:gd name="connsiteY458" fmla="*/ 425152 h 560417"/>
              <a:gd name="connsiteX459" fmla="*/ 1537205 w 2491113"/>
              <a:gd name="connsiteY459" fmla="*/ 431505 h 560417"/>
              <a:gd name="connsiteX460" fmla="*/ 1537205 w 2491113"/>
              <a:gd name="connsiteY460" fmla="*/ 437955 h 560417"/>
              <a:gd name="connsiteX461" fmla="*/ 1517182 w 2491113"/>
              <a:gd name="connsiteY461" fmla="*/ 437955 h 560417"/>
              <a:gd name="connsiteX462" fmla="*/ 1517182 w 2491113"/>
              <a:gd name="connsiteY462" fmla="*/ 497254 h 560417"/>
              <a:gd name="connsiteX463" fmla="*/ 1510251 w 2491113"/>
              <a:gd name="connsiteY463" fmla="*/ 497254 h 560417"/>
              <a:gd name="connsiteX464" fmla="*/ 1503320 w 2491113"/>
              <a:gd name="connsiteY464" fmla="*/ 497254 h 560417"/>
              <a:gd name="connsiteX465" fmla="*/ 1503320 w 2491113"/>
              <a:gd name="connsiteY465" fmla="*/ 437955 h 560417"/>
              <a:gd name="connsiteX466" fmla="*/ 1483297 w 2491113"/>
              <a:gd name="connsiteY466" fmla="*/ 437955 h 560417"/>
              <a:gd name="connsiteX467" fmla="*/ 1483297 w 2491113"/>
              <a:gd name="connsiteY467" fmla="*/ 431602 h 560417"/>
              <a:gd name="connsiteX468" fmla="*/ 1352665 w 2491113"/>
              <a:gd name="connsiteY468" fmla="*/ 425152 h 560417"/>
              <a:gd name="connsiteX469" fmla="*/ 1406573 w 2491113"/>
              <a:gd name="connsiteY469" fmla="*/ 425152 h 560417"/>
              <a:gd name="connsiteX470" fmla="*/ 1406573 w 2491113"/>
              <a:gd name="connsiteY470" fmla="*/ 431505 h 560417"/>
              <a:gd name="connsiteX471" fmla="*/ 1406573 w 2491113"/>
              <a:gd name="connsiteY471" fmla="*/ 437955 h 560417"/>
              <a:gd name="connsiteX472" fmla="*/ 1386550 w 2491113"/>
              <a:gd name="connsiteY472" fmla="*/ 437955 h 560417"/>
              <a:gd name="connsiteX473" fmla="*/ 1386550 w 2491113"/>
              <a:gd name="connsiteY473" fmla="*/ 497254 h 560417"/>
              <a:gd name="connsiteX474" fmla="*/ 1379619 w 2491113"/>
              <a:gd name="connsiteY474" fmla="*/ 497254 h 560417"/>
              <a:gd name="connsiteX475" fmla="*/ 1372688 w 2491113"/>
              <a:gd name="connsiteY475" fmla="*/ 497254 h 560417"/>
              <a:gd name="connsiteX476" fmla="*/ 1372688 w 2491113"/>
              <a:gd name="connsiteY476" fmla="*/ 437955 h 560417"/>
              <a:gd name="connsiteX477" fmla="*/ 1352665 w 2491113"/>
              <a:gd name="connsiteY477" fmla="*/ 437955 h 560417"/>
              <a:gd name="connsiteX478" fmla="*/ 1352665 w 2491113"/>
              <a:gd name="connsiteY478" fmla="*/ 431602 h 560417"/>
              <a:gd name="connsiteX479" fmla="*/ 1327830 w 2491113"/>
              <a:gd name="connsiteY479" fmla="*/ 425152 h 560417"/>
              <a:gd name="connsiteX480" fmla="*/ 1334761 w 2491113"/>
              <a:gd name="connsiteY480" fmla="*/ 425152 h 560417"/>
              <a:gd name="connsiteX481" fmla="*/ 1341692 w 2491113"/>
              <a:gd name="connsiteY481" fmla="*/ 425152 h 560417"/>
              <a:gd name="connsiteX482" fmla="*/ 1341692 w 2491113"/>
              <a:gd name="connsiteY482" fmla="*/ 497254 h 560417"/>
              <a:gd name="connsiteX483" fmla="*/ 1334857 w 2491113"/>
              <a:gd name="connsiteY483" fmla="*/ 497254 h 560417"/>
              <a:gd name="connsiteX484" fmla="*/ 1327830 w 2491113"/>
              <a:gd name="connsiteY484" fmla="*/ 497254 h 560417"/>
              <a:gd name="connsiteX485" fmla="*/ 1263140 w 2491113"/>
              <a:gd name="connsiteY485" fmla="*/ 425152 h 560417"/>
              <a:gd name="connsiteX486" fmla="*/ 1317048 w 2491113"/>
              <a:gd name="connsiteY486" fmla="*/ 425152 h 560417"/>
              <a:gd name="connsiteX487" fmla="*/ 1317048 w 2491113"/>
              <a:gd name="connsiteY487" fmla="*/ 431505 h 560417"/>
              <a:gd name="connsiteX488" fmla="*/ 1317048 w 2491113"/>
              <a:gd name="connsiteY488" fmla="*/ 437955 h 560417"/>
              <a:gd name="connsiteX489" fmla="*/ 1297025 w 2491113"/>
              <a:gd name="connsiteY489" fmla="*/ 437955 h 560417"/>
              <a:gd name="connsiteX490" fmla="*/ 1297025 w 2491113"/>
              <a:gd name="connsiteY490" fmla="*/ 497254 h 560417"/>
              <a:gd name="connsiteX491" fmla="*/ 1290094 w 2491113"/>
              <a:gd name="connsiteY491" fmla="*/ 497254 h 560417"/>
              <a:gd name="connsiteX492" fmla="*/ 1283163 w 2491113"/>
              <a:gd name="connsiteY492" fmla="*/ 497254 h 560417"/>
              <a:gd name="connsiteX493" fmla="*/ 1283163 w 2491113"/>
              <a:gd name="connsiteY493" fmla="*/ 437955 h 560417"/>
              <a:gd name="connsiteX494" fmla="*/ 1263140 w 2491113"/>
              <a:gd name="connsiteY494" fmla="*/ 437955 h 560417"/>
              <a:gd name="connsiteX495" fmla="*/ 1263140 w 2491113"/>
              <a:gd name="connsiteY495" fmla="*/ 431602 h 560417"/>
              <a:gd name="connsiteX496" fmla="*/ 1132315 w 2491113"/>
              <a:gd name="connsiteY496" fmla="*/ 425152 h 560417"/>
              <a:gd name="connsiteX497" fmla="*/ 1139631 w 2491113"/>
              <a:gd name="connsiteY497" fmla="*/ 425152 h 560417"/>
              <a:gd name="connsiteX498" fmla="*/ 1146851 w 2491113"/>
              <a:gd name="connsiteY498" fmla="*/ 425152 h 560417"/>
              <a:gd name="connsiteX499" fmla="*/ 1173516 w 2491113"/>
              <a:gd name="connsiteY499" fmla="*/ 475788 h 560417"/>
              <a:gd name="connsiteX500" fmla="*/ 1173516 w 2491113"/>
              <a:gd name="connsiteY500" fmla="*/ 425152 h 560417"/>
              <a:gd name="connsiteX501" fmla="*/ 1179966 w 2491113"/>
              <a:gd name="connsiteY501" fmla="*/ 425152 h 560417"/>
              <a:gd name="connsiteX502" fmla="*/ 1186512 w 2491113"/>
              <a:gd name="connsiteY502" fmla="*/ 425152 h 560417"/>
              <a:gd name="connsiteX503" fmla="*/ 1186512 w 2491113"/>
              <a:gd name="connsiteY503" fmla="*/ 497254 h 560417"/>
              <a:gd name="connsiteX504" fmla="*/ 1179581 w 2491113"/>
              <a:gd name="connsiteY504" fmla="*/ 497254 h 560417"/>
              <a:gd name="connsiteX505" fmla="*/ 1172650 w 2491113"/>
              <a:gd name="connsiteY505" fmla="*/ 497254 h 560417"/>
              <a:gd name="connsiteX506" fmla="*/ 1145311 w 2491113"/>
              <a:gd name="connsiteY506" fmla="*/ 445271 h 560417"/>
              <a:gd name="connsiteX507" fmla="*/ 1145311 w 2491113"/>
              <a:gd name="connsiteY507" fmla="*/ 497254 h 560417"/>
              <a:gd name="connsiteX508" fmla="*/ 1138861 w 2491113"/>
              <a:gd name="connsiteY508" fmla="*/ 497254 h 560417"/>
              <a:gd name="connsiteX509" fmla="*/ 1132315 w 2491113"/>
              <a:gd name="connsiteY509" fmla="*/ 497254 h 560417"/>
              <a:gd name="connsiteX510" fmla="*/ 1102570 w 2491113"/>
              <a:gd name="connsiteY510" fmla="*/ 425152 h 560417"/>
              <a:gd name="connsiteX511" fmla="*/ 1109405 w 2491113"/>
              <a:gd name="connsiteY511" fmla="*/ 425152 h 560417"/>
              <a:gd name="connsiteX512" fmla="*/ 1116432 w 2491113"/>
              <a:gd name="connsiteY512" fmla="*/ 425152 h 560417"/>
              <a:gd name="connsiteX513" fmla="*/ 1116432 w 2491113"/>
              <a:gd name="connsiteY513" fmla="*/ 497254 h 560417"/>
              <a:gd name="connsiteX514" fmla="*/ 1109501 w 2491113"/>
              <a:gd name="connsiteY514" fmla="*/ 497254 h 560417"/>
              <a:gd name="connsiteX515" fmla="*/ 1102570 w 2491113"/>
              <a:gd name="connsiteY515" fmla="*/ 497254 h 560417"/>
              <a:gd name="connsiteX516" fmla="*/ 927560 w 2491113"/>
              <a:gd name="connsiteY516" fmla="*/ 425152 h 560417"/>
              <a:gd name="connsiteX517" fmla="*/ 934780 w 2491113"/>
              <a:gd name="connsiteY517" fmla="*/ 425152 h 560417"/>
              <a:gd name="connsiteX518" fmla="*/ 942096 w 2491113"/>
              <a:gd name="connsiteY518" fmla="*/ 425152 h 560417"/>
              <a:gd name="connsiteX519" fmla="*/ 968665 w 2491113"/>
              <a:gd name="connsiteY519" fmla="*/ 475788 h 560417"/>
              <a:gd name="connsiteX520" fmla="*/ 968665 w 2491113"/>
              <a:gd name="connsiteY520" fmla="*/ 425152 h 560417"/>
              <a:gd name="connsiteX521" fmla="*/ 975114 w 2491113"/>
              <a:gd name="connsiteY521" fmla="*/ 425152 h 560417"/>
              <a:gd name="connsiteX522" fmla="*/ 981660 w 2491113"/>
              <a:gd name="connsiteY522" fmla="*/ 425152 h 560417"/>
              <a:gd name="connsiteX523" fmla="*/ 981660 w 2491113"/>
              <a:gd name="connsiteY523" fmla="*/ 497254 h 560417"/>
              <a:gd name="connsiteX524" fmla="*/ 974730 w 2491113"/>
              <a:gd name="connsiteY524" fmla="*/ 497254 h 560417"/>
              <a:gd name="connsiteX525" fmla="*/ 967799 w 2491113"/>
              <a:gd name="connsiteY525" fmla="*/ 497254 h 560417"/>
              <a:gd name="connsiteX526" fmla="*/ 940459 w 2491113"/>
              <a:gd name="connsiteY526" fmla="*/ 445271 h 560417"/>
              <a:gd name="connsiteX527" fmla="*/ 940459 w 2491113"/>
              <a:gd name="connsiteY527" fmla="*/ 497254 h 560417"/>
              <a:gd name="connsiteX528" fmla="*/ 934010 w 2491113"/>
              <a:gd name="connsiteY528" fmla="*/ 497254 h 560417"/>
              <a:gd name="connsiteX529" fmla="*/ 927560 w 2491113"/>
              <a:gd name="connsiteY529" fmla="*/ 497254 h 560417"/>
              <a:gd name="connsiteX530" fmla="*/ 897718 w 2491113"/>
              <a:gd name="connsiteY530" fmla="*/ 425152 h 560417"/>
              <a:gd name="connsiteX531" fmla="*/ 904649 w 2491113"/>
              <a:gd name="connsiteY531" fmla="*/ 425152 h 560417"/>
              <a:gd name="connsiteX532" fmla="*/ 911580 w 2491113"/>
              <a:gd name="connsiteY532" fmla="*/ 425152 h 560417"/>
              <a:gd name="connsiteX533" fmla="*/ 911580 w 2491113"/>
              <a:gd name="connsiteY533" fmla="*/ 497254 h 560417"/>
              <a:gd name="connsiteX534" fmla="*/ 904649 w 2491113"/>
              <a:gd name="connsiteY534" fmla="*/ 497254 h 560417"/>
              <a:gd name="connsiteX535" fmla="*/ 897718 w 2491113"/>
              <a:gd name="connsiteY535" fmla="*/ 497254 h 560417"/>
              <a:gd name="connsiteX536" fmla="*/ 813198 w 2491113"/>
              <a:gd name="connsiteY536" fmla="*/ 425152 h 560417"/>
              <a:gd name="connsiteX537" fmla="*/ 820129 w 2491113"/>
              <a:gd name="connsiteY537" fmla="*/ 425152 h 560417"/>
              <a:gd name="connsiteX538" fmla="*/ 827060 w 2491113"/>
              <a:gd name="connsiteY538" fmla="*/ 425152 h 560417"/>
              <a:gd name="connsiteX539" fmla="*/ 827060 w 2491113"/>
              <a:gd name="connsiteY539" fmla="*/ 497254 h 560417"/>
              <a:gd name="connsiteX540" fmla="*/ 820225 w 2491113"/>
              <a:gd name="connsiteY540" fmla="*/ 497254 h 560417"/>
              <a:gd name="connsiteX541" fmla="*/ 813198 w 2491113"/>
              <a:gd name="connsiteY541" fmla="*/ 497254 h 560417"/>
              <a:gd name="connsiteX542" fmla="*/ 748989 w 2491113"/>
              <a:gd name="connsiteY542" fmla="*/ 425152 h 560417"/>
              <a:gd name="connsiteX543" fmla="*/ 797796 w 2491113"/>
              <a:gd name="connsiteY543" fmla="*/ 425152 h 560417"/>
              <a:gd name="connsiteX544" fmla="*/ 797796 w 2491113"/>
              <a:gd name="connsiteY544" fmla="*/ 431505 h 560417"/>
              <a:gd name="connsiteX545" fmla="*/ 797796 w 2491113"/>
              <a:gd name="connsiteY545" fmla="*/ 437955 h 560417"/>
              <a:gd name="connsiteX546" fmla="*/ 762851 w 2491113"/>
              <a:gd name="connsiteY546" fmla="*/ 437955 h 560417"/>
              <a:gd name="connsiteX547" fmla="*/ 762851 w 2491113"/>
              <a:gd name="connsiteY547" fmla="*/ 453261 h 560417"/>
              <a:gd name="connsiteX548" fmla="*/ 795293 w 2491113"/>
              <a:gd name="connsiteY548" fmla="*/ 453261 h 560417"/>
              <a:gd name="connsiteX549" fmla="*/ 795293 w 2491113"/>
              <a:gd name="connsiteY549" fmla="*/ 459422 h 560417"/>
              <a:gd name="connsiteX550" fmla="*/ 795293 w 2491113"/>
              <a:gd name="connsiteY550" fmla="*/ 465679 h 560417"/>
              <a:gd name="connsiteX551" fmla="*/ 762851 w 2491113"/>
              <a:gd name="connsiteY551" fmla="*/ 465679 h 560417"/>
              <a:gd name="connsiteX552" fmla="*/ 762851 w 2491113"/>
              <a:gd name="connsiteY552" fmla="*/ 484451 h 560417"/>
              <a:gd name="connsiteX553" fmla="*/ 799336 w 2491113"/>
              <a:gd name="connsiteY553" fmla="*/ 484451 h 560417"/>
              <a:gd name="connsiteX554" fmla="*/ 799336 w 2491113"/>
              <a:gd name="connsiteY554" fmla="*/ 490901 h 560417"/>
              <a:gd name="connsiteX555" fmla="*/ 799336 w 2491113"/>
              <a:gd name="connsiteY555" fmla="*/ 497254 h 560417"/>
              <a:gd name="connsiteX556" fmla="*/ 748989 w 2491113"/>
              <a:gd name="connsiteY556" fmla="*/ 497254 h 560417"/>
              <a:gd name="connsiteX557" fmla="*/ 678155 w 2491113"/>
              <a:gd name="connsiteY557" fmla="*/ 425015 h 560417"/>
              <a:gd name="connsiteX558" fmla="*/ 710596 w 2491113"/>
              <a:gd name="connsiteY558" fmla="*/ 425015 h 560417"/>
              <a:gd name="connsiteX559" fmla="*/ 725614 w 2491113"/>
              <a:gd name="connsiteY559" fmla="*/ 429828 h 560417"/>
              <a:gd name="connsiteX560" fmla="*/ 731101 w 2491113"/>
              <a:gd name="connsiteY560" fmla="*/ 443305 h 560417"/>
              <a:gd name="connsiteX561" fmla="*/ 724940 w 2491113"/>
              <a:gd name="connsiteY561" fmla="*/ 456878 h 560417"/>
              <a:gd name="connsiteX562" fmla="*/ 722726 w 2491113"/>
              <a:gd name="connsiteY562" fmla="*/ 458322 h 560417"/>
              <a:gd name="connsiteX563" fmla="*/ 726962 w 2491113"/>
              <a:gd name="connsiteY563" fmla="*/ 460728 h 560417"/>
              <a:gd name="connsiteX564" fmla="*/ 733315 w 2491113"/>
              <a:gd name="connsiteY564" fmla="*/ 474590 h 560417"/>
              <a:gd name="connsiteX565" fmla="*/ 726962 w 2491113"/>
              <a:gd name="connsiteY565" fmla="*/ 491341 h 560417"/>
              <a:gd name="connsiteX566" fmla="*/ 708575 w 2491113"/>
              <a:gd name="connsiteY566" fmla="*/ 497117 h 560417"/>
              <a:gd name="connsiteX567" fmla="*/ 678444 w 2491113"/>
              <a:gd name="connsiteY567" fmla="*/ 497117 h 560417"/>
              <a:gd name="connsiteX568" fmla="*/ 867316 w 2491113"/>
              <a:gd name="connsiteY568" fmla="*/ 425015 h 560417"/>
              <a:gd name="connsiteX569" fmla="*/ 881082 w 2491113"/>
              <a:gd name="connsiteY569" fmla="*/ 425015 h 560417"/>
              <a:gd name="connsiteX570" fmla="*/ 881082 w 2491113"/>
              <a:gd name="connsiteY570" fmla="*/ 476901 h 560417"/>
              <a:gd name="connsiteX571" fmla="*/ 875691 w 2491113"/>
              <a:gd name="connsiteY571" fmla="*/ 493459 h 560417"/>
              <a:gd name="connsiteX572" fmla="*/ 859710 w 2491113"/>
              <a:gd name="connsiteY572" fmla="*/ 499139 h 560417"/>
              <a:gd name="connsiteX573" fmla="*/ 843250 w 2491113"/>
              <a:gd name="connsiteY573" fmla="*/ 492881 h 560417"/>
              <a:gd name="connsiteX574" fmla="*/ 838340 w 2491113"/>
              <a:gd name="connsiteY574" fmla="*/ 473628 h 560417"/>
              <a:gd name="connsiteX575" fmla="*/ 838340 w 2491113"/>
              <a:gd name="connsiteY575" fmla="*/ 469874 h 560417"/>
              <a:gd name="connsiteX576" fmla="*/ 851528 w 2491113"/>
              <a:gd name="connsiteY576" fmla="*/ 469874 h 560417"/>
              <a:gd name="connsiteX577" fmla="*/ 851528 w 2491113"/>
              <a:gd name="connsiteY577" fmla="*/ 474206 h 560417"/>
              <a:gd name="connsiteX578" fmla="*/ 853358 w 2491113"/>
              <a:gd name="connsiteY578" fmla="*/ 483833 h 560417"/>
              <a:gd name="connsiteX579" fmla="*/ 859614 w 2491113"/>
              <a:gd name="connsiteY579" fmla="*/ 487009 h 560417"/>
              <a:gd name="connsiteX580" fmla="*/ 865486 w 2491113"/>
              <a:gd name="connsiteY580" fmla="*/ 484699 h 560417"/>
              <a:gd name="connsiteX581" fmla="*/ 867316 w 2491113"/>
              <a:gd name="connsiteY581" fmla="*/ 477191 h 560417"/>
              <a:gd name="connsiteX582" fmla="*/ 1417469 w 2491113"/>
              <a:gd name="connsiteY582" fmla="*/ 424919 h 560417"/>
              <a:gd name="connsiteX583" fmla="*/ 1431331 w 2491113"/>
              <a:gd name="connsiteY583" fmla="*/ 424919 h 560417"/>
              <a:gd name="connsiteX584" fmla="*/ 1431331 w 2491113"/>
              <a:gd name="connsiteY584" fmla="*/ 470356 h 560417"/>
              <a:gd name="connsiteX585" fmla="*/ 1434604 w 2491113"/>
              <a:gd name="connsiteY585" fmla="*/ 482004 h 560417"/>
              <a:gd name="connsiteX586" fmla="*/ 1444230 w 2491113"/>
              <a:gd name="connsiteY586" fmla="*/ 485854 h 560417"/>
              <a:gd name="connsiteX587" fmla="*/ 1453856 w 2491113"/>
              <a:gd name="connsiteY587" fmla="*/ 482293 h 560417"/>
              <a:gd name="connsiteX588" fmla="*/ 1456841 w 2491113"/>
              <a:gd name="connsiteY588" fmla="*/ 470356 h 560417"/>
              <a:gd name="connsiteX589" fmla="*/ 1456841 w 2491113"/>
              <a:gd name="connsiteY589" fmla="*/ 424919 h 560417"/>
              <a:gd name="connsiteX590" fmla="*/ 1471088 w 2491113"/>
              <a:gd name="connsiteY590" fmla="*/ 424919 h 560417"/>
              <a:gd name="connsiteX591" fmla="*/ 1471088 w 2491113"/>
              <a:gd name="connsiteY591" fmla="*/ 469875 h 560417"/>
              <a:gd name="connsiteX592" fmla="*/ 1464830 w 2491113"/>
              <a:gd name="connsiteY592" fmla="*/ 492208 h 560417"/>
              <a:gd name="connsiteX593" fmla="*/ 1444326 w 2491113"/>
              <a:gd name="connsiteY593" fmla="*/ 499043 h 560417"/>
              <a:gd name="connsiteX594" fmla="*/ 1424111 w 2491113"/>
              <a:gd name="connsiteY594" fmla="*/ 491919 h 560417"/>
              <a:gd name="connsiteX595" fmla="*/ 1417469 w 2491113"/>
              <a:gd name="connsiteY595" fmla="*/ 469875 h 560417"/>
              <a:gd name="connsiteX596" fmla="*/ 2308540 w 2491113"/>
              <a:gd name="connsiteY596" fmla="*/ 423329 h 560417"/>
              <a:gd name="connsiteX597" fmla="*/ 2331069 w 2491113"/>
              <a:gd name="connsiteY597" fmla="*/ 431222 h 560417"/>
              <a:gd name="connsiteX598" fmla="*/ 2333524 w 2491113"/>
              <a:gd name="connsiteY598" fmla="*/ 433678 h 560417"/>
              <a:gd name="connsiteX599" fmla="*/ 2342189 w 2491113"/>
              <a:gd name="connsiteY599" fmla="*/ 461692 h 560417"/>
              <a:gd name="connsiteX600" fmla="*/ 2333524 w 2491113"/>
              <a:gd name="connsiteY600" fmla="*/ 489127 h 560417"/>
              <a:gd name="connsiteX601" fmla="*/ 2288910 w 2491113"/>
              <a:gd name="connsiteY601" fmla="*/ 491009 h 560417"/>
              <a:gd name="connsiteX602" fmla="*/ 2287028 w 2491113"/>
              <a:gd name="connsiteY602" fmla="*/ 489127 h 560417"/>
              <a:gd name="connsiteX603" fmla="*/ 2278364 w 2491113"/>
              <a:gd name="connsiteY603" fmla="*/ 461692 h 560417"/>
              <a:gd name="connsiteX604" fmla="*/ 2287028 w 2491113"/>
              <a:gd name="connsiteY604" fmla="*/ 433678 h 560417"/>
              <a:gd name="connsiteX605" fmla="*/ 2308540 w 2491113"/>
              <a:gd name="connsiteY605" fmla="*/ 423329 h 560417"/>
              <a:gd name="connsiteX606" fmla="*/ 2172788 w 2491113"/>
              <a:gd name="connsiteY606" fmla="*/ 423322 h 560417"/>
              <a:gd name="connsiteX607" fmla="*/ 2195378 w 2491113"/>
              <a:gd name="connsiteY607" fmla="*/ 431266 h 560417"/>
              <a:gd name="connsiteX608" fmla="*/ 2197790 w 2491113"/>
              <a:gd name="connsiteY608" fmla="*/ 433678 h 560417"/>
              <a:gd name="connsiteX609" fmla="*/ 2206359 w 2491113"/>
              <a:gd name="connsiteY609" fmla="*/ 461692 h 560417"/>
              <a:gd name="connsiteX610" fmla="*/ 2197790 w 2491113"/>
              <a:gd name="connsiteY610" fmla="*/ 489128 h 560417"/>
              <a:gd name="connsiteX611" fmla="*/ 2153040 w 2491113"/>
              <a:gd name="connsiteY611" fmla="*/ 490967 h 560417"/>
              <a:gd name="connsiteX612" fmla="*/ 2151199 w 2491113"/>
              <a:gd name="connsiteY612" fmla="*/ 489128 h 560417"/>
              <a:gd name="connsiteX613" fmla="*/ 2151198 w 2491113"/>
              <a:gd name="connsiteY613" fmla="*/ 489128 h 560417"/>
              <a:gd name="connsiteX614" fmla="*/ 2142631 w 2491113"/>
              <a:gd name="connsiteY614" fmla="*/ 461692 h 560417"/>
              <a:gd name="connsiteX615" fmla="*/ 2151198 w 2491113"/>
              <a:gd name="connsiteY615" fmla="*/ 433678 h 560417"/>
              <a:gd name="connsiteX616" fmla="*/ 2172788 w 2491113"/>
              <a:gd name="connsiteY616" fmla="*/ 423322 h 560417"/>
              <a:gd name="connsiteX617" fmla="*/ 1670767 w 2491113"/>
              <a:gd name="connsiteY617" fmla="*/ 423322 h 560417"/>
              <a:gd name="connsiteX618" fmla="*/ 1693357 w 2491113"/>
              <a:gd name="connsiteY618" fmla="*/ 431266 h 560417"/>
              <a:gd name="connsiteX619" fmla="*/ 1695769 w 2491113"/>
              <a:gd name="connsiteY619" fmla="*/ 433678 h 560417"/>
              <a:gd name="connsiteX620" fmla="*/ 1704338 w 2491113"/>
              <a:gd name="connsiteY620" fmla="*/ 461692 h 560417"/>
              <a:gd name="connsiteX621" fmla="*/ 1695769 w 2491113"/>
              <a:gd name="connsiteY621" fmla="*/ 489128 h 560417"/>
              <a:gd name="connsiteX622" fmla="*/ 1651019 w 2491113"/>
              <a:gd name="connsiteY622" fmla="*/ 490967 h 560417"/>
              <a:gd name="connsiteX623" fmla="*/ 1649178 w 2491113"/>
              <a:gd name="connsiteY623" fmla="*/ 489128 h 560417"/>
              <a:gd name="connsiteX624" fmla="*/ 1649177 w 2491113"/>
              <a:gd name="connsiteY624" fmla="*/ 489128 h 560417"/>
              <a:gd name="connsiteX625" fmla="*/ 1640610 w 2491113"/>
              <a:gd name="connsiteY625" fmla="*/ 461692 h 560417"/>
              <a:gd name="connsiteX626" fmla="*/ 1649177 w 2491113"/>
              <a:gd name="connsiteY626" fmla="*/ 433678 h 560417"/>
              <a:gd name="connsiteX627" fmla="*/ 1670767 w 2491113"/>
              <a:gd name="connsiteY627" fmla="*/ 423322 h 560417"/>
              <a:gd name="connsiteX628" fmla="*/ 2386470 w 2491113"/>
              <a:gd name="connsiteY628" fmla="*/ 423282 h 560417"/>
              <a:gd name="connsiteX629" fmla="*/ 2406397 w 2491113"/>
              <a:gd name="connsiteY629" fmla="*/ 429828 h 560417"/>
              <a:gd name="connsiteX630" fmla="*/ 2415542 w 2491113"/>
              <a:gd name="connsiteY630" fmla="*/ 447541 h 560417"/>
              <a:gd name="connsiteX631" fmla="*/ 2401969 w 2491113"/>
              <a:gd name="connsiteY631" fmla="*/ 447541 h 560417"/>
              <a:gd name="connsiteX632" fmla="*/ 2397059 w 2491113"/>
              <a:gd name="connsiteY632" fmla="*/ 439358 h 560417"/>
              <a:gd name="connsiteX633" fmla="*/ 2387433 w 2491113"/>
              <a:gd name="connsiteY633" fmla="*/ 435797 h 560417"/>
              <a:gd name="connsiteX634" fmla="*/ 2373282 w 2491113"/>
              <a:gd name="connsiteY634" fmla="*/ 442535 h 560417"/>
              <a:gd name="connsiteX635" fmla="*/ 2373282 w 2491113"/>
              <a:gd name="connsiteY635" fmla="*/ 480078 h 560417"/>
              <a:gd name="connsiteX636" fmla="*/ 2387626 w 2491113"/>
              <a:gd name="connsiteY636" fmla="*/ 486528 h 560417"/>
              <a:gd name="connsiteX637" fmla="*/ 2400140 w 2491113"/>
              <a:gd name="connsiteY637" fmla="*/ 479790 h 560417"/>
              <a:gd name="connsiteX638" fmla="*/ 2403797 w 2491113"/>
              <a:gd name="connsiteY638" fmla="*/ 470933 h 560417"/>
              <a:gd name="connsiteX639" fmla="*/ 2388203 w 2491113"/>
              <a:gd name="connsiteY639" fmla="*/ 470933 h 560417"/>
              <a:gd name="connsiteX640" fmla="*/ 2388203 w 2491113"/>
              <a:gd name="connsiteY640" fmla="*/ 458515 h 560417"/>
              <a:gd name="connsiteX641" fmla="*/ 2416023 w 2491113"/>
              <a:gd name="connsiteY641" fmla="*/ 458515 h 560417"/>
              <a:gd name="connsiteX642" fmla="*/ 2416023 w 2491113"/>
              <a:gd name="connsiteY642" fmla="*/ 497021 h 560417"/>
              <a:gd name="connsiteX643" fmla="*/ 2406397 w 2491113"/>
              <a:gd name="connsiteY643" fmla="*/ 497021 h 560417"/>
              <a:gd name="connsiteX644" fmla="*/ 2405050 w 2491113"/>
              <a:gd name="connsiteY644" fmla="*/ 487395 h 560417"/>
              <a:gd name="connsiteX645" fmla="*/ 2404857 w 2491113"/>
              <a:gd name="connsiteY645" fmla="*/ 489127 h 560417"/>
              <a:gd name="connsiteX646" fmla="*/ 2385604 w 2491113"/>
              <a:gd name="connsiteY646" fmla="*/ 499332 h 560417"/>
              <a:gd name="connsiteX647" fmla="*/ 2385604 w 2491113"/>
              <a:gd name="connsiteY647" fmla="*/ 498753 h 560417"/>
              <a:gd name="connsiteX648" fmla="*/ 2362500 w 2491113"/>
              <a:gd name="connsiteY648" fmla="*/ 489127 h 560417"/>
              <a:gd name="connsiteX649" fmla="*/ 2362500 w 2491113"/>
              <a:gd name="connsiteY649" fmla="*/ 433679 h 560417"/>
              <a:gd name="connsiteX650" fmla="*/ 2386470 w 2491113"/>
              <a:gd name="connsiteY650" fmla="*/ 423282 h 560417"/>
              <a:gd name="connsiteX651" fmla="*/ 1962616 w 2491113"/>
              <a:gd name="connsiteY651" fmla="*/ 423090 h 560417"/>
              <a:gd name="connsiteX652" fmla="*/ 1981869 w 2491113"/>
              <a:gd name="connsiteY652" fmla="*/ 430021 h 560417"/>
              <a:gd name="connsiteX653" fmla="*/ 1991495 w 2491113"/>
              <a:gd name="connsiteY653" fmla="*/ 448792 h 560417"/>
              <a:gd name="connsiteX654" fmla="*/ 1977633 w 2491113"/>
              <a:gd name="connsiteY654" fmla="*/ 448792 h 560417"/>
              <a:gd name="connsiteX655" fmla="*/ 1973012 w 2491113"/>
              <a:gd name="connsiteY655" fmla="*/ 439165 h 560417"/>
              <a:gd name="connsiteX656" fmla="*/ 1963386 w 2491113"/>
              <a:gd name="connsiteY656" fmla="*/ 435700 h 560417"/>
              <a:gd name="connsiteX657" fmla="*/ 1951257 w 2491113"/>
              <a:gd name="connsiteY657" fmla="*/ 442439 h 560417"/>
              <a:gd name="connsiteX658" fmla="*/ 1946924 w 2491113"/>
              <a:gd name="connsiteY658" fmla="*/ 461018 h 560417"/>
              <a:gd name="connsiteX659" fmla="*/ 1951257 w 2491113"/>
              <a:gd name="connsiteY659" fmla="*/ 479115 h 560417"/>
              <a:gd name="connsiteX660" fmla="*/ 1971838 w 2491113"/>
              <a:gd name="connsiteY660" fmla="*/ 483108 h 560417"/>
              <a:gd name="connsiteX661" fmla="*/ 1973494 w 2491113"/>
              <a:gd name="connsiteY661" fmla="*/ 481811 h 560417"/>
              <a:gd name="connsiteX662" fmla="*/ 1978114 w 2491113"/>
              <a:gd name="connsiteY662" fmla="*/ 471510 h 560417"/>
              <a:gd name="connsiteX663" fmla="*/ 1990918 w 2491113"/>
              <a:gd name="connsiteY663" fmla="*/ 471895 h 560417"/>
              <a:gd name="connsiteX664" fmla="*/ 1981869 w 2491113"/>
              <a:gd name="connsiteY664" fmla="*/ 491726 h 560417"/>
              <a:gd name="connsiteX665" fmla="*/ 1962616 w 2491113"/>
              <a:gd name="connsiteY665" fmla="*/ 499138 h 560417"/>
              <a:gd name="connsiteX666" fmla="*/ 1940378 w 2491113"/>
              <a:gd name="connsiteY666" fmla="*/ 488935 h 560417"/>
              <a:gd name="connsiteX667" fmla="*/ 1932100 w 2491113"/>
              <a:gd name="connsiteY667" fmla="*/ 461499 h 560417"/>
              <a:gd name="connsiteX668" fmla="*/ 1940378 w 2491113"/>
              <a:gd name="connsiteY668" fmla="*/ 433486 h 560417"/>
              <a:gd name="connsiteX669" fmla="*/ 1962616 w 2491113"/>
              <a:gd name="connsiteY669" fmla="*/ 423090 h 560417"/>
              <a:gd name="connsiteX670" fmla="*/ 1227248 w 2491113"/>
              <a:gd name="connsiteY670" fmla="*/ 423088 h 560417"/>
              <a:gd name="connsiteX671" fmla="*/ 1245443 w 2491113"/>
              <a:gd name="connsiteY671" fmla="*/ 429442 h 560417"/>
              <a:gd name="connsiteX672" fmla="*/ 1253144 w 2491113"/>
              <a:gd name="connsiteY672" fmla="*/ 446674 h 560417"/>
              <a:gd name="connsiteX673" fmla="*/ 1239089 w 2491113"/>
              <a:gd name="connsiteY673" fmla="*/ 446674 h 560417"/>
              <a:gd name="connsiteX674" fmla="*/ 1234950 w 2491113"/>
              <a:gd name="connsiteY674" fmla="*/ 438491 h 560417"/>
              <a:gd name="connsiteX675" fmla="*/ 1225323 w 2491113"/>
              <a:gd name="connsiteY675" fmla="*/ 435507 h 560417"/>
              <a:gd name="connsiteX676" fmla="*/ 1217141 w 2491113"/>
              <a:gd name="connsiteY676" fmla="*/ 438010 h 560417"/>
              <a:gd name="connsiteX677" fmla="*/ 1214156 w 2491113"/>
              <a:gd name="connsiteY677" fmla="*/ 445037 h 560417"/>
              <a:gd name="connsiteX678" fmla="*/ 1217237 w 2491113"/>
              <a:gd name="connsiteY678" fmla="*/ 450043 h 560417"/>
              <a:gd name="connsiteX679" fmla="*/ 1230329 w 2491113"/>
              <a:gd name="connsiteY679" fmla="*/ 454182 h 560417"/>
              <a:gd name="connsiteX680" fmla="*/ 1249582 w 2491113"/>
              <a:gd name="connsiteY680" fmla="*/ 462364 h 560417"/>
              <a:gd name="connsiteX681" fmla="*/ 1254395 w 2491113"/>
              <a:gd name="connsiteY681" fmla="*/ 476997 h 560417"/>
              <a:gd name="connsiteX682" fmla="*/ 1247078 w 2491113"/>
              <a:gd name="connsiteY682" fmla="*/ 493169 h 560417"/>
              <a:gd name="connsiteX683" fmla="*/ 1227152 w 2491113"/>
              <a:gd name="connsiteY683" fmla="*/ 499138 h 560417"/>
              <a:gd name="connsiteX684" fmla="*/ 1207900 w 2491113"/>
              <a:gd name="connsiteY684" fmla="*/ 492784 h 560417"/>
              <a:gd name="connsiteX685" fmla="*/ 1200294 w 2491113"/>
              <a:gd name="connsiteY685" fmla="*/ 474782 h 560417"/>
              <a:gd name="connsiteX686" fmla="*/ 1213675 w 2491113"/>
              <a:gd name="connsiteY686" fmla="*/ 474783 h 560417"/>
              <a:gd name="connsiteX687" fmla="*/ 1217526 w 2491113"/>
              <a:gd name="connsiteY687" fmla="*/ 483640 h 560417"/>
              <a:gd name="connsiteX688" fmla="*/ 1227152 w 2491113"/>
              <a:gd name="connsiteY688" fmla="*/ 486720 h 560417"/>
              <a:gd name="connsiteX689" fmla="*/ 1237549 w 2491113"/>
              <a:gd name="connsiteY689" fmla="*/ 484410 h 560417"/>
              <a:gd name="connsiteX690" fmla="*/ 1241304 w 2491113"/>
              <a:gd name="connsiteY690" fmla="*/ 477960 h 560417"/>
              <a:gd name="connsiteX691" fmla="*/ 1238608 w 2491113"/>
              <a:gd name="connsiteY691" fmla="*/ 471895 h 560417"/>
              <a:gd name="connsiteX692" fmla="*/ 1227344 w 2491113"/>
              <a:gd name="connsiteY692" fmla="*/ 467948 h 560417"/>
              <a:gd name="connsiteX693" fmla="*/ 1206263 w 2491113"/>
              <a:gd name="connsiteY693" fmla="*/ 459669 h 560417"/>
              <a:gd name="connsiteX694" fmla="*/ 1200968 w 2491113"/>
              <a:gd name="connsiteY694" fmla="*/ 445904 h 560417"/>
              <a:gd name="connsiteX695" fmla="*/ 1207996 w 2491113"/>
              <a:gd name="connsiteY695" fmla="*/ 429249 h 560417"/>
              <a:gd name="connsiteX696" fmla="*/ 1227248 w 2491113"/>
              <a:gd name="connsiteY696" fmla="*/ 423088 h 560417"/>
              <a:gd name="connsiteX697" fmla="*/ 1024986 w 2491113"/>
              <a:gd name="connsiteY697" fmla="*/ 422825 h 560417"/>
              <a:gd name="connsiteX698" fmla="*/ 1047620 w 2491113"/>
              <a:gd name="connsiteY698" fmla="*/ 429251 h 560417"/>
              <a:gd name="connsiteX699" fmla="*/ 1056765 w 2491113"/>
              <a:gd name="connsiteY699" fmla="*/ 446963 h 560417"/>
              <a:gd name="connsiteX700" fmla="*/ 1042903 w 2491113"/>
              <a:gd name="connsiteY700" fmla="*/ 446963 h 560417"/>
              <a:gd name="connsiteX701" fmla="*/ 1038089 w 2491113"/>
              <a:gd name="connsiteY701" fmla="*/ 438781 h 560417"/>
              <a:gd name="connsiteX702" fmla="*/ 1028463 w 2491113"/>
              <a:gd name="connsiteY702" fmla="*/ 435219 h 560417"/>
              <a:gd name="connsiteX703" fmla="*/ 1014312 w 2491113"/>
              <a:gd name="connsiteY703" fmla="*/ 441958 h 560417"/>
              <a:gd name="connsiteX704" fmla="*/ 1009210 w 2491113"/>
              <a:gd name="connsiteY704" fmla="*/ 461211 h 560417"/>
              <a:gd name="connsiteX705" fmla="*/ 1014119 w 2491113"/>
              <a:gd name="connsiteY705" fmla="*/ 479886 h 560417"/>
              <a:gd name="connsiteX706" fmla="*/ 1028463 w 2491113"/>
              <a:gd name="connsiteY706" fmla="*/ 486336 h 560417"/>
              <a:gd name="connsiteX707" fmla="*/ 1040978 w 2491113"/>
              <a:gd name="connsiteY707" fmla="*/ 479597 h 560417"/>
              <a:gd name="connsiteX708" fmla="*/ 1044635 w 2491113"/>
              <a:gd name="connsiteY708" fmla="*/ 470741 h 560417"/>
              <a:gd name="connsiteX709" fmla="*/ 1029041 w 2491113"/>
              <a:gd name="connsiteY709" fmla="*/ 470741 h 560417"/>
              <a:gd name="connsiteX710" fmla="*/ 1029041 w 2491113"/>
              <a:gd name="connsiteY710" fmla="*/ 458322 h 560417"/>
              <a:gd name="connsiteX711" fmla="*/ 1057150 w 2491113"/>
              <a:gd name="connsiteY711" fmla="*/ 458322 h 560417"/>
              <a:gd name="connsiteX712" fmla="*/ 1057150 w 2491113"/>
              <a:gd name="connsiteY712" fmla="*/ 496828 h 560417"/>
              <a:gd name="connsiteX713" fmla="*/ 1047524 w 2491113"/>
              <a:gd name="connsiteY713" fmla="*/ 496828 h 560417"/>
              <a:gd name="connsiteX714" fmla="*/ 1046176 w 2491113"/>
              <a:gd name="connsiteY714" fmla="*/ 487202 h 560417"/>
              <a:gd name="connsiteX715" fmla="*/ 1045406 w 2491113"/>
              <a:gd name="connsiteY715" fmla="*/ 488357 h 560417"/>
              <a:gd name="connsiteX716" fmla="*/ 1026263 w 2491113"/>
              <a:gd name="connsiteY716" fmla="*/ 498503 h 560417"/>
              <a:gd name="connsiteX717" fmla="*/ 1003819 w 2491113"/>
              <a:gd name="connsiteY717" fmla="*/ 488550 h 560417"/>
              <a:gd name="connsiteX718" fmla="*/ 1003819 w 2491113"/>
              <a:gd name="connsiteY718" fmla="*/ 433101 h 560417"/>
              <a:gd name="connsiteX719" fmla="*/ 1024986 w 2491113"/>
              <a:gd name="connsiteY719" fmla="*/ 422825 h 560417"/>
              <a:gd name="connsiteX720" fmla="*/ 453475 w 2491113"/>
              <a:gd name="connsiteY720" fmla="*/ 422716 h 560417"/>
              <a:gd name="connsiteX721" fmla="*/ 451736 w 2491113"/>
              <a:gd name="connsiteY721" fmla="*/ 424676 h 560417"/>
              <a:gd name="connsiteX722" fmla="*/ 449968 w 2491113"/>
              <a:gd name="connsiteY722" fmla="*/ 426609 h 560417"/>
              <a:gd name="connsiteX723" fmla="*/ 457562 w 2491113"/>
              <a:gd name="connsiteY723" fmla="*/ 433457 h 560417"/>
              <a:gd name="connsiteX724" fmla="*/ 451018 w 2491113"/>
              <a:gd name="connsiteY724" fmla="*/ 440746 h 560417"/>
              <a:gd name="connsiteX725" fmla="*/ 443424 w 2491113"/>
              <a:gd name="connsiteY725" fmla="*/ 433899 h 560417"/>
              <a:gd name="connsiteX726" fmla="*/ 441657 w 2491113"/>
              <a:gd name="connsiteY726" fmla="*/ 435859 h 560417"/>
              <a:gd name="connsiteX727" fmla="*/ 439918 w 2491113"/>
              <a:gd name="connsiteY727" fmla="*/ 437792 h 560417"/>
              <a:gd name="connsiteX728" fmla="*/ 460130 w 2491113"/>
              <a:gd name="connsiteY728" fmla="*/ 456099 h 560417"/>
              <a:gd name="connsiteX729" fmla="*/ 461869 w 2491113"/>
              <a:gd name="connsiteY729" fmla="*/ 454138 h 560417"/>
              <a:gd name="connsiteX730" fmla="*/ 463636 w 2491113"/>
              <a:gd name="connsiteY730" fmla="*/ 452205 h 560417"/>
              <a:gd name="connsiteX731" fmla="*/ 454442 w 2491113"/>
              <a:gd name="connsiteY731" fmla="*/ 443922 h 560417"/>
              <a:gd name="connsiteX732" fmla="*/ 461013 w 2491113"/>
              <a:gd name="connsiteY732" fmla="*/ 436632 h 560417"/>
              <a:gd name="connsiteX733" fmla="*/ 470181 w 2491113"/>
              <a:gd name="connsiteY733" fmla="*/ 444916 h 560417"/>
              <a:gd name="connsiteX734" fmla="*/ 471948 w 2491113"/>
              <a:gd name="connsiteY734" fmla="*/ 442955 h 560417"/>
              <a:gd name="connsiteX735" fmla="*/ 473742 w 2491113"/>
              <a:gd name="connsiteY735" fmla="*/ 440967 h 560417"/>
              <a:gd name="connsiteX736" fmla="*/ 279877 w 2491113"/>
              <a:gd name="connsiteY736" fmla="*/ 409075 h 560417"/>
              <a:gd name="connsiteX737" fmla="*/ 281893 w 2491113"/>
              <a:gd name="connsiteY737" fmla="*/ 411616 h 560417"/>
              <a:gd name="connsiteX738" fmla="*/ 284102 w 2491113"/>
              <a:gd name="connsiteY738" fmla="*/ 413742 h 560417"/>
              <a:gd name="connsiteX739" fmla="*/ 283494 w 2491113"/>
              <a:gd name="connsiteY739" fmla="*/ 414404 h 560417"/>
              <a:gd name="connsiteX740" fmla="*/ 283494 w 2491113"/>
              <a:gd name="connsiteY740" fmla="*/ 431414 h 560417"/>
              <a:gd name="connsiteX741" fmla="*/ 292054 w 2491113"/>
              <a:gd name="connsiteY741" fmla="*/ 432905 h 560417"/>
              <a:gd name="connsiteX742" fmla="*/ 298709 w 2491113"/>
              <a:gd name="connsiteY742" fmla="*/ 436964 h 560417"/>
              <a:gd name="connsiteX743" fmla="*/ 305170 w 2491113"/>
              <a:gd name="connsiteY743" fmla="*/ 438758 h 560417"/>
              <a:gd name="connsiteX744" fmla="*/ 308456 w 2491113"/>
              <a:gd name="connsiteY744" fmla="*/ 441961 h 560417"/>
              <a:gd name="connsiteX745" fmla="*/ 312128 w 2491113"/>
              <a:gd name="connsiteY745" fmla="*/ 442293 h 560417"/>
              <a:gd name="connsiteX746" fmla="*/ 317264 w 2491113"/>
              <a:gd name="connsiteY746" fmla="*/ 446131 h 560417"/>
              <a:gd name="connsiteX747" fmla="*/ 321240 w 2491113"/>
              <a:gd name="connsiteY747" fmla="*/ 448588 h 560417"/>
              <a:gd name="connsiteX748" fmla="*/ 323228 w 2491113"/>
              <a:gd name="connsiteY748" fmla="*/ 451073 h 560417"/>
              <a:gd name="connsiteX749" fmla="*/ 326928 w 2491113"/>
              <a:gd name="connsiteY749" fmla="*/ 452564 h 560417"/>
              <a:gd name="connsiteX750" fmla="*/ 331125 w 2491113"/>
              <a:gd name="connsiteY750" fmla="*/ 453061 h 560417"/>
              <a:gd name="connsiteX751" fmla="*/ 336648 w 2491113"/>
              <a:gd name="connsiteY751" fmla="*/ 455270 h 560417"/>
              <a:gd name="connsiteX752" fmla="*/ 344628 w 2491113"/>
              <a:gd name="connsiteY752" fmla="*/ 459716 h 560417"/>
              <a:gd name="connsiteX753" fmla="*/ 360118 w 2491113"/>
              <a:gd name="connsiteY753" fmla="*/ 462339 h 560417"/>
              <a:gd name="connsiteX754" fmla="*/ 201762 w 2491113"/>
              <a:gd name="connsiteY754" fmla="*/ 462505 h 560417"/>
              <a:gd name="connsiteX755" fmla="*/ 220677 w 2491113"/>
              <a:gd name="connsiteY755" fmla="*/ 460296 h 560417"/>
              <a:gd name="connsiteX756" fmla="*/ 228960 w 2491113"/>
              <a:gd name="connsiteY756" fmla="*/ 455850 h 560417"/>
              <a:gd name="connsiteX757" fmla="*/ 233406 w 2491113"/>
              <a:gd name="connsiteY757" fmla="*/ 451653 h 560417"/>
              <a:gd name="connsiteX758" fmla="*/ 237851 w 2491113"/>
              <a:gd name="connsiteY758" fmla="*/ 449417 h 560417"/>
              <a:gd name="connsiteX759" fmla="*/ 241828 w 2491113"/>
              <a:gd name="connsiteY759" fmla="*/ 447180 h 560417"/>
              <a:gd name="connsiteX760" fmla="*/ 245279 w 2491113"/>
              <a:gd name="connsiteY760" fmla="*/ 442735 h 560417"/>
              <a:gd name="connsiteX761" fmla="*/ 250470 w 2491113"/>
              <a:gd name="connsiteY761" fmla="*/ 440746 h 560417"/>
              <a:gd name="connsiteX762" fmla="*/ 255413 w 2491113"/>
              <a:gd name="connsiteY762" fmla="*/ 437295 h 560417"/>
              <a:gd name="connsiteX763" fmla="*/ 261846 w 2491113"/>
              <a:gd name="connsiteY763" fmla="*/ 435555 h 560417"/>
              <a:gd name="connsiteX764" fmla="*/ 267535 w 2491113"/>
              <a:gd name="connsiteY764" fmla="*/ 432104 h 560417"/>
              <a:gd name="connsiteX765" fmla="*/ 276564 w 2491113"/>
              <a:gd name="connsiteY765" fmla="*/ 431662 h 560417"/>
              <a:gd name="connsiteX766" fmla="*/ 276564 w 2491113"/>
              <a:gd name="connsiteY766" fmla="*/ 414763 h 560417"/>
              <a:gd name="connsiteX767" fmla="*/ 275735 w 2491113"/>
              <a:gd name="connsiteY767" fmla="*/ 413990 h 560417"/>
              <a:gd name="connsiteX768" fmla="*/ 277917 w 2491113"/>
              <a:gd name="connsiteY768" fmla="*/ 411616 h 560417"/>
              <a:gd name="connsiteX769" fmla="*/ 279877 w 2491113"/>
              <a:gd name="connsiteY769" fmla="*/ 409075 h 560417"/>
              <a:gd name="connsiteX770" fmla="*/ 470153 w 2491113"/>
              <a:gd name="connsiteY770" fmla="*/ 399908 h 560417"/>
              <a:gd name="connsiteX771" fmla="*/ 468745 w 2491113"/>
              <a:gd name="connsiteY771" fmla="*/ 401924 h 560417"/>
              <a:gd name="connsiteX772" fmla="*/ 467336 w 2491113"/>
              <a:gd name="connsiteY772" fmla="*/ 403939 h 560417"/>
              <a:gd name="connsiteX773" fmla="*/ 483020 w 2491113"/>
              <a:gd name="connsiteY773" fmla="*/ 414984 h 560417"/>
              <a:gd name="connsiteX774" fmla="*/ 461566 w 2491113"/>
              <a:gd name="connsiteY774" fmla="*/ 412223 h 560417"/>
              <a:gd name="connsiteX775" fmla="*/ 459992 w 2491113"/>
              <a:gd name="connsiteY775" fmla="*/ 414487 h 560417"/>
              <a:gd name="connsiteX776" fmla="*/ 458418 w 2491113"/>
              <a:gd name="connsiteY776" fmla="*/ 416724 h 560417"/>
              <a:gd name="connsiteX777" fmla="*/ 480756 w 2491113"/>
              <a:gd name="connsiteY777" fmla="*/ 432380 h 560417"/>
              <a:gd name="connsiteX778" fmla="*/ 482164 w 2491113"/>
              <a:gd name="connsiteY778" fmla="*/ 430364 h 560417"/>
              <a:gd name="connsiteX779" fmla="*/ 483545 w 2491113"/>
              <a:gd name="connsiteY779" fmla="*/ 428348 h 560417"/>
              <a:gd name="connsiteX780" fmla="*/ 467447 w 2491113"/>
              <a:gd name="connsiteY780" fmla="*/ 417083 h 560417"/>
              <a:gd name="connsiteX781" fmla="*/ 489537 w 2491113"/>
              <a:gd name="connsiteY781" fmla="*/ 419844 h 560417"/>
              <a:gd name="connsiteX782" fmla="*/ 491055 w 2491113"/>
              <a:gd name="connsiteY782" fmla="*/ 417690 h 560417"/>
              <a:gd name="connsiteX783" fmla="*/ 492491 w 2491113"/>
              <a:gd name="connsiteY783" fmla="*/ 415564 h 560417"/>
              <a:gd name="connsiteX784" fmla="*/ 84880 w 2491113"/>
              <a:gd name="connsiteY784" fmla="*/ 397506 h 560417"/>
              <a:gd name="connsiteX785" fmla="*/ 67208 w 2491113"/>
              <a:gd name="connsiteY785" fmla="*/ 408827 h 560417"/>
              <a:gd name="connsiteX786" fmla="*/ 68727 w 2491113"/>
              <a:gd name="connsiteY786" fmla="*/ 418187 h 560417"/>
              <a:gd name="connsiteX787" fmla="*/ 75851 w 2491113"/>
              <a:gd name="connsiteY787" fmla="*/ 422108 h 560417"/>
              <a:gd name="connsiteX788" fmla="*/ 76376 w 2491113"/>
              <a:gd name="connsiteY788" fmla="*/ 422108 h 560417"/>
              <a:gd name="connsiteX789" fmla="*/ 73614 w 2491113"/>
              <a:gd name="connsiteY789" fmla="*/ 424455 h 560417"/>
              <a:gd name="connsiteX790" fmla="*/ 75520 w 2491113"/>
              <a:gd name="connsiteY790" fmla="*/ 427410 h 560417"/>
              <a:gd name="connsiteX791" fmla="*/ 87862 w 2491113"/>
              <a:gd name="connsiteY791" fmla="*/ 419402 h 560417"/>
              <a:gd name="connsiteX792" fmla="*/ 82147 w 2491113"/>
              <a:gd name="connsiteY792" fmla="*/ 410566 h 560417"/>
              <a:gd name="connsiteX793" fmla="*/ 78198 w 2491113"/>
              <a:gd name="connsiteY793" fmla="*/ 413134 h 560417"/>
              <a:gd name="connsiteX794" fmla="*/ 81263 w 2491113"/>
              <a:gd name="connsiteY794" fmla="*/ 418187 h 560417"/>
              <a:gd name="connsiteX795" fmla="*/ 77701 w 2491113"/>
              <a:gd name="connsiteY795" fmla="*/ 418878 h 560417"/>
              <a:gd name="connsiteX796" fmla="*/ 73007 w 2491113"/>
              <a:gd name="connsiteY796" fmla="*/ 416282 h 560417"/>
              <a:gd name="connsiteX797" fmla="*/ 72096 w 2491113"/>
              <a:gd name="connsiteY797" fmla="*/ 410401 h 560417"/>
              <a:gd name="connsiteX798" fmla="*/ 77011 w 2491113"/>
              <a:gd name="connsiteY798" fmla="*/ 405016 h 560417"/>
              <a:gd name="connsiteX799" fmla="*/ 84024 w 2491113"/>
              <a:gd name="connsiteY799" fmla="*/ 402752 h 560417"/>
              <a:gd name="connsiteX800" fmla="*/ 89105 w 2491113"/>
              <a:gd name="connsiteY800" fmla="*/ 405845 h 560417"/>
              <a:gd name="connsiteX801" fmla="*/ 89933 w 2491113"/>
              <a:gd name="connsiteY801" fmla="*/ 409600 h 560417"/>
              <a:gd name="connsiteX802" fmla="*/ 88332 w 2491113"/>
              <a:gd name="connsiteY802" fmla="*/ 412858 h 560417"/>
              <a:gd name="connsiteX803" fmla="*/ 91424 w 2491113"/>
              <a:gd name="connsiteY803" fmla="*/ 417248 h 560417"/>
              <a:gd name="connsiteX804" fmla="*/ 95180 w 2491113"/>
              <a:gd name="connsiteY804" fmla="*/ 410704 h 560417"/>
              <a:gd name="connsiteX805" fmla="*/ 93164 w 2491113"/>
              <a:gd name="connsiteY805" fmla="*/ 403028 h 560417"/>
              <a:gd name="connsiteX806" fmla="*/ 84880 w 2491113"/>
              <a:gd name="connsiteY806" fmla="*/ 397506 h 560417"/>
              <a:gd name="connsiteX807" fmla="*/ 487632 w 2491113"/>
              <a:gd name="connsiteY807" fmla="*/ 381629 h 560417"/>
              <a:gd name="connsiteX808" fmla="*/ 494728 w 2491113"/>
              <a:gd name="connsiteY808" fmla="*/ 383369 h 560417"/>
              <a:gd name="connsiteX809" fmla="*/ 500223 w 2491113"/>
              <a:gd name="connsiteY809" fmla="*/ 388118 h 560417"/>
              <a:gd name="connsiteX810" fmla="*/ 500712 w 2491113"/>
              <a:gd name="connsiteY810" fmla="*/ 389714 h 560417"/>
              <a:gd name="connsiteX811" fmla="*/ 495529 w 2491113"/>
              <a:gd name="connsiteY811" fmla="*/ 396954 h 560417"/>
              <a:gd name="connsiteX812" fmla="*/ 488543 w 2491113"/>
              <a:gd name="connsiteY812" fmla="*/ 395297 h 560417"/>
              <a:gd name="connsiteX813" fmla="*/ 483020 w 2491113"/>
              <a:gd name="connsiteY813" fmla="*/ 390382 h 560417"/>
              <a:gd name="connsiteX814" fmla="*/ 483020 w 2491113"/>
              <a:gd name="connsiteY814" fmla="*/ 384860 h 560417"/>
              <a:gd name="connsiteX815" fmla="*/ 487632 w 2491113"/>
              <a:gd name="connsiteY815" fmla="*/ 381629 h 560417"/>
              <a:gd name="connsiteX816" fmla="*/ 486416 w 2491113"/>
              <a:gd name="connsiteY816" fmla="*/ 376714 h 560417"/>
              <a:gd name="connsiteX817" fmla="*/ 485218 w 2491113"/>
              <a:gd name="connsiteY817" fmla="*/ 377078 h 560417"/>
              <a:gd name="connsiteX818" fmla="*/ 478133 w 2491113"/>
              <a:gd name="connsiteY818" fmla="*/ 392259 h 560417"/>
              <a:gd name="connsiteX819" fmla="*/ 485947 w 2491113"/>
              <a:gd name="connsiteY819" fmla="*/ 400101 h 560417"/>
              <a:gd name="connsiteX820" fmla="*/ 496660 w 2491113"/>
              <a:gd name="connsiteY820" fmla="*/ 402089 h 560417"/>
              <a:gd name="connsiteX821" fmla="*/ 504171 w 2491113"/>
              <a:gd name="connsiteY821" fmla="*/ 396153 h 560417"/>
              <a:gd name="connsiteX822" fmla="*/ 504116 w 2491113"/>
              <a:gd name="connsiteY822" fmla="*/ 396098 h 560417"/>
              <a:gd name="connsiteX823" fmla="*/ 504944 w 2491113"/>
              <a:gd name="connsiteY823" fmla="*/ 386571 h 560417"/>
              <a:gd name="connsiteX824" fmla="*/ 497296 w 2491113"/>
              <a:gd name="connsiteY824" fmla="*/ 378812 h 560417"/>
              <a:gd name="connsiteX825" fmla="*/ 486416 w 2491113"/>
              <a:gd name="connsiteY825" fmla="*/ 376714 h 560417"/>
              <a:gd name="connsiteX826" fmla="*/ 73670 w 2491113"/>
              <a:gd name="connsiteY826" fmla="*/ 368071 h 560417"/>
              <a:gd name="connsiteX827" fmla="*/ 48957 w 2491113"/>
              <a:gd name="connsiteY827" fmla="*/ 379613 h 560417"/>
              <a:gd name="connsiteX828" fmla="*/ 49978 w 2491113"/>
              <a:gd name="connsiteY828" fmla="*/ 381822 h 560417"/>
              <a:gd name="connsiteX829" fmla="*/ 51028 w 2491113"/>
              <a:gd name="connsiteY829" fmla="*/ 384031 h 560417"/>
              <a:gd name="connsiteX830" fmla="*/ 68838 w 2491113"/>
              <a:gd name="connsiteY830" fmla="*/ 375747 h 560417"/>
              <a:gd name="connsiteX831" fmla="*/ 55390 w 2491113"/>
              <a:gd name="connsiteY831" fmla="*/ 393447 h 560417"/>
              <a:gd name="connsiteX832" fmla="*/ 56495 w 2491113"/>
              <a:gd name="connsiteY832" fmla="*/ 395794 h 560417"/>
              <a:gd name="connsiteX833" fmla="*/ 57599 w 2491113"/>
              <a:gd name="connsiteY833" fmla="*/ 398113 h 560417"/>
              <a:gd name="connsiteX834" fmla="*/ 82312 w 2491113"/>
              <a:gd name="connsiteY834" fmla="*/ 386599 h 560417"/>
              <a:gd name="connsiteX835" fmla="*/ 81263 w 2491113"/>
              <a:gd name="connsiteY835" fmla="*/ 384362 h 560417"/>
              <a:gd name="connsiteX836" fmla="*/ 80241 w 2491113"/>
              <a:gd name="connsiteY836" fmla="*/ 382153 h 560417"/>
              <a:gd name="connsiteX837" fmla="*/ 62901 w 2491113"/>
              <a:gd name="connsiteY837" fmla="*/ 390244 h 560417"/>
              <a:gd name="connsiteX838" fmla="*/ 75989 w 2491113"/>
              <a:gd name="connsiteY838" fmla="*/ 373069 h 560417"/>
              <a:gd name="connsiteX839" fmla="*/ 74829 w 2491113"/>
              <a:gd name="connsiteY839" fmla="*/ 370584 h 560417"/>
              <a:gd name="connsiteX840" fmla="*/ 514719 w 2491113"/>
              <a:gd name="connsiteY840" fmla="*/ 356888 h 560417"/>
              <a:gd name="connsiteX841" fmla="*/ 510246 w 2491113"/>
              <a:gd name="connsiteY841" fmla="*/ 368541 h 560417"/>
              <a:gd name="connsiteX842" fmla="*/ 489316 w 2491113"/>
              <a:gd name="connsiteY842" fmla="*/ 360505 h 560417"/>
              <a:gd name="connsiteX843" fmla="*/ 488377 w 2491113"/>
              <a:gd name="connsiteY843" fmla="*/ 362963 h 560417"/>
              <a:gd name="connsiteX844" fmla="*/ 487438 w 2491113"/>
              <a:gd name="connsiteY844" fmla="*/ 365393 h 560417"/>
              <a:gd name="connsiteX845" fmla="*/ 512952 w 2491113"/>
              <a:gd name="connsiteY845" fmla="*/ 375195 h 560417"/>
              <a:gd name="connsiteX846" fmla="*/ 519247 w 2491113"/>
              <a:gd name="connsiteY846" fmla="*/ 358628 h 560417"/>
              <a:gd name="connsiteX847" fmla="*/ 516983 w 2491113"/>
              <a:gd name="connsiteY847" fmla="*/ 357772 h 560417"/>
              <a:gd name="connsiteX848" fmla="*/ 68865 w 2491113"/>
              <a:gd name="connsiteY848" fmla="*/ 355949 h 560417"/>
              <a:gd name="connsiteX849" fmla="*/ 43407 w 2491113"/>
              <a:gd name="connsiteY849" fmla="*/ 365724 h 560417"/>
              <a:gd name="connsiteX850" fmla="*/ 44346 w 2491113"/>
              <a:gd name="connsiteY850" fmla="*/ 368182 h 560417"/>
              <a:gd name="connsiteX851" fmla="*/ 45284 w 2491113"/>
              <a:gd name="connsiteY851" fmla="*/ 370612 h 560417"/>
              <a:gd name="connsiteX852" fmla="*/ 70743 w 2491113"/>
              <a:gd name="connsiteY852" fmla="*/ 360837 h 560417"/>
              <a:gd name="connsiteX853" fmla="*/ 69804 w 2491113"/>
              <a:gd name="connsiteY853" fmla="*/ 358407 h 560417"/>
              <a:gd name="connsiteX854" fmla="*/ 45533 w 2491113"/>
              <a:gd name="connsiteY854" fmla="*/ 337366 h 560417"/>
              <a:gd name="connsiteX855" fmla="*/ 43959 w 2491113"/>
              <a:gd name="connsiteY855" fmla="*/ 337781 h 560417"/>
              <a:gd name="connsiteX856" fmla="*/ 37443 w 2491113"/>
              <a:gd name="connsiteY856" fmla="*/ 341481 h 560417"/>
              <a:gd name="connsiteX857" fmla="*/ 36807 w 2491113"/>
              <a:gd name="connsiteY857" fmla="*/ 348108 h 560417"/>
              <a:gd name="connsiteX858" fmla="*/ 40425 w 2491113"/>
              <a:gd name="connsiteY858" fmla="*/ 353381 h 560417"/>
              <a:gd name="connsiteX859" fmla="*/ 40425 w 2491113"/>
              <a:gd name="connsiteY859" fmla="*/ 353326 h 560417"/>
              <a:gd name="connsiteX860" fmla="*/ 47024 w 2491113"/>
              <a:gd name="connsiteY860" fmla="*/ 353768 h 560417"/>
              <a:gd name="connsiteX861" fmla="*/ 65966 w 2491113"/>
              <a:gd name="connsiteY861" fmla="*/ 348687 h 560417"/>
              <a:gd name="connsiteX862" fmla="*/ 65276 w 2491113"/>
              <a:gd name="connsiteY862" fmla="*/ 346147 h 560417"/>
              <a:gd name="connsiteX863" fmla="*/ 64613 w 2491113"/>
              <a:gd name="connsiteY863" fmla="*/ 343634 h 560417"/>
              <a:gd name="connsiteX864" fmla="*/ 45671 w 2491113"/>
              <a:gd name="connsiteY864" fmla="*/ 348715 h 560417"/>
              <a:gd name="connsiteX865" fmla="*/ 42716 w 2491113"/>
              <a:gd name="connsiteY865" fmla="*/ 348715 h 560417"/>
              <a:gd name="connsiteX866" fmla="*/ 42435 w 2491113"/>
              <a:gd name="connsiteY866" fmla="*/ 348522 h 560417"/>
              <a:gd name="connsiteX867" fmla="*/ 41860 w 2491113"/>
              <a:gd name="connsiteY867" fmla="*/ 344187 h 560417"/>
              <a:gd name="connsiteX868" fmla="*/ 45229 w 2491113"/>
              <a:gd name="connsiteY868" fmla="*/ 342585 h 560417"/>
              <a:gd name="connsiteX869" fmla="*/ 46803 w 2491113"/>
              <a:gd name="connsiteY869" fmla="*/ 342171 h 560417"/>
              <a:gd name="connsiteX870" fmla="*/ 1073707 w 2491113"/>
              <a:gd name="connsiteY870" fmla="*/ 331638 h 560417"/>
              <a:gd name="connsiteX871" fmla="*/ 1073610 w 2491113"/>
              <a:gd name="connsiteY871" fmla="*/ 331831 h 560417"/>
              <a:gd name="connsiteX872" fmla="*/ 1073626 w 2491113"/>
              <a:gd name="connsiteY872" fmla="*/ 331726 h 560417"/>
              <a:gd name="connsiteX873" fmla="*/ 506076 w 2491113"/>
              <a:gd name="connsiteY873" fmla="*/ 328585 h 560417"/>
              <a:gd name="connsiteX874" fmla="*/ 513394 w 2491113"/>
              <a:gd name="connsiteY874" fmla="*/ 328585 h 560417"/>
              <a:gd name="connsiteX875" fmla="*/ 519689 w 2491113"/>
              <a:gd name="connsiteY875" fmla="*/ 332037 h 560417"/>
              <a:gd name="connsiteX876" fmla="*/ 520551 w 2491113"/>
              <a:gd name="connsiteY876" fmla="*/ 333470 h 560417"/>
              <a:gd name="connsiteX877" fmla="*/ 517259 w 2491113"/>
              <a:gd name="connsiteY877" fmla="*/ 341784 h 560417"/>
              <a:gd name="connsiteX878" fmla="*/ 510080 w 2491113"/>
              <a:gd name="connsiteY878" fmla="*/ 341784 h 560417"/>
              <a:gd name="connsiteX879" fmla="*/ 503647 w 2491113"/>
              <a:gd name="connsiteY879" fmla="*/ 338305 h 560417"/>
              <a:gd name="connsiteX880" fmla="*/ 502641 w 2491113"/>
              <a:gd name="connsiteY880" fmla="*/ 336629 h 560417"/>
              <a:gd name="connsiteX881" fmla="*/ 506076 w 2491113"/>
              <a:gd name="connsiteY881" fmla="*/ 328585 h 560417"/>
              <a:gd name="connsiteX882" fmla="*/ 514608 w 2491113"/>
              <a:gd name="connsiteY882" fmla="*/ 323505 h 560417"/>
              <a:gd name="connsiteX883" fmla="*/ 503564 w 2491113"/>
              <a:gd name="connsiteY883" fmla="*/ 324113 h 560417"/>
              <a:gd name="connsiteX884" fmla="*/ 502476 w 2491113"/>
              <a:gd name="connsiteY884" fmla="*/ 324767 h 560417"/>
              <a:gd name="connsiteX885" fmla="*/ 499311 w 2491113"/>
              <a:gd name="connsiteY885" fmla="*/ 341177 h 560417"/>
              <a:gd name="connsiteX886" fmla="*/ 508810 w 2491113"/>
              <a:gd name="connsiteY886" fmla="*/ 346920 h 560417"/>
              <a:gd name="connsiteX887" fmla="*/ 519689 w 2491113"/>
              <a:gd name="connsiteY887" fmla="*/ 346258 h 560417"/>
              <a:gd name="connsiteX888" fmla="*/ 525515 w 2491113"/>
              <a:gd name="connsiteY888" fmla="*/ 338664 h 560417"/>
              <a:gd name="connsiteX889" fmla="*/ 523914 w 2491113"/>
              <a:gd name="connsiteY889" fmla="*/ 329193 h 560417"/>
              <a:gd name="connsiteX890" fmla="*/ 514608 w 2491113"/>
              <a:gd name="connsiteY890" fmla="*/ 323505 h 560417"/>
              <a:gd name="connsiteX891" fmla="*/ 59449 w 2491113"/>
              <a:gd name="connsiteY891" fmla="*/ 321710 h 560417"/>
              <a:gd name="connsiteX892" fmla="*/ 32693 w 2491113"/>
              <a:gd name="connsiteY892" fmla="*/ 326929 h 560417"/>
              <a:gd name="connsiteX893" fmla="*/ 33190 w 2491113"/>
              <a:gd name="connsiteY893" fmla="*/ 329497 h 560417"/>
              <a:gd name="connsiteX894" fmla="*/ 33687 w 2491113"/>
              <a:gd name="connsiteY894" fmla="*/ 332065 h 560417"/>
              <a:gd name="connsiteX895" fmla="*/ 60444 w 2491113"/>
              <a:gd name="connsiteY895" fmla="*/ 326874 h 560417"/>
              <a:gd name="connsiteX896" fmla="*/ 59947 w 2491113"/>
              <a:gd name="connsiteY896" fmla="*/ 324278 h 560417"/>
              <a:gd name="connsiteX897" fmla="*/ 117545 w 2491113"/>
              <a:gd name="connsiteY897" fmla="*/ 321434 h 560417"/>
              <a:gd name="connsiteX898" fmla="*/ 148719 w 2491113"/>
              <a:gd name="connsiteY898" fmla="*/ 326377 h 560417"/>
              <a:gd name="connsiteX899" fmla="*/ 223548 w 2491113"/>
              <a:gd name="connsiteY899" fmla="*/ 325769 h 560417"/>
              <a:gd name="connsiteX900" fmla="*/ 234400 w 2491113"/>
              <a:gd name="connsiteY900" fmla="*/ 327537 h 560417"/>
              <a:gd name="connsiteX901" fmla="*/ 258229 w 2491113"/>
              <a:gd name="connsiteY901" fmla="*/ 330298 h 560417"/>
              <a:gd name="connsiteX902" fmla="*/ 250912 w 2491113"/>
              <a:gd name="connsiteY902" fmla="*/ 359871 h 560417"/>
              <a:gd name="connsiteX903" fmla="*/ 280209 w 2491113"/>
              <a:gd name="connsiteY903" fmla="*/ 364841 h 560417"/>
              <a:gd name="connsiteX904" fmla="*/ 309478 w 2491113"/>
              <a:gd name="connsiteY904" fmla="*/ 359871 h 560417"/>
              <a:gd name="connsiteX905" fmla="*/ 302160 w 2491113"/>
              <a:gd name="connsiteY905" fmla="*/ 330325 h 560417"/>
              <a:gd name="connsiteX906" fmla="*/ 325990 w 2491113"/>
              <a:gd name="connsiteY906" fmla="*/ 327564 h 560417"/>
              <a:gd name="connsiteX907" fmla="*/ 336869 w 2491113"/>
              <a:gd name="connsiteY907" fmla="*/ 325797 h 560417"/>
              <a:gd name="connsiteX908" fmla="*/ 411698 w 2491113"/>
              <a:gd name="connsiteY908" fmla="*/ 326405 h 560417"/>
              <a:gd name="connsiteX909" fmla="*/ 411808 w 2491113"/>
              <a:gd name="connsiteY909" fmla="*/ 326377 h 560417"/>
              <a:gd name="connsiteX910" fmla="*/ 442955 w 2491113"/>
              <a:gd name="connsiteY910" fmla="*/ 321434 h 560417"/>
              <a:gd name="connsiteX911" fmla="*/ 423350 w 2491113"/>
              <a:gd name="connsiteY911" fmla="*/ 343303 h 560417"/>
              <a:gd name="connsiteX912" fmla="*/ 299813 w 2491113"/>
              <a:gd name="connsiteY912" fmla="*/ 365945 h 560417"/>
              <a:gd name="connsiteX913" fmla="*/ 307738 w 2491113"/>
              <a:gd name="connsiteY913" fmla="*/ 397644 h 560417"/>
              <a:gd name="connsiteX914" fmla="*/ 280126 w 2491113"/>
              <a:gd name="connsiteY914" fmla="*/ 403608 h 560417"/>
              <a:gd name="connsiteX915" fmla="*/ 252514 w 2491113"/>
              <a:gd name="connsiteY915" fmla="*/ 397644 h 560417"/>
              <a:gd name="connsiteX916" fmla="*/ 260438 w 2491113"/>
              <a:gd name="connsiteY916" fmla="*/ 365945 h 560417"/>
              <a:gd name="connsiteX917" fmla="*/ 137150 w 2491113"/>
              <a:gd name="connsiteY917" fmla="*/ 343303 h 560417"/>
              <a:gd name="connsiteX918" fmla="*/ 117545 w 2491113"/>
              <a:gd name="connsiteY918" fmla="*/ 321434 h 560417"/>
              <a:gd name="connsiteX919" fmla="*/ 1039918 w 2491113"/>
              <a:gd name="connsiteY919" fmla="*/ 306128 h 560417"/>
              <a:gd name="connsiteX920" fmla="*/ 1049545 w 2491113"/>
              <a:gd name="connsiteY920" fmla="*/ 318161 h 560417"/>
              <a:gd name="connsiteX921" fmla="*/ 1059748 w 2491113"/>
              <a:gd name="connsiteY921" fmla="*/ 315658 h 560417"/>
              <a:gd name="connsiteX922" fmla="*/ 1071589 w 2491113"/>
              <a:gd name="connsiteY922" fmla="*/ 315658 h 560417"/>
              <a:gd name="connsiteX923" fmla="*/ 1075729 w 2491113"/>
              <a:gd name="connsiteY923" fmla="*/ 317583 h 560417"/>
              <a:gd name="connsiteX924" fmla="*/ 1074766 w 2491113"/>
              <a:gd name="connsiteY924" fmla="*/ 324322 h 560417"/>
              <a:gd name="connsiteX925" fmla="*/ 1073626 w 2491113"/>
              <a:gd name="connsiteY925" fmla="*/ 331726 h 560417"/>
              <a:gd name="connsiteX926" fmla="*/ 1068509 w 2491113"/>
              <a:gd name="connsiteY926" fmla="*/ 337318 h 560417"/>
              <a:gd name="connsiteX927" fmla="*/ 1063214 w 2491113"/>
              <a:gd name="connsiteY927" fmla="*/ 341264 h 560417"/>
              <a:gd name="connsiteX928" fmla="*/ 1059460 w 2491113"/>
              <a:gd name="connsiteY928" fmla="*/ 351950 h 560417"/>
              <a:gd name="connsiteX929" fmla="*/ 1051951 w 2491113"/>
              <a:gd name="connsiteY929" fmla="*/ 357052 h 560417"/>
              <a:gd name="connsiteX930" fmla="*/ 1043287 w 2491113"/>
              <a:gd name="connsiteY930" fmla="*/ 357822 h 560417"/>
              <a:gd name="connsiteX931" fmla="*/ 1031832 w 2491113"/>
              <a:gd name="connsiteY931" fmla="*/ 362636 h 560417"/>
              <a:gd name="connsiteX932" fmla="*/ 1018161 w 2491113"/>
              <a:gd name="connsiteY932" fmla="*/ 351373 h 560417"/>
              <a:gd name="connsiteX933" fmla="*/ 1019606 w 2491113"/>
              <a:gd name="connsiteY933" fmla="*/ 342900 h 560417"/>
              <a:gd name="connsiteX934" fmla="*/ 1017584 w 2491113"/>
              <a:gd name="connsiteY934" fmla="*/ 336162 h 560417"/>
              <a:gd name="connsiteX935" fmla="*/ 1021724 w 2491113"/>
              <a:gd name="connsiteY935" fmla="*/ 328268 h 560417"/>
              <a:gd name="connsiteX936" fmla="*/ 1032217 w 2491113"/>
              <a:gd name="connsiteY936" fmla="*/ 310267 h 560417"/>
              <a:gd name="connsiteX937" fmla="*/ 1039918 w 2491113"/>
              <a:gd name="connsiteY937" fmla="*/ 306128 h 560417"/>
              <a:gd name="connsiteX938" fmla="*/ 56274 w 2491113"/>
              <a:gd name="connsiteY938" fmla="*/ 295893 h 560417"/>
              <a:gd name="connsiteX939" fmla="*/ 29214 w 2491113"/>
              <a:gd name="connsiteY939" fmla="*/ 299234 h 560417"/>
              <a:gd name="connsiteX940" fmla="*/ 31534 w 2491113"/>
              <a:gd name="connsiteY940" fmla="*/ 318231 h 560417"/>
              <a:gd name="connsiteX941" fmla="*/ 33936 w 2491113"/>
              <a:gd name="connsiteY941" fmla="*/ 317955 h 560417"/>
              <a:gd name="connsiteX942" fmla="*/ 36338 w 2491113"/>
              <a:gd name="connsiteY942" fmla="*/ 317651 h 560417"/>
              <a:gd name="connsiteX943" fmla="*/ 34654 w 2491113"/>
              <a:gd name="connsiteY943" fmla="*/ 303845 h 560417"/>
              <a:gd name="connsiteX944" fmla="*/ 41695 w 2491113"/>
              <a:gd name="connsiteY944" fmla="*/ 302962 h 560417"/>
              <a:gd name="connsiteX945" fmla="*/ 43186 w 2491113"/>
              <a:gd name="connsiteY945" fmla="*/ 315139 h 560417"/>
              <a:gd name="connsiteX946" fmla="*/ 45533 w 2491113"/>
              <a:gd name="connsiteY946" fmla="*/ 314863 h 560417"/>
              <a:gd name="connsiteX947" fmla="*/ 47852 w 2491113"/>
              <a:gd name="connsiteY947" fmla="*/ 314586 h 560417"/>
              <a:gd name="connsiteX948" fmla="*/ 46361 w 2491113"/>
              <a:gd name="connsiteY948" fmla="*/ 302409 h 560417"/>
              <a:gd name="connsiteX949" fmla="*/ 52105 w 2491113"/>
              <a:gd name="connsiteY949" fmla="*/ 301691 h 560417"/>
              <a:gd name="connsiteX950" fmla="*/ 53706 w 2491113"/>
              <a:gd name="connsiteY950" fmla="*/ 314807 h 560417"/>
              <a:gd name="connsiteX951" fmla="*/ 56136 w 2491113"/>
              <a:gd name="connsiteY951" fmla="*/ 314531 h 560417"/>
              <a:gd name="connsiteX952" fmla="*/ 58511 w 2491113"/>
              <a:gd name="connsiteY952" fmla="*/ 314227 h 560417"/>
              <a:gd name="connsiteX953" fmla="*/ 512620 w 2491113"/>
              <a:gd name="connsiteY953" fmla="*/ 291282 h 560417"/>
              <a:gd name="connsiteX954" fmla="*/ 505634 w 2491113"/>
              <a:gd name="connsiteY954" fmla="*/ 294043 h 560417"/>
              <a:gd name="connsiteX955" fmla="*/ 505634 w 2491113"/>
              <a:gd name="connsiteY955" fmla="*/ 310610 h 560417"/>
              <a:gd name="connsiteX956" fmla="*/ 526509 w 2491113"/>
              <a:gd name="connsiteY956" fmla="*/ 312571 h 560417"/>
              <a:gd name="connsiteX957" fmla="*/ 531093 w 2491113"/>
              <a:gd name="connsiteY957" fmla="*/ 304287 h 560417"/>
              <a:gd name="connsiteX958" fmla="*/ 527890 w 2491113"/>
              <a:gd name="connsiteY958" fmla="*/ 296804 h 560417"/>
              <a:gd name="connsiteX959" fmla="*/ 527476 w 2491113"/>
              <a:gd name="connsiteY959" fmla="*/ 296583 h 560417"/>
              <a:gd name="connsiteX960" fmla="*/ 531038 w 2491113"/>
              <a:gd name="connsiteY960" fmla="*/ 296362 h 560417"/>
              <a:gd name="connsiteX961" fmla="*/ 531286 w 2491113"/>
              <a:gd name="connsiteY961" fmla="*/ 292911 h 560417"/>
              <a:gd name="connsiteX962" fmla="*/ 516624 w 2491113"/>
              <a:gd name="connsiteY962" fmla="*/ 291641 h 560417"/>
              <a:gd name="connsiteX963" fmla="*/ 515713 w 2491113"/>
              <a:gd name="connsiteY963" fmla="*/ 302106 h 560417"/>
              <a:gd name="connsiteX964" fmla="*/ 520407 w 2491113"/>
              <a:gd name="connsiteY964" fmla="*/ 302520 h 560417"/>
              <a:gd name="connsiteX965" fmla="*/ 520904 w 2491113"/>
              <a:gd name="connsiteY965" fmla="*/ 296611 h 560417"/>
              <a:gd name="connsiteX966" fmla="*/ 524135 w 2491113"/>
              <a:gd name="connsiteY966" fmla="*/ 298268 h 560417"/>
              <a:gd name="connsiteX967" fmla="*/ 526233 w 2491113"/>
              <a:gd name="connsiteY967" fmla="*/ 303210 h 560417"/>
              <a:gd name="connsiteX968" fmla="*/ 523472 w 2491113"/>
              <a:gd name="connsiteY968" fmla="*/ 308401 h 560417"/>
              <a:gd name="connsiteX969" fmla="*/ 516265 w 2491113"/>
              <a:gd name="connsiteY969" fmla="*/ 309616 h 560417"/>
              <a:gd name="connsiteX970" fmla="*/ 509335 w 2491113"/>
              <a:gd name="connsiteY970" fmla="*/ 307076 h 560417"/>
              <a:gd name="connsiteX971" fmla="*/ 507236 w 2491113"/>
              <a:gd name="connsiteY971" fmla="*/ 301553 h 560417"/>
              <a:gd name="connsiteX972" fmla="*/ 508893 w 2491113"/>
              <a:gd name="connsiteY972" fmla="*/ 298047 h 560417"/>
              <a:gd name="connsiteX973" fmla="*/ 512179 w 2491113"/>
              <a:gd name="connsiteY973" fmla="*/ 296500 h 560417"/>
              <a:gd name="connsiteX974" fmla="*/ 135465 w 2491113"/>
              <a:gd name="connsiteY974" fmla="*/ 282804 h 560417"/>
              <a:gd name="connsiteX975" fmla="*/ 152751 w 2491113"/>
              <a:gd name="connsiteY975" fmla="*/ 284682 h 560417"/>
              <a:gd name="connsiteX976" fmla="*/ 167744 w 2491113"/>
              <a:gd name="connsiteY976" fmla="*/ 284682 h 560417"/>
              <a:gd name="connsiteX977" fmla="*/ 184919 w 2491113"/>
              <a:gd name="connsiteY977" fmla="*/ 284516 h 560417"/>
              <a:gd name="connsiteX978" fmla="*/ 210847 w 2491113"/>
              <a:gd name="connsiteY978" fmla="*/ 285179 h 560417"/>
              <a:gd name="connsiteX979" fmla="*/ 238873 w 2491113"/>
              <a:gd name="connsiteY979" fmla="*/ 291695 h 560417"/>
              <a:gd name="connsiteX980" fmla="*/ 258671 w 2491113"/>
              <a:gd name="connsiteY980" fmla="*/ 293048 h 560417"/>
              <a:gd name="connsiteX981" fmla="*/ 251989 w 2491113"/>
              <a:gd name="connsiteY981" fmla="*/ 321461 h 560417"/>
              <a:gd name="connsiteX982" fmla="*/ 279601 w 2491113"/>
              <a:gd name="connsiteY982" fmla="*/ 324720 h 560417"/>
              <a:gd name="connsiteX983" fmla="*/ 279905 w 2491113"/>
              <a:gd name="connsiteY983" fmla="*/ 324720 h 560417"/>
              <a:gd name="connsiteX984" fmla="*/ 280264 w 2491113"/>
              <a:gd name="connsiteY984" fmla="*/ 324720 h 560417"/>
              <a:gd name="connsiteX985" fmla="*/ 308069 w 2491113"/>
              <a:gd name="connsiteY985" fmla="*/ 321406 h 560417"/>
              <a:gd name="connsiteX986" fmla="*/ 301387 w 2491113"/>
              <a:gd name="connsiteY986" fmla="*/ 292993 h 560417"/>
              <a:gd name="connsiteX987" fmla="*/ 321185 w 2491113"/>
              <a:gd name="connsiteY987" fmla="*/ 291640 h 560417"/>
              <a:gd name="connsiteX988" fmla="*/ 349322 w 2491113"/>
              <a:gd name="connsiteY988" fmla="*/ 285207 h 560417"/>
              <a:gd name="connsiteX989" fmla="*/ 375249 w 2491113"/>
              <a:gd name="connsiteY989" fmla="*/ 284544 h 560417"/>
              <a:gd name="connsiteX990" fmla="*/ 392424 w 2491113"/>
              <a:gd name="connsiteY990" fmla="*/ 284710 h 560417"/>
              <a:gd name="connsiteX991" fmla="*/ 407418 w 2491113"/>
              <a:gd name="connsiteY991" fmla="*/ 284710 h 560417"/>
              <a:gd name="connsiteX992" fmla="*/ 407418 w 2491113"/>
              <a:gd name="connsiteY992" fmla="*/ 284682 h 560417"/>
              <a:gd name="connsiteX993" fmla="*/ 424703 w 2491113"/>
              <a:gd name="connsiteY993" fmla="*/ 282804 h 560417"/>
              <a:gd name="connsiteX994" fmla="*/ 408135 w 2491113"/>
              <a:gd name="connsiteY994" fmla="*/ 299123 h 560417"/>
              <a:gd name="connsiteX995" fmla="*/ 384030 w 2491113"/>
              <a:gd name="connsiteY995" fmla="*/ 310168 h 560417"/>
              <a:gd name="connsiteX996" fmla="*/ 325189 w 2491113"/>
              <a:gd name="connsiteY996" fmla="*/ 323173 h 560417"/>
              <a:gd name="connsiteX997" fmla="*/ 298929 w 2491113"/>
              <a:gd name="connsiteY997" fmla="*/ 326128 h 560417"/>
              <a:gd name="connsiteX998" fmla="*/ 296389 w 2491113"/>
              <a:gd name="connsiteY998" fmla="*/ 326376 h 560417"/>
              <a:gd name="connsiteX999" fmla="*/ 303762 w 2491113"/>
              <a:gd name="connsiteY999" fmla="*/ 356280 h 560417"/>
              <a:gd name="connsiteX1000" fmla="*/ 279987 w 2491113"/>
              <a:gd name="connsiteY1000" fmla="*/ 360312 h 560417"/>
              <a:gd name="connsiteX1001" fmla="*/ 256186 w 2491113"/>
              <a:gd name="connsiteY1001" fmla="*/ 356280 h 560417"/>
              <a:gd name="connsiteX1002" fmla="*/ 263586 w 2491113"/>
              <a:gd name="connsiteY1002" fmla="*/ 326376 h 560417"/>
              <a:gd name="connsiteX1003" fmla="*/ 261018 w 2491113"/>
              <a:gd name="connsiteY1003" fmla="*/ 326128 h 560417"/>
              <a:gd name="connsiteX1004" fmla="*/ 234759 w 2491113"/>
              <a:gd name="connsiteY1004" fmla="*/ 323173 h 560417"/>
              <a:gd name="connsiteX1005" fmla="*/ 176138 w 2491113"/>
              <a:gd name="connsiteY1005" fmla="*/ 310168 h 560417"/>
              <a:gd name="connsiteX1006" fmla="*/ 152033 w 2491113"/>
              <a:gd name="connsiteY1006" fmla="*/ 299123 h 560417"/>
              <a:gd name="connsiteX1007" fmla="*/ 135465 w 2491113"/>
              <a:gd name="connsiteY1007" fmla="*/ 282804 h 560417"/>
              <a:gd name="connsiteX1008" fmla="*/ 1168335 w 2491113"/>
              <a:gd name="connsiteY1008" fmla="*/ 282446 h 560417"/>
              <a:gd name="connsiteX1009" fmla="*/ 1176037 w 2491113"/>
              <a:gd name="connsiteY1009" fmla="*/ 284179 h 560417"/>
              <a:gd name="connsiteX1010" fmla="*/ 1183834 w 2491113"/>
              <a:gd name="connsiteY1010" fmla="*/ 288222 h 560417"/>
              <a:gd name="connsiteX1011" fmla="*/ 1191632 w 2491113"/>
              <a:gd name="connsiteY1011" fmla="*/ 288896 h 560417"/>
              <a:gd name="connsiteX1012" fmla="*/ 1199333 w 2491113"/>
              <a:gd name="connsiteY1012" fmla="*/ 291302 h 560417"/>
              <a:gd name="connsiteX1013" fmla="*/ 1205975 w 2491113"/>
              <a:gd name="connsiteY1013" fmla="*/ 290244 h 560417"/>
              <a:gd name="connsiteX1014" fmla="*/ 1221762 w 2491113"/>
              <a:gd name="connsiteY1014" fmla="*/ 304202 h 560417"/>
              <a:gd name="connsiteX1015" fmla="*/ 1220896 w 2491113"/>
              <a:gd name="connsiteY1015" fmla="*/ 304394 h 560417"/>
              <a:gd name="connsiteX1016" fmla="*/ 1225036 w 2491113"/>
              <a:gd name="connsiteY1016" fmla="*/ 310459 h 560417"/>
              <a:gd name="connsiteX1017" fmla="*/ 1225036 w 2491113"/>
              <a:gd name="connsiteY1017" fmla="*/ 318352 h 560417"/>
              <a:gd name="connsiteX1018" fmla="*/ 1219452 w 2491113"/>
              <a:gd name="connsiteY1018" fmla="*/ 325669 h 560417"/>
              <a:gd name="connsiteX1019" fmla="*/ 1215120 w 2491113"/>
              <a:gd name="connsiteY1019" fmla="*/ 334526 h 560417"/>
              <a:gd name="connsiteX1020" fmla="*/ 1210019 w 2491113"/>
              <a:gd name="connsiteY1020" fmla="*/ 340494 h 560417"/>
              <a:gd name="connsiteX1021" fmla="*/ 1201162 w 2491113"/>
              <a:gd name="connsiteY1021" fmla="*/ 344055 h 560417"/>
              <a:gd name="connsiteX1022" fmla="*/ 1193653 w 2491113"/>
              <a:gd name="connsiteY1022" fmla="*/ 344055 h 560417"/>
              <a:gd name="connsiteX1023" fmla="*/ 1185760 w 2491113"/>
              <a:gd name="connsiteY1023" fmla="*/ 347810 h 560417"/>
              <a:gd name="connsiteX1024" fmla="*/ 1179599 w 2491113"/>
              <a:gd name="connsiteY1024" fmla="*/ 341264 h 560417"/>
              <a:gd name="connsiteX1025" fmla="*/ 1179599 w 2491113"/>
              <a:gd name="connsiteY1025" fmla="*/ 332600 h 560417"/>
              <a:gd name="connsiteX1026" fmla="*/ 1173245 w 2491113"/>
              <a:gd name="connsiteY1026" fmla="*/ 320952 h 560417"/>
              <a:gd name="connsiteX1027" fmla="*/ 1168143 w 2491113"/>
              <a:gd name="connsiteY1027" fmla="*/ 310844 h 560417"/>
              <a:gd name="connsiteX1028" fmla="*/ 1165158 w 2491113"/>
              <a:gd name="connsiteY1028" fmla="*/ 299582 h 560417"/>
              <a:gd name="connsiteX1029" fmla="*/ 1165737 w 2491113"/>
              <a:gd name="connsiteY1029" fmla="*/ 292651 h 560417"/>
              <a:gd name="connsiteX1030" fmla="*/ 1168335 w 2491113"/>
              <a:gd name="connsiteY1030" fmla="*/ 282446 h 560417"/>
              <a:gd name="connsiteX1031" fmla="*/ 45119 w 2491113"/>
              <a:gd name="connsiteY1031" fmla="*/ 272698 h 560417"/>
              <a:gd name="connsiteX1032" fmla="*/ 51111 w 2491113"/>
              <a:gd name="connsiteY1032" fmla="*/ 272698 h 560417"/>
              <a:gd name="connsiteX1033" fmla="*/ 51111 w 2491113"/>
              <a:gd name="connsiteY1033" fmla="*/ 278497 h 560417"/>
              <a:gd name="connsiteX1034" fmla="*/ 50365 w 2491113"/>
              <a:gd name="connsiteY1034" fmla="*/ 281562 h 560417"/>
              <a:gd name="connsiteX1035" fmla="*/ 48267 w 2491113"/>
              <a:gd name="connsiteY1035" fmla="*/ 282556 h 560417"/>
              <a:gd name="connsiteX1036" fmla="*/ 45864 w 2491113"/>
              <a:gd name="connsiteY1036" fmla="*/ 281645 h 560417"/>
              <a:gd name="connsiteX1037" fmla="*/ 45119 w 2491113"/>
              <a:gd name="connsiteY1037" fmla="*/ 278690 h 560417"/>
              <a:gd name="connsiteX1038" fmla="*/ 33273 w 2491113"/>
              <a:gd name="connsiteY1038" fmla="*/ 272339 h 560417"/>
              <a:gd name="connsiteX1039" fmla="*/ 40535 w 2491113"/>
              <a:gd name="connsiteY1039" fmla="*/ 272477 h 560417"/>
              <a:gd name="connsiteX1040" fmla="*/ 40535 w 2491113"/>
              <a:gd name="connsiteY1040" fmla="*/ 278718 h 560417"/>
              <a:gd name="connsiteX1041" fmla="*/ 39652 w 2491113"/>
              <a:gd name="connsiteY1041" fmla="*/ 281866 h 560417"/>
              <a:gd name="connsiteX1042" fmla="*/ 37084 w 2491113"/>
              <a:gd name="connsiteY1042" fmla="*/ 282860 h 560417"/>
              <a:gd name="connsiteX1043" fmla="*/ 34185 w 2491113"/>
              <a:gd name="connsiteY1043" fmla="*/ 281783 h 560417"/>
              <a:gd name="connsiteX1044" fmla="*/ 33273 w 2491113"/>
              <a:gd name="connsiteY1044" fmla="*/ 278690 h 560417"/>
              <a:gd name="connsiteX1045" fmla="*/ 28717 w 2491113"/>
              <a:gd name="connsiteY1045" fmla="*/ 267232 h 560417"/>
              <a:gd name="connsiteX1046" fmla="*/ 28717 w 2491113"/>
              <a:gd name="connsiteY1046" fmla="*/ 269744 h 560417"/>
              <a:gd name="connsiteX1047" fmla="*/ 28690 w 2491113"/>
              <a:gd name="connsiteY1047" fmla="*/ 278608 h 560417"/>
              <a:gd name="connsiteX1048" fmla="*/ 30733 w 2491113"/>
              <a:gd name="connsiteY1048" fmla="*/ 285621 h 560417"/>
              <a:gd name="connsiteX1049" fmla="*/ 37056 w 2491113"/>
              <a:gd name="connsiteY1049" fmla="*/ 288106 h 560417"/>
              <a:gd name="connsiteX1050" fmla="*/ 42330 w 2491113"/>
              <a:gd name="connsiteY1050" fmla="*/ 285787 h 560417"/>
              <a:gd name="connsiteX1051" fmla="*/ 43241 w 2491113"/>
              <a:gd name="connsiteY1051" fmla="*/ 284241 h 560417"/>
              <a:gd name="connsiteX1052" fmla="*/ 48764 w 2491113"/>
              <a:gd name="connsiteY1052" fmla="*/ 287471 h 560417"/>
              <a:gd name="connsiteX1053" fmla="*/ 53872 w 2491113"/>
              <a:gd name="connsiteY1053" fmla="*/ 285511 h 560417"/>
              <a:gd name="connsiteX1054" fmla="*/ 55777 w 2491113"/>
              <a:gd name="connsiteY1054" fmla="*/ 279850 h 560417"/>
              <a:gd name="connsiteX1055" fmla="*/ 55970 w 2491113"/>
              <a:gd name="connsiteY1055" fmla="*/ 270214 h 560417"/>
              <a:gd name="connsiteX1056" fmla="*/ 55970 w 2491113"/>
              <a:gd name="connsiteY1056" fmla="*/ 267729 h 560417"/>
              <a:gd name="connsiteX1057" fmla="*/ 504447 w 2491113"/>
              <a:gd name="connsiteY1057" fmla="*/ 262372 h 560417"/>
              <a:gd name="connsiteX1058" fmla="*/ 504447 w 2491113"/>
              <a:gd name="connsiteY1058" fmla="*/ 265354 h 560417"/>
              <a:gd name="connsiteX1059" fmla="*/ 504447 w 2491113"/>
              <a:gd name="connsiteY1059" fmla="*/ 268308 h 560417"/>
              <a:gd name="connsiteX1060" fmla="*/ 516403 w 2491113"/>
              <a:gd name="connsiteY1060" fmla="*/ 272782 h 560417"/>
              <a:gd name="connsiteX1061" fmla="*/ 504778 w 2491113"/>
              <a:gd name="connsiteY1061" fmla="*/ 278304 h 560417"/>
              <a:gd name="connsiteX1062" fmla="*/ 504778 w 2491113"/>
              <a:gd name="connsiteY1062" fmla="*/ 281424 h 560417"/>
              <a:gd name="connsiteX1063" fmla="*/ 504778 w 2491113"/>
              <a:gd name="connsiteY1063" fmla="*/ 284544 h 560417"/>
              <a:gd name="connsiteX1064" fmla="*/ 521346 w 2491113"/>
              <a:gd name="connsiteY1064" fmla="*/ 275184 h 560417"/>
              <a:gd name="connsiteX1065" fmla="*/ 531590 w 2491113"/>
              <a:gd name="connsiteY1065" fmla="*/ 274825 h 560417"/>
              <a:gd name="connsiteX1066" fmla="*/ 531590 w 2491113"/>
              <a:gd name="connsiteY1066" fmla="*/ 272202 h 560417"/>
              <a:gd name="connsiteX1067" fmla="*/ 531590 w 2491113"/>
              <a:gd name="connsiteY1067" fmla="*/ 269606 h 560417"/>
              <a:gd name="connsiteX1068" fmla="*/ 521235 w 2491113"/>
              <a:gd name="connsiteY1068" fmla="*/ 269965 h 560417"/>
              <a:gd name="connsiteX1069" fmla="*/ 408053 w 2491113"/>
              <a:gd name="connsiteY1069" fmla="*/ 239757 h 560417"/>
              <a:gd name="connsiteX1070" fmla="*/ 391734 w 2491113"/>
              <a:gd name="connsiteY1070" fmla="*/ 257678 h 560417"/>
              <a:gd name="connsiteX1071" fmla="*/ 367684 w 2491113"/>
              <a:gd name="connsiteY1071" fmla="*/ 273251 h 560417"/>
              <a:gd name="connsiteX1072" fmla="*/ 320274 w 2491113"/>
              <a:gd name="connsiteY1072" fmla="*/ 287195 h 560417"/>
              <a:gd name="connsiteX1073" fmla="*/ 299813 w 2491113"/>
              <a:gd name="connsiteY1073" fmla="*/ 288493 h 560417"/>
              <a:gd name="connsiteX1074" fmla="*/ 295589 w 2491113"/>
              <a:gd name="connsiteY1074" fmla="*/ 288493 h 560417"/>
              <a:gd name="connsiteX1075" fmla="*/ 302437 w 2491113"/>
              <a:gd name="connsiteY1075" fmla="*/ 317568 h 560417"/>
              <a:gd name="connsiteX1076" fmla="*/ 280347 w 2491113"/>
              <a:gd name="connsiteY1076" fmla="*/ 320330 h 560417"/>
              <a:gd name="connsiteX1077" fmla="*/ 280071 w 2491113"/>
              <a:gd name="connsiteY1077" fmla="*/ 320330 h 560417"/>
              <a:gd name="connsiteX1078" fmla="*/ 279767 w 2491113"/>
              <a:gd name="connsiteY1078" fmla="*/ 320330 h 560417"/>
              <a:gd name="connsiteX1079" fmla="*/ 257677 w 2491113"/>
              <a:gd name="connsiteY1079" fmla="*/ 317568 h 560417"/>
              <a:gd name="connsiteX1080" fmla="*/ 264553 w 2491113"/>
              <a:gd name="connsiteY1080" fmla="*/ 288548 h 560417"/>
              <a:gd name="connsiteX1081" fmla="*/ 260328 w 2491113"/>
              <a:gd name="connsiteY1081" fmla="*/ 288548 h 560417"/>
              <a:gd name="connsiteX1082" fmla="*/ 239867 w 2491113"/>
              <a:gd name="connsiteY1082" fmla="*/ 287250 h 560417"/>
              <a:gd name="connsiteX1083" fmla="*/ 192457 w 2491113"/>
              <a:gd name="connsiteY1083" fmla="*/ 273306 h 560417"/>
              <a:gd name="connsiteX1084" fmla="*/ 168352 w 2491113"/>
              <a:gd name="connsiteY1084" fmla="*/ 257705 h 560417"/>
              <a:gd name="connsiteX1085" fmla="*/ 152088 w 2491113"/>
              <a:gd name="connsiteY1085" fmla="*/ 239813 h 560417"/>
              <a:gd name="connsiteX1086" fmla="*/ 169153 w 2491113"/>
              <a:gd name="connsiteY1086" fmla="*/ 241745 h 560417"/>
              <a:gd name="connsiteX1087" fmla="*/ 175780 w 2491113"/>
              <a:gd name="connsiteY1087" fmla="*/ 242049 h 560417"/>
              <a:gd name="connsiteX1088" fmla="*/ 206926 w 2491113"/>
              <a:gd name="connsiteY1088" fmla="*/ 243678 h 560417"/>
              <a:gd name="connsiteX1089" fmla="*/ 210405 w 2491113"/>
              <a:gd name="connsiteY1089" fmla="*/ 245528 h 560417"/>
              <a:gd name="connsiteX1090" fmla="*/ 245583 w 2491113"/>
              <a:gd name="connsiteY1090" fmla="*/ 256766 h 560417"/>
              <a:gd name="connsiteX1091" fmla="*/ 251879 w 2491113"/>
              <a:gd name="connsiteY1091" fmla="*/ 257181 h 560417"/>
              <a:gd name="connsiteX1092" fmla="*/ 259610 w 2491113"/>
              <a:gd name="connsiteY1092" fmla="*/ 256766 h 560417"/>
              <a:gd name="connsiteX1093" fmla="*/ 253535 w 2491113"/>
              <a:gd name="connsiteY1093" fmla="*/ 282032 h 560417"/>
              <a:gd name="connsiteX1094" fmla="*/ 280209 w 2491113"/>
              <a:gd name="connsiteY1094" fmla="*/ 283716 h 560417"/>
              <a:gd name="connsiteX1095" fmla="*/ 306855 w 2491113"/>
              <a:gd name="connsiteY1095" fmla="*/ 282032 h 560417"/>
              <a:gd name="connsiteX1096" fmla="*/ 300807 w 2491113"/>
              <a:gd name="connsiteY1096" fmla="*/ 256766 h 560417"/>
              <a:gd name="connsiteX1097" fmla="*/ 308511 w 2491113"/>
              <a:gd name="connsiteY1097" fmla="*/ 257181 h 560417"/>
              <a:gd name="connsiteX1098" fmla="*/ 314807 w 2491113"/>
              <a:gd name="connsiteY1098" fmla="*/ 256766 h 560417"/>
              <a:gd name="connsiteX1099" fmla="*/ 350012 w 2491113"/>
              <a:gd name="connsiteY1099" fmla="*/ 245528 h 560417"/>
              <a:gd name="connsiteX1100" fmla="*/ 353491 w 2491113"/>
              <a:gd name="connsiteY1100" fmla="*/ 243678 h 560417"/>
              <a:gd name="connsiteX1101" fmla="*/ 384638 w 2491113"/>
              <a:gd name="connsiteY1101" fmla="*/ 242049 h 560417"/>
              <a:gd name="connsiteX1102" fmla="*/ 391237 w 2491113"/>
              <a:gd name="connsiteY1102" fmla="*/ 241745 h 560417"/>
              <a:gd name="connsiteX1103" fmla="*/ 390961 w 2491113"/>
              <a:gd name="connsiteY1103" fmla="*/ 241690 h 560417"/>
              <a:gd name="connsiteX1104" fmla="*/ 408053 w 2491113"/>
              <a:gd name="connsiteY1104" fmla="*/ 239757 h 560417"/>
              <a:gd name="connsiteX1105" fmla="*/ 1140707 w 2491113"/>
              <a:gd name="connsiteY1105" fmla="*/ 226614 h 560417"/>
              <a:gd name="connsiteX1106" fmla="*/ 1133583 w 2491113"/>
              <a:gd name="connsiteY1106" fmla="*/ 227576 h 560417"/>
              <a:gd name="connsiteX1107" fmla="*/ 1126268 w 2491113"/>
              <a:gd name="connsiteY1107" fmla="*/ 229982 h 560417"/>
              <a:gd name="connsiteX1108" fmla="*/ 1120780 w 2491113"/>
              <a:gd name="connsiteY1108" fmla="*/ 233448 h 560417"/>
              <a:gd name="connsiteX1109" fmla="*/ 1106533 w 2491113"/>
              <a:gd name="connsiteY1109" fmla="*/ 239609 h 560417"/>
              <a:gd name="connsiteX1110" fmla="*/ 1102202 w 2491113"/>
              <a:gd name="connsiteY1110" fmla="*/ 246925 h 560417"/>
              <a:gd name="connsiteX1111" fmla="*/ 1108363 w 2491113"/>
              <a:gd name="connsiteY1111" fmla="*/ 253086 h 560417"/>
              <a:gd name="connsiteX1112" fmla="*/ 1119240 w 2491113"/>
              <a:gd name="connsiteY1112" fmla="*/ 249717 h 560417"/>
              <a:gd name="connsiteX1113" fmla="*/ 1129445 w 2491113"/>
              <a:gd name="connsiteY1113" fmla="*/ 241823 h 560417"/>
              <a:gd name="connsiteX1114" fmla="*/ 1137916 w 2491113"/>
              <a:gd name="connsiteY1114" fmla="*/ 234315 h 560417"/>
              <a:gd name="connsiteX1115" fmla="*/ 1140707 w 2491113"/>
              <a:gd name="connsiteY1115" fmla="*/ 226614 h 560417"/>
              <a:gd name="connsiteX1116" fmla="*/ 1478886 w 2491113"/>
              <a:gd name="connsiteY1116" fmla="*/ 211115 h 560417"/>
              <a:gd name="connsiteX1117" fmla="*/ 1467622 w 2491113"/>
              <a:gd name="connsiteY1117" fmla="*/ 213040 h 560417"/>
              <a:gd name="connsiteX1118" fmla="*/ 1464927 w 2491113"/>
              <a:gd name="connsiteY1118" fmla="*/ 219008 h 560417"/>
              <a:gd name="connsiteX1119" fmla="*/ 1465794 w 2491113"/>
              <a:gd name="connsiteY1119" fmla="*/ 224592 h 560417"/>
              <a:gd name="connsiteX1120" fmla="*/ 1475420 w 2491113"/>
              <a:gd name="connsiteY1120" fmla="*/ 225650 h 560417"/>
              <a:gd name="connsiteX1121" fmla="*/ 1475516 w 2491113"/>
              <a:gd name="connsiteY1121" fmla="*/ 225650 h 560417"/>
              <a:gd name="connsiteX1122" fmla="*/ 1481966 w 2491113"/>
              <a:gd name="connsiteY1122" fmla="*/ 214484 h 560417"/>
              <a:gd name="connsiteX1123" fmla="*/ 1481988 w 2491113"/>
              <a:gd name="connsiteY1123" fmla="*/ 213975 h 560417"/>
              <a:gd name="connsiteX1124" fmla="*/ 1478886 w 2491113"/>
              <a:gd name="connsiteY1124" fmla="*/ 211115 h 560417"/>
              <a:gd name="connsiteX1125" fmla="*/ 1512578 w 2491113"/>
              <a:gd name="connsiteY1125" fmla="*/ 201103 h 560417"/>
              <a:gd name="connsiteX1126" fmla="*/ 1503818 w 2491113"/>
              <a:gd name="connsiteY1126" fmla="*/ 203991 h 560417"/>
              <a:gd name="connsiteX1127" fmla="*/ 1502758 w 2491113"/>
              <a:gd name="connsiteY1127" fmla="*/ 212751 h 560417"/>
              <a:gd name="connsiteX1128" fmla="*/ 1508149 w 2491113"/>
              <a:gd name="connsiteY1128" fmla="*/ 217660 h 560417"/>
              <a:gd name="connsiteX1129" fmla="*/ 1517776 w 2491113"/>
              <a:gd name="connsiteY1129" fmla="*/ 210441 h 560417"/>
              <a:gd name="connsiteX1130" fmla="*/ 1518162 w 2491113"/>
              <a:gd name="connsiteY1130" fmla="*/ 210441 h 560417"/>
              <a:gd name="connsiteX1131" fmla="*/ 1518162 w 2491113"/>
              <a:gd name="connsiteY1131" fmla="*/ 203125 h 560417"/>
              <a:gd name="connsiteX1132" fmla="*/ 1512578 w 2491113"/>
              <a:gd name="connsiteY1132" fmla="*/ 201103 h 560417"/>
              <a:gd name="connsiteX1133" fmla="*/ 1160538 w 2491113"/>
              <a:gd name="connsiteY1133" fmla="*/ 190032 h 560417"/>
              <a:gd name="connsiteX1134" fmla="*/ 1168817 w 2491113"/>
              <a:gd name="connsiteY1134" fmla="*/ 193210 h 560417"/>
              <a:gd name="connsiteX1135" fmla="*/ 1178443 w 2491113"/>
              <a:gd name="connsiteY1135" fmla="*/ 193210 h 560417"/>
              <a:gd name="connsiteX1136" fmla="*/ 1192016 w 2491113"/>
              <a:gd name="connsiteY1136" fmla="*/ 202066 h 560417"/>
              <a:gd name="connsiteX1137" fmla="*/ 1195771 w 2491113"/>
              <a:gd name="connsiteY1137" fmla="*/ 213329 h 560417"/>
              <a:gd name="connsiteX1138" fmla="*/ 1195771 w 2491113"/>
              <a:gd name="connsiteY1138" fmla="*/ 222089 h 560417"/>
              <a:gd name="connsiteX1139" fmla="*/ 1184315 w 2491113"/>
              <a:gd name="connsiteY1139" fmla="*/ 233737 h 560417"/>
              <a:gd name="connsiteX1140" fmla="*/ 1183930 w 2491113"/>
              <a:gd name="connsiteY1140" fmla="*/ 233737 h 560417"/>
              <a:gd name="connsiteX1141" fmla="*/ 1178443 w 2491113"/>
              <a:gd name="connsiteY1141" fmla="*/ 243363 h 560417"/>
              <a:gd name="connsiteX1142" fmla="*/ 1160441 w 2491113"/>
              <a:gd name="connsiteY1142" fmla="*/ 274746 h 560417"/>
              <a:gd name="connsiteX1143" fmla="*/ 1152547 w 2491113"/>
              <a:gd name="connsiteY1143" fmla="*/ 284854 h 560417"/>
              <a:gd name="connsiteX1144" fmla="*/ 1146675 w 2491113"/>
              <a:gd name="connsiteY1144" fmla="*/ 285624 h 560417"/>
              <a:gd name="connsiteX1145" fmla="*/ 1141092 w 2491113"/>
              <a:gd name="connsiteY1145" fmla="*/ 291881 h 560417"/>
              <a:gd name="connsiteX1146" fmla="*/ 1142922 w 2491113"/>
              <a:gd name="connsiteY1146" fmla="*/ 303336 h 560417"/>
              <a:gd name="connsiteX1147" fmla="*/ 1142922 w 2491113"/>
              <a:gd name="connsiteY1147" fmla="*/ 354260 h 560417"/>
              <a:gd name="connsiteX1148" fmla="*/ 1133295 w 2491113"/>
              <a:gd name="connsiteY1148" fmla="*/ 368700 h 560417"/>
              <a:gd name="connsiteX1149" fmla="*/ 1122995 w 2491113"/>
              <a:gd name="connsiteY1149" fmla="*/ 379000 h 560417"/>
              <a:gd name="connsiteX1150" fmla="*/ 1113368 w 2491113"/>
              <a:gd name="connsiteY1150" fmla="*/ 383910 h 560417"/>
              <a:gd name="connsiteX1151" fmla="*/ 1109037 w 2491113"/>
              <a:gd name="connsiteY1151" fmla="*/ 380925 h 560417"/>
              <a:gd name="connsiteX1152" fmla="*/ 1102298 w 2491113"/>
              <a:gd name="connsiteY1152" fmla="*/ 377942 h 560417"/>
              <a:gd name="connsiteX1153" fmla="*/ 1097003 w 2491113"/>
              <a:gd name="connsiteY1153" fmla="*/ 373802 h 560417"/>
              <a:gd name="connsiteX1154" fmla="*/ 1088146 w 2491113"/>
              <a:gd name="connsiteY1154" fmla="*/ 369470 h 560417"/>
              <a:gd name="connsiteX1155" fmla="*/ 1083334 w 2491113"/>
              <a:gd name="connsiteY1155" fmla="*/ 360421 h 560417"/>
              <a:gd name="connsiteX1156" fmla="*/ 1069761 w 2491113"/>
              <a:gd name="connsiteY1156" fmla="*/ 346559 h 560417"/>
              <a:gd name="connsiteX1157" fmla="*/ 1078424 w 2491113"/>
              <a:gd name="connsiteY1157" fmla="*/ 342997 h 560417"/>
              <a:gd name="connsiteX1158" fmla="*/ 1091227 w 2491113"/>
              <a:gd name="connsiteY1158" fmla="*/ 347425 h 560417"/>
              <a:gd name="connsiteX1159" fmla="*/ 1101527 w 2491113"/>
              <a:gd name="connsiteY1159" fmla="*/ 335392 h 560417"/>
              <a:gd name="connsiteX1160" fmla="*/ 1101527 w 2491113"/>
              <a:gd name="connsiteY1160" fmla="*/ 327017 h 560417"/>
              <a:gd name="connsiteX1161" fmla="*/ 1101527 w 2491113"/>
              <a:gd name="connsiteY1161" fmla="*/ 315562 h 560417"/>
              <a:gd name="connsiteX1162" fmla="*/ 1103357 w 2491113"/>
              <a:gd name="connsiteY1162" fmla="*/ 300256 h 560417"/>
              <a:gd name="connsiteX1163" fmla="*/ 1100565 w 2491113"/>
              <a:gd name="connsiteY1163" fmla="*/ 295057 h 560417"/>
              <a:gd name="connsiteX1164" fmla="*/ 1092286 w 2491113"/>
              <a:gd name="connsiteY1164" fmla="*/ 292747 h 560417"/>
              <a:gd name="connsiteX1165" fmla="*/ 1085740 w 2491113"/>
              <a:gd name="connsiteY1165" fmla="*/ 293902 h 560417"/>
              <a:gd name="connsiteX1166" fmla="*/ 1075248 w 2491113"/>
              <a:gd name="connsiteY1166" fmla="*/ 292940 h 560417"/>
              <a:gd name="connsiteX1167" fmla="*/ 1071493 w 2491113"/>
              <a:gd name="connsiteY1167" fmla="*/ 289570 h 560417"/>
              <a:gd name="connsiteX1168" fmla="*/ 1069375 w 2491113"/>
              <a:gd name="connsiteY1168" fmla="*/ 281869 h 560417"/>
              <a:gd name="connsiteX1169" fmla="*/ 1067546 w 2491113"/>
              <a:gd name="connsiteY1169" fmla="*/ 277729 h 560417"/>
              <a:gd name="connsiteX1170" fmla="*/ 1066583 w 2491113"/>
              <a:gd name="connsiteY1170" fmla="*/ 269643 h 560417"/>
              <a:gd name="connsiteX1171" fmla="*/ 1063984 w 2491113"/>
              <a:gd name="connsiteY1171" fmla="*/ 257803 h 560417"/>
              <a:gd name="connsiteX1172" fmla="*/ 1061481 w 2491113"/>
              <a:gd name="connsiteY1172" fmla="*/ 242593 h 560417"/>
              <a:gd name="connsiteX1173" fmla="*/ 1060711 w 2491113"/>
              <a:gd name="connsiteY1173" fmla="*/ 227191 h 560417"/>
              <a:gd name="connsiteX1174" fmla="*/ 1070338 w 2491113"/>
              <a:gd name="connsiteY1174" fmla="*/ 209767 h 560417"/>
              <a:gd name="connsiteX1175" fmla="*/ 1079194 w 2491113"/>
              <a:gd name="connsiteY1175" fmla="*/ 205820 h 560417"/>
              <a:gd name="connsiteX1176" fmla="*/ 1087087 w 2491113"/>
              <a:gd name="connsiteY1176" fmla="*/ 209959 h 560417"/>
              <a:gd name="connsiteX1177" fmla="*/ 1090842 w 2491113"/>
              <a:gd name="connsiteY1177" fmla="*/ 214965 h 560417"/>
              <a:gd name="connsiteX1178" fmla="*/ 1107207 w 2491113"/>
              <a:gd name="connsiteY1178" fmla="*/ 210152 h 560417"/>
              <a:gd name="connsiteX1179" fmla="*/ 1119336 w 2491113"/>
              <a:gd name="connsiteY1179" fmla="*/ 206879 h 560417"/>
              <a:gd name="connsiteX1180" fmla="*/ 1128192 w 2491113"/>
              <a:gd name="connsiteY1180" fmla="*/ 203702 h 560417"/>
              <a:gd name="connsiteX1181" fmla="*/ 1135124 w 2491113"/>
              <a:gd name="connsiteY1181" fmla="*/ 201681 h 560417"/>
              <a:gd name="connsiteX1182" fmla="*/ 1144750 w 2491113"/>
              <a:gd name="connsiteY1182" fmla="*/ 197926 h 560417"/>
              <a:gd name="connsiteX1183" fmla="*/ 1150238 w 2491113"/>
              <a:gd name="connsiteY1183" fmla="*/ 194365 h 560417"/>
              <a:gd name="connsiteX1184" fmla="*/ 1155050 w 2491113"/>
              <a:gd name="connsiteY1184" fmla="*/ 191861 h 560417"/>
              <a:gd name="connsiteX1185" fmla="*/ 1160538 w 2491113"/>
              <a:gd name="connsiteY1185" fmla="*/ 190032 h 560417"/>
              <a:gd name="connsiteX1186" fmla="*/ 1475997 w 2491113"/>
              <a:gd name="connsiteY1186" fmla="*/ 174246 h 560417"/>
              <a:gd name="connsiteX1187" fmla="*/ 1466371 w 2491113"/>
              <a:gd name="connsiteY1187" fmla="*/ 180888 h 560417"/>
              <a:gd name="connsiteX1188" fmla="*/ 1467430 w 2491113"/>
              <a:gd name="connsiteY1188" fmla="*/ 190514 h 560417"/>
              <a:gd name="connsiteX1189" fmla="*/ 1471569 w 2491113"/>
              <a:gd name="connsiteY1189" fmla="*/ 193017 h 560417"/>
              <a:gd name="connsiteX1190" fmla="*/ 1482543 w 2491113"/>
              <a:gd name="connsiteY1190" fmla="*/ 182621 h 560417"/>
              <a:gd name="connsiteX1191" fmla="*/ 1483024 w 2491113"/>
              <a:gd name="connsiteY1191" fmla="*/ 182332 h 560417"/>
              <a:gd name="connsiteX1192" fmla="*/ 1475997 w 2491113"/>
              <a:gd name="connsiteY1192" fmla="*/ 174246 h 560417"/>
              <a:gd name="connsiteX1193" fmla="*/ 1527980 w 2491113"/>
              <a:gd name="connsiteY1193" fmla="*/ 160094 h 560417"/>
              <a:gd name="connsiteX1194" fmla="*/ 1505936 w 2491113"/>
              <a:gd name="connsiteY1194" fmla="*/ 168758 h 560417"/>
              <a:gd name="connsiteX1195" fmla="*/ 1509112 w 2491113"/>
              <a:gd name="connsiteY1195" fmla="*/ 179154 h 560417"/>
              <a:gd name="connsiteX1196" fmla="*/ 1520953 w 2491113"/>
              <a:gd name="connsiteY1196" fmla="*/ 179828 h 560417"/>
              <a:gd name="connsiteX1197" fmla="*/ 1528846 w 2491113"/>
              <a:gd name="connsiteY1197" fmla="*/ 168566 h 560417"/>
              <a:gd name="connsiteX1198" fmla="*/ 1527980 w 2491113"/>
              <a:gd name="connsiteY1198" fmla="*/ 160094 h 560417"/>
              <a:gd name="connsiteX1199" fmla="*/ 1842572 w 2491113"/>
              <a:gd name="connsiteY1199" fmla="*/ 157880 h 560417"/>
              <a:gd name="connsiteX1200" fmla="*/ 1849022 w 2491113"/>
              <a:gd name="connsiteY1200" fmla="*/ 161634 h 560417"/>
              <a:gd name="connsiteX1201" fmla="*/ 1858649 w 2491113"/>
              <a:gd name="connsiteY1201" fmla="*/ 170587 h 560417"/>
              <a:gd name="connsiteX1202" fmla="*/ 1861536 w 2491113"/>
              <a:gd name="connsiteY1202" fmla="*/ 179443 h 560417"/>
              <a:gd name="connsiteX1203" fmla="*/ 1865291 w 2491113"/>
              <a:gd name="connsiteY1203" fmla="*/ 185315 h 560417"/>
              <a:gd name="connsiteX1204" fmla="*/ 1850370 w 2491113"/>
              <a:gd name="connsiteY1204" fmla="*/ 199177 h 560417"/>
              <a:gd name="connsiteX1205" fmla="*/ 1838626 w 2491113"/>
              <a:gd name="connsiteY1205" fmla="*/ 208803 h 560417"/>
              <a:gd name="connsiteX1206" fmla="*/ 1829576 w 2491113"/>
              <a:gd name="connsiteY1206" fmla="*/ 214868 h 560417"/>
              <a:gd name="connsiteX1207" fmla="*/ 1811576 w 2491113"/>
              <a:gd name="connsiteY1207" fmla="*/ 227479 h 560417"/>
              <a:gd name="connsiteX1208" fmla="*/ 1815907 w 2491113"/>
              <a:gd name="connsiteY1208" fmla="*/ 242496 h 560417"/>
              <a:gd name="connsiteX1209" fmla="*/ 1812923 w 2491113"/>
              <a:gd name="connsiteY1209" fmla="*/ 249428 h 560417"/>
              <a:gd name="connsiteX1210" fmla="*/ 1810517 w 2491113"/>
              <a:gd name="connsiteY1210" fmla="*/ 255781 h 560417"/>
              <a:gd name="connsiteX1211" fmla="*/ 1808687 w 2491113"/>
              <a:gd name="connsiteY1211" fmla="*/ 262520 h 560417"/>
              <a:gd name="connsiteX1212" fmla="*/ 1807436 w 2491113"/>
              <a:gd name="connsiteY1212" fmla="*/ 269643 h 560417"/>
              <a:gd name="connsiteX1213" fmla="*/ 1808398 w 2491113"/>
              <a:gd name="connsiteY1213" fmla="*/ 288125 h 560417"/>
              <a:gd name="connsiteX1214" fmla="*/ 1841706 w 2491113"/>
              <a:gd name="connsiteY1214" fmla="*/ 287355 h 560417"/>
              <a:gd name="connsiteX1215" fmla="*/ 1850371 w 2491113"/>
              <a:gd name="connsiteY1215" fmla="*/ 283987 h 560417"/>
              <a:gd name="connsiteX1216" fmla="*/ 1858649 w 2491113"/>
              <a:gd name="connsiteY1216" fmla="*/ 283120 h 560417"/>
              <a:gd name="connsiteX1217" fmla="*/ 1867698 w 2491113"/>
              <a:gd name="connsiteY1217" fmla="*/ 285527 h 560417"/>
              <a:gd name="connsiteX1218" fmla="*/ 1876554 w 2491113"/>
              <a:gd name="connsiteY1218" fmla="*/ 290436 h 560417"/>
              <a:gd name="connsiteX1219" fmla="*/ 1888105 w 2491113"/>
              <a:gd name="connsiteY1219" fmla="*/ 300062 h 560417"/>
              <a:gd name="connsiteX1220" fmla="*/ 1889165 w 2491113"/>
              <a:gd name="connsiteY1220" fmla="*/ 307956 h 560417"/>
              <a:gd name="connsiteX1221" fmla="*/ 1887527 w 2491113"/>
              <a:gd name="connsiteY1221" fmla="*/ 308148 h 560417"/>
              <a:gd name="connsiteX1222" fmla="*/ 1888682 w 2491113"/>
              <a:gd name="connsiteY1222" fmla="*/ 311037 h 560417"/>
              <a:gd name="connsiteX1223" fmla="*/ 1889454 w 2491113"/>
              <a:gd name="connsiteY1223" fmla="*/ 315273 h 560417"/>
              <a:gd name="connsiteX1224" fmla="*/ 1886565 w 2491113"/>
              <a:gd name="connsiteY1224" fmla="*/ 322108 h 560417"/>
              <a:gd name="connsiteX1225" fmla="*/ 1880789 w 2491113"/>
              <a:gd name="connsiteY1225" fmla="*/ 327980 h 560417"/>
              <a:gd name="connsiteX1226" fmla="*/ 1869527 w 2491113"/>
              <a:gd name="connsiteY1226" fmla="*/ 328654 h 560417"/>
              <a:gd name="connsiteX1227" fmla="*/ 1857301 w 2491113"/>
              <a:gd name="connsiteY1227" fmla="*/ 326535 h 560417"/>
              <a:gd name="connsiteX1228" fmla="*/ 1844787 w 2491113"/>
              <a:gd name="connsiteY1228" fmla="*/ 327594 h 560417"/>
              <a:gd name="connsiteX1229" fmla="*/ 1824090 w 2491113"/>
              <a:gd name="connsiteY1229" fmla="*/ 325861 h 560417"/>
              <a:gd name="connsiteX1230" fmla="*/ 1804837 w 2491113"/>
              <a:gd name="connsiteY1230" fmla="*/ 325861 h 560417"/>
              <a:gd name="connsiteX1231" fmla="*/ 1785584 w 2491113"/>
              <a:gd name="connsiteY1231" fmla="*/ 327401 h 560417"/>
              <a:gd name="connsiteX1232" fmla="*/ 1767197 w 2491113"/>
              <a:gd name="connsiteY1232" fmla="*/ 330001 h 560417"/>
              <a:gd name="connsiteX1233" fmla="*/ 1746308 w 2491113"/>
              <a:gd name="connsiteY1233" fmla="*/ 329520 h 560417"/>
              <a:gd name="connsiteX1234" fmla="*/ 1709246 w 2491113"/>
              <a:gd name="connsiteY1234" fmla="*/ 337125 h 560417"/>
              <a:gd name="connsiteX1235" fmla="*/ 1663809 w 2491113"/>
              <a:gd name="connsiteY1235" fmla="*/ 354453 h 560417"/>
              <a:gd name="connsiteX1236" fmla="*/ 1646482 w 2491113"/>
              <a:gd name="connsiteY1236" fmla="*/ 338087 h 560417"/>
              <a:gd name="connsiteX1237" fmla="*/ 1646482 w 2491113"/>
              <a:gd name="connsiteY1237" fmla="*/ 328461 h 560417"/>
              <a:gd name="connsiteX1238" fmla="*/ 1645422 w 2491113"/>
              <a:gd name="connsiteY1238" fmla="*/ 316717 h 560417"/>
              <a:gd name="connsiteX1239" fmla="*/ 1664675 w 2491113"/>
              <a:gd name="connsiteY1239" fmla="*/ 306223 h 560417"/>
              <a:gd name="connsiteX1240" fmla="*/ 1675842 w 2491113"/>
              <a:gd name="connsiteY1240" fmla="*/ 307282 h 560417"/>
              <a:gd name="connsiteX1241" fmla="*/ 1698946 w 2491113"/>
              <a:gd name="connsiteY1241" fmla="*/ 298522 h 560417"/>
              <a:gd name="connsiteX1242" fmla="*/ 1708572 w 2491113"/>
              <a:gd name="connsiteY1242" fmla="*/ 296694 h 560417"/>
              <a:gd name="connsiteX1243" fmla="*/ 1733890 w 2491113"/>
              <a:gd name="connsiteY1243" fmla="*/ 286104 h 560417"/>
              <a:gd name="connsiteX1244" fmla="*/ 1753720 w 2491113"/>
              <a:gd name="connsiteY1244" fmla="*/ 252219 h 560417"/>
              <a:gd name="connsiteX1245" fmla="*/ 1755742 w 2491113"/>
              <a:gd name="connsiteY1245" fmla="*/ 240860 h 560417"/>
              <a:gd name="connsiteX1246" fmla="*/ 1753720 w 2491113"/>
              <a:gd name="connsiteY1246" fmla="*/ 231907 h 560417"/>
              <a:gd name="connsiteX1247" fmla="*/ 1744093 w 2491113"/>
              <a:gd name="connsiteY1247" fmla="*/ 233447 h 560417"/>
              <a:gd name="connsiteX1248" fmla="*/ 1731484 w 2491113"/>
              <a:gd name="connsiteY1248" fmla="*/ 234314 h 560417"/>
              <a:gd name="connsiteX1249" fmla="*/ 1727633 w 2491113"/>
              <a:gd name="connsiteY1249" fmla="*/ 222859 h 560417"/>
              <a:gd name="connsiteX1250" fmla="*/ 1720124 w 2491113"/>
              <a:gd name="connsiteY1250" fmla="*/ 209092 h 560417"/>
              <a:gd name="connsiteX1251" fmla="*/ 1718198 w 2491113"/>
              <a:gd name="connsiteY1251" fmla="*/ 198022 h 560417"/>
              <a:gd name="connsiteX1252" fmla="*/ 1717236 w 2491113"/>
              <a:gd name="connsiteY1252" fmla="*/ 187337 h 560417"/>
              <a:gd name="connsiteX1253" fmla="*/ 1726863 w 2491113"/>
              <a:gd name="connsiteY1253" fmla="*/ 179347 h 560417"/>
              <a:gd name="connsiteX1254" fmla="*/ 1743805 w 2491113"/>
              <a:gd name="connsiteY1254" fmla="*/ 183389 h 560417"/>
              <a:gd name="connsiteX1255" fmla="*/ 1784237 w 2491113"/>
              <a:gd name="connsiteY1255" fmla="*/ 176651 h 560417"/>
              <a:gd name="connsiteX1256" fmla="*/ 1791264 w 2491113"/>
              <a:gd name="connsiteY1256" fmla="*/ 174726 h 560417"/>
              <a:gd name="connsiteX1257" fmla="*/ 1796269 w 2491113"/>
              <a:gd name="connsiteY1257" fmla="*/ 172801 h 560417"/>
              <a:gd name="connsiteX1258" fmla="*/ 1826593 w 2491113"/>
              <a:gd name="connsiteY1258" fmla="*/ 159998 h 560417"/>
              <a:gd name="connsiteX1259" fmla="*/ 1835160 w 2491113"/>
              <a:gd name="connsiteY1259" fmla="*/ 158939 h 560417"/>
              <a:gd name="connsiteX1260" fmla="*/ 1842572 w 2491113"/>
              <a:gd name="connsiteY1260" fmla="*/ 157880 h 560417"/>
              <a:gd name="connsiteX1261" fmla="*/ 1416697 w 2491113"/>
              <a:gd name="connsiteY1261" fmla="*/ 146714 h 560417"/>
              <a:gd name="connsiteX1262" fmla="*/ 1425362 w 2491113"/>
              <a:gd name="connsiteY1262" fmla="*/ 158073 h 560417"/>
              <a:gd name="connsiteX1263" fmla="*/ 1423339 w 2491113"/>
              <a:gd name="connsiteY1263" fmla="*/ 169528 h 560417"/>
              <a:gd name="connsiteX1264" fmla="*/ 1419393 w 2491113"/>
              <a:gd name="connsiteY1264" fmla="*/ 182620 h 560417"/>
              <a:gd name="connsiteX1265" fmla="*/ 1412270 w 2491113"/>
              <a:gd name="connsiteY1265" fmla="*/ 192247 h 560417"/>
              <a:gd name="connsiteX1266" fmla="*/ 1400430 w 2491113"/>
              <a:gd name="connsiteY1266" fmla="*/ 205339 h 560417"/>
              <a:gd name="connsiteX1267" fmla="*/ 1399178 w 2491113"/>
              <a:gd name="connsiteY1267" fmla="*/ 219875 h 560417"/>
              <a:gd name="connsiteX1268" fmla="*/ 1400044 w 2491113"/>
              <a:gd name="connsiteY1268" fmla="*/ 229501 h 560417"/>
              <a:gd name="connsiteX1269" fmla="*/ 1407745 w 2491113"/>
              <a:gd name="connsiteY1269" fmla="*/ 229501 h 560417"/>
              <a:gd name="connsiteX1270" fmla="*/ 1410248 w 2491113"/>
              <a:gd name="connsiteY1270" fmla="*/ 236528 h 560417"/>
              <a:gd name="connsiteX1271" fmla="*/ 1414965 w 2491113"/>
              <a:gd name="connsiteY1271" fmla="*/ 247792 h 560417"/>
              <a:gd name="connsiteX1272" fmla="*/ 1413329 w 2491113"/>
              <a:gd name="connsiteY1272" fmla="*/ 252316 h 560417"/>
              <a:gd name="connsiteX1273" fmla="*/ 1391091 w 2491113"/>
              <a:gd name="connsiteY1273" fmla="*/ 273687 h 560417"/>
              <a:gd name="connsiteX1274" fmla="*/ 1392151 w 2491113"/>
              <a:gd name="connsiteY1274" fmla="*/ 282447 h 560417"/>
              <a:gd name="connsiteX1275" fmla="*/ 1400622 w 2491113"/>
              <a:gd name="connsiteY1275" fmla="*/ 282447 h 560417"/>
              <a:gd name="connsiteX1276" fmla="*/ 1400333 w 2491113"/>
              <a:gd name="connsiteY1276" fmla="*/ 283024 h 560417"/>
              <a:gd name="connsiteX1277" fmla="*/ 1408034 w 2491113"/>
              <a:gd name="connsiteY1277" fmla="*/ 288030 h 560417"/>
              <a:gd name="connsiteX1278" fmla="*/ 1410344 w 2491113"/>
              <a:gd name="connsiteY1278" fmla="*/ 296309 h 560417"/>
              <a:gd name="connsiteX1279" fmla="*/ 1388685 w 2491113"/>
              <a:gd name="connsiteY1279" fmla="*/ 322300 h 560417"/>
              <a:gd name="connsiteX1280" fmla="*/ 1353356 w 2491113"/>
              <a:gd name="connsiteY1280" fmla="*/ 339917 h 560417"/>
              <a:gd name="connsiteX1281" fmla="*/ 1336124 w 2491113"/>
              <a:gd name="connsiteY1281" fmla="*/ 355319 h 560417"/>
              <a:gd name="connsiteX1282" fmla="*/ 1329290 w 2491113"/>
              <a:gd name="connsiteY1282" fmla="*/ 355319 h 560417"/>
              <a:gd name="connsiteX1283" fmla="*/ 1319664 w 2491113"/>
              <a:gd name="connsiteY1283" fmla="*/ 352624 h 560417"/>
              <a:gd name="connsiteX1284" fmla="*/ 1315524 w 2491113"/>
              <a:gd name="connsiteY1284" fmla="*/ 344153 h 560417"/>
              <a:gd name="connsiteX1285" fmla="*/ 1309555 w 2491113"/>
              <a:gd name="connsiteY1285" fmla="*/ 335585 h 560417"/>
              <a:gd name="connsiteX1286" fmla="*/ 1306860 w 2491113"/>
              <a:gd name="connsiteY1286" fmla="*/ 319990 h 560417"/>
              <a:gd name="connsiteX1287" fmla="*/ 1322166 w 2491113"/>
              <a:gd name="connsiteY1287" fmla="*/ 305262 h 560417"/>
              <a:gd name="connsiteX1288" fmla="*/ 1330926 w 2491113"/>
              <a:gd name="connsiteY1288" fmla="*/ 298812 h 560417"/>
              <a:gd name="connsiteX1289" fmla="*/ 1337183 w 2491113"/>
              <a:gd name="connsiteY1289" fmla="*/ 292362 h 560417"/>
              <a:gd name="connsiteX1290" fmla="*/ 1338820 w 2491113"/>
              <a:gd name="connsiteY1290" fmla="*/ 286105 h 560417"/>
              <a:gd name="connsiteX1291" fmla="*/ 1340648 w 2491113"/>
              <a:gd name="connsiteY1291" fmla="*/ 278019 h 560417"/>
              <a:gd name="connsiteX1292" fmla="*/ 1337760 w 2491113"/>
              <a:gd name="connsiteY1292" fmla="*/ 271570 h 560417"/>
              <a:gd name="connsiteX1293" fmla="*/ 1334295 w 2491113"/>
              <a:gd name="connsiteY1293" fmla="*/ 265986 h 560417"/>
              <a:gd name="connsiteX1294" fmla="*/ 1327364 w 2491113"/>
              <a:gd name="connsiteY1294" fmla="*/ 253953 h 560417"/>
              <a:gd name="connsiteX1295" fmla="*/ 1338434 w 2491113"/>
              <a:gd name="connsiteY1295" fmla="*/ 242497 h 560417"/>
              <a:gd name="connsiteX1296" fmla="*/ 1345847 w 2491113"/>
              <a:gd name="connsiteY1296" fmla="*/ 242497 h 560417"/>
              <a:gd name="connsiteX1297" fmla="*/ 1356244 w 2491113"/>
              <a:gd name="connsiteY1297" fmla="*/ 233930 h 560417"/>
              <a:gd name="connsiteX1298" fmla="*/ 1358553 w 2491113"/>
              <a:gd name="connsiteY1298" fmla="*/ 218142 h 560417"/>
              <a:gd name="connsiteX1299" fmla="*/ 1350467 w 2491113"/>
              <a:gd name="connsiteY1299" fmla="*/ 210633 h 560417"/>
              <a:gd name="connsiteX1300" fmla="*/ 1340841 w 2491113"/>
              <a:gd name="connsiteY1300" fmla="*/ 207168 h 560417"/>
              <a:gd name="connsiteX1301" fmla="*/ 1334777 w 2491113"/>
              <a:gd name="connsiteY1301" fmla="*/ 200526 h 560417"/>
              <a:gd name="connsiteX1302" fmla="*/ 1329771 w 2491113"/>
              <a:gd name="connsiteY1302" fmla="*/ 197156 h 560417"/>
              <a:gd name="connsiteX1303" fmla="*/ 1327075 w 2491113"/>
              <a:gd name="connsiteY1303" fmla="*/ 185894 h 560417"/>
              <a:gd name="connsiteX1304" fmla="*/ 1332274 w 2491113"/>
              <a:gd name="connsiteY1304" fmla="*/ 182620 h 560417"/>
              <a:gd name="connsiteX1305" fmla="*/ 1336220 w 2491113"/>
              <a:gd name="connsiteY1305" fmla="*/ 176556 h 560417"/>
              <a:gd name="connsiteX1306" fmla="*/ 1344595 w 2491113"/>
              <a:gd name="connsiteY1306" fmla="*/ 171646 h 560417"/>
              <a:gd name="connsiteX1307" fmla="*/ 1355570 w 2491113"/>
              <a:gd name="connsiteY1307" fmla="*/ 170395 h 560417"/>
              <a:gd name="connsiteX1308" fmla="*/ 1403124 w 2491113"/>
              <a:gd name="connsiteY1308" fmla="*/ 147677 h 560417"/>
              <a:gd name="connsiteX1309" fmla="*/ 1416697 w 2491113"/>
              <a:gd name="connsiteY1309" fmla="*/ 146714 h 560417"/>
              <a:gd name="connsiteX1310" fmla="*/ 2081117 w 2491113"/>
              <a:gd name="connsiteY1310" fmla="*/ 146328 h 560417"/>
              <a:gd name="connsiteX1311" fmla="*/ 2095075 w 2491113"/>
              <a:gd name="connsiteY1311" fmla="*/ 146905 h 560417"/>
              <a:gd name="connsiteX1312" fmla="*/ 2106242 w 2491113"/>
              <a:gd name="connsiteY1312" fmla="*/ 156051 h 560417"/>
              <a:gd name="connsiteX1313" fmla="*/ 2108841 w 2491113"/>
              <a:gd name="connsiteY1313" fmla="*/ 163944 h 560417"/>
              <a:gd name="connsiteX1314" fmla="*/ 2110382 w 2491113"/>
              <a:gd name="connsiteY1314" fmla="*/ 171549 h 560417"/>
              <a:gd name="connsiteX1315" fmla="*/ 2104510 w 2491113"/>
              <a:gd name="connsiteY1315" fmla="*/ 185701 h 560417"/>
              <a:gd name="connsiteX1316" fmla="*/ 2104510 w 2491113"/>
              <a:gd name="connsiteY1316" fmla="*/ 193979 h 560417"/>
              <a:gd name="connsiteX1317" fmla="*/ 2110190 w 2491113"/>
              <a:gd name="connsiteY1317" fmla="*/ 192536 h 560417"/>
              <a:gd name="connsiteX1318" fmla="*/ 2117313 w 2491113"/>
              <a:gd name="connsiteY1318" fmla="*/ 189358 h 560417"/>
              <a:gd name="connsiteX1319" fmla="*/ 2125688 w 2491113"/>
              <a:gd name="connsiteY1319" fmla="*/ 186471 h 560417"/>
              <a:gd name="connsiteX1320" fmla="*/ 2135315 w 2491113"/>
              <a:gd name="connsiteY1320" fmla="*/ 179540 h 560417"/>
              <a:gd name="connsiteX1321" fmla="*/ 2150332 w 2491113"/>
              <a:gd name="connsiteY1321" fmla="*/ 179540 h 560417"/>
              <a:gd name="connsiteX1322" fmla="*/ 2163424 w 2491113"/>
              <a:gd name="connsiteY1322" fmla="*/ 183775 h 560417"/>
              <a:gd name="connsiteX1323" fmla="*/ 2172472 w 2491113"/>
              <a:gd name="connsiteY1323" fmla="*/ 201007 h 560417"/>
              <a:gd name="connsiteX1324" fmla="*/ 2169007 w 2491113"/>
              <a:gd name="connsiteY1324" fmla="*/ 205339 h 560417"/>
              <a:gd name="connsiteX1325" fmla="*/ 2161788 w 2491113"/>
              <a:gd name="connsiteY1325" fmla="*/ 210729 h 560417"/>
              <a:gd name="connsiteX1326" fmla="*/ 2145133 w 2491113"/>
              <a:gd name="connsiteY1326" fmla="*/ 217853 h 560417"/>
              <a:gd name="connsiteX1327" fmla="*/ 2135507 w 2491113"/>
              <a:gd name="connsiteY1327" fmla="*/ 221992 h 560417"/>
              <a:gd name="connsiteX1328" fmla="*/ 2124341 w 2491113"/>
              <a:gd name="connsiteY1328" fmla="*/ 223436 h 560417"/>
              <a:gd name="connsiteX1329" fmla="*/ 2107205 w 2491113"/>
              <a:gd name="connsiteY1329" fmla="*/ 229982 h 560417"/>
              <a:gd name="connsiteX1330" fmla="*/ 2101525 w 2491113"/>
              <a:gd name="connsiteY1330" fmla="*/ 238261 h 560417"/>
              <a:gd name="connsiteX1331" fmla="*/ 2103547 w 2491113"/>
              <a:gd name="connsiteY1331" fmla="*/ 251546 h 560417"/>
              <a:gd name="connsiteX1332" fmla="*/ 2131849 w 2491113"/>
              <a:gd name="connsiteY1332" fmla="*/ 280425 h 560417"/>
              <a:gd name="connsiteX1333" fmla="*/ 2152738 w 2491113"/>
              <a:gd name="connsiteY1333" fmla="*/ 304010 h 560417"/>
              <a:gd name="connsiteX1334" fmla="*/ 2174206 w 2491113"/>
              <a:gd name="connsiteY1334" fmla="*/ 318738 h 560417"/>
              <a:gd name="connsiteX1335" fmla="*/ 2186527 w 2491113"/>
              <a:gd name="connsiteY1335" fmla="*/ 323552 h 560417"/>
              <a:gd name="connsiteX1336" fmla="*/ 2196154 w 2491113"/>
              <a:gd name="connsiteY1336" fmla="*/ 329617 h 560417"/>
              <a:gd name="connsiteX1337" fmla="*/ 2217428 w 2491113"/>
              <a:gd name="connsiteY1337" fmla="*/ 337510 h 560417"/>
              <a:gd name="connsiteX1338" fmla="*/ 2224744 w 2491113"/>
              <a:gd name="connsiteY1338" fmla="*/ 340880 h 560417"/>
              <a:gd name="connsiteX1339" fmla="*/ 2223974 w 2491113"/>
              <a:gd name="connsiteY1339" fmla="*/ 341842 h 560417"/>
              <a:gd name="connsiteX1340" fmla="*/ 2221664 w 2491113"/>
              <a:gd name="connsiteY1340" fmla="*/ 347426 h 560417"/>
              <a:gd name="connsiteX1341" fmla="*/ 2220606 w 2491113"/>
              <a:gd name="connsiteY1341" fmla="*/ 355319 h 560417"/>
              <a:gd name="connsiteX1342" fmla="*/ 2208380 w 2491113"/>
              <a:gd name="connsiteY1342" fmla="*/ 361673 h 560417"/>
              <a:gd name="connsiteX1343" fmla="*/ 2203374 w 2491113"/>
              <a:gd name="connsiteY1343" fmla="*/ 365812 h 560417"/>
              <a:gd name="connsiteX1344" fmla="*/ 2198367 w 2491113"/>
              <a:gd name="connsiteY1344" fmla="*/ 366871 h 560417"/>
              <a:gd name="connsiteX1345" fmla="*/ 2187105 w 2491113"/>
              <a:gd name="connsiteY1345" fmla="*/ 366198 h 560417"/>
              <a:gd name="connsiteX1346" fmla="*/ 2175457 w 2491113"/>
              <a:gd name="connsiteY1346" fmla="*/ 366198 h 560417"/>
              <a:gd name="connsiteX1347" fmla="*/ 2165252 w 2491113"/>
              <a:gd name="connsiteY1347" fmla="*/ 364272 h 560417"/>
              <a:gd name="connsiteX1348" fmla="*/ 2149273 w 2491113"/>
              <a:gd name="connsiteY1348" fmla="*/ 362058 h 560417"/>
              <a:gd name="connsiteX1349" fmla="*/ 2140224 w 2491113"/>
              <a:gd name="connsiteY1349" fmla="*/ 355801 h 560417"/>
              <a:gd name="connsiteX1350" fmla="*/ 2126362 w 2491113"/>
              <a:gd name="connsiteY1350" fmla="*/ 331060 h 560417"/>
              <a:gd name="connsiteX1351" fmla="*/ 2110671 w 2491113"/>
              <a:gd name="connsiteY1351" fmla="*/ 311134 h 560417"/>
              <a:gd name="connsiteX1352" fmla="*/ 2101044 w 2491113"/>
              <a:gd name="connsiteY1352" fmla="*/ 300255 h 560417"/>
              <a:gd name="connsiteX1353" fmla="*/ 2079192 w 2491113"/>
              <a:gd name="connsiteY1353" fmla="*/ 281002 h 560417"/>
              <a:gd name="connsiteX1354" fmla="*/ 2064079 w 2491113"/>
              <a:gd name="connsiteY1354" fmla="*/ 303914 h 560417"/>
              <a:gd name="connsiteX1355" fmla="*/ 2042226 w 2491113"/>
              <a:gd name="connsiteY1355" fmla="*/ 325284 h 560417"/>
              <a:gd name="connsiteX1356" fmla="*/ 2019797 w 2491113"/>
              <a:gd name="connsiteY1356" fmla="*/ 338954 h 560417"/>
              <a:gd name="connsiteX1357" fmla="*/ 2003143 w 2491113"/>
              <a:gd name="connsiteY1357" fmla="*/ 348003 h 560417"/>
              <a:gd name="connsiteX1358" fmla="*/ 1987837 w 2491113"/>
              <a:gd name="connsiteY1358" fmla="*/ 351950 h 560417"/>
              <a:gd name="connsiteX1359" fmla="*/ 1979462 w 2491113"/>
              <a:gd name="connsiteY1359" fmla="*/ 353491 h 560417"/>
              <a:gd name="connsiteX1360" fmla="*/ 1973782 w 2491113"/>
              <a:gd name="connsiteY1360" fmla="*/ 348581 h 560417"/>
              <a:gd name="connsiteX1361" fmla="*/ 1969450 w 2491113"/>
              <a:gd name="connsiteY1361" fmla="*/ 339916 h 560417"/>
              <a:gd name="connsiteX1362" fmla="*/ 1962134 w 2491113"/>
              <a:gd name="connsiteY1362" fmla="*/ 337414 h 560417"/>
              <a:gd name="connsiteX1363" fmla="*/ 1966851 w 2491113"/>
              <a:gd name="connsiteY1363" fmla="*/ 331927 h 560417"/>
              <a:gd name="connsiteX1364" fmla="*/ 1977632 w 2491113"/>
              <a:gd name="connsiteY1364" fmla="*/ 325573 h 560417"/>
              <a:gd name="connsiteX1365" fmla="*/ 1985045 w 2491113"/>
              <a:gd name="connsiteY1365" fmla="*/ 320086 h 560417"/>
              <a:gd name="connsiteX1366" fmla="*/ 1990244 w 2491113"/>
              <a:gd name="connsiteY1366" fmla="*/ 317776 h 560417"/>
              <a:gd name="connsiteX1367" fmla="*/ 2024899 w 2491113"/>
              <a:gd name="connsiteY1367" fmla="*/ 284565 h 560417"/>
              <a:gd name="connsiteX1368" fmla="*/ 2038280 w 2491113"/>
              <a:gd name="connsiteY1368" fmla="*/ 261076 h 560417"/>
              <a:gd name="connsiteX1369" fmla="*/ 2041071 w 2491113"/>
              <a:gd name="connsiteY1369" fmla="*/ 251450 h 560417"/>
              <a:gd name="connsiteX1370" fmla="*/ 2034140 w 2491113"/>
              <a:gd name="connsiteY1370" fmla="*/ 251450 h 560417"/>
              <a:gd name="connsiteX1371" fmla="*/ 2028845 w 2491113"/>
              <a:gd name="connsiteY1371" fmla="*/ 251450 h 560417"/>
              <a:gd name="connsiteX1372" fmla="*/ 2021722 w 2491113"/>
              <a:gd name="connsiteY1372" fmla="*/ 253375 h 560417"/>
              <a:gd name="connsiteX1373" fmla="*/ 2014887 w 2491113"/>
              <a:gd name="connsiteY1373" fmla="*/ 253375 h 560417"/>
              <a:gd name="connsiteX1374" fmla="*/ 2004393 w 2491113"/>
              <a:gd name="connsiteY1374" fmla="*/ 248465 h 560417"/>
              <a:gd name="connsiteX1375" fmla="*/ 1992168 w 2491113"/>
              <a:gd name="connsiteY1375" fmla="*/ 233255 h 560417"/>
              <a:gd name="connsiteX1376" fmla="*/ 1995441 w 2491113"/>
              <a:gd name="connsiteY1376" fmla="*/ 223628 h 560417"/>
              <a:gd name="connsiteX1377" fmla="*/ 2001218 w 2491113"/>
              <a:gd name="connsiteY1377" fmla="*/ 217660 h 560417"/>
              <a:gd name="connsiteX1378" fmla="*/ 2008534 w 2491113"/>
              <a:gd name="connsiteY1378" fmla="*/ 214869 h 560417"/>
              <a:gd name="connsiteX1379" fmla="*/ 2014694 w 2491113"/>
              <a:gd name="connsiteY1379" fmla="*/ 210825 h 560417"/>
              <a:gd name="connsiteX1380" fmla="*/ 2029712 w 2491113"/>
              <a:gd name="connsiteY1380" fmla="*/ 210825 h 560417"/>
              <a:gd name="connsiteX1381" fmla="*/ 2054452 w 2491113"/>
              <a:gd name="connsiteY1381" fmla="*/ 202065 h 560417"/>
              <a:gd name="connsiteX1382" fmla="*/ 2059169 w 2491113"/>
              <a:gd name="connsiteY1382" fmla="*/ 179251 h 560417"/>
              <a:gd name="connsiteX1383" fmla="*/ 2060805 w 2491113"/>
              <a:gd name="connsiteY1383" fmla="*/ 164811 h 560417"/>
              <a:gd name="connsiteX1384" fmla="*/ 2060132 w 2491113"/>
              <a:gd name="connsiteY1384" fmla="*/ 152392 h 560417"/>
              <a:gd name="connsiteX1385" fmla="*/ 2063983 w 2491113"/>
              <a:gd name="connsiteY1385" fmla="*/ 147965 h 560417"/>
              <a:gd name="connsiteX1386" fmla="*/ 2073609 w 2491113"/>
              <a:gd name="connsiteY1386" fmla="*/ 148735 h 560417"/>
              <a:gd name="connsiteX1387" fmla="*/ 2081117 w 2491113"/>
              <a:gd name="connsiteY1387" fmla="*/ 146328 h 560417"/>
              <a:gd name="connsiteX1388" fmla="*/ 748621 w 2491113"/>
              <a:gd name="connsiteY1388" fmla="*/ 143248 h 560417"/>
              <a:gd name="connsiteX1389" fmla="*/ 755744 w 2491113"/>
              <a:gd name="connsiteY1389" fmla="*/ 147195 h 560417"/>
              <a:gd name="connsiteX1390" fmla="*/ 767102 w 2491113"/>
              <a:gd name="connsiteY1390" fmla="*/ 148447 h 560417"/>
              <a:gd name="connsiteX1391" fmla="*/ 778655 w 2491113"/>
              <a:gd name="connsiteY1391" fmla="*/ 148447 h 560417"/>
              <a:gd name="connsiteX1392" fmla="*/ 786163 w 2491113"/>
              <a:gd name="connsiteY1392" fmla="*/ 150372 h 560417"/>
              <a:gd name="connsiteX1393" fmla="*/ 792805 w 2491113"/>
              <a:gd name="connsiteY1393" fmla="*/ 153549 h 560417"/>
              <a:gd name="connsiteX1394" fmla="*/ 799929 w 2491113"/>
              <a:gd name="connsiteY1394" fmla="*/ 164619 h 560417"/>
              <a:gd name="connsiteX1395" fmla="*/ 798677 w 2491113"/>
              <a:gd name="connsiteY1395" fmla="*/ 165100 h 560417"/>
              <a:gd name="connsiteX1396" fmla="*/ 798100 w 2491113"/>
              <a:gd name="connsiteY1396" fmla="*/ 172417 h 560417"/>
              <a:gd name="connsiteX1397" fmla="*/ 798100 w 2491113"/>
              <a:gd name="connsiteY1397" fmla="*/ 183583 h 560417"/>
              <a:gd name="connsiteX1398" fmla="*/ 792420 w 2491113"/>
              <a:gd name="connsiteY1398" fmla="*/ 195713 h 560417"/>
              <a:gd name="connsiteX1399" fmla="*/ 790784 w 2491113"/>
              <a:gd name="connsiteY1399" fmla="*/ 208227 h 560417"/>
              <a:gd name="connsiteX1400" fmla="*/ 789533 w 2491113"/>
              <a:gd name="connsiteY1400" fmla="*/ 230946 h 560417"/>
              <a:gd name="connsiteX1401" fmla="*/ 787510 w 2491113"/>
              <a:gd name="connsiteY1401" fmla="*/ 244808 h 560417"/>
              <a:gd name="connsiteX1402" fmla="*/ 786644 w 2491113"/>
              <a:gd name="connsiteY1402" fmla="*/ 256552 h 560417"/>
              <a:gd name="connsiteX1403" fmla="*/ 789340 w 2491113"/>
              <a:gd name="connsiteY1403" fmla="*/ 264542 h 560417"/>
              <a:gd name="connsiteX1404" fmla="*/ 790110 w 2491113"/>
              <a:gd name="connsiteY1404" fmla="*/ 269162 h 560417"/>
              <a:gd name="connsiteX1405" fmla="*/ 791650 w 2491113"/>
              <a:gd name="connsiteY1405" fmla="*/ 276383 h 560417"/>
              <a:gd name="connsiteX1406" fmla="*/ 787318 w 2491113"/>
              <a:gd name="connsiteY1406" fmla="*/ 291881 h 560417"/>
              <a:gd name="connsiteX1407" fmla="*/ 781832 w 2491113"/>
              <a:gd name="connsiteY1407" fmla="*/ 300352 h 560417"/>
              <a:gd name="connsiteX1408" fmla="*/ 765466 w 2491113"/>
              <a:gd name="connsiteY1408" fmla="*/ 309979 h 560417"/>
              <a:gd name="connsiteX1409" fmla="*/ 751123 w 2491113"/>
              <a:gd name="connsiteY1409" fmla="*/ 323552 h 560417"/>
              <a:gd name="connsiteX1410" fmla="*/ 736010 w 2491113"/>
              <a:gd name="connsiteY1410" fmla="*/ 330387 h 560417"/>
              <a:gd name="connsiteX1411" fmla="*/ 716757 w 2491113"/>
              <a:gd name="connsiteY1411" fmla="*/ 341843 h 560417"/>
              <a:gd name="connsiteX1412" fmla="*/ 704916 w 2491113"/>
              <a:gd name="connsiteY1412" fmla="*/ 346848 h 560417"/>
              <a:gd name="connsiteX1413" fmla="*/ 686433 w 2491113"/>
              <a:gd name="connsiteY1413" fmla="*/ 360133 h 560417"/>
              <a:gd name="connsiteX1414" fmla="*/ 674592 w 2491113"/>
              <a:gd name="connsiteY1414" fmla="*/ 349448 h 560417"/>
              <a:gd name="connsiteX1415" fmla="*/ 666988 w 2491113"/>
              <a:gd name="connsiteY1415" fmla="*/ 343576 h 560417"/>
              <a:gd name="connsiteX1416" fmla="*/ 664870 w 2491113"/>
              <a:gd name="connsiteY1416" fmla="*/ 333949 h 560417"/>
              <a:gd name="connsiteX1417" fmla="*/ 662174 w 2491113"/>
              <a:gd name="connsiteY1417" fmla="*/ 325574 h 560417"/>
              <a:gd name="connsiteX1418" fmla="*/ 666795 w 2491113"/>
              <a:gd name="connsiteY1418" fmla="*/ 319220 h 560417"/>
              <a:gd name="connsiteX1419" fmla="*/ 673919 w 2491113"/>
              <a:gd name="connsiteY1419" fmla="*/ 318546 h 560417"/>
              <a:gd name="connsiteX1420" fmla="*/ 684989 w 2491113"/>
              <a:gd name="connsiteY1420" fmla="*/ 312000 h 560417"/>
              <a:gd name="connsiteX1421" fmla="*/ 696830 w 2491113"/>
              <a:gd name="connsiteY1421" fmla="*/ 307476 h 560417"/>
              <a:gd name="connsiteX1422" fmla="*/ 717334 w 2491113"/>
              <a:gd name="connsiteY1422" fmla="*/ 296117 h 560417"/>
              <a:gd name="connsiteX1423" fmla="*/ 726960 w 2491113"/>
              <a:gd name="connsiteY1423" fmla="*/ 286490 h 560417"/>
              <a:gd name="connsiteX1424" fmla="*/ 726383 w 2491113"/>
              <a:gd name="connsiteY1424" fmla="*/ 264735 h 560417"/>
              <a:gd name="connsiteX1425" fmla="*/ 721281 w 2491113"/>
              <a:gd name="connsiteY1425" fmla="*/ 261654 h 560417"/>
              <a:gd name="connsiteX1426" fmla="*/ 711655 w 2491113"/>
              <a:gd name="connsiteY1426" fmla="*/ 262906 h 560417"/>
              <a:gd name="connsiteX1427" fmla="*/ 702606 w 2491113"/>
              <a:gd name="connsiteY1427" fmla="*/ 266178 h 560417"/>
              <a:gd name="connsiteX1428" fmla="*/ 695770 w 2491113"/>
              <a:gd name="connsiteY1428" fmla="*/ 267045 h 560417"/>
              <a:gd name="connsiteX1429" fmla="*/ 691343 w 2491113"/>
              <a:gd name="connsiteY1429" fmla="*/ 263291 h 560417"/>
              <a:gd name="connsiteX1430" fmla="*/ 689322 w 2491113"/>
              <a:gd name="connsiteY1430" fmla="*/ 252124 h 560417"/>
              <a:gd name="connsiteX1431" fmla="*/ 687395 w 2491113"/>
              <a:gd name="connsiteY1431" fmla="*/ 244327 h 560417"/>
              <a:gd name="connsiteX1432" fmla="*/ 688262 w 2491113"/>
              <a:gd name="connsiteY1432" fmla="*/ 228539 h 560417"/>
              <a:gd name="connsiteX1433" fmla="*/ 697889 w 2491113"/>
              <a:gd name="connsiteY1433" fmla="*/ 219394 h 560417"/>
              <a:gd name="connsiteX1434" fmla="*/ 710692 w 2491113"/>
              <a:gd name="connsiteY1434" fmla="*/ 215351 h 560417"/>
              <a:gd name="connsiteX1435" fmla="*/ 720318 w 2491113"/>
              <a:gd name="connsiteY1435" fmla="*/ 214677 h 560417"/>
              <a:gd name="connsiteX1436" fmla="*/ 733218 w 2491113"/>
              <a:gd name="connsiteY1436" fmla="*/ 208805 h 560417"/>
              <a:gd name="connsiteX1437" fmla="*/ 739475 w 2491113"/>
              <a:gd name="connsiteY1437" fmla="*/ 197060 h 560417"/>
              <a:gd name="connsiteX1438" fmla="*/ 743422 w 2491113"/>
              <a:gd name="connsiteY1438" fmla="*/ 171743 h 560417"/>
              <a:gd name="connsiteX1439" fmla="*/ 736972 w 2491113"/>
              <a:gd name="connsiteY1439" fmla="*/ 155378 h 560417"/>
              <a:gd name="connsiteX1440" fmla="*/ 736972 w 2491113"/>
              <a:gd name="connsiteY1440" fmla="*/ 150757 h 560417"/>
              <a:gd name="connsiteX1441" fmla="*/ 744192 w 2491113"/>
              <a:gd name="connsiteY1441" fmla="*/ 145173 h 560417"/>
              <a:gd name="connsiteX1442" fmla="*/ 748621 w 2491113"/>
              <a:gd name="connsiteY1442" fmla="*/ 143248 h 560417"/>
              <a:gd name="connsiteX1443" fmla="*/ 885317 w 2491113"/>
              <a:gd name="connsiteY1443" fmla="*/ 130445 h 560417"/>
              <a:gd name="connsiteX1444" fmla="*/ 892344 w 2491113"/>
              <a:gd name="connsiteY1444" fmla="*/ 134584 h 560417"/>
              <a:gd name="connsiteX1445" fmla="*/ 898215 w 2491113"/>
              <a:gd name="connsiteY1445" fmla="*/ 135931 h 560417"/>
              <a:gd name="connsiteX1446" fmla="*/ 902740 w 2491113"/>
              <a:gd name="connsiteY1446" fmla="*/ 141033 h 560417"/>
              <a:gd name="connsiteX1447" fmla="*/ 906398 w 2491113"/>
              <a:gd name="connsiteY1447" fmla="*/ 155184 h 560417"/>
              <a:gd name="connsiteX1448" fmla="*/ 895905 w 2491113"/>
              <a:gd name="connsiteY1448" fmla="*/ 174437 h 560417"/>
              <a:gd name="connsiteX1449" fmla="*/ 893884 w 2491113"/>
              <a:gd name="connsiteY1449" fmla="*/ 184064 h 560417"/>
              <a:gd name="connsiteX1450" fmla="*/ 902547 w 2491113"/>
              <a:gd name="connsiteY1450" fmla="*/ 187048 h 560417"/>
              <a:gd name="connsiteX1451" fmla="*/ 911211 w 2491113"/>
              <a:gd name="connsiteY1451" fmla="*/ 182138 h 560417"/>
              <a:gd name="connsiteX1452" fmla="*/ 925170 w 2491113"/>
              <a:gd name="connsiteY1452" fmla="*/ 187048 h 560417"/>
              <a:gd name="connsiteX1453" fmla="*/ 932967 w 2491113"/>
              <a:gd name="connsiteY1453" fmla="*/ 201584 h 560417"/>
              <a:gd name="connsiteX1454" fmla="*/ 934603 w 2491113"/>
              <a:gd name="connsiteY1454" fmla="*/ 211981 h 560417"/>
              <a:gd name="connsiteX1455" fmla="*/ 929886 w 2491113"/>
              <a:gd name="connsiteY1455" fmla="*/ 217372 h 560417"/>
              <a:gd name="connsiteX1456" fmla="*/ 920260 w 2491113"/>
              <a:gd name="connsiteY1456" fmla="*/ 219874 h 560417"/>
              <a:gd name="connsiteX1457" fmla="*/ 911886 w 2491113"/>
              <a:gd name="connsiteY1457" fmla="*/ 225746 h 560417"/>
              <a:gd name="connsiteX1458" fmla="*/ 900141 w 2491113"/>
              <a:gd name="connsiteY1458" fmla="*/ 232292 h 560417"/>
              <a:gd name="connsiteX1459" fmla="*/ 881466 w 2491113"/>
              <a:gd name="connsiteY1459" fmla="*/ 241341 h 560417"/>
              <a:gd name="connsiteX1460" fmla="*/ 875016 w 2491113"/>
              <a:gd name="connsiteY1460" fmla="*/ 261942 h 560417"/>
              <a:gd name="connsiteX1461" fmla="*/ 875690 w 2491113"/>
              <a:gd name="connsiteY1461" fmla="*/ 271568 h 560417"/>
              <a:gd name="connsiteX1462" fmla="*/ 880888 w 2491113"/>
              <a:gd name="connsiteY1462" fmla="*/ 288608 h 560417"/>
              <a:gd name="connsiteX1463" fmla="*/ 895135 w 2491113"/>
              <a:gd name="connsiteY1463" fmla="*/ 294961 h 560417"/>
              <a:gd name="connsiteX1464" fmla="*/ 905340 w 2491113"/>
              <a:gd name="connsiteY1464" fmla="*/ 296309 h 560417"/>
              <a:gd name="connsiteX1465" fmla="*/ 912559 w 2491113"/>
              <a:gd name="connsiteY1465" fmla="*/ 297849 h 560417"/>
              <a:gd name="connsiteX1466" fmla="*/ 919683 w 2491113"/>
              <a:gd name="connsiteY1466" fmla="*/ 300641 h 560417"/>
              <a:gd name="connsiteX1467" fmla="*/ 930849 w 2491113"/>
              <a:gd name="connsiteY1467" fmla="*/ 301796 h 560417"/>
              <a:gd name="connsiteX1468" fmla="*/ 931330 w 2491113"/>
              <a:gd name="connsiteY1468" fmla="*/ 301988 h 560417"/>
              <a:gd name="connsiteX1469" fmla="*/ 937587 w 2491113"/>
              <a:gd name="connsiteY1469" fmla="*/ 316332 h 560417"/>
              <a:gd name="connsiteX1470" fmla="*/ 932005 w 2491113"/>
              <a:gd name="connsiteY1470" fmla="*/ 332311 h 560417"/>
              <a:gd name="connsiteX1471" fmla="*/ 927384 w 2491113"/>
              <a:gd name="connsiteY1471" fmla="*/ 342805 h 560417"/>
              <a:gd name="connsiteX1472" fmla="*/ 915351 w 2491113"/>
              <a:gd name="connsiteY1472" fmla="*/ 344633 h 560417"/>
              <a:gd name="connsiteX1473" fmla="*/ 903510 w 2491113"/>
              <a:gd name="connsiteY1473" fmla="*/ 347425 h 560417"/>
              <a:gd name="connsiteX1474" fmla="*/ 895231 w 2491113"/>
              <a:gd name="connsiteY1474" fmla="*/ 343863 h 560417"/>
              <a:gd name="connsiteX1475" fmla="*/ 882428 w 2491113"/>
              <a:gd name="connsiteY1475" fmla="*/ 342612 h 560417"/>
              <a:gd name="connsiteX1476" fmla="*/ 869817 w 2491113"/>
              <a:gd name="connsiteY1476" fmla="*/ 342612 h 560417"/>
              <a:gd name="connsiteX1477" fmla="*/ 859133 w 2491113"/>
              <a:gd name="connsiteY1477" fmla="*/ 339531 h 560417"/>
              <a:gd name="connsiteX1478" fmla="*/ 843537 w 2491113"/>
              <a:gd name="connsiteY1478" fmla="*/ 338665 h 560417"/>
              <a:gd name="connsiteX1479" fmla="*/ 835644 w 2491113"/>
              <a:gd name="connsiteY1479" fmla="*/ 334333 h 560417"/>
              <a:gd name="connsiteX1480" fmla="*/ 828328 w 2491113"/>
              <a:gd name="connsiteY1480" fmla="*/ 322589 h 560417"/>
              <a:gd name="connsiteX1481" fmla="*/ 827365 w 2491113"/>
              <a:gd name="connsiteY1481" fmla="*/ 308919 h 560417"/>
              <a:gd name="connsiteX1482" fmla="*/ 823995 w 2491113"/>
              <a:gd name="connsiteY1482" fmla="*/ 292650 h 560417"/>
              <a:gd name="connsiteX1483" fmla="*/ 823322 w 2491113"/>
              <a:gd name="connsiteY1483" fmla="*/ 282447 h 560417"/>
              <a:gd name="connsiteX1484" fmla="*/ 822071 w 2491113"/>
              <a:gd name="connsiteY1484" fmla="*/ 272820 h 560417"/>
              <a:gd name="connsiteX1485" fmla="*/ 820530 w 2491113"/>
              <a:gd name="connsiteY1485" fmla="*/ 257707 h 560417"/>
              <a:gd name="connsiteX1486" fmla="*/ 824573 w 2491113"/>
              <a:gd name="connsiteY1486" fmla="*/ 233351 h 560417"/>
              <a:gd name="connsiteX1487" fmla="*/ 827943 w 2491113"/>
              <a:gd name="connsiteY1487" fmla="*/ 225746 h 560417"/>
              <a:gd name="connsiteX1488" fmla="*/ 830830 w 2491113"/>
              <a:gd name="connsiteY1488" fmla="*/ 213232 h 560417"/>
              <a:gd name="connsiteX1489" fmla="*/ 833526 w 2491113"/>
              <a:gd name="connsiteY1489" fmla="*/ 200429 h 560417"/>
              <a:gd name="connsiteX1490" fmla="*/ 834682 w 2491113"/>
              <a:gd name="connsiteY1490" fmla="*/ 180502 h 560417"/>
              <a:gd name="connsiteX1491" fmla="*/ 837569 w 2491113"/>
              <a:gd name="connsiteY1491" fmla="*/ 168372 h 560417"/>
              <a:gd name="connsiteX1492" fmla="*/ 841709 w 2491113"/>
              <a:gd name="connsiteY1492" fmla="*/ 149119 h 560417"/>
              <a:gd name="connsiteX1493" fmla="*/ 842190 w 2491113"/>
              <a:gd name="connsiteY1493" fmla="*/ 135931 h 560417"/>
              <a:gd name="connsiteX1494" fmla="*/ 849794 w 2491113"/>
              <a:gd name="connsiteY1494" fmla="*/ 130541 h 560417"/>
              <a:gd name="connsiteX1495" fmla="*/ 859421 w 2491113"/>
              <a:gd name="connsiteY1495" fmla="*/ 132563 h 560417"/>
              <a:gd name="connsiteX1496" fmla="*/ 867989 w 2491113"/>
              <a:gd name="connsiteY1496" fmla="*/ 130734 h 560417"/>
              <a:gd name="connsiteX1497" fmla="*/ 875690 w 2491113"/>
              <a:gd name="connsiteY1497" fmla="*/ 132274 h 560417"/>
              <a:gd name="connsiteX1498" fmla="*/ 885317 w 2491113"/>
              <a:gd name="connsiteY1498" fmla="*/ 130445 h 560417"/>
              <a:gd name="connsiteX1499" fmla="*/ 279933 w 2491113"/>
              <a:gd name="connsiteY1499" fmla="*/ 129944 h 560417"/>
              <a:gd name="connsiteX1500" fmla="*/ 274410 w 2491113"/>
              <a:gd name="connsiteY1500" fmla="*/ 137758 h 560417"/>
              <a:gd name="connsiteX1501" fmla="*/ 274410 w 2491113"/>
              <a:gd name="connsiteY1501" fmla="*/ 138145 h 560417"/>
              <a:gd name="connsiteX1502" fmla="*/ 269744 w 2491113"/>
              <a:gd name="connsiteY1502" fmla="*/ 162250 h 560417"/>
              <a:gd name="connsiteX1503" fmla="*/ 269385 w 2491113"/>
              <a:gd name="connsiteY1503" fmla="*/ 164045 h 560417"/>
              <a:gd name="connsiteX1504" fmla="*/ 265961 w 2491113"/>
              <a:gd name="connsiteY1504" fmla="*/ 164045 h 560417"/>
              <a:gd name="connsiteX1505" fmla="*/ 181965 w 2491113"/>
              <a:gd name="connsiteY1505" fmla="*/ 151923 h 560417"/>
              <a:gd name="connsiteX1506" fmla="*/ 189282 w 2491113"/>
              <a:gd name="connsiteY1506" fmla="*/ 169954 h 560417"/>
              <a:gd name="connsiteX1507" fmla="*/ 209245 w 2491113"/>
              <a:gd name="connsiteY1507" fmla="*/ 182435 h 560417"/>
              <a:gd name="connsiteX1508" fmla="*/ 210902 w 2491113"/>
              <a:gd name="connsiteY1508" fmla="*/ 182766 h 560417"/>
              <a:gd name="connsiteX1509" fmla="*/ 210902 w 2491113"/>
              <a:gd name="connsiteY1509" fmla="*/ 184450 h 560417"/>
              <a:gd name="connsiteX1510" fmla="*/ 211012 w 2491113"/>
              <a:gd name="connsiteY1510" fmla="*/ 184450 h 560417"/>
              <a:gd name="connsiteX1511" fmla="*/ 218330 w 2491113"/>
              <a:gd name="connsiteY1511" fmla="*/ 199195 h 560417"/>
              <a:gd name="connsiteX1512" fmla="*/ 233765 w 2491113"/>
              <a:gd name="connsiteY1512" fmla="*/ 204083 h 560417"/>
              <a:gd name="connsiteX1513" fmla="*/ 235836 w 2491113"/>
              <a:gd name="connsiteY1513" fmla="*/ 204083 h 560417"/>
              <a:gd name="connsiteX1514" fmla="*/ 237575 w 2491113"/>
              <a:gd name="connsiteY1514" fmla="*/ 203862 h 560417"/>
              <a:gd name="connsiteX1515" fmla="*/ 238183 w 2491113"/>
              <a:gd name="connsiteY1515" fmla="*/ 205491 h 560417"/>
              <a:gd name="connsiteX1516" fmla="*/ 249725 w 2491113"/>
              <a:gd name="connsiteY1516" fmla="*/ 215045 h 560417"/>
              <a:gd name="connsiteX1517" fmla="*/ 255634 w 2491113"/>
              <a:gd name="connsiteY1517" fmla="*/ 215928 h 560417"/>
              <a:gd name="connsiteX1518" fmla="*/ 263282 w 2491113"/>
              <a:gd name="connsiteY1518" fmla="*/ 214603 h 560417"/>
              <a:gd name="connsiteX1519" fmla="*/ 267341 w 2491113"/>
              <a:gd name="connsiteY1519" fmla="*/ 212918 h 560417"/>
              <a:gd name="connsiteX1520" fmla="*/ 261377 w 2491113"/>
              <a:gd name="connsiteY1520" fmla="*/ 237300 h 560417"/>
              <a:gd name="connsiteX1521" fmla="*/ 298930 w 2491113"/>
              <a:gd name="connsiteY1521" fmla="*/ 237300 h 560417"/>
              <a:gd name="connsiteX1522" fmla="*/ 292938 w 2491113"/>
              <a:gd name="connsiteY1522" fmla="*/ 212891 h 560417"/>
              <a:gd name="connsiteX1523" fmla="*/ 297024 w 2491113"/>
              <a:gd name="connsiteY1523" fmla="*/ 214603 h 560417"/>
              <a:gd name="connsiteX1524" fmla="*/ 304645 w 2491113"/>
              <a:gd name="connsiteY1524" fmla="*/ 215928 h 560417"/>
              <a:gd name="connsiteX1525" fmla="*/ 310555 w 2491113"/>
              <a:gd name="connsiteY1525" fmla="*/ 215045 h 560417"/>
              <a:gd name="connsiteX1526" fmla="*/ 322096 w 2491113"/>
              <a:gd name="connsiteY1526" fmla="*/ 205491 h 560417"/>
              <a:gd name="connsiteX1527" fmla="*/ 322704 w 2491113"/>
              <a:gd name="connsiteY1527" fmla="*/ 203862 h 560417"/>
              <a:gd name="connsiteX1528" fmla="*/ 324443 w 2491113"/>
              <a:gd name="connsiteY1528" fmla="*/ 204083 h 560417"/>
              <a:gd name="connsiteX1529" fmla="*/ 326514 w 2491113"/>
              <a:gd name="connsiteY1529" fmla="*/ 204083 h 560417"/>
              <a:gd name="connsiteX1530" fmla="*/ 341950 w 2491113"/>
              <a:gd name="connsiteY1530" fmla="*/ 199195 h 560417"/>
              <a:gd name="connsiteX1531" fmla="*/ 349267 w 2491113"/>
              <a:gd name="connsiteY1531" fmla="*/ 184423 h 560417"/>
              <a:gd name="connsiteX1532" fmla="*/ 349267 w 2491113"/>
              <a:gd name="connsiteY1532" fmla="*/ 182766 h 560417"/>
              <a:gd name="connsiteX1533" fmla="*/ 350923 w 2491113"/>
              <a:gd name="connsiteY1533" fmla="*/ 182435 h 560417"/>
              <a:gd name="connsiteX1534" fmla="*/ 370859 w 2491113"/>
              <a:gd name="connsiteY1534" fmla="*/ 169954 h 560417"/>
              <a:gd name="connsiteX1535" fmla="*/ 378177 w 2491113"/>
              <a:gd name="connsiteY1535" fmla="*/ 151923 h 560417"/>
              <a:gd name="connsiteX1536" fmla="*/ 294263 w 2491113"/>
              <a:gd name="connsiteY1536" fmla="*/ 164045 h 560417"/>
              <a:gd name="connsiteX1537" fmla="*/ 290839 w 2491113"/>
              <a:gd name="connsiteY1537" fmla="*/ 164045 h 560417"/>
              <a:gd name="connsiteX1538" fmla="*/ 290480 w 2491113"/>
              <a:gd name="connsiteY1538" fmla="*/ 162250 h 560417"/>
              <a:gd name="connsiteX1539" fmla="*/ 285814 w 2491113"/>
              <a:gd name="connsiteY1539" fmla="*/ 138145 h 560417"/>
              <a:gd name="connsiteX1540" fmla="*/ 285814 w 2491113"/>
              <a:gd name="connsiteY1540" fmla="*/ 137758 h 560417"/>
              <a:gd name="connsiteX1541" fmla="*/ 280292 w 2491113"/>
              <a:gd name="connsiteY1541" fmla="*/ 129944 h 560417"/>
              <a:gd name="connsiteX1542" fmla="*/ 323367 w 2491113"/>
              <a:gd name="connsiteY1542" fmla="*/ 128977 h 560417"/>
              <a:gd name="connsiteX1543" fmla="*/ 334163 w 2491113"/>
              <a:gd name="connsiteY1543" fmla="*/ 135963 h 560417"/>
              <a:gd name="connsiteX1544" fmla="*/ 321351 w 2491113"/>
              <a:gd name="connsiteY1544" fmla="*/ 136653 h 560417"/>
              <a:gd name="connsiteX1545" fmla="*/ 311797 w 2491113"/>
              <a:gd name="connsiteY1545" fmla="*/ 129695 h 560417"/>
              <a:gd name="connsiteX1546" fmla="*/ 323367 w 2491113"/>
              <a:gd name="connsiteY1546" fmla="*/ 128977 h 560417"/>
              <a:gd name="connsiteX1547" fmla="*/ 1541938 w 2491113"/>
              <a:gd name="connsiteY1547" fmla="*/ 127750 h 560417"/>
              <a:gd name="connsiteX1548" fmla="*/ 1551565 w 2491113"/>
              <a:gd name="connsiteY1548" fmla="*/ 131504 h 560417"/>
              <a:gd name="connsiteX1549" fmla="*/ 1570818 w 2491113"/>
              <a:gd name="connsiteY1549" fmla="*/ 132947 h 560417"/>
              <a:gd name="connsiteX1550" fmla="*/ 1571685 w 2491113"/>
              <a:gd name="connsiteY1550" fmla="*/ 133429 h 560417"/>
              <a:gd name="connsiteX1551" fmla="*/ 1574957 w 2491113"/>
              <a:gd name="connsiteY1551" fmla="*/ 141323 h 560417"/>
              <a:gd name="connsiteX1552" fmla="*/ 1581599 w 2491113"/>
              <a:gd name="connsiteY1552" fmla="*/ 154800 h 560417"/>
              <a:gd name="connsiteX1553" fmla="*/ 1576209 w 2491113"/>
              <a:gd name="connsiteY1553" fmla="*/ 166255 h 560417"/>
              <a:gd name="connsiteX1554" fmla="*/ 1573706 w 2491113"/>
              <a:gd name="connsiteY1554" fmla="*/ 176844 h 560417"/>
              <a:gd name="connsiteX1555" fmla="*/ 1564080 w 2491113"/>
              <a:gd name="connsiteY1555" fmla="*/ 193884 h 560417"/>
              <a:gd name="connsiteX1556" fmla="*/ 1555415 w 2491113"/>
              <a:gd name="connsiteY1556" fmla="*/ 203510 h 560417"/>
              <a:gd name="connsiteX1557" fmla="*/ 1536162 w 2491113"/>
              <a:gd name="connsiteY1557" fmla="*/ 243748 h 560417"/>
              <a:gd name="connsiteX1558" fmla="*/ 1529713 w 2491113"/>
              <a:gd name="connsiteY1558" fmla="*/ 250198 h 560417"/>
              <a:gd name="connsiteX1559" fmla="*/ 1521819 w 2491113"/>
              <a:gd name="connsiteY1559" fmla="*/ 250198 h 560417"/>
              <a:gd name="connsiteX1560" fmla="*/ 1513540 w 2491113"/>
              <a:gd name="connsiteY1560" fmla="*/ 252894 h 560417"/>
              <a:gd name="connsiteX1561" fmla="*/ 1501219 w 2491113"/>
              <a:gd name="connsiteY1561" fmla="*/ 256648 h 560417"/>
              <a:gd name="connsiteX1562" fmla="*/ 1501219 w 2491113"/>
              <a:gd name="connsiteY1562" fmla="*/ 266275 h 560417"/>
              <a:gd name="connsiteX1563" fmla="*/ 1510845 w 2491113"/>
              <a:gd name="connsiteY1563" fmla="*/ 264541 h 560417"/>
              <a:gd name="connsiteX1564" fmla="*/ 1518354 w 2491113"/>
              <a:gd name="connsiteY1564" fmla="*/ 261076 h 560417"/>
              <a:gd name="connsiteX1565" fmla="*/ 1528750 w 2491113"/>
              <a:gd name="connsiteY1565" fmla="*/ 264349 h 560417"/>
              <a:gd name="connsiteX1566" fmla="*/ 1532890 w 2491113"/>
              <a:gd name="connsiteY1566" fmla="*/ 269162 h 560417"/>
              <a:gd name="connsiteX1567" fmla="*/ 1535585 w 2491113"/>
              <a:gd name="connsiteY1567" fmla="*/ 282254 h 560417"/>
              <a:gd name="connsiteX1568" fmla="*/ 1533949 w 2491113"/>
              <a:gd name="connsiteY1568" fmla="*/ 287645 h 560417"/>
              <a:gd name="connsiteX1569" fmla="*/ 1524323 w 2491113"/>
              <a:gd name="connsiteY1569" fmla="*/ 294287 h 560417"/>
              <a:gd name="connsiteX1570" fmla="*/ 1513540 w 2491113"/>
              <a:gd name="connsiteY1570" fmla="*/ 298234 h 560417"/>
              <a:gd name="connsiteX1571" fmla="*/ 1510171 w 2491113"/>
              <a:gd name="connsiteY1571" fmla="*/ 304491 h 560417"/>
              <a:gd name="connsiteX1572" fmla="*/ 1515369 w 2491113"/>
              <a:gd name="connsiteY1572" fmla="*/ 308631 h 560417"/>
              <a:gd name="connsiteX1573" fmla="*/ 1529713 w 2491113"/>
              <a:gd name="connsiteY1573" fmla="*/ 305936 h 560417"/>
              <a:gd name="connsiteX1574" fmla="*/ 1540495 w 2491113"/>
              <a:gd name="connsiteY1574" fmla="*/ 305936 h 560417"/>
              <a:gd name="connsiteX1575" fmla="*/ 1553779 w 2491113"/>
              <a:gd name="connsiteY1575" fmla="*/ 303240 h 560417"/>
              <a:gd name="connsiteX1576" fmla="*/ 1565427 w 2491113"/>
              <a:gd name="connsiteY1576" fmla="*/ 303240 h 560417"/>
              <a:gd name="connsiteX1577" fmla="*/ 1575053 w 2491113"/>
              <a:gd name="connsiteY1577" fmla="*/ 318353 h 560417"/>
              <a:gd name="connsiteX1578" fmla="*/ 1558015 w 2491113"/>
              <a:gd name="connsiteY1578" fmla="*/ 342901 h 560417"/>
              <a:gd name="connsiteX1579" fmla="*/ 1542516 w 2491113"/>
              <a:gd name="connsiteY1579" fmla="*/ 340206 h 560417"/>
              <a:gd name="connsiteX1580" fmla="*/ 1516909 w 2491113"/>
              <a:gd name="connsiteY1580" fmla="*/ 341264 h 560417"/>
              <a:gd name="connsiteX1581" fmla="*/ 1502951 w 2491113"/>
              <a:gd name="connsiteY1581" fmla="*/ 340398 h 560417"/>
              <a:gd name="connsiteX1582" fmla="*/ 1490725 w 2491113"/>
              <a:gd name="connsiteY1582" fmla="*/ 341650 h 560417"/>
              <a:gd name="connsiteX1583" fmla="*/ 1477056 w 2491113"/>
              <a:gd name="connsiteY1583" fmla="*/ 343960 h 560417"/>
              <a:gd name="connsiteX1584" fmla="*/ 1460403 w 2491113"/>
              <a:gd name="connsiteY1584" fmla="*/ 347233 h 560417"/>
              <a:gd name="connsiteX1585" fmla="*/ 1443171 w 2491113"/>
              <a:gd name="connsiteY1585" fmla="*/ 348965 h 560417"/>
              <a:gd name="connsiteX1586" fmla="*/ 1425459 w 2491113"/>
              <a:gd name="connsiteY1586" fmla="*/ 354356 h 560417"/>
              <a:gd name="connsiteX1587" fmla="*/ 1414292 w 2491113"/>
              <a:gd name="connsiteY1587" fmla="*/ 348484 h 560417"/>
              <a:gd name="connsiteX1588" fmla="*/ 1411789 w 2491113"/>
              <a:gd name="connsiteY1588" fmla="*/ 333563 h 560417"/>
              <a:gd name="connsiteX1589" fmla="*/ 1412366 w 2491113"/>
              <a:gd name="connsiteY1589" fmla="*/ 326729 h 560417"/>
              <a:gd name="connsiteX1590" fmla="*/ 1416120 w 2491113"/>
              <a:gd name="connsiteY1590" fmla="*/ 318834 h 560417"/>
              <a:gd name="connsiteX1591" fmla="*/ 1420260 w 2491113"/>
              <a:gd name="connsiteY1591" fmla="*/ 315466 h 560417"/>
              <a:gd name="connsiteX1592" fmla="*/ 1425459 w 2491113"/>
              <a:gd name="connsiteY1592" fmla="*/ 317968 h 560417"/>
              <a:gd name="connsiteX1593" fmla="*/ 1440669 w 2491113"/>
              <a:gd name="connsiteY1593" fmla="*/ 312771 h 560417"/>
              <a:gd name="connsiteX1594" fmla="*/ 1459922 w 2491113"/>
              <a:gd name="connsiteY1594" fmla="*/ 304299 h 560417"/>
              <a:gd name="connsiteX1595" fmla="*/ 1456744 w 2491113"/>
              <a:gd name="connsiteY1595" fmla="*/ 298908 h 560417"/>
              <a:gd name="connsiteX1596" fmla="*/ 1448851 w 2491113"/>
              <a:gd name="connsiteY1596" fmla="*/ 297849 h 560417"/>
              <a:gd name="connsiteX1597" fmla="*/ 1442208 w 2491113"/>
              <a:gd name="connsiteY1597" fmla="*/ 294480 h 560417"/>
              <a:gd name="connsiteX1598" fmla="*/ 1442208 w 2491113"/>
              <a:gd name="connsiteY1598" fmla="*/ 288030 h 560417"/>
              <a:gd name="connsiteX1599" fmla="*/ 1443075 w 2491113"/>
              <a:gd name="connsiteY1599" fmla="*/ 280137 h 560417"/>
              <a:gd name="connsiteX1600" fmla="*/ 1447407 w 2491113"/>
              <a:gd name="connsiteY1600" fmla="*/ 274361 h 560417"/>
              <a:gd name="connsiteX1601" fmla="*/ 1451835 w 2491113"/>
              <a:gd name="connsiteY1601" fmla="*/ 275804 h 560417"/>
              <a:gd name="connsiteX1602" fmla="*/ 1456552 w 2491113"/>
              <a:gd name="connsiteY1602" fmla="*/ 274938 h 560417"/>
              <a:gd name="connsiteX1603" fmla="*/ 1461173 w 2491113"/>
              <a:gd name="connsiteY1603" fmla="*/ 274938 h 560417"/>
              <a:gd name="connsiteX1604" fmla="*/ 1465313 w 2491113"/>
              <a:gd name="connsiteY1604" fmla="*/ 271183 h 560417"/>
              <a:gd name="connsiteX1605" fmla="*/ 1466371 w 2491113"/>
              <a:gd name="connsiteY1605" fmla="*/ 261557 h 560417"/>
              <a:gd name="connsiteX1606" fmla="*/ 1460691 w 2491113"/>
              <a:gd name="connsiteY1606" fmla="*/ 260787 h 560417"/>
              <a:gd name="connsiteX1607" fmla="*/ 1453471 w 2491113"/>
              <a:gd name="connsiteY1607" fmla="*/ 262809 h 560417"/>
              <a:gd name="connsiteX1608" fmla="*/ 1446829 w 2491113"/>
              <a:gd name="connsiteY1608" fmla="*/ 264252 h 560417"/>
              <a:gd name="connsiteX1609" fmla="*/ 1441438 w 2491113"/>
              <a:gd name="connsiteY1609" fmla="*/ 263482 h 560417"/>
              <a:gd name="connsiteX1610" fmla="*/ 1438743 w 2491113"/>
              <a:gd name="connsiteY1610" fmla="*/ 259246 h 560417"/>
              <a:gd name="connsiteX1611" fmla="*/ 1436625 w 2491113"/>
              <a:gd name="connsiteY1611" fmla="*/ 253086 h 560417"/>
              <a:gd name="connsiteX1612" fmla="*/ 1431812 w 2491113"/>
              <a:gd name="connsiteY1612" fmla="*/ 244133 h 560417"/>
              <a:gd name="connsiteX1613" fmla="*/ 1429116 w 2491113"/>
              <a:gd name="connsiteY1613" fmla="*/ 234507 h 560417"/>
              <a:gd name="connsiteX1614" fmla="*/ 1434315 w 2491113"/>
              <a:gd name="connsiteY1614" fmla="*/ 219393 h 560417"/>
              <a:gd name="connsiteX1615" fmla="*/ 1431811 w 2491113"/>
              <a:gd name="connsiteY1615" fmla="*/ 195039 h 560417"/>
              <a:gd name="connsiteX1616" fmla="*/ 1428731 w 2491113"/>
              <a:gd name="connsiteY1616" fmla="*/ 184642 h 560417"/>
              <a:gd name="connsiteX1617" fmla="*/ 1429982 w 2491113"/>
              <a:gd name="connsiteY1617" fmla="*/ 176748 h 560417"/>
              <a:gd name="connsiteX1618" fmla="*/ 1432679 w 2491113"/>
              <a:gd name="connsiteY1618" fmla="*/ 163271 h 560417"/>
              <a:gd name="connsiteX1619" fmla="*/ 1439321 w 2491113"/>
              <a:gd name="connsiteY1619" fmla="*/ 149602 h 560417"/>
              <a:gd name="connsiteX1620" fmla="*/ 1447888 w 2491113"/>
              <a:gd name="connsiteY1620" fmla="*/ 154800 h 560417"/>
              <a:gd name="connsiteX1621" fmla="*/ 1455974 w 2491113"/>
              <a:gd name="connsiteY1621" fmla="*/ 153934 h 560417"/>
              <a:gd name="connsiteX1622" fmla="*/ 1466564 w 2491113"/>
              <a:gd name="connsiteY1622" fmla="*/ 150564 h 560417"/>
              <a:gd name="connsiteX1623" fmla="*/ 1484661 w 2491113"/>
              <a:gd name="connsiteY1623" fmla="*/ 143152 h 560417"/>
              <a:gd name="connsiteX1624" fmla="*/ 1499005 w 2491113"/>
              <a:gd name="connsiteY1624" fmla="*/ 141708 h 560417"/>
              <a:gd name="connsiteX1625" fmla="*/ 1541938 w 2491113"/>
              <a:gd name="connsiteY1625" fmla="*/ 127750 h 560417"/>
              <a:gd name="connsiteX1626" fmla="*/ 91286 w 2491113"/>
              <a:gd name="connsiteY1626" fmla="*/ 116773 h 560417"/>
              <a:gd name="connsiteX1627" fmla="*/ 90154 w 2491113"/>
              <a:gd name="connsiteY1627" fmla="*/ 117215 h 560417"/>
              <a:gd name="connsiteX1628" fmla="*/ 89077 w 2491113"/>
              <a:gd name="connsiteY1628" fmla="*/ 117905 h 560417"/>
              <a:gd name="connsiteX1629" fmla="*/ 87807 w 2491113"/>
              <a:gd name="connsiteY1629" fmla="*/ 119341 h 560417"/>
              <a:gd name="connsiteX1630" fmla="*/ 86371 w 2491113"/>
              <a:gd name="connsiteY1630" fmla="*/ 120556 h 560417"/>
              <a:gd name="connsiteX1631" fmla="*/ 85101 w 2491113"/>
              <a:gd name="connsiteY1631" fmla="*/ 120970 h 560417"/>
              <a:gd name="connsiteX1632" fmla="*/ 84825 w 2491113"/>
              <a:gd name="connsiteY1632" fmla="*/ 121715 h 560417"/>
              <a:gd name="connsiteX1633" fmla="*/ 84797 w 2491113"/>
              <a:gd name="connsiteY1633" fmla="*/ 121715 h 560417"/>
              <a:gd name="connsiteX1634" fmla="*/ 84659 w 2491113"/>
              <a:gd name="connsiteY1634" fmla="*/ 123151 h 560417"/>
              <a:gd name="connsiteX1635" fmla="*/ 85212 w 2491113"/>
              <a:gd name="connsiteY1635" fmla="*/ 123703 h 560417"/>
              <a:gd name="connsiteX1636" fmla="*/ 87973 w 2491113"/>
              <a:gd name="connsiteY1636" fmla="*/ 124753 h 560417"/>
              <a:gd name="connsiteX1637" fmla="*/ 90568 w 2491113"/>
              <a:gd name="connsiteY1637" fmla="*/ 128066 h 560417"/>
              <a:gd name="connsiteX1638" fmla="*/ 91286 w 2491113"/>
              <a:gd name="connsiteY1638" fmla="*/ 130137 h 560417"/>
              <a:gd name="connsiteX1639" fmla="*/ 90541 w 2491113"/>
              <a:gd name="connsiteY1639" fmla="*/ 132374 h 560417"/>
              <a:gd name="connsiteX1640" fmla="*/ 89574 w 2491113"/>
              <a:gd name="connsiteY1640" fmla="*/ 133561 h 560417"/>
              <a:gd name="connsiteX1641" fmla="*/ 88608 w 2491113"/>
              <a:gd name="connsiteY1641" fmla="*/ 135577 h 560417"/>
              <a:gd name="connsiteX1642" fmla="*/ 88608 w 2491113"/>
              <a:gd name="connsiteY1642" fmla="*/ 137730 h 560417"/>
              <a:gd name="connsiteX1643" fmla="*/ 90430 w 2491113"/>
              <a:gd name="connsiteY1643" fmla="*/ 139608 h 560417"/>
              <a:gd name="connsiteX1644" fmla="*/ 91562 w 2491113"/>
              <a:gd name="connsiteY1644" fmla="*/ 140243 h 560417"/>
              <a:gd name="connsiteX1645" fmla="*/ 93136 w 2491113"/>
              <a:gd name="connsiteY1645" fmla="*/ 141265 h 560417"/>
              <a:gd name="connsiteX1646" fmla="*/ 94103 w 2491113"/>
              <a:gd name="connsiteY1646" fmla="*/ 141265 h 560417"/>
              <a:gd name="connsiteX1647" fmla="*/ 94765 w 2491113"/>
              <a:gd name="connsiteY1647" fmla="*/ 140326 h 560417"/>
              <a:gd name="connsiteX1648" fmla="*/ 95373 w 2491113"/>
              <a:gd name="connsiteY1648" fmla="*/ 138863 h 560417"/>
              <a:gd name="connsiteX1649" fmla="*/ 96312 w 2491113"/>
              <a:gd name="connsiteY1649" fmla="*/ 137565 h 560417"/>
              <a:gd name="connsiteX1650" fmla="*/ 97250 w 2491113"/>
              <a:gd name="connsiteY1650" fmla="*/ 137289 h 560417"/>
              <a:gd name="connsiteX1651" fmla="*/ 100012 w 2491113"/>
              <a:gd name="connsiteY1651" fmla="*/ 139663 h 560417"/>
              <a:gd name="connsiteX1652" fmla="*/ 100012 w 2491113"/>
              <a:gd name="connsiteY1652" fmla="*/ 141872 h 560417"/>
              <a:gd name="connsiteX1653" fmla="*/ 99101 w 2491113"/>
              <a:gd name="connsiteY1653" fmla="*/ 145628 h 560417"/>
              <a:gd name="connsiteX1654" fmla="*/ 98300 w 2491113"/>
              <a:gd name="connsiteY1654" fmla="*/ 147560 h 560417"/>
              <a:gd name="connsiteX1655" fmla="*/ 97830 w 2491113"/>
              <a:gd name="connsiteY1655" fmla="*/ 149631 h 560417"/>
              <a:gd name="connsiteX1656" fmla="*/ 97112 w 2491113"/>
              <a:gd name="connsiteY1656" fmla="*/ 150570 h 560417"/>
              <a:gd name="connsiteX1657" fmla="*/ 97389 w 2491113"/>
              <a:gd name="connsiteY1657" fmla="*/ 151840 h 560417"/>
              <a:gd name="connsiteX1658" fmla="*/ 98686 w 2491113"/>
              <a:gd name="connsiteY1658" fmla="*/ 152448 h 560417"/>
              <a:gd name="connsiteX1659" fmla="*/ 100067 w 2491113"/>
              <a:gd name="connsiteY1659" fmla="*/ 153276 h 560417"/>
              <a:gd name="connsiteX1660" fmla="*/ 101641 w 2491113"/>
              <a:gd name="connsiteY1660" fmla="*/ 153000 h 560417"/>
              <a:gd name="connsiteX1661" fmla="*/ 104264 w 2491113"/>
              <a:gd name="connsiteY1661" fmla="*/ 152807 h 560417"/>
              <a:gd name="connsiteX1662" fmla="*/ 104733 w 2491113"/>
              <a:gd name="connsiteY1662" fmla="*/ 149079 h 560417"/>
              <a:gd name="connsiteX1663" fmla="*/ 105451 w 2491113"/>
              <a:gd name="connsiteY1663" fmla="*/ 147063 h 560417"/>
              <a:gd name="connsiteX1664" fmla="*/ 106280 w 2491113"/>
              <a:gd name="connsiteY1664" fmla="*/ 143446 h 560417"/>
              <a:gd name="connsiteX1665" fmla="*/ 107136 w 2491113"/>
              <a:gd name="connsiteY1665" fmla="*/ 140851 h 560417"/>
              <a:gd name="connsiteX1666" fmla="*/ 107136 w 2491113"/>
              <a:gd name="connsiteY1666" fmla="*/ 137592 h 560417"/>
              <a:gd name="connsiteX1667" fmla="*/ 107771 w 2491113"/>
              <a:gd name="connsiteY1667" fmla="*/ 134500 h 560417"/>
              <a:gd name="connsiteX1668" fmla="*/ 107357 w 2491113"/>
              <a:gd name="connsiteY1668" fmla="*/ 132898 h 560417"/>
              <a:gd name="connsiteX1669" fmla="*/ 105976 w 2491113"/>
              <a:gd name="connsiteY1669" fmla="*/ 130607 h 560417"/>
              <a:gd name="connsiteX1670" fmla="*/ 104954 w 2491113"/>
              <a:gd name="connsiteY1670" fmla="*/ 129999 h 560417"/>
              <a:gd name="connsiteX1671" fmla="*/ 104292 w 2491113"/>
              <a:gd name="connsiteY1671" fmla="*/ 129557 h 560417"/>
              <a:gd name="connsiteX1672" fmla="*/ 103049 w 2491113"/>
              <a:gd name="connsiteY1672" fmla="*/ 128977 h 560417"/>
              <a:gd name="connsiteX1673" fmla="*/ 101724 w 2491113"/>
              <a:gd name="connsiteY1673" fmla="*/ 127569 h 560417"/>
              <a:gd name="connsiteX1674" fmla="*/ 100288 w 2491113"/>
              <a:gd name="connsiteY1674" fmla="*/ 125774 h 560417"/>
              <a:gd name="connsiteX1675" fmla="*/ 97692 w 2491113"/>
              <a:gd name="connsiteY1675" fmla="*/ 123013 h 560417"/>
              <a:gd name="connsiteX1676" fmla="*/ 96339 w 2491113"/>
              <a:gd name="connsiteY1676" fmla="*/ 121412 h 560417"/>
              <a:gd name="connsiteX1677" fmla="*/ 95539 w 2491113"/>
              <a:gd name="connsiteY1677" fmla="*/ 119368 h 560417"/>
              <a:gd name="connsiteX1678" fmla="*/ 94241 w 2491113"/>
              <a:gd name="connsiteY1678" fmla="*/ 118043 h 560417"/>
              <a:gd name="connsiteX1679" fmla="*/ 93412 w 2491113"/>
              <a:gd name="connsiteY1679" fmla="*/ 117159 h 560417"/>
              <a:gd name="connsiteX1680" fmla="*/ 91286 w 2491113"/>
              <a:gd name="connsiteY1680" fmla="*/ 116773 h 560417"/>
              <a:gd name="connsiteX1681" fmla="*/ 335232 w 2491113"/>
              <a:gd name="connsiteY1681" fmla="*/ 116665 h 560417"/>
              <a:gd name="connsiteX1682" fmla="*/ 346257 w 2491113"/>
              <a:gd name="connsiteY1682" fmla="*/ 118181 h 560417"/>
              <a:gd name="connsiteX1683" fmla="*/ 335764 w 2491113"/>
              <a:gd name="connsiteY1683" fmla="*/ 124090 h 560417"/>
              <a:gd name="connsiteX1684" fmla="*/ 324553 w 2491113"/>
              <a:gd name="connsiteY1684" fmla="*/ 120556 h 560417"/>
              <a:gd name="connsiteX1685" fmla="*/ 335212 w 2491113"/>
              <a:gd name="connsiteY1685" fmla="*/ 116662 h 560417"/>
              <a:gd name="connsiteX1686" fmla="*/ 335239 w 2491113"/>
              <a:gd name="connsiteY1686" fmla="*/ 116662 h 560417"/>
              <a:gd name="connsiteX1687" fmla="*/ 335232 w 2491113"/>
              <a:gd name="connsiteY1687" fmla="*/ 116665 h 560417"/>
              <a:gd name="connsiteX1688" fmla="*/ 467033 w 2491113"/>
              <a:gd name="connsiteY1688" fmla="*/ 103685 h 560417"/>
              <a:gd name="connsiteX1689" fmla="*/ 465542 w 2491113"/>
              <a:gd name="connsiteY1689" fmla="*/ 104016 h 560417"/>
              <a:gd name="connsiteX1690" fmla="*/ 464106 w 2491113"/>
              <a:gd name="connsiteY1690" fmla="*/ 105838 h 560417"/>
              <a:gd name="connsiteX1691" fmla="*/ 461345 w 2491113"/>
              <a:gd name="connsiteY1691" fmla="*/ 108765 h 560417"/>
              <a:gd name="connsiteX1692" fmla="*/ 458418 w 2491113"/>
              <a:gd name="connsiteY1692" fmla="*/ 111140 h 560417"/>
              <a:gd name="connsiteX1693" fmla="*/ 457258 w 2491113"/>
              <a:gd name="connsiteY1693" fmla="*/ 112631 h 560417"/>
              <a:gd name="connsiteX1694" fmla="*/ 456678 w 2491113"/>
              <a:gd name="connsiteY1694" fmla="*/ 113818 h 560417"/>
              <a:gd name="connsiteX1695" fmla="*/ 455795 w 2491113"/>
              <a:gd name="connsiteY1695" fmla="*/ 113818 h 560417"/>
              <a:gd name="connsiteX1696" fmla="*/ 454027 w 2491113"/>
              <a:gd name="connsiteY1696" fmla="*/ 112990 h 560417"/>
              <a:gd name="connsiteX1697" fmla="*/ 453823 w 2491113"/>
              <a:gd name="connsiteY1697" fmla="*/ 112786 h 560417"/>
              <a:gd name="connsiteX1698" fmla="*/ 454027 w 2491113"/>
              <a:gd name="connsiteY1698" fmla="*/ 111830 h 560417"/>
              <a:gd name="connsiteX1699" fmla="*/ 455712 w 2491113"/>
              <a:gd name="connsiteY1699" fmla="*/ 109649 h 560417"/>
              <a:gd name="connsiteX1700" fmla="*/ 455270 w 2491113"/>
              <a:gd name="connsiteY1700" fmla="*/ 109235 h 560417"/>
              <a:gd name="connsiteX1701" fmla="*/ 451238 w 2491113"/>
              <a:gd name="connsiteY1701" fmla="*/ 110091 h 560417"/>
              <a:gd name="connsiteX1702" fmla="*/ 450244 w 2491113"/>
              <a:gd name="connsiteY1702" fmla="*/ 109842 h 560417"/>
              <a:gd name="connsiteX1703" fmla="*/ 449002 w 2491113"/>
              <a:gd name="connsiteY1703" fmla="*/ 110339 h 560417"/>
              <a:gd name="connsiteX1704" fmla="*/ 446738 w 2491113"/>
              <a:gd name="connsiteY1704" fmla="*/ 112382 h 560417"/>
              <a:gd name="connsiteX1705" fmla="*/ 445191 w 2491113"/>
              <a:gd name="connsiteY1705" fmla="*/ 115144 h 560417"/>
              <a:gd name="connsiteX1706" fmla="*/ 445689 w 2491113"/>
              <a:gd name="connsiteY1706" fmla="*/ 116441 h 560417"/>
              <a:gd name="connsiteX1707" fmla="*/ 449775 w 2491113"/>
              <a:gd name="connsiteY1707" fmla="*/ 117132 h 560417"/>
              <a:gd name="connsiteX1708" fmla="*/ 450962 w 2491113"/>
              <a:gd name="connsiteY1708" fmla="*/ 117132 h 560417"/>
              <a:gd name="connsiteX1709" fmla="*/ 453724 w 2491113"/>
              <a:gd name="connsiteY1709" fmla="*/ 116883 h 560417"/>
              <a:gd name="connsiteX1710" fmla="*/ 456126 w 2491113"/>
              <a:gd name="connsiteY1710" fmla="*/ 118181 h 560417"/>
              <a:gd name="connsiteX1711" fmla="*/ 457921 w 2491113"/>
              <a:gd name="connsiteY1711" fmla="*/ 119479 h 560417"/>
              <a:gd name="connsiteX1712" fmla="*/ 460130 w 2491113"/>
              <a:gd name="connsiteY1712" fmla="*/ 121301 h 560417"/>
              <a:gd name="connsiteX1713" fmla="*/ 461621 w 2491113"/>
              <a:gd name="connsiteY1713" fmla="*/ 122350 h 560417"/>
              <a:gd name="connsiteX1714" fmla="*/ 463112 w 2491113"/>
              <a:gd name="connsiteY1714" fmla="*/ 123345 h 560417"/>
              <a:gd name="connsiteX1715" fmla="*/ 465873 w 2491113"/>
              <a:gd name="connsiteY1715" fmla="*/ 125664 h 560417"/>
              <a:gd name="connsiteX1716" fmla="*/ 467613 w 2491113"/>
              <a:gd name="connsiteY1716" fmla="*/ 127072 h 560417"/>
              <a:gd name="connsiteX1717" fmla="*/ 469242 w 2491113"/>
              <a:gd name="connsiteY1717" fmla="*/ 128453 h 560417"/>
              <a:gd name="connsiteX1718" fmla="*/ 467392 w 2491113"/>
              <a:gd name="connsiteY1718" fmla="*/ 128950 h 560417"/>
              <a:gd name="connsiteX1719" fmla="*/ 465707 w 2491113"/>
              <a:gd name="connsiteY1719" fmla="*/ 128315 h 560417"/>
              <a:gd name="connsiteX1720" fmla="*/ 464989 w 2491113"/>
              <a:gd name="connsiteY1720" fmla="*/ 126989 h 560417"/>
              <a:gd name="connsiteX1721" fmla="*/ 463968 w 2491113"/>
              <a:gd name="connsiteY1721" fmla="*/ 126023 h 560417"/>
              <a:gd name="connsiteX1722" fmla="*/ 462808 w 2491113"/>
              <a:gd name="connsiteY1722" fmla="*/ 124753 h 560417"/>
              <a:gd name="connsiteX1723" fmla="*/ 461924 w 2491113"/>
              <a:gd name="connsiteY1723" fmla="*/ 124559 h 560417"/>
              <a:gd name="connsiteX1724" fmla="*/ 460765 w 2491113"/>
              <a:gd name="connsiteY1724" fmla="*/ 123952 h 560417"/>
              <a:gd name="connsiteX1725" fmla="*/ 459550 w 2491113"/>
              <a:gd name="connsiteY1725" fmla="*/ 123068 h 560417"/>
              <a:gd name="connsiteX1726" fmla="*/ 457865 w 2491113"/>
              <a:gd name="connsiteY1726" fmla="*/ 121936 h 560417"/>
              <a:gd name="connsiteX1727" fmla="*/ 456568 w 2491113"/>
              <a:gd name="connsiteY1727" fmla="*/ 120804 h 560417"/>
              <a:gd name="connsiteX1728" fmla="*/ 455767 w 2491113"/>
              <a:gd name="connsiteY1728" fmla="*/ 120611 h 560417"/>
              <a:gd name="connsiteX1729" fmla="*/ 454386 w 2491113"/>
              <a:gd name="connsiteY1729" fmla="*/ 119313 h 560417"/>
              <a:gd name="connsiteX1730" fmla="*/ 451183 w 2491113"/>
              <a:gd name="connsiteY1730" fmla="*/ 120500 h 560417"/>
              <a:gd name="connsiteX1731" fmla="*/ 449692 w 2491113"/>
              <a:gd name="connsiteY1731" fmla="*/ 121412 h 560417"/>
              <a:gd name="connsiteX1732" fmla="*/ 449168 w 2491113"/>
              <a:gd name="connsiteY1732" fmla="*/ 122544 h 560417"/>
              <a:gd name="connsiteX1733" fmla="*/ 450023 w 2491113"/>
              <a:gd name="connsiteY1733" fmla="*/ 123483 h 560417"/>
              <a:gd name="connsiteX1734" fmla="*/ 451625 w 2491113"/>
              <a:gd name="connsiteY1734" fmla="*/ 124062 h 560417"/>
              <a:gd name="connsiteX1735" fmla="*/ 453171 w 2491113"/>
              <a:gd name="connsiteY1735" fmla="*/ 124421 h 560417"/>
              <a:gd name="connsiteX1736" fmla="*/ 453889 w 2491113"/>
              <a:gd name="connsiteY1736" fmla="*/ 125388 h 560417"/>
              <a:gd name="connsiteX1737" fmla="*/ 452398 w 2491113"/>
              <a:gd name="connsiteY1737" fmla="*/ 125995 h 560417"/>
              <a:gd name="connsiteX1738" fmla="*/ 451128 w 2491113"/>
              <a:gd name="connsiteY1738" fmla="*/ 126879 h 560417"/>
              <a:gd name="connsiteX1739" fmla="*/ 450300 w 2491113"/>
              <a:gd name="connsiteY1739" fmla="*/ 127045 h 560417"/>
              <a:gd name="connsiteX1740" fmla="*/ 448974 w 2491113"/>
              <a:gd name="connsiteY1740" fmla="*/ 126575 h 560417"/>
              <a:gd name="connsiteX1741" fmla="*/ 447152 w 2491113"/>
              <a:gd name="connsiteY1741" fmla="*/ 125443 h 560417"/>
              <a:gd name="connsiteX1742" fmla="*/ 445219 w 2491113"/>
              <a:gd name="connsiteY1742" fmla="*/ 124918 h 560417"/>
              <a:gd name="connsiteX1743" fmla="*/ 444363 w 2491113"/>
              <a:gd name="connsiteY1743" fmla="*/ 123345 h 560417"/>
              <a:gd name="connsiteX1744" fmla="*/ 441602 w 2491113"/>
              <a:gd name="connsiteY1744" fmla="*/ 122627 h 560417"/>
              <a:gd name="connsiteX1745" fmla="*/ 439918 w 2491113"/>
              <a:gd name="connsiteY1745" fmla="*/ 123676 h 560417"/>
              <a:gd name="connsiteX1746" fmla="*/ 439006 w 2491113"/>
              <a:gd name="connsiteY1746" fmla="*/ 124780 h 560417"/>
              <a:gd name="connsiteX1747" fmla="*/ 439338 w 2491113"/>
              <a:gd name="connsiteY1747" fmla="*/ 125719 h 560417"/>
              <a:gd name="connsiteX1748" fmla="*/ 440304 w 2491113"/>
              <a:gd name="connsiteY1748" fmla="*/ 127459 h 560417"/>
              <a:gd name="connsiteX1749" fmla="*/ 442375 w 2491113"/>
              <a:gd name="connsiteY1749" fmla="*/ 128508 h 560417"/>
              <a:gd name="connsiteX1750" fmla="*/ 444501 w 2491113"/>
              <a:gd name="connsiteY1750" fmla="*/ 130137 h 560417"/>
              <a:gd name="connsiteX1751" fmla="*/ 446600 w 2491113"/>
              <a:gd name="connsiteY1751" fmla="*/ 131711 h 560417"/>
              <a:gd name="connsiteX1752" fmla="*/ 446324 w 2491113"/>
              <a:gd name="connsiteY1752" fmla="*/ 133009 h 560417"/>
              <a:gd name="connsiteX1753" fmla="*/ 440994 w 2491113"/>
              <a:gd name="connsiteY1753" fmla="*/ 134196 h 560417"/>
              <a:gd name="connsiteX1754" fmla="*/ 438233 w 2491113"/>
              <a:gd name="connsiteY1754" fmla="*/ 132098 h 560417"/>
              <a:gd name="connsiteX1755" fmla="*/ 436742 w 2491113"/>
              <a:gd name="connsiteY1755" fmla="*/ 131518 h 560417"/>
              <a:gd name="connsiteX1756" fmla="*/ 436742 w 2491113"/>
              <a:gd name="connsiteY1756" fmla="*/ 135245 h 560417"/>
              <a:gd name="connsiteX1757" fmla="*/ 435251 w 2491113"/>
              <a:gd name="connsiteY1757" fmla="*/ 136571 h 560417"/>
              <a:gd name="connsiteX1758" fmla="*/ 437156 w 2491113"/>
              <a:gd name="connsiteY1758" fmla="*/ 138642 h 560417"/>
              <a:gd name="connsiteX1759" fmla="*/ 438785 w 2491113"/>
              <a:gd name="connsiteY1759" fmla="*/ 139636 h 560417"/>
              <a:gd name="connsiteX1760" fmla="*/ 440994 w 2491113"/>
              <a:gd name="connsiteY1760" fmla="*/ 140768 h 560417"/>
              <a:gd name="connsiteX1761" fmla="*/ 444308 w 2491113"/>
              <a:gd name="connsiteY1761" fmla="*/ 139829 h 560417"/>
              <a:gd name="connsiteX1762" fmla="*/ 445909 w 2491113"/>
              <a:gd name="connsiteY1762" fmla="*/ 139470 h 560417"/>
              <a:gd name="connsiteX1763" fmla="*/ 447787 w 2491113"/>
              <a:gd name="connsiteY1763" fmla="*/ 138338 h 560417"/>
              <a:gd name="connsiteX1764" fmla="*/ 449306 w 2491113"/>
              <a:gd name="connsiteY1764" fmla="*/ 137233 h 560417"/>
              <a:gd name="connsiteX1765" fmla="*/ 450797 w 2491113"/>
              <a:gd name="connsiteY1765" fmla="*/ 135632 h 560417"/>
              <a:gd name="connsiteX1766" fmla="*/ 454000 w 2491113"/>
              <a:gd name="connsiteY1766" fmla="*/ 136957 h 560417"/>
              <a:gd name="connsiteX1767" fmla="*/ 455270 w 2491113"/>
              <a:gd name="connsiteY1767" fmla="*/ 137648 h 560417"/>
              <a:gd name="connsiteX1768" fmla="*/ 456927 w 2491113"/>
              <a:gd name="connsiteY1768" fmla="*/ 138863 h 560417"/>
              <a:gd name="connsiteX1769" fmla="*/ 458418 w 2491113"/>
              <a:gd name="connsiteY1769" fmla="*/ 139028 h 560417"/>
              <a:gd name="connsiteX1770" fmla="*/ 460212 w 2491113"/>
              <a:gd name="connsiteY1770" fmla="*/ 138034 h 560417"/>
              <a:gd name="connsiteX1771" fmla="*/ 460212 w 2491113"/>
              <a:gd name="connsiteY1771" fmla="*/ 136957 h 560417"/>
              <a:gd name="connsiteX1772" fmla="*/ 459467 w 2491113"/>
              <a:gd name="connsiteY1772" fmla="*/ 134997 h 560417"/>
              <a:gd name="connsiteX1773" fmla="*/ 458859 w 2491113"/>
              <a:gd name="connsiteY1773" fmla="*/ 132898 h 560417"/>
              <a:gd name="connsiteX1774" fmla="*/ 457672 w 2491113"/>
              <a:gd name="connsiteY1774" fmla="*/ 132484 h 560417"/>
              <a:gd name="connsiteX1775" fmla="*/ 455988 w 2491113"/>
              <a:gd name="connsiteY1775" fmla="*/ 131683 h 560417"/>
              <a:gd name="connsiteX1776" fmla="*/ 455463 w 2491113"/>
              <a:gd name="connsiteY1776" fmla="*/ 130855 h 560417"/>
              <a:gd name="connsiteX1777" fmla="*/ 457065 w 2491113"/>
              <a:gd name="connsiteY1777" fmla="*/ 129806 h 560417"/>
              <a:gd name="connsiteX1778" fmla="*/ 459495 w 2491113"/>
              <a:gd name="connsiteY1778" fmla="*/ 129806 h 560417"/>
              <a:gd name="connsiteX1779" fmla="*/ 461289 w 2491113"/>
              <a:gd name="connsiteY1779" fmla="*/ 129806 h 560417"/>
              <a:gd name="connsiteX1780" fmla="*/ 465403 w 2491113"/>
              <a:gd name="connsiteY1780" fmla="*/ 130662 h 560417"/>
              <a:gd name="connsiteX1781" fmla="*/ 466784 w 2491113"/>
              <a:gd name="connsiteY1781" fmla="*/ 132098 h 560417"/>
              <a:gd name="connsiteX1782" fmla="*/ 467723 w 2491113"/>
              <a:gd name="connsiteY1782" fmla="*/ 133313 h 560417"/>
              <a:gd name="connsiteX1783" fmla="*/ 468966 w 2491113"/>
              <a:gd name="connsiteY1783" fmla="*/ 133865 h 560417"/>
              <a:gd name="connsiteX1784" fmla="*/ 472472 w 2491113"/>
              <a:gd name="connsiteY1784" fmla="*/ 136074 h 560417"/>
              <a:gd name="connsiteX1785" fmla="*/ 474902 w 2491113"/>
              <a:gd name="connsiteY1785" fmla="*/ 134804 h 560417"/>
              <a:gd name="connsiteX1786" fmla="*/ 476587 w 2491113"/>
              <a:gd name="connsiteY1786" fmla="*/ 132291 h 560417"/>
              <a:gd name="connsiteX1787" fmla="*/ 476034 w 2491113"/>
              <a:gd name="connsiteY1787" fmla="*/ 131048 h 560417"/>
              <a:gd name="connsiteX1788" fmla="*/ 475510 w 2491113"/>
              <a:gd name="connsiteY1788" fmla="*/ 129999 h 560417"/>
              <a:gd name="connsiteX1789" fmla="*/ 475510 w 2491113"/>
              <a:gd name="connsiteY1789" fmla="*/ 128757 h 560417"/>
              <a:gd name="connsiteX1790" fmla="*/ 474626 w 2491113"/>
              <a:gd name="connsiteY1790" fmla="*/ 127901 h 560417"/>
              <a:gd name="connsiteX1791" fmla="*/ 472666 w 2491113"/>
              <a:gd name="connsiteY1791" fmla="*/ 127265 h 560417"/>
              <a:gd name="connsiteX1792" fmla="*/ 472251 w 2491113"/>
              <a:gd name="connsiteY1792" fmla="*/ 126382 h 560417"/>
              <a:gd name="connsiteX1793" fmla="*/ 473936 w 2491113"/>
              <a:gd name="connsiteY1793" fmla="*/ 125277 h 560417"/>
              <a:gd name="connsiteX1794" fmla="*/ 475344 w 2491113"/>
              <a:gd name="connsiteY1794" fmla="*/ 124504 h 560417"/>
              <a:gd name="connsiteX1795" fmla="*/ 476642 w 2491113"/>
              <a:gd name="connsiteY1795" fmla="*/ 123924 h 560417"/>
              <a:gd name="connsiteX1796" fmla="*/ 480535 w 2491113"/>
              <a:gd name="connsiteY1796" fmla="*/ 122489 h 560417"/>
              <a:gd name="connsiteX1797" fmla="*/ 483131 w 2491113"/>
              <a:gd name="connsiteY1797" fmla="*/ 122820 h 560417"/>
              <a:gd name="connsiteX1798" fmla="*/ 484649 w 2491113"/>
              <a:gd name="connsiteY1798" fmla="*/ 121633 h 560417"/>
              <a:gd name="connsiteX1799" fmla="*/ 485202 w 2491113"/>
              <a:gd name="connsiteY1799" fmla="*/ 120611 h 560417"/>
              <a:gd name="connsiteX1800" fmla="*/ 484843 w 2491113"/>
              <a:gd name="connsiteY1800" fmla="*/ 118899 h 560417"/>
              <a:gd name="connsiteX1801" fmla="*/ 483793 w 2491113"/>
              <a:gd name="connsiteY1801" fmla="*/ 117988 h 560417"/>
              <a:gd name="connsiteX1802" fmla="*/ 483075 w 2491113"/>
              <a:gd name="connsiteY1802" fmla="*/ 117988 h 560417"/>
              <a:gd name="connsiteX1803" fmla="*/ 478160 w 2491113"/>
              <a:gd name="connsiteY1803" fmla="*/ 116276 h 560417"/>
              <a:gd name="connsiteX1804" fmla="*/ 477166 w 2491113"/>
              <a:gd name="connsiteY1804" fmla="*/ 118457 h 560417"/>
              <a:gd name="connsiteX1805" fmla="*/ 476062 w 2491113"/>
              <a:gd name="connsiteY1805" fmla="*/ 119037 h 560417"/>
              <a:gd name="connsiteX1806" fmla="*/ 474764 w 2491113"/>
              <a:gd name="connsiteY1806" fmla="*/ 119258 h 560417"/>
              <a:gd name="connsiteX1807" fmla="*/ 473411 w 2491113"/>
              <a:gd name="connsiteY1807" fmla="*/ 118733 h 560417"/>
              <a:gd name="connsiteX1808" fmla="*/ 472389 w 2491113"/>
              <a:gd name="connsiteY1808" fmla="*/ 119865 h 560417"/>
              <a:gd name="connsiteX1809" fmla="*/ 471257 w 2491113"/>
              <a:gd name="connsiteY1809" fmla="*/ 119865 h 560417"/>
              <a:gd name="connsiteX1810" fmla="*/ 470125 w 2491113"/>
              <a:gd name="connsiteY1810" fmla="*/ 119700 h 560417"/>
              <a:gd name="connsiteX1811" fmla="*/ 469214 w 2491113"/>
              <a:gd name="connsiteY1811" fmla="*/ 120970 h 560417"/>
              <a:gd name="connsiteX1812" fmla="*/ 469822 w 2491113"/>
              <a:gd name="connsiteY1812" fmla="*/ 122295 h 560417"/>
              <a:gd name="connsiteX1813" fmla="*/ 467613 w 2491113"/>
              <a:gd name="connsiteY1813" fmla="*/ 122295 h 560417"/>
              <a:gd name="connsiteX1814" fmla="*/ 468054 w 2491113"/>
              <a:gd name="connsiteY1814" fmla="*/ 120749 h 560417"/>
              <a:gd name="connsiteX1815" fmla="*/ 467530 w 2491113"/>
              <a:gd name="connsiteY1815" fmla="*/ 118899 h 560417"/>
              <a:gd name="connsiteX1816" fmla="*/ 469987 w 2491113"/>
              <a:gd name="connsiteY1816" fmla="*/ 118540 h 560417"/>
              <a:gd name="connsiteX1817" fmla="*/ 474046 w 2491113"/>
              <a:gd name="connsiteY1817" fmla="*/ 117325 h 560417"/>
              <a:gd name="connsiteX1818" fmla="*/ 474377 w 2491113"/>
              <a:gd name="connsiteY1818" fmla="*/ 115806 h 560417"/>
              <a:gd name="connsiteX1819" fmla="*/ 475565 w 2491113"/>
              <a:gd name="connsiteY1819" fmla="*/ 114702 h 560417"/>
              <a:gd name="connsiteX1820" fmla="*/ 477829 w 2491113"/>
              <a:gd name="connsiteY1820" fmla="*/ 114481 h 560417"/>
              <a:gd name="connsiteX1821" fmla="*/ 479817 w 2491113"/>
              <a:gd name="connsiteY1821" fmla="*/ 113597 h 560417"/>
              <a:gd name="connsiteX1822" fmla="*/ 479624 w 2491113"/>
              <a:gd name="connsiteY1822" fmla="*/ 111471 h 560417"/>
              <a:gd name="connsiteX1823" fmla="*/ 478906 w 2491113"/>
              <a:gd name="connsiteY1823" fmla="*/ 110947 h 560417"/>
              <a:gd name="connsiteX1824" fmla="*/ 478243 w 2491113"/>
              <a:gd name="connsiteY1824" fmla="*/ 110367 h 560417"/>
              <a:gd name="connsiteX1825" fmla="*/ 476007 w 2491113"/>
              <a:gd name="connsiteY1825" fmla="*/ 110947 h 560417"/>
              <a:gd name="connsiteX1826" fmla="*/ 473577 w 2491113"/>
              <a:gd name="connsiteY1826" fmla="*/ 111195 h 560417"/>
              <a:gd name="connsiteX1827" fmla="*/ 473577 w 2491113"/>
              <a:gd name="connsiteY1827" fmla="*/ 109621 h 560417"/>
              <a:gd name="connsiteX1828" fmla="*/ 472003 w 2491113"/>
              <a:gd name="connsiteY1828" fmla="*/ 109621 h 560417"/>
              <a:gd name="connsiteX1829" fmla="*/ 471175 w 2491113"/>
              <a:gd name="connsiteY1829" fmla="*/ 111306 h 560417"/>
              <a:gd name="connsiteX1830" fmla="*/ 469545 w 2491113"/>
              <a:gd name="connsiteY1830" fmla="*/ 111996 h 560417"/>
              <a:gd name="connsiteX1831" fmla="*/ 468082 w 2491113"/>
              <a:gd name="connsiteY1831" fmla="*/ 113349 h 560417"/>
              <a:gd name="connsiteX1832" fmla="*/ 469104 w 2491113"/>
              <a:gd name="connsiteY1832" fmla="*/ 113763 h 560417"/>
              <a:gd name="connsiteX1833" fmla="*/ 470457 w 2491113"/>
              <a:gd name="connsiteY1833" fmla="*/ 114426 h 560417"/>
              <a:gd name="connsiteX1834" fmla="*/ 469573 w 2491113"/>
              <a:gd name="connsiteY1834" fmla="*/ 116414 h 560417"/>
              <a:gd name="connsiteX1835" fmla="*/ 467447 w 2491113"/>
              <a:gd name="connsiteY1835" fmla="*/ 116276 h 560417"/>
              <a:gd name="connsiteX1836" fmla="*/ 467585 w 2491113"/>
              <a:gd name="connsiteY1836" fmla="*/ 115254 h 560417"/>
              <a:gd name="connsiteX1837" fmla="*/ 466480 w 2491113"/>
              <a:gd name="connsiteY1837" fmla="*/ 113929 h 560417"/>
              <a:gd name="connsiteX1838" fmla="*/ 466729 w 2491113"/>
              <a:gd name="connsiteY1838" fmla="*/ 113100 h 560417"/>
              <a:gd name="connsiteX1839" fmla="*/ 468855 w 2491113"/>
              <a:gd name="connsiteY1839" fmla="*/ 110339 h 560417"/>
              <a:gd name="connsiteX1840" fmla="*/ 469352 w 2491113"/>
              <a:gd name="connsiteY1840" fmla="*/ 109428 h 560417"/>
              <a:gd name="connsiteX1841" fmla="*/ 470208 w 2491113"/>
              <a:gd name="connsiteY1841" fmla="*/ 107965 h 560417"/>
              <a:gd name="connsiteX1842" fmla="*/ 469104 w 2491113"/>
              <a:gd name="connsiteY1842" fmla="*/ 107606 h 560417"/>
              <a:gd name="connsiteX1843" fmla="*/ 467640 w 2491113"/>
              <a:gd name="connsiteY1843" fmla="*/ 108130 h 560417"/>
              <a:gd name="connsiteX1844" fmla="*/ 467060 w 2491113"/>
              <a:gd name="connsiteY1844" fmla="*/ 108986 h 560417"/>
              <a:gd name="connsiteX1845" fmla="*/ 464906 w 2491113"/>
              <a:gd name="connsiteY1845" fmla="*/ 111030 h 560417"/>
              <a:gd name="connsiteX1846" fmla="*/ 463609 w 2491113"/>
              <a:gd name="connsiteY1846" fmla="*/ 112714 h 560417"/>
              <a:gd name="connsiteX1847" fmla="*/ 461289 w 2491113"/>
              <a:gd name="connsiteY1847" fmla="*/ 114730 h 560417"/>
              <a:gd name="connsiteX1848" fmla="*/ 460737 w 2491113"/>
              <a:gd name="connsiteY1848" fmla="*/ 116331 h 560417"/>
              <a:gd name="connsiteX1849" fmla="*/ 461566 w 2491113"/>
              <a:gd name="connsiteY1849" fmla="*/ 116607 h 560417"/>
              <a:gd name="connsiteX1850" fmla="*/ 462504 w 2491113"/>
              <a:gd name="connsiteY1850" fmla="*/ 116469 h 560417"/>
              <a:gd name="connsiteX1851" fmla="*/ 463774 w 2491113"/>
              <a:gd name="connsiteY1851" fmla="*/ 115917 h 560417"/>
              <a:gd name="connsiteX1852" fmla="*/ 463609 w 2491113"/>
              <a:gd name="connsiteY1852" fmla="*/ 117021 h 560417"/>
              <a:gd name="connsiteX1853" fmla="*/ 463084 w 2491113"/>
              <a:gd name="connsiteY1853" fmla="*/ 117988 h 560417"/>
              <a:gd name="connsiteX1854" fmla="*/ 464189 w 2491113"/>
              <a:gd name="connsiteY1854" fmla="*/ 118512 h 560417"/>
              <a:gd name="connsiteX1855" fmla="*/ 464989 w 2491113"/>
              <a:gd name="connsiteY1855" fmla="*/ 119534 h 560417"/>
              <a:gd name="connsiteX1856" fmla="*/ 464382 w 2491113"/>
              <a:gd name="connsiteY1856" fmla="*/ 119921 h 560417"/>
              <a:gd name="connsiteX1857" fmla="*/ 463333 w 2491113"/>
              <a:gd name="connsiteY1857" fmla="*/ 119644 h 560417"/>
              <a:gd name="connsiteX1858" fmla="*/ 462256 w 2491113"/>
              <a:gd name="connsiteY1858" fmla="*/ 119065 h 560417"/>
              <a:gd name="connsiteX1859" fmla="*/ 460544 w 2491113"/>
              <a:gd name="connsiteY1859" fmla="*/ 117794 h 560417"/>
              <a:gd name="connsiteX1860" fmla="*/ 459577 w 2491113"/>
              <a:gd name="connsiteY1860" fmla="*/ 116911 h 560417"/>
              <a:gd name="connsiteX1861" fmla="*/ 458252 w 2491113"/>
              <a:gd name="connsiteY1861" fmla="*/ 116055 h 560417"/>
              <a:gd name="connsiteX1862" fmla="*/ 458252 w 2491113"/>
              <a:gd name="connsiteY1862" fmla="*/ 114978 h 560417"/>
              <a:gd name="connsiteX1863" fmla="*/ 459771 w 2491113"/>
              <a:gd name="connsiteY1863" fmla="*/ 114288 h 560417"/>
              <a:gd name="connsiteX1864" fmla="*/ 460765 w 2491113"/>
              <a:gd name="connsiteY1864" fmla="*/ 113404 h 560417"/>
              <a:gd name="connsiteX1865" fmla="*/ 461842 w 2491113"/>
              <a:gd name="connsiteY1865" fmla="*/ 111913 h 560417"/>
              <a:gd name="connsiteX1866" fmla="*/ 463719 w 2491113"/>
              <a:gd name="connsiteY1866" fmla="*/ 109953 h 560417"/>
              <a:gd name="connsiteX1867" fmla="*/ 464768 w 2491113"/>
              <a:gd name="connsiteY1867" fmla="*/ 109069 h 560417"/>
              <a:gd name="connsiteX1868" fmla="*/ 465624 w 2491113"/>
              <a:gd name="connsiteY1868" fmla="*/ 108379 h 560417"/>
              <a:gd name="connsiteX1869" fmla="*/ 466315 w 2491113"/>
              <a:gd name="connsiteY1869" fmla="*/ 107688 h 560417"/>
              <a:gd name="connsiteX1870" fmla="*/ 467419 w 2491113"/>
              <a:gd name="connsiteY1870" fmla="*/ 106501 h 560417"/>
              <a:gd name="connsiteX1871" fmla="*/ 468220 w 2491113"/>
              <a:gd name="connsiteY1871" fmla="*/ 105452 h 560417"/>
              <a:gd name="connsiteX1872" fmla="*/ 468413 w 2491113"/>
              <a:gd name="connsiteY1872" fmla="*/ 104623 h 560417"/>
              <a:gd name="connsiteX1873" fmla="*/ 467778 w 2491113"/>
              <a:gd name="connsiteY1873" fmla="*/ 104458 h 560417"/>
              <a:gd name="connsiteX1874" fmla="*/ 467033 w 2491113"/>
              <a:gd name="connsiteY1874" fmla="*/ 103685 h 560417"/>
              <a:gd name="connsiteX1875" fmla="*/ 100923 w 2491113"/>
              <a:gd name="connsiteY1875" fmla="*/ 101973 h 560417"/>
              <a:gd name="connsiteX1876" fmla="*/ 100095 w 2491113"/>
              <a:gd name="connsiteY1876" fmla="*/ 102553 h 560417"/>
              <a:gd name="connsiteX1877" fmla="*/ 98797 w 2491113"/>
              <a:gd name="connsiteY1877" fmla="*/ 102912 h 560417"/>
              <a:gd name="connsiteX1878" fmla="*/ 97913 w 2491113"/>
              <a:gd name="connsiteY1878" fmla="*/ 104320 h 560417"/>
              <a:gd name="connsiteX1879" fmla="*/ 96864 w 2491113"/>
              <a:gd name="connsiteY1879" fmla="*/ 105065 h 560417"/>
              <a:gd name="connsiteX1880" fmla="*/ 96146 w 2491113"/>
              <a:gd name="connsiteY1880" fmla="*/ 106308 h 560417"/>
              <a:gd name="connsiteX1881" fmla="*/ 94765 w 2491113"/>
              <a:gd name="connsiteY1881" fmla="*/ 107302 h 560417"/>
              <a:gd name="connsiteX1882" fmla="*/ 94434 w 2491113"/>
              <a:gd name="connsiteY1882" fmla="*/ 108738 h 560417"/>
              <a:gd name="connsiteX1883" fmla="*/ 95980 w 2491113"/>
              <a:gd name="connsiteY1883" fmla="*/ 110284 h 560417"/>
              <a:gd name="connsiteX1884" fmla="*/ 97858 w 2491113"/>
              <a:gd name="connsiteY1884" fmla="*/ 113045 h 560417"/>
              <a:gd name="connsiteX1885" fmla="*/ 99018 w 2491113"/>
              <a:gd name="connsiteY1885" fmla="*/ 114757 h 560417"/>
              <a:gd name="connsiteX1886" fmla="*/ 101282 w 2491113"/>
              <a:gd name="connsiteY1886" fmla="*/ 117132 h 560417"/>
              <a:gd name="connsiteX1887" fmla="*/ 102524 w 2491113"/>
              <a:gd name="connsiteY1887" fmla="*/ 118871 h 560417"/>
              <a:gd name="connsiteX1888" fmla="*/ 103712 w 2491113"/>
              <a:gd name="connsiteY1888" fmla="*/ 120639 h 560417"/>
              <a:gd name="connsiteX1889" fmla="*/ 104236 w 2491113"/>
              <a:gd name="connsiteY1889" fmla="*/ 121909 h 560417"/>
              <a:gd name="connsiteX1890" fmla="*/ 106721 w 2491113"/>
              <a:gd name="connsiteY1890" fmla="*/ 125112 h 560417"/>
              <a:gd name="connsiteX1891" fmla="*/ 108710 w 2491113"/>
              <a:gd name="connsiteY1891" fmla="*/ 126630 h 560417"/>
              <a:gd name="connsiteX1892" fmla="*/ 110035 w 2491113"/>
              <a:gd name="connsiteY1892" fmla="*/ 127569 h 560417"/>
              <a:gd name="connsiteX1893" fmla="*/ 111333 w 2491113"/>
              <a:gd name="connsiteY1893" fmla="*/ 128646 h 560417"/>
              <a:gd name="connsiteX1894" fmla="*/ 113680 w 2491113"/>
              <a:gd name="connsiteY1894" fmla="*/ 130054 h 560417"/>
              <a:gd name="connsiteX1895" fmla="*/ 115419 w 2491113"/>
              <a:gd name="connsiteY1895" fmla="*/ 131490 h 560417"/>
              <a:gd name="connsiteX1896" fmla="*/ 117656 w 2491113"/>
              <a:gd name="connsiteY1896" fmla="*/ 131904 h 560417"/>
              <a:gd name="connsiteX1897" fmla="*/ 119064 w 2491113"/>
              <a:gd name="connsiteY1897" fmla="*/ 131462 h 560417"/>
              <a:gd name="connsiteX1898" fmla="*/ 120942 w 2491113"/>
              <a:gd name="connsiteY1898" fmla="*/ 129668 h 560417"/>
              <a:gd name="connsiteX1899" fmla="*/ 122488 w 2491113"/>
              <a:gd name="connsiteY1899" fmla="*/ 128729 h 560417"/>
              <a:gd name="connsiteX1900" fmla="*/ 123951 w 2491113"/>
              <a:gd name="connsiteY1900" fmla="*/ 127238 h 560417"/>
              <a:gd name="connsiteX1901" fmla="*/ 125525 w 2491113"/>
              <a:gd name="connsiteY1901" fmla="*/ 125830 h 560417"/>
              <a:gd name="connsiteX1902" fmla="*/ 126878 w 2491113"/>
              <a:gd name="connsiteY1902" fmla="*/ 125250 h 560417"/>
              <a:gd name="connsiteX1903" fmla="*/ 127872 w 2491113"/>
              <a:gd name="connsiteY1903" fmla="*/ 123510 h 560417"/>
              <a:gd name="connsiteX1904" fmla="*/ 129004 w 2491113"/>
              <a:gd name="connsiteY1904" fmla="*/ 121853 h 560417"/>
              <a:gd name="connsiteX1905" fmla="*/ 128259 w 2491113"/>
              <a:gd name="connsiteY1905" fmla="*/ 120114 h 560417"/>
              <a:gd name="connsiteX1906" fmla="*/ 126961 w 2491113"/>
              <a:gd name="connsiteY1906" fmla="*/ 117656 h 560417"/>
              <a:gd name="connsiteX1907" fmla="*/ 124531 w 2491113"/>
              <a:gd name="connsiteY1907" fmla="*/ 116800 h 560417"/>
              <a:gd name="connsiteX1908" fmla="*/ 123151 w 2491113"/>
              <a:gd name="connsiteY1908" fmla="*/ 117988 h 560417"/>
              <a:gd name="connsiteX1909" fmla="*/ 122019 w 2491113"/>
              <a:gd name="connsiteY1909" fmla="*/ 118540 h 560417"/>
              <a:gd name="connsiteX1910" fmla="*/ 120997 w 2491113"/>
              <a:gd name="connsiteY1910" fmla="*/ 119230 h 560417"/>
              <a:gd name="connsiteX1911" fmla="*/ 119699 w 2491113"/>
              <a:gd name="connsiteY1911" fmla="*/ 120307 h 560417"/>
              <a:gd name="connsiteX1912" fmla="*/ 117325 w 2491113"/>
              <a:gd name="connsiteY1912" fmla="*/ 121329 h 560417"/>
              <a:gd name="connsiteX1913" fmla="*/ 114701 w 2491113"/>
              <a:gd name="connsiteY1913" fmla="*/ 120031 h 560417"/>
              <a:gd name="connsiteX1914" fmla="*/ 113431 w 2491113"/>
              <a:gd name="connsiteY1914" fmla="*/ 118982 h 560417"/>
              <a:gd name="connsiteX1915" fmla="*/ 111664 w 2491113"/>
              <a:gd name="connsiteY1915" fmla="*/ 115889 h 560417"/>
              <a:gd name="connsiteX1916" fmla="*/ 112686 w 2491113"/>
              <a:gd name="connsiteY1916" fmla="*/ 112631 h 560417"/>
              <a:gd name="connsiteX1917" fmla="*/ 113210 w 2491113"/>
              <a:gd name="connsiteY1917" fmla="*/ 110505 h 560417"/>
              <a:gd name="connsiteX1918" fmla="*/ 113431 w 2491113"/>
              <a:gd name="connsiteY1918" fmla="*/ 108821 h 560417"/>
              <a:gd name="connsiteX1919" fmla="*/ 114232 w 2491113"/>
              <a:gd name="connsiteY1919" fmla="*/ 107357 h 560417"/>
              <a:gd name="connsiteX1920" fmla="*/ 114232 w 2491113"/>
              <a:gd name="connsiteY1920" fmla="*/ 106170 h 560417"/>
              <a:gd name="connsiteX1921" fmla="*/ 112796 w 2491113"/>
              <a:gd name="connsiteY1921" fmla="*/ 105203 h 560417"/>
              <a:gd name="connsiteX1922" fmla="*/ 110173 w 2491113"/>
              <a:gd name="connsiteY1922" fmla="*/ 104513 h 560417"/>
              <a:gd name="connsiteX1923" fmla="*/ 107992 w 2491113"/>
              <a:gd name="connsiteY1923" fmla="*/ 105645 h 560417"/>
              <a:gd name="connsiteX1924" fmla="*/ 107633 w 2491113"/>
              <a:gd name="connsiteY1924" fmla="*/ 107247 h 560417"/>
              <a:gd name="connsiteX1925" fmla="*/ 106280 w 2491113"/>
              <a:gd name="connsiteY1925" fmla="*/ 107937 h 560417"/>
              <a:gd name="connsiteX1926" fmla="*/ 105313 w 2491113"/>
              <a:gd name="connsiteY1926" fmla="*/ 106584 h 560417"/>
              <a:gd name="connsiteX1927" fmla="*/ 104154 w 2491113"/>
              <a:gd name="connsiteY1927" fmla="*/ 103132 h 560417"/>
              <a:gd name="connsiteX1928" fmla="*/ 102055 w 2491113"/>
              <a:gd name="connsiteY1928" fmla="*/ 101973 h 560417"/>
              <a:gd name="connsiteX1929" fmla="*/ 100923 w 2491113"/>
              <a:gd name="connsiteY1929" fmla="*/ 101973 h 560417"/>
              <a:gd name="connsiteX1930" fmla="*/ 342447 w 2491113"/>
              <a:gd name="connsiteY1930" fmla="*/ 90541 h 560417"/>
              <a:gd name="connsiteX1931" fmla="*/ 340321 w 2491113"/>
              <a:gd name="connsiteY1931" fmla="*/ 102912 h 560417"/>
              <a:gd name="connsiteX1932" fmla="*/ 333832 w 2491113"/>
              <a:gd name="connsiteY1932" fmla="*/ 109677 h 560417"/>
              <a:gd name="connsiteX1933" fmla="*/ 331319 w 2491113"/>
              <a:gd name="connsiteY1933" fmla="*/ 113818 h 560417"/>
              <a:gd name="connsiteX1934" fmla="*/ 298682 w 2491113"/>
              <a:gd name="connsiteY1934" fmla="*/ 136378 h 560417"/>
              <a:gd name="connsiteX1935" fmla="*/ 308346 w 2491113"/>
              <a:gd name="connsiteY1935" fmla="*/ 137013 h 560417"/>
              <a:gd name="connsiteX1936" fmla="*/ 308456 w 2491113"/>
              <a:gd name="connsiteY1936" fmla="*/ 136930 h 560417"/>
              <a:gd name="connsiteX1937" fmla="*/ 319032 w 2491113"/>
              <a:gd name="connsiteY1937" fmla="*/ 144551 h 560417"/>
              <a:gd name="connsiteX1938" fmla="*/ 306551 w 2491113"/>
              <a:gd name="connsiteY1938" fmla="*/ 144772 h 560417"/>
              <a:gd name="connsiteX1939" fmla="*/ 297715 w 2491113"/>
              <a:gd name="connsiteY1939" fmla="*/ 136736 h 560417"/>
              <a:gd name="connsiteX1940" fmla="*/ 290785 w 2491113"/>
              <a:gd name="connsiteY1940" fmla="*/ 139281 h 560417"/>
              <a:gd name="connsiteX1941" fmla="*/ 292268 w 2491113"/>
              <a:gd name="connsiteY1941" fmla="*/ 146887 h 560417"/>
              <a:gd name="connsiteX1942" fmla="*/ 294705 w 2491113"/>
              <a:gd name="connsiteY1942" fmla="*/ 159461 h 560417"/>
              <a:gd name="connsiteX1943" fmla="*/ 380027 w 2491113"/>
              <a:gd name="connsiteY1943" fmla="*/ 146594 h 560417"/>
              <a:gd name="connsiteX1944" fmla="*/ 382981 w 2491113"/>
              <a:gd name="connsiteY1944" fmla="*/ 145600 h 560417"/>
              <a:gd name="connsiteX1945" fmla="*/ 382981 w 2491113"/>
              <a:gd name="connsiteY1945" fmla="*/ 148693 h 560417"/>
              <a:gd name="connsiteX1946" fmla="*/ 374532 w 2491113"/>
              <a:gd name="connsiteY1946" fmla="*/ 172632 h 560417"/>
              <a:gd name="connsiteX1947" fmla="*/ 353546 w 2491113"/>
              <a:gd name="connsiteY1947" fmla="*/ 186300 h 560417"/>
              <a:gd name="connsiteX1948" fmla="*/ 344793 w 2491113"/>
              <a:gd name="connsiteY1948" fmla="*/ 202536 h 560417"/>
              <a:gd name="connsiteX1949" fmla="*/ 340762 w 2491113"/>
              <a:gd name="connsiteY1949" fmla="*/ 205298 h 560417"/>
              <a:gd name="connsiteX1950" fmla="*/ 381076 w 2491113"/>
              <a:gd name="connsiteY1950" fmla="*/ 199140 h 560417"/>
              <a:gd name="connsiteX1951" fmla="*/ 384251 w 2491113"/>
              <a:gd name="connsiteY1951" fmla="*/ 198533 h 560417"/>
              <a:gd name="connsiteX1952" fmla="*/ 384086 w 2491113"/>
              <a:gd name="connsiteY1952" fmla="*/ 198533 h 560417"/>
              <a:gd name="connsiteX1953" fmla="*/ 392728 w 2491113"/>
              <a:gd name="connsiteY1953" fmla="*/ 196738 h 560417"/>
              <a:gd name="connsiteX1954" fmla="*/ 379336 w 2491113"/>
              <a:gd name="connsiteY1954" fmla="*/ 216453 h 560417"/>
              <a:gd name="connsiteX1955" fmla="*/ 347803 w 2491113"/>
              <a:gd name="connsiteY1955" fmla="*/ 241552 h 560417"/>
              <a:gd name="connsiteX1956" fmla="*/ 313978 w 2491113"/>
              <a:gd name="connsiteY1956" fmla="*/ 252349 h 560417"/>
              <a:gd name="connsiteX1957" fmla="*/ 308456 w 2491113"/>
              <a:gd name="connsiteY1957" fmla="*/ 252708 h 560417"/>
              <a:gd name="connsiteX1958" fmla="*/ 298156 w 2491113"/>
              <a:gd name="connsiteY1958" fmla="*/ 251962 h 560417"/>
              <a:gd name="connsiteX1959" fmla="*/ 294898 w 2491113"/>
              <a:gd name="connsiteY1959" fmla="*/ 251493 h 560417"/>
              <a:gd name="connsiteX1960" fmla="*/ 301222 w 2491113"/>
              <a:gd name="connsiteY1960" fmla="*/ 277918 h 560417"/>
              <a:gd name="connsiteX1961" fmla="*/ 280153 w 2491113"/>
              <a:gd name="connsiteY1961" fmla="*/ 279271 h 560417"/>
              <a:gd name="connsiteX1962" fmla="*/ 259058 w 2491113"/>
              <a:gd name="connsiteY1962" fmla="*/ 277918 h 560417"/>
              <a:gd name="connsiteX1963" fmla="*/ 265381 w 2491113"/>
              <a:gd name="connsiteY1963" fmla="*/ 251493 h 560417"/>
              <a:gd name="connsiteX1964" fmla="*/ 262123 w 2491113"/>
              <a:gd name="connsiteY1964" fmla="*/ 251962 h 560417"/>
              <a:gd name="connsiteX1965" fmla="*/ 251823 w 2491113"/>
              <a:gd name="connsiteY1965" fmla="*/ 252708 h 560417"/>
              <a:gd name="connsiteX1966" fmla="*/ 246301 w 2491113"/>
              <a:gd name="connsiteY1966" fmla="*/ 252349 h 560417"/>
              <a:gd name="connsiteX1967" fmla="*/ 212448 w 2491113"/>
              <a:gd name="connsiteY1967" fmla="*/ 241552 h 560417"/>
              <a:gd name="connsiteX1968" fmla="*/ 180915 w 2491113"/>
              <a:gd name="connsiteY1968" fmla="*/ 216453 h 560417"/>
              <a:gd name="connsiteX1969" fmla="*/ 167523 w 2491113"/>
              <a:gd name="connsiteY1969" fmla="*/ 196738 h 560417"/>
              <a:gd name="connsiteX1970" fmla="*/ 176166 w 2491113"/>
              <a:gd name="connsiteY1970" fmla="*/ 198533 h 560417"/>
              <a:gd name="connsiteX1971" fmla="*/ 179369 w 2491113"/>
              <a:gd name="connsiteY1971" fmla="*/ 199140 h 560417"/>
              <a:gd name="connsiteX1972" fmla="*/ 219655 w 2491113"/>
              <a:gd name="connsiteY1972" fmla="*/ 205270 h 560417"/>
              <a:gd name="connsiteX1973" fmla="*/ 215624 w 2491113"/>
              <a:gd name="connsiteY1973" fmla="*/ 202647 h 560417"/>
              <a:gd name="connsiteX1974" fmla="*/ 206871 w 2491113"/>
              <a:gd name="connsiteY1974" fmla="*/ 186411 h 560417"/>
              <a:gd name="connsiteX1975" fmla="*/ 185885 w 2491113"/>
              <a:gd name="connsiteY1975" fmla="*/ 172743 h 560417"/>
              <a:gd name="connsiteX1976" fmla="*/ 177436 w 2491113"/>
              <a:gd name="connsiteY1976" fmla="*/ 148803 h 560417"/>
              <a:gd name="connsiteX1977" fmla="*/ 177436 w 2491113"/>
              <a:gd name="connsiteY1977" fmla="*/ 145710 h 560417"/>
              <a:gd name="connsiteX1978" fmla="*/ 180363 w 2491113"/>
              <a:gd name="connsiteY1978" fmla="*/ 146705 h 560417"/>
              <a:gd name="connsiteX1979" fmla="*/ 265823 w 2491113"/>
              <a:gd name="connsiteY1979" fmla="*/ 159461 h 560417"/>
              <a:gd name="connsiteX1980" fmla="*/ 270158 w 2491113"/>
              <a:gd name="connsiteY1980" fmla="*/ 137151 h 560417"/>
              <a:gd name="connsiteX1981" fmla="*/ 270158 w 2491113"/>
              <a:gd name="connsiteY1981" fmla="*/ 136792 h 560417"/>
              <a:gd name="connsiteX1982" fmla="*/ 280071 w 2491113"/>
              <a:gd name="connsiteY1982" fmla="*/ 125360 h 560417"/>
              <a:gd name="connsiteX1983" fmla="*/ 280430 w 2491113"/>
              <a:gd name="connsiteY1983" fmla="*/ 125360 h 560417"/>
              <a:gd name="connsiteX1984" fmla="*/ 288081 w 2491113"/>
              <a:gd name="connsiteY1984" fmla="*/ 130041 h 560417"/>
              <a:gd name="connsiteX1985" fmla="*/ 290062 w 2491113"/>
              <a:gd name="connsiteY1985" fmla="*/ 135884 h 560417"/>
              <a:gd name="connsiteX1986" fmla="*/ 296721 w 2491113"/>
              <a:gd name="connsiteY1986" fmla="*/ 133451 h 560417"/>
              <a:gd name="connsiteX1987" fmla="*/ 293960 w 2491113"/>
              <a:gd name="connsiteY1987" fmla="*/ 121633 h 560417"/>
              <a:gd name="connsiteX1988" fmla="*/ 300504 w 2491113"/>
              <a:gd name="connsiteY1988" fmla="*/ 110284 h 560417"/>
              <a:gd name="connsiteX1989" fmla="*/ 302630 w 2491113"/>
              <a:gd name="connsiteY1989" fmla="*/ 123013 h 560417"/>
              <a:gd name="connsiteX1990" fmla="*/ 296887 w 2491113"/>
              <a:gd name="connsiteY1990" fmla="*/ 133340 h 560417"/>
              <a:gd name="connsiteX1991" fmla="*/ 310272 w 2491113"/>
              <a:gd name="connsiteY1991" fmla="*/ 125452 h 560417"/>
              <a:gd name="connsiteX1992" fmla="*/ 307739 w 2491113"/>
              <a:gd name="connsiteY1992" fmla="*/ 114481 h 560417"/>
              <a:gd name="connsiteX1993" fmla="*/ 313730 w 2491113"/>
              <a:gd name="connsiteY1993" fmla="*/ 102856 h 560417"/>
              <a:gd name="connsiteX1994" fmla="*/ 315939 w 2491113"/>
              <a:gd name="connsiteY1994" fmla="*/ 115724 h 560417"/>
              <a:gd name="connsiteX1995" fmla="*/ 316022 w 2491113"/>
              <a:gd name="connsiteY1995" fmla="*/ 115724 h 560417"/>
              <a:gd name="connsiteX1996" fmla="*/ 313313 w 2491113"/>
              <a:gd name="connsiteY1996" fmla="*/ 123110 h 560417"/>
              <a:gd name="connsiteX1997" fmla="*/ 312385 w 2491113"/>
              <a:gd name="connsiteY1997" fmla="*/ 124207 h 560417"/>
              <a:gd name="connsiteX1998" fmla="*/ 322704 w 2491113"/>
              <a:gd name="connsiteY1998" fmla="*/ 118126 h 560417"/>
              <a:gd name="connsiteX1999" fmla="*/ 320109 w 2491113"/>
              <a:gd name="connsiteY1999" fmla="*/ 106639 h 560417"/>
              <a:gd name="connsiteX2000" fmla="*/ 325631 w 2491113"/>
              <a:gd name="connsiteY2000" fmla="*/ 95594 h 560417"/>
              <a:gd name="connsiteX2001" fmla="*/ 327647 w 2491113"/>
              <a:gd name="connsiteY2001" fmla="*/ 107937 h 560417"/>
              <a:gd name="connsiteX2002" fmla="*/ 322787 w 2491113"/>
              <a:gd name="connsiteY2002" fmla="*/ 118098 h 560417"/>
              <a:gd name="connsiteX2003" fmla="*/ 330795 w 2491113"/>
              <a:gd name="connsiteY2003" fmla="*/ 110753 h 560417"/>
              <a:gd name="connsiteX2004" fmla="*/ 332589 w 2491113"/>
              <a:gd name="connsiteY2004" fmla="*/ 108600 h 560417"/>
              <a:gd name="connsiteX2005" fmla="*/ 334163 w 2491113"/>
              <a:gd name="connsiteY2005" fmla="*/ 98687 h 560417"/>
              <a:gd name="connsiteX2006" fmla="*/ 342447 w 2491113"/>
              <a:gd name="connsiteY2006" fmla="*/ 90541 h 560417"/>
              <a:gd name="connsiteX2007" fmla="*/ 164762 w 2491113"/>
              <a:gd name="connsiteY2007" fmla="*/ 89105 h 560417"/>
              <a:gd name="connsiteX2008" fmla="*/ 163106 w 2491113"/>
              <a:gd name="connsiteY2008" fmla="*/ 90127 h 560417"/>
              <a:gd name="connsiteX2009" fmla="*/ 161863 w 2491113"/>
              <a:gd name="connsiteY2009" fmla="*/ 91370 h 560417"/>
              <a:gd name="connsiteX2010" fmla="*/ 159488 w 2491113"/>
              <a:gd name="connsiteY2010" fmla="*/ 90486 h 560417"/>
              <a:gd name="connsiteX2011" fmla="*/ 158743 w 2491113"/>
              <a:gd name="connsiteY2011" fmla="*/ 91729 h 560417"/>
              <a:gd name="connsiteX2012" fmla="*/ 158743 w 2491113"/>
              <a:gd name="connsiteY2012" fmla="*/ 95153 h 560417"/>
              <a:gd name="connsiteX2013" fmla="*/ 158743 w 2491113"/>
              <a:gd name="connsiteY2013" fmla="*/ 96616 h 560417"/>
              <a:gd name="connsiteX2014" fmla="*/ 159599 w 2491113"/>
              <a:gd name="connsiteY2014" fmla="*/ 97417 h 560417"/>
              <a:gd name="connsiteX2015" fmla="*/ 160123 w 2491113"/>
              <a:gd name="connsiteY2015" fmla="*/ 98714 h 560417"/>
              <a:gd name="connsiteX2016" fmla="*/ 162885 w 2491113"/>
              <a:gd name="connsiteY2016" fmla="*/ 99156 h 560417"/>
              <a:gd name="connsiteX2017" fmla="*/ 164100 w 2491113"/>
              <a:gd name="connsiteY2017" fmla="*/ 97500 h 560417"/>
              <a:gd name="connsiteX2018" fmla="*/ 165259 w 2491113"/>
              <a:gd name="connsiteY2018" fmla="*/ 96671 h 560417"/>
              <a:gd name="connsiteX2019" fmla="*/ 165894 w 2491113"/>
              <a:gd name="connsiteY2019" fmla="*/ 95291 h 560417"/>
              <a:gd name="connsiteX2020" fmla="*/ 165894 w 2491113"/>
              <a:gd name="connsiteY2020" fmla="*/ 95180 h 560417"/>
              <a:gd name="connsiteX2021" fmla="*/ 165756 w 2491113"/>
              <a:gd name="connsiteY2021" fmla="*/ 93551 h 560417"/>
              <a:gd name="connsiteX2022" fmla="*/ 166170 w 2491113"/>
              <a:gd name="connsiteY2022" fmla="*/ 92557 h 560417"/>
              <a:gd name="connsiteX2023" fmla="*/ 166419 w 2491113"/>
              <a:gd name="connsiteY2023" fmla="*/ 91314 h 560417"/>
              <a:gd name="connsiteX2024" fmla="*/ 165950 w 2491113"/>
              <a:gd name="connsiteY2024" fmla="*/ 90155 h 560417"/>
              <a:gd name="connsiteX2025" fmla="*/ 165508 w 2491113"/>
              <a:gd name="connsiteY2025" fmla="*/ 89105 h 560417"/>
              <a:gd name="connsiteX2026" fmla="*/ 164762 w 2491113"/>
              <a:gd name="connsiteY2026" fmla="*/ 89105 h 560417"/>
              <a:gd name="connsiteX2027" fmla="*/ 1135700 w 2491113"/>
              <a:gd name="connsiteY2027" fmla="*/ 86645 h 560417"/>
              <a:gd name="connsiteX2028" fmla="*/ 1143017 w 2491113"/>
              <a:gd name="connsiteY2028" fmla="*/ 87415 h 560417"/>
              <a:gd name="connsiteX2029" fmla="*/ 1152066 w 2491113"/>
              <a:gd name="connsiteY2029" fmla="*/ 87415 h 560417"/>
              <a:gd name="connsiteX2030" fmla="*/ 1156783 w 2491113"/>
              <a:gd name="connsiteY2030" fmla="*/ 91169 h 560417"/>
              <a:gd name="connsiteX2031" fmla="*/ 1165255 w 2491113"/>
              <a:gd name="connsiteY2031" fmla="*/ 93768 h 560417"/>
              <a:gd name="connsiteX2032" fmla="*/ 1168046 w 2491113"/>
              <a:gd name="connsiteY2032" fmla="*/ 103394 h 560417"/>
              <a:gd name="connsiteX2033" fmla="*/ 1174592 w 2491113"/>
              <a:gd name="connsiteY2033" fmla="*/ 117834 h 560417"/>
              <a:gd name="connsiteX2034" fmla="*/ 1166506 w 2491113"/>
              <a:gd name="connsiteY2034" fmla="*/ 132660 h 560417"/>
              <a:gd name="connsiteX2035" fmla="*/ 1168046 w 2491113"/>
              <a:gd name="connsiteY2035" fmla="*/ 137568 h 560417"/>
              <a:gd name="connsiteX2036" fmla="*/ 1196926 w 2491113"/>
              <a:gd name="connsiteY2036" fmla="*/ 130830 h 560417"/>
              <a:gd name="connsiteX2037" fmla="*/ 1213387 w 2491113"/>
              <a:gd name="connsiteY2037" fmla="*/ 127076 h 560417"/>
              <a:gd name="connsiteX2038" fmla="*/ 1220414 w 2491113"/>
              <a:gd name="connsiteY2038" fmla="*/ 130060 h 560417"/>
              <a:gd name="connsiteX2039" fmla="*/ 1227730 w 2491113"/>
              <a:gd name="connsiteY2039" fmla="*/ 132467 h 560417"/>
              <a:gd name="connsiteX2040" fmla="*/ 1236490 w 2491113"/>
              <a:gd name="connsiteY2040" fmla="*/ 140168 h 560417"/>
              <a:gd name="connsiteX2041" fmla="*/ 1236298 w 2491113"/>
              <a:gd name="connsiteY2041" fmla="*/ 140168 h 560417"/>
              <a:gd name="connsiteX2042" fmla="*/ 1240244 w 2491113"/>
              <a:gd name="connsiteY2042" fmla="*/ 144499 h 560417"/>
              <a:gd name="connsiteX2043" fmla="*/ 1239763 w 2491113"/>
              <a:gd name="connsiteY2043" fmla="*/ 153356 h 560417"/>
              <a:gd name="connsiteX2044" fmla="*/ 1223976 w 2491113"/>
              <a:gd name="connsiteY2044" fmla="*/ 166737 h 560417"/>
              <a:gd name="connsiteX2045" fmla="*/ 1215505 w 2491113"/>
              <a:gd name="connsiteY2045" fmla="*/ 164234 h 560417"/>
              <a:gd name="connsiteX2046" fmla="*/ 1201161 w 2491113"/>
              <a:gd name="connsiteY2046" fmla="*/ 165197 h 560417"/>
              <a:gd name="connsiteX2047" fmla="*/ 1189706 w 2491113"/>
              <a:gd name="connsiteY2047" fmla="*/ 166545 h 560417"/>
              <a:gd name="connsiteX2048" fmla="*/ 1179213 w 2491113"/>
              <a:gd name="connsiteY2048" fmla="*/ 169721 h 560417"/>
              <a:gd name="connsiteX2049" fmla="*/ 1168719 w 2491113"/>
              <a:gd name="connsiteY2049" fmla="*/ 173476 h 560417"/>
              <a:gd name="connsiteX2050" fmla="*/ 1159093 w 2491113"/>
              <a:gd name="connsiteY2050" fmla="*/ 173476 h 560417"/>
              <a:gd name="connsiteX2051" fmla="*/ 1144461 w 2491113"/>
              <a:gd name="connsiteY2051" fmla="*/ 179636 h 560417"/>
              <a:gd name="connsiteX2052" fmla="*/ 1110287 w 2491113"/>
              <a:gd name="connsiteY2052" fmla="*/ 188107 h 560417"/>
              <a:gd name="connsiteX2053" fmla="*/ 1100661 w 2491113"/>
              <a:gd name="connsiteY2053" fmla="*/ 190610 h 560417"/>
              <a:gd name="connsiteX2054" fmla="*/ 1091034 w 2491113"/>
              <a:gd name="connsiteY2054" fmla="*/ 193017 h 560417"/>
              <a:gd name="connsiteX2055" fmla="*/ 1082370 w 2491113"/>
              <a:gd name="connsiteY2055" fmla="*/ 195231 h 560417"/>
              <a:gd name="connsiteX2056" fmla="*/ 1075054 w 2491113"/>
              <a:gd name="connsiteY2056" fmla="*/ 196193 h 560417"/>
              <a:gd name="connsiteX2057" fmla="*/ 1067161 w 2491113"/>
              <a:gd name="connsiteY2057" fmla="*/ 198312 h 560417"/>
              <a:gd name="connsiteX2058" fmla="*/ 1060230 w 2491113"/>
              <a:gd name="connsiteY2058" fmla="*/ 198312 h 560417"/>
              <a:gd name="connsiteX2059" fmla="*/ 1054742 w 2491113"/>
              <a:gd name="connsiteY2059" fmla="*/ 198312 h 560417"/>
              <a:gd name="connsiteX2060" fmla="*/ 1045886 w 2491113"/>
              <a:gd name="connsiteY2060" fmla="*/ 200718 h 560417"/>
              <a:gd name="connsiteX2061" fmla="*/ 1038377 w 2491113"/>
              <a:gd name="connsiteY2061" fmla="*/ 203317 h 560417"/>
              <a:gd name="connsiteX2062" fmla="*/ 1031831 w 2491113"/>
              <a:gd name="connsiteY2062" fmla="*/ 207072 h 560417"/>
              <a:gd name="connsiteX2063" fmla="*/ 1026537 w 2491113"/>
              <a:gd name="connsiteY2063" fmla="*/ 203317 h 560417"/>
              <a:gd name="connsiteX2064" fmla="*/ 1016910 w 2491113"/>
              <a:gd name="connsiteY2064" fmla="*/ 202740 h 560417"/>
              <a:gd name="connsiteX2065" fmla="*/ 1014408 w 2491113"/>
              <a:gd name="connsiteY2065" fmla="*/ 192440 h 560417"/>
              <a:gd name="connsiteX2066" fmla="*/ 1013927 w 2491113"/>
              <a:gd name="connsiteY2066" fmla="*/ 183968 h 560417"/>
              <a:gd name="connsiteX2067" fmla="*/ 1015755 w 2491113"/>
              <a:gd name="connsiteY2067" fmla="*/ 177229 h 560417"/>
              <a:gd name="connsiteX2068" fmla="*/ 1035008 w 2491113"/>
              <a:gd name="connsiteY2068" fmla="*/ 167603 h 560417"/>
              <a:gd name="connsiteX2069" fmla="*/ 1040111 w 2491113"/>
              <a:gd name="connsiteY2069" fmla="*/ 170491 h 560417"/>
              <a:gd name="connsiteX2070" fmla="*/ 1051180 w 2491113"/>
              <a:gd name="connsiteY2070" fmla="*/ 166737 h 560417"/>
              <a:gd name="connsiteX2071" fmla="*/ 1077653 w 2491113"/>
              <a:gd name="connsiteY2071" fmla="*/ 161442 h 560417"/>
              <a:gd name="connsiteX2072" fmla="*/ 1088916 w 2491113"/>
              <a:gd name="connsiteY2072" fmla="*/ 159902 h 560417"/>
              <a:gd name="connsiteX2073" fmla="*/ 1109613 w 2491113"/>
              <a:gd name="connsiteY2073" fmla="*/ 153549 h 560417"/>
              <a:gd name="connsiteX2074" fmla="*/ 1118085 w 2491113"/>
              <a:gd name="connsiteY2074" fmla="*/ 148639 h 560417"/>
              <a:gd name="connsiteX2075" fmla="*/ 1117122 w 2491113"/>
              <a:gd name="connsiteY2075" fmla="*/ 142863 h 560417"/>
              <a:gd name="connsiteX2076" fmla="*/ 1111154 w 2491113"/>
              <a:gd name="connsiteY2076" fmla="*/ 140938 h 560417"/>
              <a:gd name="connsiteX2077" fmla="*/ 1105474 w 2491113"/>
              <a:gd name="connsiteY2077" fmla="*/ 136606 h 560417"/>
              <a:gd name="connsiteX2078" fmla="*/ 1106822 w 2491113"/>
              <a:gd name="connsiteY2078" fmla="*/ 130637 h 560417"/>
              <a:gd name="connsiteX2079" fmla="*/ 1109036 w 2491113"/>
              <a:gd name="connsiteY2079" fmla="*/ 124957 h 560417"/>
              <a:gd name="connsiteX2080" fmla="*/ 1111346 w 2491113"/>
              <a:gd name="connsiteY2080" fmla="*/ 117834 h 560417"/>
              <a:gd name="connsiteX2081" fmla="*/ 1104126 w 2491113"/>
              <a:gd name="connsiteY2081" fmla="*/ 100026 h 560417"/>
              <a:gd name="connsiteX2082" fmla="*/ 1106244 w 2491113"/>
              <a:gd name="connsiteY2082" fmla="*/ 93961 h 560417"/>
              <a:gd name="connsiteX2083" fmla="*/ 1117122 w 2491113"/>
              <a:gd name="connsiteY2083" fmla="*/ 92131 h 560417"/>
              <a:gd name="connsiteX2084" fmla="*/ 1123475 w 2491113"/>
              <a:gd name="connsiteY2084" fmla="*/ 89629 h 560417"/>
              <a:gd name="connsiteX2085" fmla="*/ 1129540 w 2491113"/>
              <a:gd name="connsiteY2085" fmla="*/ 88955 h 560417"/>
              <a:gd name="connsiteX2086" fmla="*/ 1135700 w 2491113"/>
              <a:gd name="connsiteY2086" fmla="*/ 86645 h 560417"/>
              <a:gd name="connsiteX2087" fmla="*/ 2406203 w 2491113"/>
              <a:gd name="connsiteY2087" fmla="*/ 84911 h 560417"/>
              <a:gd name="connsiteX2088" fmla="*/ 2416408 w 2491113"/>
              <a:gd name="connsiteY2088" fmla="*/ 92805 h 560417"/>
              <a:gd name="connsiteX2089" fmla="*/ 2412075 w 2491113"/>
              <a:gd name="connsiteY2089" fmla="*/ 105319 h 560417"/>
              <a:gd name="connsiteX2090" fmla="*/ 2403701 w 2491113"/>
              <a:gd name="connsiteY2090" fmla="*/ 116293 h 560417"/>
              <a:gd name="connsiteX2091" fmla="*/ 2403701 w 2491113"/>
              <a:gd name="connsiteY2091" fmla="*/ 125920 h 560417"/>
              <a:gd name="connsiteX2092" fmla="*/ 2408899 w 2491113"/>
              <a:gd name="connsiteY2092" fmla="*/ 133717 h 560417"/>
              <a:gd name="connsiteX2093" fmla="*/ 2397539 w 2491113"/>
              <a:gd name="connsiteY2093" fmla="*/ 156724 h 560417"/>
              <a:gd name="connsiteX2094" fmla="*/ 2388972 w 2491113"/>
              <a:gd name="connsiteY2094" fmla="*/ 169142 h 560417"/>
              <a:gd name="connsiteX2095" fmla="*/ 2399368 w 2491113"/>
              <a:gd name="connsiteY2095" fmla="*/ 174629 h 560417"/>
              <a:gd name="connsiteX2096" fmla="*/ 2404471 w 2491113"/>
              <a:gd name="connsiteY2096" fmla="*/ 182811 h 560417"/>
              <a:gd name="connsiteX2097" fmla="*/ 2414097 w 2491113"/>
              <a:gd name="connsiteY2097" fmla="*/ 173185 h 560417"/>
              <a:gd name="connsiteX2098" fmla="*/ 2405722 w 2491113"/>
              <a:gd name="connsiteY2098" fmla="*/ 170394 h 560417"/>
              <a:gd name="connsiteX2099" fmla="*/ 2403797 w 2491113"/>
              <a:gd name="connsiteY2099" fmla="*/ 160767 h 560417"/>
              <a:gd name="connsiteX2100" fmla="*/ 2409284 w 2491113"/>
              <a:gd name="connsiteY2100" fmla="*/ 156435 h 560417"/>
              <a:gd name="connsiteX2101" fmla="*/ 2413711 w 2491113"/>
              <a:gd name="connsiteY2101" fmla="*/ 151237 h 560417"/>
              <a:gd name="connsiteX2102" fmla="*/ 2412942 w 2491113"/>
              <a:gd name="connsiteY2102" fmla="*/ 142092 h 560417"/>
              <a:gd name="connsiteX2103" fmla="*/ 2420739 w 2491113"/>
              <a:gd name="connsiteY2103" fmla="*/ 138145 h 560417"/>
              <a:gd name="connsiteX2104" fmla="*/ 2425167 w 2491113"/>
              <a:gd name="connsiteY2104" fmla="*/ 131503 h 560417"/>
              <a:gd name="connsiteX2105" fmla="*/ 2427189 w 2491113"/>
              <a:gd name="connsiteY2105" fmla="*/ 124187 h 560417"/>
              <a:gd name="connsiteX2106" fmla="*/ 2421606 w 2491113"/>
              <a:gd name="connsiteY2106" fmla="*/ 110709 h 560417"/>
              <a:gd name="connsiteX2107" fmla="*/ 2449619 w 2491113"/>
              <a:gd name="connsiteY2107" fmla="*/ 95885 h 560417"/>
              <a:gd name="connsiteX2108" fmla="*/ 2452122 w 2491113"/>
              <a:gd name="connsiteY2108" fmla="*/ 92324 h 560417"/>
              <a:gd name="connsiteX2109" fmla="*/ 2460497 w 2491113"/>
              <a:gd name="connsiteY2109" fmla="*/ 91361 h 560417"/>
              <a:gd name="connsiteX2110" fmla="*/ 2469546 w 2491113"/>
              <a:gd name="connsiteY2110" fmla="*/ 97040 h 560417"/>
              <a:gd name="connsiteX2111" fmla="*/ 2471856 w 2491113"/>
              <a:gd name="connsiteY2111" fmla="*/ 103682 h 560417"/>
              <a:gd name="connsiteX2112" fmla="*/ 2470797 w 2491113"/>
              <a:gd name="connsiteY2112" fmla="*/ 115330 h 560417"/>
              <a:gd name="connsiteX2113" fmla="*/ 2458475 w 2491113"/>
              <a:gd name="connsiteY2113" fmla="*/ 124957 h 560417"/>
              <a:gd name="connsiteX2114" fmla="*/ 2448849 w 2491113"/>
              <a:gd name="connsiteY2114" fmla="*/ 148253 h 560417"/>
              <a:gd name="connsiteX2115" fmla="*/ 2445960 w 2491113"/>
              <a:gd name="connsiteY2115" fmla="*/ 156339 h 560417"/>
              <a:gd name="connsiteX2116" fmla="*/ 2443554 w 2491113"/>
              <a:gd name="connsiteY2116" fmla="*/ 165966 h 560417"/>
              <a:gd name="connsiteX2117" fmla="*/ 2441629 w 2491113"/>
              <a:gd name="connsiteY2117" fmla="*/ 178095 h 560417"/>
              <a:gd name="connsiteX2118" fmla="*/ 2447212 w 2491113"/>
              <a:gd name="connsiteY2118" fmla="*/ 179828 h 560417"/>
              <a:gd name="connsiteX2119" fmla="*/ 2458090 w 2491113"/>
              <a:gd name="connsiteY2119" fmla="*/ 173859 h 560417"/>
              <a:gd name="connsiteX2120" fmla="*/ 2465598 w 2491113"/>
              <a:gd name="connsiteY2120" fmla="*/ 173859 h 560417"/>
              <a:gd name="connsiteX2121" fmla="*/ 2471663 w 2491113"/>
              <a:gd name="connsiteY2121" fmla="*/ 178288 h 560417"/>
              <a:gd name="connsiteX2122" fmla="*/ 2478498 w 2491113"/>
              <a:gd name="connsiteY2122" fmla="*/ 180309 h 560417"/>
              <a:gd name="connsiteX2123" fmla="*/ 2486296 w 2491113"/>
              <a:gd name="connsiteY2123" fmla="*/ 183100 h 560417"/>
              <a:gd name="connsiteX2124" fmla="*/ 2486874 w 2491113"/>
              <a:gd name="connsiteY2124" fmla="*/ 183004 h 560417"/>
              <a:gd name="connsiteX2125" fmla="*/ 2491013 w 2491113"/>
              <a:gd name="connsiteY2125" fmla="*/ 200813 h 560417"/>
              <a:gd name="connsiteX2126" fmla="*/ 2486585 w 2491113"/>
              <a:gd name="connsiteY2126" fmla="*/ 216890 h 560417"/>
              <a:gd name="connsiteX2127" fmla="*/ 2462326 w 2491113"/>
              <a:gd name="connsiteY2127" fmla="*/ 223340 h 560417"/>
              <a:gd name="connsiteX2128" fmla="*/ 2454817 w 2491113"/>
              <a:gd name="connsiteY2128" fmla="*/ 226516 h 560417"/>
              <a:gd name="connsiteX2129" fmla="*/ 2445190 w 2491113"/>
              <a:gd name="connsiteY2129" fmla="*/ 225650 h 560417"/>
              <a:gd name="connsiteX2130" fmla="*/ 2433157 w 2491113"/>
              <a:gd name="connsiteY2130" fmla="*/ 225650 h 560417"/>
              <a:gd name="connsiteX2131" fmla="*/ 2412460 w 2491113"/>
              <a:gd name="connsiteY2131" fmla="*/ 240378 h 560417"/>
              <a:gd name="connsiteX2132" fmla="*/ 2404856 w 2491113"/>
              <a:gd name="connsiteY2132" fmla="*/ 248464 h 560417"/>
              <a:gd name="connsiteX2133" fmla="*/ 2392726 w 2491113"/>
              <a:gd name="connsiteY2133" fmla="*/ 259631 h 560417"/>
              <a:gd name="connsiteX2134" fmla="*/ 2390801 w 2491113"/>
              <a:gd name="connsiteY2134" fmla="*/ 271087 h 560417"/>
              <a:gd name="connsiteX2135" fmla="*/ 2396577 w 2491113"/>
              <a:gd name="connsiteY2135" fmla="*/ 272242 h 560417"/>
              <a:gd name="connsiteX2136" fmla="*/ 2406973 w 2491113"/>
              <a:gd name="connsiteY2136" fmla="*/ 268102 h 560417"/>
              <a:gd name="connsiteX2137" fmla="*/ 2413808 w 2491113"/>
              <a:gd name="connsiteY2137" fmla="*/ 264444 h 560417"/>
              <a:gd name="connsiteX2138" fmla="*/ 2425745 w 2491113"/>
              <a:gd name="connsiteY2138" fmla="*/ 270509 h 560417"/>
              <a:gd name="connsiteX2139" fmla="*/ 2437393 w 2491113"/>
              <a:gd name="connsiteY2139" fmla="*/ 275322 h 560417"/>
              <a:gd name="connsiteX2140" fmla="*/ 2441918 w 2491113"/>
              <a:gd name="connsiteY2140" fmla="*/ 279943 h 560417"/>
              <a:gd name="connsiteX2141" fmla="*/ 2438933 w 2491113"/>
              <a:gd name="connsiteY2141" fmla="*/ 292072 h 560417"/>
              <a:gd name="connsiteX2142" fmla="*/ 2432002 w 2491113"/>
              <a:gd name="connsiteY2142" fmla="*/ 298041 h 560417"/>
              <a:gd name="connsiteX2143" fmla="*/ 2419776 w 2491113"/>
              <a:gd name="connsiteY2143" fmla="*/ 300351 h 560417"/>
              <a:gd name="connsiteX2144" fmla="*/ 2411498 w 2491113"/>
              <a:gd name="connsiteY2144" fmla="*/ 303143 h 560417"/>
              <a:gd name="connsiteX2145" fmla="*/ 2392245 w 2491113"/>
              <a:gd name="connsiteY2145" fmla="*/ 311806 h 560417"/>
              <a:gd name="connsiteX2146" fmla="*/ 2393111 w 2491113"/>
              <a:gd name="connsiteY2146" fmla="*/ 325091 h 560417"/>
              <a:gd name="connsiteX2147" fmla="*/ 2391667 w 2491113"/>
              <a:gd name="connsiteY2147" fmla="*/ 336450 h 560417"/>
              <a:gd name="connsiteX2148" fmla="*/ 2388972 w 2491113"/>
              <a:gd name="connsiteY2148" fmla="*/ 349446 h 560417"/>
              <a:gd name="connsiteX2149" fmla="*/ 2383966 w 2491113"/>
              <a:gd name="connsiteY2149" fmla="*/ 358110 h 560417"/>
              <a:gd name="connsiteX2150" fmla="*/ 2374339 w 2491113"/>
              <a:gd name="connsiteY2150" fmla="*/ 376785 h 560417"/>
              <a:gd name="connsiteX2151" fmla="*/ 2360285 w 2491113"/>
              <a:gd name="connsiteY2151" fmla="*/ 381790 h 560417"/>
              <a:gd name="connsiteX2152" fmla="*/ 2349022 w 2491113"/>
              <a:gd name="connsiteY2152" fmla="*/ 384871 h 560417"/>
              <a:gd name="connsiteX2153" fmla="*/ 2332080 w 2491113"/>
              <a:gd name="connsiteY2153" fmla="*/ 384871 h 560417"/>
              <a:gd name="connsiteX2154" fmla="*/ 2331021 w 2491113"/>
              <a:gd name="connsiteY2154" fmla="*/ 374667 h 560417"/>
              <a:gd name="connsiteX2155" fmla="*/ 2314655 w 2491113"/>
              <a:gd name="connsiteY2155" fmla="*/ 359168 h 560417"/>
              <a:gd name="connsiteX2156" fmla="*/ 2323415 w 2491113"/>
              <a:gd name="connsiteY2156" fmla="*/ 354836 h 560417"/>
              <a:gd name="connsiteX2157" fmla="*/ 2344594 w 2491113"/>
              <a:gd name="connsiteY2157" fmla="*/ 350986 h 560417"/>
              <a:gd name="connsiteX2158" fmla="*/ 2361247 w 2491113"/>
              <a:gd name="connsiteY2158" fmla="*/ 322106 h 560417"/>
              <a:gd name="connsiteX2159" fmla="*/ 2356627 w 2491113"/>
              <a:gd name="connsiteY2159" fmla="*/ 315560 h 560417"/>
              <a:gd name="connsiteX2160" fmla="*/ 2341032 w 2491113"/>
              <a:gd name="connsiteY2160" fmla="*/ 318353 h 560417"/>
              <a:gd name="connsiteX2161" fmla="*/ 2324956 w 2491113"/>
              <a:gd name="connsiteY2161" fmla="*/ 321144 h 560417"/>
              <a:gd name="connsiteX2162" fmla="*/ 2311768 w 2491113"/>
              <a:gd name="connsiteY2162" fmla="*/ 325861 h 560417"/>
              <a:gd name="connsiteX2163" fmla="*/ 2299927 w 2491113"/>
              <a:gd name="connsiteY2163" fmla="*/ 322974 h 560417"/>
              <a:gd name="connsiteX2164" fmla="*/ 2294536 w 2491113"/>
              <a:gd name="connsiteY2164" fmla="*/ 320566 h 560417"/>
              <a:gd name="connsiteX2165" fmla="*/ 2293285 w 2491113"/>
              <a:gd name="connsiteY2165" fmla="*/ 311903 h 560417"/>
              <a:gd name="connsiteX2166" fmla="*/ 2295691 w 2491113"/>
              <a:gd name="connsiteY2166" fmla="*/ 299966 h 560417"/>
              <a:gd name="connsiteX2167" fmla="*/ 2310130 w 2491113"/>
              <a:gd name="connsiteY2167" fmla="*/ 291013 h 560417"/>
              <a:gd name="connsiteX2168" fmla="*/ 2320624 w 2491113"/>
              <a:gd name="connsiteY2168" fmla="*/ 293708 h 560417"/>
              <a:gd name="connsiteX2169" fmla="*/ 2330828 w 2491113"/>
              <a:gd name="connsiteY2169" fmla="*/ 287355 h 560417"/>
              <a:gd name="connsiteX2170" fmla="*/ 2343439 w 2491113"/>
              <a:gd name="connsiteY2170" fmla="*/ 283986 h 560417"/>
              <a:gd name="connsiteX2171" fmla="*/ 2351044 w 2491113"/>
              <a:gd name="connsiteY2171" fmla="*/ 280135 h 560417"/>
              <a:gd name="connsiteX2172" fmla="*/ 2353739 w 2491113"/>
              <a:gd name="connsiteY2172" fmla="*/ 275707 h 560417"/>
              <a:gd name="connsiteX2173" fmla="*/ 2355086 w 2491113"/>
              <a:gd name="connsiteY2173" fmla="*/ 266081 h 560417"/>
              <a:gd name="connsiteX2174" fmla="*/ 2358649 w 2491113"/>
              <a:gd name="connsiteY2174" fmla="*/ 256455 h 560417"/>
              <a:gd name="connsiteX2175" fmla="*/ 2351333 w 2491113"/>
              <a:gd name="connsiteY2175" fmla="*/ 255780 h 560417"/>
              <a:gd name="connsiteX2176" fmla="*/ 2343246 w 2491113"/>
              <a:gd name="connsiteY2176" fmla="*/ 261075 h 560417"/>
              <a:gd name="connsiteX2177" fmla="*/ 2334100 w 2491113"/>
              <a:gd name="connsiteY2177" fmla="*/ 265792 h 560417"/>
              <a:gd name="connsiteX2178" fmla="*/ 2326400 w 2491113"/>
              <a:gd name="connsiteY2178" fmla="*/ 265792 h 560417"/>
              <a:gd name="connsiteX2179" fmla="*/ 2323512 w 2491113"/>
              <a:gd name="connsiteY2179" fmla="*/ 258765 h 560417"/>
              <a:gd name="connsiteX2180" fmla="*/ 2325630 w 2491113"/>
              <a:gd name="connsiteY2180" fmla="*/ 248271 h 560417"/>
              <a:gd name="connsiteX2181" fmla="*/ 2333716 w 2491113"/>
              <a:gd name="connsiteY2181" fmla="*/ 229018 h 560417"/>
              <a:gd name="connsiteX2182" fmla="*/ 2345075 w 2491113"/>
              <a:gd name="connsiteY2182" fmla="*/ 228248 h 560417"/>
              <a:gd name="connsiteX2183" fmla="*/ 2349310 w 2491113"/>
              <a:gd name="connsiteY2183" fmla="*/ 225457 h 560417"/>
              <a:gd name="connsiteX2184" fmla="*/ 2359804 w 2491113"/>
              <a:gd name="connsiteY2184" fmla="*/ 224495 h 560417"/>
              <a:gd name="connsiteX2185" fmla="*/ 2371741 w 2491113"/>
              <a:gd name="connsiteY2185" fmla="*/ 221510 h 560417"/>
              <a:gd name="connsiteX2186" fmla="*/ 2380693 w 2491113"/>
              <a:gd name="connsiteY2186" fmla="*/ 219970 h 560417"/>
              <a:gd name="connsiteX2187" fmla="*/ 2388201 w 2491113"/>
              <a:gd name="connsiteY2187" fmla="*/ 217275 h 560417"/>
              <a:gd name="connsiteX2188" fmla="*/ 2392630 w 2491113"/>
              <a:gd name="connsiteY2188" fmla="*/ 214098 h 560417"/>
              <a:gd name="connsiteX2189" fmla="*/ 2403123 w 2491113"/>
              <a:gd name="connsiteY2189" fmla="*/ 214098 h 560417"/>
              <a:gd name="connsiteX2190" fmla="*/ 2411691 w 2491113"/>
              <a:gd name="connsiteY2190" fmla="*/ 214098 h 560417"/>
              <a:gd name="connsiteX2191" fmla="*/ 2420546 w 2491113"/>
              <a:gd name="connsiteY2191" fmla="*/ 216215 h 560417"/>
              <a:gd name="connsiteX2192" fmla="*/ 2430173 w 2491113"/>
              <a:gd name="connsiteY2192" fmla="*/ 211499 h 560417"/>
              <a:gd name="connsiteX2193" fmla="*/ 2435564 w 2491113"/>
              <a:gd name="connsiteY2193" fmla="*/ 201198 h 560417"/>
              <a:gd name="connsiteX2194" fmla="*/ 2422761 w 2491113"/>
              <a:gd name="connsiteY2194" fmla="*/ 202642 h 560417"/>
              <a:gd name="connsiteX2195" fmla="*/ 2409284 w 2491113"/>
              <a:gd name="connsiteY2195" fmla="*/ 204568 h 560417"/>
              <a:gd name="connsiteX2196" fmla="*/ 2388105 w 2491113"/>
              <a:gd name="connsiteY2196" fmla="*/ 206782 h 560417"/>
              <a:gd name="connsiteX2197" fmla="*/ 2377420 w 2491113"/>
              <a:gd name="connsiteY2197" fmla="*/ 209284 h 560417"/>
              <a:gd name="connsiteX2198" fmla="*/ 2366734 w 2491113"/>
              <a:gd name="connsiteY2198" fmla="*/ 211499 h 560417"/>
              <a:gd name="connsiteX2199" fmla="*/ 2349406 w 2491113"/>
              <a:gd name="connsiteY2199" fmla="*/ 213713 h 560417"/>
              <a:gd name="connsiteX2200" fmla="*/ 2336122 w 2491113"/>
              <a:gd name="connsiteY2200" fmla="*/ 216409 h 560417"/>
              <a:gd name="connsiteX2201" fmla="*/ 2320431 w 2491113"/>
              <a:gd name="connsiteY2201" fmla="*/ 222761 h 560417"/>
              <a:gd name="connsiteX2202" fmla="*/ 2310805 w 2491113"/>
              <a:gd name="connsiteY2202" fmla="*/ 235564 h 560417"/>
              <a:gd name="connsiteX2203" fmla="*/ 2306184 w 2491113"/>
              <a:gd name="connsiteY2203" fmla="*/ 241052 h 560417"/>
              <a:gd name="connsiteX2204" fmla="*/ 2286161 w 2491113"/>
              <a:gd name="connsiteY2204" fmla="*/ 256359 h 560417"/>
              <a:gd name="connsiteX2205" fmla="*/ 2278364 w 2491113"/>
              <a:gd name="connsiteY2205" fmla="*/ 253181 h 560417"/>
              <a:gd name="connsiteX2206" fmla="*/ 2272492 w 2491113"/>
              <a:gd name="connsiteY2206" fmla="*/ 234794 h 560417"/>
              <a:gd name="connsiteX2207" fmla="*/ 2272492 w 2491113"/>
              <a:gd name="connsiteY2207" fmla="*/ 216312 h 560417"/>
              <a:gd name="connsiteX2208" fmla="*/ 2275379 w 2491113"/>
              <a:gd name="connsiteY2208" fmla="*/ 208803 h 560417"/>
              <a:gd name="connsiteX2209" fmla="*/ 2280674 w 2491113"/>
              <a:gd name="connsiteY2209" fmla="*/ 205338 h 560417"/>
              <a:gd name="connsiteX2210" fmla="*/ 2293574 w 2491113"/>
              <a:gd name="connsiteY2210" fmla="*/ 183967 h 560417"/>
              <a:gd name="connsiteX2211" fmla="*/ 2297231 w 2491113"/>
              <a:gd name="connsiteY2211" fmla="*/ 183967 h 560417"/>
              <a:gd name="connsiteX2212" fmla="*/ 2299831 w 2491113"/>
              <a:gd name="connsiteY2212" fmla="*/ 200524 h 560417"/>
              <a:gd name="connsiteX2213" fmla="*/ 2300079 w 2491113"/>
              <a:gd name="connsiteY2213" fmla="*/ 202233 h 560417"/>
              <a:gd name="connsiteX2214" fmla="*/ 2305510 w 2491113"/>
              <a:gd name="connsiteY2214" fmla="*/ 204760 h 560417"/>
              <a:gd name="connsiteX2215" fmla="*/ 2316580 w 2491113"/>
              <a:gd name="connsiteY2215" fmla="*/ 200428 h 560417"/>
              <a:gd name="connsiteX2216" fmla="*/ 2320335 w 2491113"/>
              <a:gd name="connsiteY2216" fmla="*/ 196675 h 560417"/>
              <a:gd name="connsiteX2217" fmla="*/ 2317447 w 2491113"/>
              <a:gd name="connsiteY2217" fmla="*/ 188973 h 560417"/>
              <a:gd name="connsiteX2218" fmla="*/ 2315521 w 2491113"/>
              <a:gd name="connsiteY2218" fmla="*/ 177806 h 560417"/>
              <a:gd name="connsiteX2219" fmla="*/ 2317255 w 2491113"/>
              <a:gd name="connsiteY2219" fmla="*/ 154895 h 560417"/>
              <a:gd name="connsiteX2220" fmla="*/ 2315618 w 2491113"/>
              <a:gd name="connsiteY2220" fmla="*/ 130637 h 560417"/>
              <a:gd name="connsiteX2221" fmla="*/ 2313404 w 2491113"/>
              <a:gd name="connsiteY2221" fmla="*/ 116774 h 560417"/>
              <a:gd name="connsiteX2222" fmla="*/ 2318025 w 2491113"/>
              <a:gd name="connsiteY2222" fmla="*/ 108784 h 560417"/>
              <a:gd name="connsiteX2223" fmla="*/ 2324667 w 2491113"/>
              <a:gd name="connsiteY2223" fmla="*/ 108784 h 560417"/>
              <a:gd name="connsiteX2224" fmla="*/ 2328036 w 2491113"/>
              <a:gd name="connsiteY2224" fmla="*/ 106570 h 560417"/>
              <a:gd name="connsiteX2225" fmla="*/ 2330925 w 2491113"/>
              <a:gd name="connsiteY2225" fmla="*/ 110903 h 560417"/>
              <a:gd name="connsiteX2226" fmla="*/ 2332080 w 2491113"/>
              <a:gd name="connsiteY2226" fmla="*/ 118796 h 560417"/>
              <a:gd name="connsiteX2227" fmla="*/ 2332946 w 2491113"/>
              <a:gd name="connsiteY2227" fmla="*/ 128422 h 560417"/>
              <a:gd name="connsiteX2228" fmla="*/ 2332946 w 2491113"/>
              <a:gd name="connsiteY2228" fmla="*/ 134487 h 560417"/>
              <a:gd name="connsiteX2229" fmla="*/ 2332946 w 2491113"/>
              <a:gd name="connsiteY2229" fmla="*/ 141129 h 560417"/>
              <a:gd name="connsiteX2230" fmla="*/ 2332946 w 2491113"/>
              <a:gd name="connsiteY2230" fmla="*/ 149504 h 560417"/>
              <a:gd name="connsiteX2231" fmla="*/ 2333908 w 2491113"/>
              <a:gd name="connsiteY2231" fmla="*/ 165869 h 560417"/>
              <a:gd name="connsiteX2232" fmla="*/ 2336026 w 2491113"/>
              <a:gd name="connsiteY2232" fmla="*/ 176844 h 560417"/>
              <a:gd name="connsiteX2233" fmla="*/ 2336026 w 2491113"/>
              <a:gd name="connsiteY2233" fmla="*/ 184930 h 560417"/>
              <a:gd name="connsiteX2234" fmla="*/ 2332753 w 2491113"/>
              <a:gd name="connsiteY2234" fmla="*/ 194556 h 560417"/>
              <a:gd name="connsiteX2235" fmla="*/ 2337374 w 2491113"/>
              <a:gd name="connsiteY2235" fmla="*/ 199273 h 560417"/>
              <a:gd name="connsiteX2236" fmla="*/ 2346518 w 2491113"/>
              <a:gd name="connsiteY2236" fmla="*/ 196771 h 560417"/>
              <a:gd name="connsiteX2237" fmla="*/ 2354412 w 2491113"/>
              <a:gd name="connsiteY2237" fmla="*/ 196288 h 560417"/>
              <a:gd name="connsiteX2238" fmla="*/ 2367312 w 2491113"/>
              <a:gd name="connsiteY2238" fmla="*/ 193978 h 560417"/>
              <a:gd name="connsiteX2239" fmla="*/ 2374339 w 2491113"/>
              <a:gd name="connsiteY2239" fmla="*/ 191572 h 560417"/>
              <a:gd name="connsiteX2240" fmla="*/ 2379826 w 2491113"/>
              <a:gd name="connsiteY2240" fmla="*/ 187914 h 560417"/>
              <a:gd name="connsiteX2241" fmla="*/ 2380596 w 2491113"/>
              <a:gd name="connsiteY2241" fmla="*/ 183775 h 560417"/>
              <a:gd name="connsiteX2242" fmla="*/ 2372895 w 2491113"/>
              <a:gd name="connsiteY2242" fmla="*/ 183004 h 560417"/>
              <a:gd name="connsiteX2243" fmla="*/ 2365868 w 2491113"/>
              <a:gd name="connsiteY2243" fmla="*/ 185892 h 560417"/>
              <a:gd name="connsiteX2244" fmla="*/ 2363847 w 2491113"/>
              <a:gd name="connsiteY2244" fmla="*/ 179443 h 560417"/>
              <a:gd name="connsiteX2245" fmla="*/ 2359611 w 2491113"/>
              <a:gd name="connsiteY2245" fmla="*/ 174148 h 560417"/>
              <a:gd name="connsiteX2246" fmla="*/ 2356820 w 2491113"/>
              <a:gd name="connsiteY2246" fmla="*/ 182042 h 560417"/>
              <a:gd name="connsiteX2247" fmla="*/ 2353450 w 2491113"/>
              <a:gd name="connsiteY2247" fmla="*/ 186759 h 560417"/>
              <a:gd name="connsiteX2248" fmla="*/ 2348733 w 2491113"/>
              <a:gd name="connsiteY2248" fmla="*/ 189261 h 560417"/>
              <a:gd name="connsiteX2249" fmla="*/ 2343920 w 2491113"/>
              <a:gd name="connsiteY2249" fmla="*/ 180213 h 560417"/>
              <a:gd name="connsiteX2250" fmla="*/ 2344594 w 2491113"/>
              <a:gd name="connsiteY2250" fmla="*/ 161537 h 560417"/>
              <a:gd name="connsiteX2251" fmla="*/ 2342476 w 2491113"/>
              <a:gd name="connsiteY2251" fmla="*/ 148830 h 560417"/>
              <a:gd name="connsiteX2252" fmla="*/ 2342476 w 2491113"/>
              <a:gd name="connsiteY2252" fmla="*/ 130830 h 560417"/>
              <a:gd name="connsiteX2253" fmla="*/ 2341128 w 2491113"/>
              <a:gd name="connsiteY2253" fmla="*/ 124765 h 560417"/>
              <a:gd name="connsiteX2254" fmla="*/ 2344787 w 2491113"/>
              <a:gd name="connsiteY2254" fmla="*/ 116004 h 560417"/>
              <a:gd name="connsiteX2255" fmla="*/ 2350948 w 2491113"/>
              <a:gd name="connsiteY2255" fmla="*/ 112539 h 560417"/>
              <a:gd name="connsiteX2256" fmla="*/ 2353931 w 2491113"/>
              <a:gd name="connsiteY2256" fmla="*/ 122165 h 560417"/>
              <a:gd name="connsiteX2257" fmla="*/ 2355952 w 2491113"/>
              <a:gd name="connsiteY2257" fmla="*/ 128230 h 560417"/>
              <a:gd name="connsiteX2258" fmla="*/ 2358841 w 2491113"/>
              <a:gd name="connsiteY2258" fmla="*/ 148541 h 560417"/>
              <a:gd name="connsiteX2259" fmla="*/ 2361536 w 2491113"/>
              <a:gd name="connsiteY2259" fmla="*/ 153259 h 560417"/>
              <a:gd name="connsiteX2260" fmla="*/ 2372030 w 2491113"/>
              <a:gd name="connsiteY2260" fmla="*/ 153259 h 560417"/>
              <a:gd name="connsiteX2261" fmla="*/ 2375977 w 2491113"/>
              <a:gd name="connsiteY2261" fmla="*/ 158265 h 560417"/>
              <a:gd name="connsiteX2262" fmla="*/ 2385603 w 2491113"/>
              <a:gd name="connsiteY2262" fmla="*/ 149311 h 560417"/>
              <a:gd name="connsiteX2263" fmla="*/ 2380500 w 2491113"/>
              <a:gd name="connsiteY2263" fmla="*/ 137183 h 560417"/>
              <a:gd name="connsiteX2264" fmla="*/ 2372030 w 2491113"/>
              <a:gd name="connsiteY2264" fmla="*/ 140455 h 560417"/>
              <a:gd name="connsiteX2265" fmla="*/ 2366061 w 2491113"/>
              <a:gd name="connsiteY2265" fmla="*/ 143247 h 560417"/>
              <a:gd name="connsiteX2266" fmla="*/ 2366061 w 2491113"/>
              <a:gd name="connsiteY2266" fmla="*/ 131215 h 560417"/>
              <a:gd name="connsiteX2267" fmla="*/ 2369719 w 2491113"/>
              <a:gd name="connsiteY2267" fmla="*/ 121588 h 560417"/>
              <a:gd name="connsiteX2268" fmla="*/ 2365676 w 2491113"/>
              <a:gd name="connsiteY2268" fmla="*/ 110903 h 560417"/>
              <a:gd name="connsiteX2269" fmla="*/ 2372414 w 2491113"/>
              <a:gd name="connsiteY2269" fmla="*/ 104164 h 560417"/>
              <a:gd name="connsiteX2270" fmla="*/ 2379827 w 2491113"/>
              <a:gd name="connsiteY2270" fmla="*/ 110228 h 560417"/>
              <a:gd name="connsiteX2271" fmla="*/ 2388780 w 2491113"/>
              <a:gd name="connsiteY2271" fmla="*/ 98388 h 560417"/>
              <a:gd name="connsiteX2272" fmla="*/ 2395422 w 2491113"/>
              <a:gd name="connsiteY2272" fmla="*/ 86066 h 560417"/>
              <a:gd name="connsiteX2273" fmla="*/ 2400812 w 2491113"/>
              <a:gd name="connsiteY2273" fmla="*/ 86066 h 560417"/>
              <a:gd name="connsiteX2274" fmla="*/ 2406203 w 2491113"/>
              <a:gd name="connsiteY2274" fmla="*/ 84911 h 560417"/>
              <a:gd name="connsiteX2275" fmla="*/ 269992 w 2491113"/>
              <a:gd name="connsiteY2275" fmla="*/ 75523 h 560417"/>
              <a:gd name="connsiteX2276" fmla="*/ 157279 w 2491113"/>
              <a:gd name="connsiteY2276" fmla="*/ 116193 h 560417"/>
              <a:gd name="connsiteX2277" fmla="*/ 157252 w 2491113"/>
              <a:gd name="connsiteY2277" fmla="*/ 116193 h 560417"/>
              <a:gd name="connsiteX2278" fmla="*/ 75244 w 2491113"/>
              <a:gd name="connsiteY2278" fmla="*/ 280265 h 560417"/>
              <a:gd name="connsiteX2279" fmla="*/ 77591 w 2491113"/>
              <a:gd name="connsiteY2279" fmla="*/ 311466 h 560417"/>
              <a:gd name="connsiteX2280" fmla="*/ 78060 w 2491113"/>
              <a:gd name="connsiteY2280" fmla="*/ 314007 h 560417"/>
              <a:gd name="connsiteX2281" fmla="*/ 80269 w 2491113"/>
              <a:gd name="connsiteY2281" fmla="*/ 325383 h 560417"/>
              <a:gd name="connsiteX2282" fmla="*/ 84411 w 2491113"/>
              <a:gd name="connsiteY2282" fmla="*/ 341094 h 560417"/>
              <a:gd name="connsiteX2283" fmla="*/ 90430 w 2491113"/>
              <a:gd name="connsiteY2283" fmla="*/ 357661 h 560417"/>
              <a:gd name="connsiteX2284" fmla="*/ 91314 w 2491113"/>
              <a:gd name="connsiteY2284" fmla="*/ 359870 h 560417"/>
              <a:gd name="connsiteX2285" fmla="*/ 115723 w 2491113"/>
              <a:gd name="connsiteY2285" fmla="*/ 402669 h 560417"/>
              <a:gd name="connsiteX2286" fmla="*/ 115861 w 2491113"/>
              <a:gd name="connsiteY2286" fmla="*/ 402835 h 560417"/>
              <a:gd name="connsiteX2287" fmla="*/ 116068 w 2491113"/>
              <a:gd name="connsiteY2287" fmla="*/ 403114 h 560417"/>
              <a:gd name="connsiteX2288" fmla="*/ 176782 w 2491113"/>
              <a:gd name="connsiteY2288" fmla="*/ 457320 h 560417"/>
              <a:gd name="connsiteX2289" fmla="*/ 220102 w 2491113"/>
              <a:gd name="connsiteY2289" fmla="*/ 472393 h 560417"/>
              <a:gd name="connsiteX2290" fmla="*/ 216839 w 2491113"/>
              <a:gd name="connsiteY2290" fmla="*/ 467171 h 560417"/>
              <a:gd name="connsiteX2291" fmla="*/ 209135 w 2491113"/>
              <a:gd name="connsiteY2291" fmla="*/ 464410 h 560417"/>
              <a:gd name="connsiteX2292" fmla="*/ 207949 w 2491113"/>
              <a:gd name="connsiteY2292" fmla="*/ 463320 h 560417"/>
              <a:gd name="connsiteX2293" fmla="*/ 219766 w 2491113"/>
              <a:gd name="connsiteY2293" fmla="*/ 465321 h 560417"/>
              <a:gd name="connsiteX2294" fmla="*/ 225837 w 2491113"/>
              <a:gd name="connsiteY2294" fmla="*/ 472235 h 560417"/>
              <a:gd name="connsiteX2295" fmla="*/ 226632 w 2491113"/>
              <a:gd name="connsiteY2295" fmla="*/ 474665 h 560417"/>
              <a:gd name="connsiteX2296" fmla="*/ 238268 w 2491113"/>
              <a:gd name="connsiteY2296" fmla="*/ 478713 h 560417"/>
              <a:gd name="connsiteX2297" fmla="*/ 241414 w 2491113"/>
              <a:gd name="connsiteY2297" fmla="*/ 478713 h 560417"/>
              <a:gd name="connsiteX2298" fmla="*/ 241355 w 2491113"/>
              <a:gd name="connsiteY2298" fmla="*/ 479787 h 560417"/>
              <a:gd name="connsiteX2299" fmla="*/ 250994 w 2491113"/>
              <a:gd name="connsiteY2299" fmla="*/ 483141 h 560417"/>
              <a:gd name="connsiteX2300" fmla="*/ 290277 w 2491113"/>
              <a:gd name="connsiteY2300" fmla="*/ 484992 h 560417"/>
              <a:gd name="connsiteX2301" fmla="*/ 324271 w 2491113"/>
              <a:gd name="connsiteY2301" fmla="*/ 480012 h 560417"/>
              <a:gd name="connsiteX2302" fmla="*/ 324250 w 2491113"/>
              <a:gd name="connsiteY2302" fmla="*/ 480011 h 560417"/>
              <a:gd name="connsiteX2303" fmla="*/ 325824 w 2491113"/>
              <a:gd name="connsiteY2303" fmla="*/ 479514 h 560417"/>
              <a:gd name="connsiteX2304" fmla="*/ 315939 w 2491113"/>
              <a:gd name="connsiteY2304" fmla="*/ 479514 h 560417"/>
              <a:gd name="connsiteX2305" fmla="*/ 310416 w 2491113"/>
              <a:gd name="connsiteY2305" fmla="*/ 466978 h 560417"/>
              <a:gd name="connsiteX2306" fmla="*/ 296334 w 2491113"/>
              <a:gd name="connsiteY2306" fmla="*/ 466398 h 560417"/>
              <a:gd name="connsiteX2307" fmla="*/ 289293 w 2491113"/>
              <a:gd name="connsiteY2307" fmla="*/ 477167 h 560417"/>
              <a:gd name="connsiteX2308" fmla="*/ 288656 w 2491113"/>
              <a:gd name="connsiteY2308" fmla="*/ 478637 h 560417"/>
              <a:gd name="connsiteX2309" fmla="*/ 288658 w 2491113"/>
              <a:gd name="connsiteY2309" fmla="*/ 478603 h 560417"/>
              <a:gd name="connsiteX2310" fmla="*/ 288575 w 2491113"/>
              <a:gd name="connsiteY2310" fmla="*/ 478824 h 560417"/>
              <a:gd name="connsiteX2311" fmla="*/ 288656 w 2491113"/>
              <a:gd name="connsiteY2311" fmla="*/ 478637 h 560417"/>
              <a:gd name="connsiteX2312" fmla="*/ 288437 w 2491113"/>
              <a:gd name="connsiteY2312" fmla="*/ 482883 h 560417"/>
              <a:gd name="connsiteX2313" fmla="*/ 283412 w 2491113"/>
              <a:gd name="connsiteY2313" fmla="*/ 482883 h 560417"/>
              <a:gd name="connsiteX2314" fmla="*/ 285538 w 2491113"/>
              <a:gd name="connsiteY2314" fmla="*/ 482109 h 560417"/>
              <a:gd name="connsiteX2315" fmla="*/ 283771 w 2491113"/>
              <a:gd name="connsiteY2315" fmla="*/ 481806 h 560417"/>
              <a:gd name="connsiteX2316" fmla="*/ 284544 w 2491113"/>
              <a:gd name="connsiteY2316" fmla="*/ 480977 h 560417"/>
              <a:gd name="connsiteX2317" fmla="*/ 281783 w 2491113"/>
              <a:gd name="connsiteY2317" fmla="*/ 480977 h 560417"/>
              <a:gd name="connsiteX2318" fmla="*/ 282860 w 2491113"/>
              <a:gd name="connsiteY2318" fmla="*/ 480259 h 560417"/>
              <a:gd name="connsiteX2319" fmla="*/ 278110 w 2491113"/>
              <a:gd name="connsiteY2319" fmla="*/ 480259 h 560417"/>
              <a:gd name="connsiteX2320" fmla="*/ 279077 w 2491113"/>
              <a:gd name="connsiteY2320" fmla="*/ 479514 h 560417"/>
              <a:gd name="connsiteX2321" fmla="*/ 269330 w 2491113"/>
              <a:gd name="connsiteY2321" fmla="*/ 479514 h 560417"/>
              <a:gd name="connsiteX2322" fmla="*/ 263807 w 2491113"/>
              <a:gd name="connsiteY2322" fmla="*/ 466978 h 560417"/>
              <a:gd name="connsiteX2323" fmla="*/ 249725 w 2491113"/>
              <a:gd name="connsiteY2323" fmla="*/ 466398 h 560417"/>
              <a:gd name="connsiteX2324" fmla="*/ 242684 w 2491113"/>
              <a:gd name="connsiteY2324" fmla="*/ 477167 h 560417"/>
              <a:gd name="connsiteX2325" fmla="*/ 241441 w 2491113"/>
              <a:gd name="connsiteY2325" fmla="*/ 476780 h 560417"/>
              <a:gd name="connsiteX2326" fmla="*/ 244534 w 2491113"/>
              <a:gd name="connsiteY2326" fmla="*/ 467889 h 560417"/>
              <a:gd name="connsiteX2327" fmla="*/ 256352 w 2491113"/>
              <a:gd name="connsiteY2327" fmla="*/ 463140 h 560417"/>
              <a:gd name="connsiteX2328" fmla="*/ 272919 w 2491113"/>
              <a:gd name="connsiteY2328" fmla="*/ 467475 h 560417"/>
              <a:gd name="connsiteX2329" fmla="*/ 276095 w 2491113"/>
              <a:gd name="connsiteY2329" fmla="*/ 478189 h 560417"/>
              <a:gd name="connsiteX2330" fmla="*/ 287139 w 2491113"/>
              <a:gd name="connsiteY2330" fmla="*/ 477912 h 560417"/>
              <a:gd name="connsiteX2331" fmla="*/ 291281 w 2491113"/>
              <a:gd name="connsiteY2331" fmla="*/ 467889 h 560417"/>
              <a:gd name="connsiteX2332" fmla="*/ 303099 w 2491113"/>
              <a:gd name="connsiteY2332" fmla="*/ 463140 h 560417"/>
              <a:gd name="connsiteX2333" fmla="*/ 319667 w 2491113"/>
              <a:gd name="connsiteY2333" fmla="*/ 467475 h 560417"/>
              <a:gd name="connsiteX2334" fmla="*/ 322842 w 2491113"/>
              <a:gd name="connsiteY2334" fmla="*/ 478189 h 560417"/>
              <a:gd name="connsiteX2335" fmla="*/ 333186 w 2491113"/>
              <a:gd name="connsiteY2335" fmla="*/ 477930 h 560417"/>
              <a:gd name="connsiteX2336" fmla="*/ 333973 w 2491113"/>
              <a:gd name="connsiteY2336" fmla="*/ 477650 h 560417"/>
              <a:gd name="connsiteX2337" fmla="*/ 335565 w 2491113"/>
              <a:gd name="connsiteY2337" fmla="*/ 472773 h 560417"/>
              <a:gd name="connsiteX2338" fmla="*/ 340265 w 2491113"/>
              <a:gd name="connsiteY2338" fmla="*/ 465211 h 560417"/>
              <a:gd name="connsiteX2339" fmla="*/ 351835 w 2491113"/>
              <a:gd name="connsiteY2339" fmla="*/ 462588 h 560417"/>
              <a:gd name="connsiteX2340" fmla="*/ 351835 w 2491113"/>
              <a:gd name="connsiteY2340" fmla="*/ 466674 h 560417"/>
              <a:gd name="connsiteX2341" fmla="*/ 340348 w 2491113"/>
              <a:gd name="connsiteY2341" fmla="*/ 468331 h 560417"/>
              <a:gd name="connsiteX2342" fmla="*/ 336831 w 2491113"/>
              <a:gd name="connsiteY2342" fmla="*/ 473722 h 560417"/>
              <a:gd name="connsiteX2343" fmla="*/ 335996 w 2491113"/>
              <a:gd name="connsiteY2343" fmla="*/ 476930 h 560417"/>
              <a:gd name="connsiteX2344" fmla="*/ 367429 w 2491113"/>
              <a:gd name="connsiteY2344" fmla="*/ 465749 h 560417"/>
              <a:gd name="connsiteX2345" fmla="*/ 402989 w 2491113"/>
              <a:gd name="connsiteY2345" fmla="*/ 444322 h 560417"/>
              <a:gd name="connsiteX2346" fmla="*/ 444200 w 2491113"/>
              <a:gd name="connsiteY2346" fmla="*/ 157404 h 560417"/>
              <a:gd name="connsiteX2347" fmla="*/ 269992 w 2491113"/>
              <a:gd name="connsiteY2347" fmla="*/ 75523 h 560417"/>
              <a:gd name="connsiteX2348" fmla="*/ 181412 w 2491113"/>
              <a:gd name="connsiteY2348" fmla="*/ 74250 h 560417"/>
              <a:gd name="connsiteX2349" fmla="*/ 180556 w 2491113"/>
              <a:gd name="connsiteY2349" fmla="*/ 74968 h 560417"/>
              <a:gd name="connsiteX2350" fmla="*/ 179286 w 2491113"/>
              <a:gd name="connsiteY2350" fmla="*/ 75272 h 560417"/>
              <a:gd name="connsiteX2351" fmla="*/ 178099 w 2491113"/>
              <a:gd name="connsiteY2351" fmla="*/ 75824 h 560417"/>
              <a:gd name="connsiteX2352" fmla="*/ 176663 w 2491113"/>
              <a:gd name="connsiteY2352" fmla="*/ 75824 h 560417"/>
              <a:gd name="connsiteX2353" fmla="*/ 175448 w 2491113"/>
              <a:gd name="connsiteY2353" fmla="*/ 76211 h 560417"/>
              <a:gd name="connsiteX2354" fmla="*/ 175365 w 2491113"/>
              <a:gd name="connsiteY2354" fmla="*/ 76100 h 560417"/>
              <a:gd name="connsiteX2355" fmla="*/ 175945 w 2491113"/>
              <a:gd name="connsiteY2355" fmla="*/ 77978 h 560417"/>
              <a:gd name="connsiteX2356" fmla="*/ 176442 w 2491113"/>
              <a:gd name="connsiteY2356" fmla="*/ 79027 h 560417"/>
              <a:gd name="connsiteX2357" fmla="*/ 177823 w 2491113"/>
              <a:gd name="connsiteY2357" fmla="*/ 80352 h 560417"/>
              <a:gd name="connsiteX2358" fmla="*/ 179397 w 2491113"/>
              <a:gd name="connsiteY2358" fmla="*/ 81346 h 560417"/>
              <a:gd name="connsiteX2359" fmla="*/ 181274 w 2491113"/>
              <a:gd name="connsiteY2359" fmla="*/ 82451 h 560417"/>
              <a:gd name="connsiteX2360" fmla="*/ 182075 w 2491113"/>
              <a:gd name="connsiteY2360" fmla="*/ 83638 h 560417"/>
              <a:gd name="connsiteX2361" fmla="*/ 183483 w 2491113"/>
              <a:gd name="connsiteY2361" fmla="*/ 84052 h 560417"/>
              <a:gd name="connsiteX2362" fmla="*/ 184284 w 2491113"/>
              <a:gd name="connsiteY2362" fmla="*/ 82837 h 560417"/>
              <a:gd name="connsiteX2363" fmla="*/ 185333 w 2491113"/>
              <a:gd name="connsiteY2363" fmla="*/ 82175 h 560417"/>
              <a:gd name="connsiteX2364" fmla="*/ 186272 w 2491113"/>
              <a:gd name="connsiteY2364" fmla="*/ 80932 h 560417"/>
              <a:gd name="connsiteX2365" fmla="*/ 186493 w 2491113"/>
              <a:gd name="connsiteY2365" fmla="*/ 79662 h 560417"/>
              <a:gd name="connsiteX2366" fmla="*/ 186355 w 2491113"/>
              <a:gd name="connsiteY2366" fmla="*/ 78033 h 560417"/>
              <a:gd name="connsiteX2367" fmla="*/ 186521 w 2491113"/>
              <a:gd name="connsiteY2367" fmla="*/ 76542 h 560417"/>
              <a:gd name="connsiteX2368" fmla="*/ 185941 w 2491113"/>
              <a:gd name="connsiteY2368" fmla="*/ 75382 h 560417"/>
              <a:gd name="connsiteX2369" fmla="*/ 184809 w 2491113"/>
              <a:gd name="connsiteY2369" fmla="*/ 74858 h 560417"/>
              <a:gd name="connsiteX2370" fmla="*/ 181412 w 2491113"/>
              <a:gd name="connsiteY2370" fmla="*/ 74250 h 560417"/>
              <a:gd name="connsiteX2371" fmla="*/ 166778 w 2491113"/>
              <a:gd name="connsiteY2371" fmla="*/ 70522 h 560417"/>
              <a:gd name="connsiteX2372" fmla="*/ 167027 w 2491113"/>
              <a:gd name="connsiteY2372" fmla="*/ 71847 h 560417"/>
              <a:gd name="connsiteX2373" fmla="*/ 166474 w 2491113"/>
              <a:gd name="connsiteY2373" fmla="*/ 73642 h 560417"/>
              <a:gd name="connsiteX2374" fmla="*/ 165701 w 2491113"/>
              <a:gd name="connsiteY2374" fmla="*/ 75630 h 560417"/>
              <a:gd name="connsiteX2375" fmla="*/ 164431 w 2491113"/>
              <a:gd name="connsiteY2375" fmla="*/ 77011 h 560417"/>
              <a:gd name="connsiteX2376" fmla="*/ 163050 w 2491113"/>
              <a:gd name="connsiteY2376" fmla="*/ 76680 h 560417"/>
              <a:gd name="connsiteX2377" fmla="*/ 163050 w 2491113"/>
              <a:gd name="connsiteY2377" fmla="*/ 75271 h 560417"/>
              <a:gd name="connsiteX2378" fmla="*/ 164542 w 2491113"/>
              <a:gd name="connsiteY2378" fmla="*/ 73200 h 560417"/>
              <a:gd name="connsiteX2379" fmla="*/ 165011 w 2491113"/>
              <a:gd name="connsiteY2379" fmla="*/ 72234 h 560417"/>
              <a:gd name="connsiteX2380" fmla="*/ 165839 w 2491113"/>
              <a:gd name="connsiteY2380" fmla="*/ 71268 h 560417"/>
              <a:gd name="connsiteX2381" fmla="*/ 166778 w 2491113"/>
              <a:gd name="connsiteY2381" fmla="*/ 70522 h 560417"/>
              <a:gd name="connsiteX2382" fmla="*/ 169153 w 2491113"/>
              <a:gd name="connsiteY2382" fmla="*/ 62874 h 560417"/>
              <a:gd name="connsiteX2383" fmla="*/ 167800 w 2491113"/>
              <a:gd name="connsiteY2383" fmla="*/ 63619 h 560417"/>
              <a:gd name="connsiteX2384" fmla="*/ 166364 w 2491113"/>
              <a:gd name="connsiteY2384" fmla="*/ 63868 h 560417"/>
              <a:gd name="connsiteX2385" fmla="*/ 165729 w 2491113"/>
              <a:gd name="connsiteY2385" fmla="*/ 64586 h 560417"/>
              <a:gd name="connsiteX2386" fmla="*/ 165287 w 2491113"/>
              <a:gd name="connsiteY2386" fmla="*/ 65359 h 560417"/>
              <a:gd name="connsiteX2387" fmla="*/ 164817 w 2491113"/>
              <a:gd name="connsiteY2387" fmla="*/ 66325 h 560417"/>
              <a:gd name="connsiteX2388" fmla="*/ 163823 w 2491113"/>
              <a:gd name="connsiteY2388" fmla="*/ 67651 h 560417"/>
              <a:gd name="connsiteX2389" fmla="*/ 162995 w 2491113"/>
              <a:gd name="connsiteY2389" fmla="*/ 68507 h 560417"/>
              <a:gd name="connsiteX2390" fmla="*/ 162029 w 2491113"/>
              <a:gd name="connsiteY2390" fmla="*/ 69722 h 560417"/>
              <a:gd name="connsiteX2391" fmla="*/ 160593 w 2491113"/>
              <a:gd name="connsiteY2391" fmla="*/ 71213 h 560417"/>
              <a:gd name="connsiteX2392" fmla="*/ 158688 w 2491113"/>
              <a:gd name="connsiteY2392" fmla="*/ 73256 h 560417"/>
              <a:gd name="connsiteX2393" fmla="*/ 157749 w 2491113"/>
              <a:gd name="connsiteY2393" fmla="*/ 72897 h 560417"/>
              <a:gd name="connsiteX2394" fmla="*/ 156285 w 2491113"/>
              <a:gd name="connsiteY2394" fmla="*/ 72897 h 560417"/>
              <a:gd name="connsiteX2395" fmla="*/ 155347 w 2491113"/>
              <a:gd name="connsiteY2395" fmla="*/ 74195 h 560417"/>
              <a:gd name="connsiteX2396" fmla="*/ 155512 w 2491113"/>
              <a:gd name="connsiteY2396" fmla="*/ 77426 h 560417"/>
              <a:gd name="connsiteX2397" fmla="*/ 156948 w 2491113"/>
              <a:gd name="connsiteY2397" fmla="*/ 79552 h 560417"/>
              <a:gd name="connsiteX2398" fmla="*/ 158605 w 2491113"/>
              <a:gd name="connsiteY2398" fmla="*/ 81484 h 560417"/>
              <a:gd name="connsiteX2399" fmla="*/ 159958 w 2491113"/>
              <a:gd name="connsiteY2399" fmla="*/ 82920 h 560417"/>
              <a:gd name="connsiteX2400" fmla="*/ 160786 w 2491113"/>
              <a:gd name="connsiteY2400" fmla="*/ 83997 h 560417"/>
              <a:gd name="connsiteX2401" fmla="*/ 161394 w 2491113"/>
              <a:gd name="connsiteY2401" fmla="*/ 84411 h 560417"/>
              <a:gd name="connsiteX2402" fmla="*/ 162360 w 2491113"/>
              <a:gd name="connsiteY2402" fmla="*/ 85323 h 560417"/>
              <a:gd name="connsiteX2403" fmla="*/ 163161 w 2491113"/>
              <a:gd name="connsiteY2403" fmla="*/ 85488 h 560417"/>
              <a:gd name="connsiteX2404" fmla="*/ 164735 w 2491113"/>
              <a:gd name="connsiteY2404" fmla="*/ 84743 h 560417"/>
              <a:gd name="connsiteX2405" fmla="*/ 165535 w 2491113"/>
              <a:gd name="connsiteY2405" fmla="*/ 84025 h 560417"/>
              <a:gd name="connsiteX2406" fmla="*/ 166916 w 2491113"/>
              <a:gd name="connsiteY2406" fmla="*/ 83638 h 560417"/>
              <a:gd name="connsiteX2407" fmla="*/ 167744 w 2491113"/>
              <a:gd name="connsiteY2407" fmla="*/ 84135 h 560417"/>
              <a:gd name="connsiteX2408" fmla="*/ 168794 w 2491113"/>
              <a:gd name="connsiteY2408" fmla="*/ 86455 h 560417"/>
              <a:gd name="connsiteX2409" fmla="*/ 169760 w 2491113"/>
              <a:gd name="connsiteY2409" fmla="*/ 88084 h 560417"/>
              <a:gd name="connsiteX2410" fmla="*/ 170450 w 2491113"/>
              <a:gd name="connsiteY2410" fmla="*/ 89271 h 560417"/>
              <a:gd name="connsiteX2411" fmla="*/ 169981 w 2491113"/>
              <a:gd name="connsiteY2411" fmla="*/ 91784 h 560417"/>
              <a:gd name="connsiteX2412" fmla="*/ 167800 w 2491113"/>
              <a:gd name="connsiteY2412" fmla="*/ 92253 h 560417"/>
              <a:gd name="connsiteX2413" fmla="*/ 166888 w 2491113"/>
              <a:gd name="connsiteY2413" fmla="*/ 93496 h 560417"/>
              <a:gd name="connsiteX2414" fmla="*/ 169981 w 2491113"/>
              <a:gd name="connsiteY2414" fmla="*/ 94297 h 560417"/>
              <a:gd name="connsiteX2415" fmla="*/ 171417 w 2491113"/>
              <a:gd name="connsiteY2415" fmla="*/ 95180 h 560417"/>
              <a:gd name="connsiteX2416" fmla="*/ 173046 w 2491113"/>
              <a:gd name="connsiteY2416" fmla="*/ 95014 h 560417"/>
              <a:gd name="connsiteX2417" fmla="*/ 174150 w 2491113"/>
              <a:gd name="connsiteY2417" fmla="*/ 95153 h 560417"/>
              <a:gd name="connsiteX2418" fmla="*/ 175338 w 2491113"/>
              <a:gd name="connsiteY2418" fmla="*/ 95014 h 560417"/>
              <a:gd name="connsiteX2419" fmla="*/ 176194 w 2491113"/>
              <a:gd name="connsiteY2419" fmla="*/ 95014 h 560417"/>
              <a:gd name="connsiteX2420" fmla="*/ 177133 w 2491113"/>
              <a:gd name="connsiteY2420" fmla="*/ 93496 h 560417"/>
              <a:gd name="connsiteX2421" fmla="*/ 177712 w 2491113"/>
              <a:gd name="connsiteY2421" fmla="*/ 91176 h 560417"/>
              <a:gd name="connsiteX2422" fmla="*/ 177851 w 2491113"/>
              <a:gd name="connsiteY2422" fmla="*/ 88415 h 560417"/>
              <a:gd name="connsiteX2423" fmla="*/ 173515 w 2491113"/>
              <a:gd name="connsiteY2423" fmla="*/ 81208 h 560417"/>
              <a:gd name="connsiteX2424" fmla="*/ 172300 w 2491113"/>
              <a:gd name="connsiteY2424" fmla="*/ 79745 h 560417"/>
              <a:gd name="connsiteX2425" fmla="*/ 172549 w 2491113"/>
              <a:gd name="connsiteY2425" fmla="*/ 78392 h 560417"/>
              <a:gd name="connsiteX2426" fmla="*/ 173322 w 2491113"/>
              <a:gd name="connsiteY2426" fmla="*/ 77784 h 560417"/>
              <a:gd name="connsiteX2427" fmla="*/ 173570 w 2491113"/>
              <a:gd name="connsiteY2427" fmla="*/ 75686 h 560417"/>
              <a:gd name="connsiteX2428" fmla="*/ 173570 w 2491113"/>
              <a:gd name="connsiteY2428" fmla="*/ 69722 h 560417"/>
              <a:gd name="connsiteX2429" fmla="*/ 173570 w 2491113"/>
              <a:gd name="connsiteY2429" fmla="*/ 67955 h 560417"/>
              <a:gd name="connsiteX2430" fmla="*/ 174178 w 2491113"/>
              <a:gd name="connsiteY2430" fmla="*/ 65331 h 560417"/>
              <a:gd name="connsiteX2431" fmla="*/ 173405 w 2491113"/>
              <a:gd name="connsiteY2431" fmla="*/ 64144 h 560417"/>
              <a:gd name="connsiteX2432" fmla="*/ 171914 w 2491113"/>
              <a:gd name="connsiteY2432" fmla="*/ 62874 h 560417"/>
              <a:gd name="connsiteX2433" fmla="*/ 169153 w 2491113"/>
              <a:gd name="connsiteY2433" fmla="*/ 62874 h 560417"/>
              <a:gd name="connsiteX2434" fmla="*/ 405513 w 2491113"/>
              <a:gd name="connsiteY2434" fmla="*/ 59201 h 560417"/>
              <a:gd name="connsiteX2435" fmla="*/ 404602 w 2491113"/>
              <a:gd name="connsiteY2435" fmla="*/ 59505 h 560417"/>
              <a:gd name="connsiteX2436" fmla="*/ 403663 w 2491113"/>
              <a:gd name="connsiteY2436" fmla="*/ 61355 h 560417"/>
              <a:gd name="connsiteX2437" fmla="*/ 402254 w 2491113"/>
              <a:gd name="connsiteY2437" fmla="*/ 63288 h 560417"/>
              <a:gd name="connsiteX2438" fmla="*/ 399687 w 2491113"/>
              <a:gd name="connsiteY2438" fmla="*/ 66049 h 560417"/>
              <a:gd name="connsiteX2439" fmla="*/ 395462 w 2491113"/>
              <a:gd name="connsiteY2439" fmla="*/ 65249 h 560417"/>
              <a:gd name="connsiteX2440" fmla="*/ 393336 w 2491113"/>
              <a:gd name="connsiteY2440" fmla="*/ 63951 h 560417"/>
              <a:gd name="connsiteX2441" fmla="*/ 392121 w 2491113"/>
              <a:gd name="connsiteY2441" fmla="*/ 63951 h 560417"/>
              <a:gd name="connsiteX2442" fmla="*/ 390851 w 2491113"/>
              <a:gd name="connsiteY2442" fmla="*/ 63730 h 560417"/>
              <a:gd name="connsiteX2443" fmla="*/ 389553 w 2491113"/>
              <a:gd name="connsiteY2443" fmla="*/ 64116 h 560417"/>
              <a:gd name="connsiteX2444" fmla="*/ 388310 w 2491113"/>
              <a:gd name="connsiteY2444" fmla="*/ 65193 h 560417"/>
              <a:gd name="connsiteX2445" fmla="*/ 388780 w 2491113"/>
              <a:gd name="connsiteY2445" fmla="*/ 68369 h 560417"/>
              <a:gd name="connsiteX2446" fmla="*/ 389884 w 2491113"/>
              <a:gd name="connsiteY2446" fmla="*/ 69943 h 560417"/>
              <a:gd name="connsiteX2447" fmla="*/ 390851 w 2491113"/>
              <a:gd name="connsiteY2447" fmla="*/ 70495 h 560417"/>
              <a:gd name="connsiteX2448" fmla="*/ 392010 w 2491113"/>
              <a:gd name="connsiteY2448" fmla="*/ 70799 h 560417"/>
              <a:gd name="connsiteX2449" fmla="*/ 392784 w 2491113"/>
              <a:gd name="connsiteY2449" fmla="*/ 71240 h 560417"/>
              <a:gd name="connsiteX2450" fmla="*/ 393805 w 2491113"/>
              <a:gd name="connsiteY2450" fmla="*/ 71765 h 560417"/>
              <a:gd name="connsiteX2451" fmla="*/ 392590 w 2491113"/>
              <a:gd name="connsiteY2451" fmla="*/ 72925 h 560417"/>
              <a:gd name="connsiteX2452" fmla="*/ 388752 w 2491113"/>
              <a:gd name="connsiteY2452" fmla="*/ 75189 h 560417"/>
              <a:gd name="connsiteX2453" fmla="*/ 381076 w 2491113"/>
              <a:gd name="connsiteY2453" fmla="*/ 77067 h 560417"/>
              <a:gd name="connsiteX2454" fmla="*/ 380137 w 2491113"/>
              <a:gd name="connsiteY2454" fmla="*/ 77067 h 560417"/>
              <a:gd name="connsiteX2455" fmla="*/ 378618 w 2491113"/>
              <a:gd name="connsiteY2455" fmla="*/ 77260 h 560417"/>
              <a:gd name="connsiteX2456" fmla="*/ 376575 w 2491113"/>
              <a:gd name="connsiteY2456" fmla="*/ 77260 h 560417"/>
              <a:gd name="connsiteX2457" fmla="*/ 376575 w 2491113"/>
              <a:gd name="connsiteY2457" fmla="*/ 77149 h 560417"/>
              <a:gd name="connsiteX2458" fmla="*/ 375222 w 2491113"/>
              <a:gd name="connsiteY2458" fmla="*/ 77481 h 560417"/>
              <a:gd name="connsiteX2459" fmla="*/ 376051 w 2491113"/>
              <a:gd name="connsiteY2459" fmla="*/ 78447 h 560417"/>
              <a:gd name="connsiteX2460" fmla="*/ 376051 w 2491113"/>
              <a:gd name="connsiteY2460" fmla="*/ 80049 h 560417"/>
              <a:gd name="connsiteX2461" fmla="*/ 376437 w 2491113"/>
              <a:gd name="connsiteY2461" fmla="*/ 81208 h 560417"/>
              <a:gd name="connsiteX2462" fmla="*/ 377790 w 2491113"/>
              <a:gd name="connsiteY2462" fmla="*/ 81678 h 560417"/>
              <a:gd name="connsiteX2463" fmla="*/ 380275 w 2491113"/>
              <a:gd name="connsiteY2463" fmla="*/ 82396 h 560417"/>
              <a:gd name="connsiteX2464" fmla="*/ 383395 w 2491113"/>
              <a:gd name="connsiteY2464" fmla="*/ 82396 h 560417"/>
              <a:gd name="connsiteX2465" fmla="*/ 387730 w 2491113"/>
              <a:gd name="connsiteY2465" fmla="*/ 82396 h 560417"/>
              <a:gd name="connsiteX2466" fmla="*/ 392618 w 2491113"/>
              <a:gd name="connsiteY2466" fmla="*/ 81181 h 560417"/>
              <a:gd name="connsiteX2467" fmla="*/ 396649 w 2491113"/>
              <a:gd name="connsiteY2467" fmla="*/ 79137 h 560417"/>
              <a:gd name="connsiteX2468" fmla="*/ 398196 w 2491113"/>
              <a:gd name="connsiteY2468" fmla="*/ 83666 h 560417"/>
              <a:gd name="connsiteX2469" fmla="*/ 398748 w 2491113"/>
              <a:gd name="connsiteY2469" fmla="*/ 86040 h 560417"/>
              <a:gd name="connsiteX2470" fmla="*/ 399328 w 2491113"/>
              <a:gd name="connsiteY2470" fmla="*/ 90210 h 560417"/>
              <a:gd name="connsiteX2471" fmla="*/ 399328 w 2491113"/>
              <a:gd name="connsiteY2471" fmla="*/ 94849 h 560417"/>
              <a:gd name="connsiteX2472" fmla="*/ 400101 w 2491113"/>
              <a:gd name="connsiteY2472" fmla="*/ 96505 h 560417"/>
              <a:gd name="connsiteX2473" fmla="*/ 402199 w 2491113"/>
              <a:gd name="connsiteY2473" fmla="*/ 98135 h 560417"/>
              <a:gd name="connsiteX2474" fmla="*/ 403497 w 2491113"/>
              <a:gd name="connsiteY2474" fmla="*/ 99239 h 560417"/>
              <a:gd name="connsiteX2475" fmla="*/ 405181 w 2491113"/>
              <a:gd name="connsiteY2475" fmla="*/ 100178 h 560417"/>
              <a:gd name="connsiteX2476" fmla="*/ 406728 w 2491113"/>
              <a:gd name="connsiteY2476" fmla="*/ 101200 h 560417"/>
              <a:gd name="connsiteX2477" fmla="*/ 407528 w 2491113"/>
              <a:gd name="connsiteY2477" fmla="*/ 101476 h 560417"/>
              <a:gd name="connsiteX2478" fmla="*/ 408578 w 2491113"/>
              <a:gd name="connsiteY2478" fmla="*/ 101282 h 560417"/>
              <a:gd name="connsiteX2479" fmla="*/ 410842 w 2491113"/>
              <a:gd name="connsiteY2479" fmla="*/ 101282 h 560417"/>
              <a:gd name="connsiteX2480" fmla="*/ 411643 w 2491113"/>
              <a:gd name="connsiteY2480" fmla="*/ 100233 h 560417"/>
              <a:gd name="connsiteX2481" fmla="*/ 412443 w 2491113"/>
              <a:gd name="connsiteY2481" fmla="*/ 99626 h 560417"/>
              <a:gd name="connsiteX2482" fmla="*/ 411670 w 2491113"/>
              <a:gd name="connsiteY2482" fmla="*/ 98549 h 560417"/>
              <a:gd name="connsiteX2483" fmla="*/ 409296 w 2491113"/>
              <a:gd name="connsiteY2483" fmla="*/ 95788 h 560417"/>
              <a:gd name="connsiteX2484" fmla="*/ 408467 w 2491113"/>
              <a:gd name="connsiteY2484" fmla="*/ 94158 h 560417"/>
              <a:gd name="connsiteX2485" fmla="*/ 407114 w 2491113"/>
              <a:gd name="connsiteY2485" fmla="*/ 92446 h 560417"/>
              <a:gd name="connsiteX2486" fmla="*/ 405264 w 2491113"/>
              <a:gd name="connsiteY2486" fmla="*/ 88581 h 560417"/>
              <a:gd name="connsiteX2487" fmla="*/ 404215 w 2491113"/>
              <a:gd name="connsiteY2487" fmla="*/ 83500 h 560417"/>
              <a:gd name="connsiteX2488" fmla="*/ 402558 w 2491113"/>
              <a:gd name="connsiteY2488" fmla="*/ 77039 h 560417"/>
              <a:gd name="connsiteX2489" fmla="*/ 403387 w 2491113"/>
              <a:gd name="connsiteY2489" fmla="*/ 74996 h 560417"/>
              <a:gd name="connsiteX2490" fmla="*/ 404850 w 2491113"/>
              <a:gd name="connsiteY2490" fmla="*/ 74278 h 560417"/>
              <a:gd name="connsiteX2491" fmla="*/ 407832 w 2491113"/>
              <a:gd name="connsiteY2491" fmla="*/ 74747 h 560417"/>
              <a:gd name="connsiteX2492" fmla="*/ 409544 w 2491113"/>
              <a:gd name="connsiteY2492" fmla="*/ 75465 h 560417"/>
              <a:gd name="connsiteX2493" fmla="*/ 411505 w 2491113"/>
              <a:gd name="connsiteY2493" fmla="*/ 75879 h 560417"/>
              <a:gd name="connsiteX2494" fmla="*/ 414487 w 2491113"/>
              <a:gd name="connsiteY2494" fmla="*/ 76238 h 560417"/>
              <a:gd name="connsiteX2495" fmla="*/ 415950 w 2491113"/>
              <a:gd name="connsiteY2495" fmla="*/ 76072 h 560417"/>
              <a:gd name="connsiteX2496" fmla="*/ 416806 w 2491113"/>
              <a:gd name="connsiteY2496" fmla="*/ 75714 h 560417"/>
              <a:gd name="connsiteX2497" fmla="*/ 416806 w 2491113"/>
              <a:gd name="connsiteY2497" fmla="*/ 72510 h 560417"/>
              <a:gd name="connsiteX2498" fmla="*/ 415288 w 2491113"/>
              <a:gd name="connsiteY2498" fmla="*/ 70854 h 560417"/>
              <a:gd name="connsiteX2499" fmla="*/ 413134 w 2491113"/>
              <a:gd name="connsiteY2499" fmla="*/ 69611 h 560417"/>
              <a:gd name="connsiteX2500" fmla="*/ 411146 w 2491113"/>
              <a:gd name="connsiteY2500" fmla="*/ 69777 h 560417"/>
              <a:gd name="connsiteX2501" fmla="*/ 409710 w 2491113"/>
              <a:gd name="connsiteY2501" fmla="*/ 69501 h 560417"/>
              <a:gd name="connsiteX2502" fmla="*/ 408440 w 2491113"/>
              <a:gd name="connsiteY2502" fmla="*/ 69363 h 560417"/>
              <a:gd name="connsiteX2503" fmla="*/ 407501 w 2491113"/>
              <a:gd name="connsiteY2503" fmla="*/ 69114 h 560417"/>
              <a:gd name="connsiteX2504" fmla="*/ 408219 w 2491113"/>
              <a:gd name="connsiteY2504" fmla="*/ 67955 h 560417"/>
              <a:gd name="connsiteX2505" fmla="*/ 410207 w 2491113"/>
              <a:gd name="connsiteY2505" fmla="*/ 66408 h 560417"/>
              <a:gd name="connsiteX2506" fmla="*/ 410621 w 2491113"/>
              <a:gd name="connsiteY2506" fmla="*/ 65193 h 560417"/>
              <a:gd name="connsiteX2507" fmla="*/ 410897 w 2491113"/>
              <a:gd name="connsiteY2507" fmla="*/ 63868 h 560417"/>
              <a:gd name="connsiteX2508" fmla="*/ 410069 w 2491113"/>
              <a:gd name="connsiteY2508" fmla="*/ 61631 h 560417"/>
              <a:gd name="connsiteX2509" fmla="*/ 408108 w 2491113"/>
              <a:gd name="connsiteY2509" fmla="*/ 60389 h 560417"/>
              <a:gd name="connsiteX2510" fmla="*/ 406838 w 2491113"/>
              <a:gd name="connsiteY2510" fmla="*/ 60113 h 560417"/>
              <a:gd name="connsiteX2511" fmla="*/ 405513 w 2491113"/>
              <a:gd name="connsiteY2511" fmla="*/ 59201 h 560417"/>
              <a:gd name="connsiteX2512" fmla="*/ 224819 w 2491113"/>
              <a:gd name="connsiteY2512" fmla="*/ 54922 h 560417"/>
              <a:gd name="connsiteX2513" fmla="*/ 224902 w 2491113"/>
              <a:gd name="connsiteY2513" fmla="*/ 55032 h 560417"/>
              <a:gd name="connsiteX2514" fmla="*/ 224838 w 2491113"/>
              <a:gd name="connsiteY2514" fmla="*/ 54959 h 560417"/>
              <a:gd name="connsiteX2515" fmla="*/ 158936 w 2491113"/>
              <a:gd name="connsiteY2515" fmla="*/ 49675 h 560417"/>
              <a:gd name="connsiteX2516" fmla="*/ 157528 w 2491113"/>
              <a:gd name="connsiteY2516" fmla="*/ 50034 h 560417"/>
              <a:gd name="connsiteX2517" fmla="*/ 156534 w 2491113"/>
              <a:gd name="connsiteY2517" fmla="*/ 50034 h 560417"/>
              <a:gd name="connsiteX2518" fmla="*/ 155236 w 2491113"/>
              <a:gd name="connsiteY2518" fmla="*/ 50807 h 560417"/>
              <a:gd name="connsiteX2519" fmla="*/ 154159 w 2491113"/>
              <a:gd name="connsiteY2519" fmla="*/ 51332 h 560417"/>
              <a:gd name="connsiteX2520" fmla="*/ 153496 w 2491113"/>
              <a:gd name="connsiteY2520" fmla="*/ 52160 h 560417"/>
              <a:gd name="connsiteX2521" fmla="*/ 152668 w 2491113"/>
              <a:gd name="connsiteY2521" fmla="*/ 52768 h 560417"/>
              <a:gd name="connsiteX2522" fmla="*/ 152005 w 2491113"/>
              <a:gd name="connsiteY2522" fmla="*/ 53679 h 560417"/>
              <a:gd name="connsiteX2523" fmla="*/ 150625 w 2491113"/>
              <a:gd name="connsiteY2523" fmla="*/ 54839 h 560417"/>
              <a:gd name="connsiteX2524" fmla="*/ 150818 w 2491113"/>
              <a:gd name="connsiteY2524" fmla="*/ 55888 h 560417"/>
              <a:gd name="connsiteX2525" fmla="*/ 153358 w 2491113"/>
              <a:gd name="connsiteY2525" fmla="*/ 57793 h 560417"/>
              <a:gd name="connsiteX2526" fmla="*/ 153635 w 2491113"/>
              <a:gd name="connsiteY2526" fmla="*/ 58981 h 560417"/>
              <a:gd name="connsiteX2527" fmla="*/ 153828 w 2491113"/>
              <a:gd name="connsiteY2527" fmla="*/ 59975 h 560417"/>
              <a:gd name="connsiteX2528" fmla="*/ 154132 w 2491113"/>
              <a:gd name="connsiteY2528" fmla="*/ 60941 h 560417"/>
              <a:gd name="connsiteX2529" fmla="*/ 155291 w 2491113"/>
              <a:gd name="connsiteY2529" fmla="*/ 60941 h 560417"/>
              <a:gd name="connsiteX2530" fmla="*/ 156313 w 2491113"/>
              <a:gd name="connsiteY2530" fmla="*/ 60720 h 560417"/>
              <a:gd name="connsiteX2531" fmla="*/ 156920 w 2491113"/>
              <a:gd name="connsiteY2531" fmla="*/ 61438 h 560417"/>
              <a:gd name="connsiteX2532" fmla="*/ 156147 w 2491113"/>
              <a:gd name="connsiteY2532" fmla="*/ 62874 h 560417"/>
              <a:gd name="connsiteX2533" fmla="*/ 153745 w 2491113"/>
              <a:gd name="connsiteY2533" fmla="*/ 65635 h 560417"/>
              <a:gd name="connsiteX2534" fmla="*/ 152309 w 2491113"/>
              <a:gd name="connsiteY2534" fmla="*/ 66795 h 560417"/>
              <a:gd name="connsiteX2535" fmla="*/ 149023 w 2491113"/>
              <a:gd name="connsiteY2535" fmla="*/ 69805 h 560417"/>
              <a:gd name="connsiteX2536" fmla="*/ 147781 w 2491113"/>
              <a:gd name="connsiteY2536" fmla="*/ 71268 h 560417"/>
              <a:gd name="connsiteX2537" fmla="*/ 146814 w 2491113"/>
              <a:gd name="connsiteY2537" fmla="*/ 71268 h 560417"/>
              <a:gd name="connsiteX2538" fmla="*/ 146814 w 2491113"/>
              <a:gd name="connsiteY2538" fmla="*/ 71158 h 560417"/>
              <a:gd name="connsiteX2539" fmla="*/ 144799 w 2491113"/>
              <a:gd name="connsiteY2539" fmla="*/ 74250 h 560417"/>
              <a:gd name="connsiteX2540" fmla="*/ 145102 w 2491113"/>
              <a:gd name="connsiteY2540" fmla="*/ 75327 h 560417"/>
              <a:gd name="connsiteX2541" fmla="*/ 145903 w 2491113"/>
              <a:gd name="connsiteY2541" fmla="*/ 76514 h 560417"/>
              <a:gd name="connsiteX2542" fmla="*/ 147118 w 2491113"/>
              <a:gd name="connsiteY2542" fmla="*/ 77729 h 560417"/>
              <a:gd name="connsiteX2543" fmla="*/ 148554 w 2491113"/>
              <a:gd name="connsiteY2543" fmla="*/ 77011 h 560417"/>
              <a:gd name="connsiteX2544" fmla="*/ 149603 w 2491113"/>
              <a:gd name="connsiteY2544" fmla="*/ 77011 h 560417"/>
              <a:gd name="connsiteX2545" fmla="*/ 150211 w 2491113"/>
              <a:gd name="connsiteY2545" fmla="*/ 75934 h 560417"/>
              <a:gd name="connsiteX2546" fmla="*/ 151067 w 2491113"/>
              <a:gd name="connsiteY2546" fmla="*/ 74940 h 560417"/>
              <a:gd name="connsiteX2547" fmla="*/ 152116 w 2491113"/>
              <a:gd name="connsiteY2547" fmla="*/ 73864 h 560417"/>
              <a:gd name="connsiteX2548" fmla="*/ 152861 w 2491113"/>
              <a:gd name="connsiteY2548" fmla="*/ 73367 h 560417"/>
              <a:gd name="connsiteX2549" fmla="*/ 153828 w 2491113"/>
              <a:gd name="connsiteY2549" fmla="*/ 72731 h 560417"/>
              <a:gd name="connsiteX2550" fmla="*/ 154767 w 2491113"/>
              <a:gd name="connsiteY2550" fmla="*/ 71765 h 560417"/>
              <a:gd name="connsiteX2551" fmla="*/ 155705 w 2491113"/>
              <a:gd name="connsiteY2551" fmla="*/ 70992 h 560417"/>
              <a:gd name="connsiteX2552" fmla="*/ 156755 w 2491113"/>
              <a:gd name="connsiteY2552" fmla="*/ 69970 h 560417"/>
              <a:gd name="connsiteX2553" fmla="*/ 157859 w 2491113"/>
              <a:gd name="connsiteY2553" fmla="*/ 68838 h 560417"/>
              <a:gd name="connsiteX2554" fmla="*/ 158991 w 2491113"/>
              <a:gd name="connsiteY2554" fmla="*/ 67678 h 560417"/>
              <a:gd name="connsiteX2555" fmla="*/ 163078 w 2491113"/>
              <a:gd name="connsiteY2555" fmla="*/ 63564 h 560417"/>
              <a:gd name="connsiteX2556" fmla="*/ 164624 w 2491113"/>
              <a:gd name="connsiteY2556" fmla="*/ 61466 h 560417"/>
              <a:gd name="connsiteX2557" fmla="*/ 166088 w 2491113"/>
              <a:gd name="connsiteY2557" fmla="*/ 60665 h 560417"/>
              <a:gd name="connsiteX2558" fmla="*/ 167247 w 2491113"/>
              <a:gd name="connsiteY2558" fmla="*/ 59257 h 560417"/>
              <a:gd name="connsiteX2559" fmla="*/ 168462 w 2491113"/>
              <a:gd name="connsiteY2559" fmla="*/ 57931 h 560417"/>
              <a:gd name="connsiteX2560" fmla="*/ 169953 w 2491113"/>
              <a:gd name="connsiteY2560" fmla="*/ 56772 h 560417"/>
              <a:gd name="connsiteX2561" fmla="*/ 171886 w 2491113"/>
              <a:gd name="connsiteY2561" fmla="*/ 55391 h 560417"/>
              <a:gd name="connsiteX2562" fmla="*/ 173322 w 2491113"/>
              <a:gd name="connsiteY2562" fmla="*/ 55032 h 560417"/>
              <a:gd name="connsiteX2563" fmla="*/ 174399 w 2491113"/>
              <a:gd name="connsiteY2563" fmla="*/ 51801 h 560417"/>
              <a:gd name="connsiteX2564" fmla="*/ 173709 w 2491113"/>
              <a:gd name="connsiteY2564" fmla="*/ 50504 h 560417"/>
              <a:gd name="connsiteX2565" fmla="*/ 172797 w 2491113"/>
              <a:gd name="connsiteY2565" fmla="*/ 50227 h 560417"/>
              <a:gd name="connsiteX2566" fmla="*/ 170892 w 2491113"/>
              <a:gd name="connsiteY2566" fmla="*/ 49896 h 560417"/>
              <a:gd name="connsiteX2567" fmla="*/ 169677 w 2491113"/>
              <a:gd name="connsiteY2567" fmla="*/ 50172 h 560417"/>
              <a:gd name="connsiteX2568" fmla="*/ 168407 w 2491113"/>
              <a:gd name="connsiteY2568" fmla="*/ 50366 h 560417"/>
              <a:gd name="connsiteX2569" fmla="*/ 166419 w 2491113"/>
              <a:gd name="connsiteY2569" fmla="*/ 52271 h 560417"/>
              <a:gd name="connsiteX2570" fmla="*/ 162940 w 2491113"/>
              <a:gd name="connsiteY2570" fmla="*/ 55640 h 560417"/>
              <a:gd name="connsiteX2571" fmla="*/ 162305 w 2491113"/>
              <a:gd name="connsiteY2571" fmla="*/ 55087 h 560417"/>
              <a:gd name="connsiteX2572" fmla="*/ 162305 w 2491113"/>
              <a:gd name="connsiteY2572" fmla="*/ 52326 h 560417"/>
              <a:gd name="connsiteX2573" fmla="*/ 160151 w 2491113"/>
              <a:gd name="connsiteY2573" fmla="*/ 50835 h 560417"/>
              <a:gd name="connsiteX2574" fmla="*/ 158936 w 2491113"/>
              <a:gd name="connsiteY2574" fmla="*/ 49675 h 560417"/>
              <a:gd name="connsiteX2575" fmla="*/ 246315 w 2491113"/>
              <a:gd name="connsiteY2575" fmla="*/ 41874 h 560417"/>
              <a:gd name="connsiteX2576" fmla="*/ 246771 w 2491113"/>
              <a:gd name="connsiteY2576" fmla="*/ 42358 h 560417"/>
              <a:gd name="connsiteX2577" fmla="*/ 245998 w 2491113"/>
              <a:gd name="connsiteY2577" fmla="*/ 44318 h 560417"/>
              <a:gd name="connsiteX2578" fmla="*/ 244368 w 2491113"/>
              <a:gd name="connsiteY2578" fmla="*/ 44318 h 560417"/>
              <a:gd name="connsiteX2579" fmla="*/ 244120 w 2491113"/>
              <a:gd name="connsiteY2579" fmla="*/ 43434 h 560417"/>
              <a:gd name="connsiteX2580" fmla="*/ 244424 w 2491113"/>
              <a:gd name="connsiteY2580" fmla="*/ 42440 h 560417"/>
              <a:gd name="connsiteX2581" fmla="*/ 246191 w 2491113"/>
              <a:gd name="connsiteY2581" fmla="*/ 41888 h 560417"/>
              <a:gd name="connsiteX2582" fmla="*/ 246315 w 2491113"/>
              <a:gd name="connsiteY2582" fmla="*/ 41874 h 560417"/>
              <a:gd name="connsiteX2583" fmla="*/ 251354 w 2491113"/>
              <a:gd name="connsiteY2583" fmla="*/ 39570 h 560417"/>
              <a:gd name="connsiteX2584" fmla="*/ 252293 w 2491113"/>
              <a:gd name="connsiteY2584" fmla="*/ 39763 h 560417"/>
              <a:gd name="connsiteX2585" fmla="*/ 252431 w 2491113"/>
              <a:gd name="connsiteY2585" fmla="*/ 40950 h 560417"/>
              <a:gd name="connsiteX2586" fmla="*/ 250995 w 2491113"/>
              <a:gd name="connsiteY2586" fmla="*/ 42358 h 560417"/>
              <a:gd name="connsiteX2587" fmla="*/ 250001 w 2491113"/>
              <a:gd name="connsiteY2587" fmla="*/ 41668 h 560417"/>
              <a:gd name="connsiteX2588" fmla="*/ 250001 w 2491113"/>
              <a:gd name="connsiteY2588" fmla="*/ 40232 h 560417"/>
              <a:gd name="connsiteX2589" fmla="*/ 251354 w 2491113"/>
              <a:gd name="connsiteY2589" fmla="*/ 39570 h 560417"/>
              <a:gd name="connsiteX2590" fmla="*/ 244810 w 2491113"/>
              <a:gd name="connsiteY2590" fmla="*/ 35924 h 560417"/>
              <a:gd name="connsiteX2591" fmla="*/ 246163 w 2491113"/>
              <a:gd name="connsiteY2591" fmla="*/ 37084 h 560417"/>
              <a:gd name="connsiteX2592" fmla="*/ 244589 w 2491113"/>
              <a:gd name="connsiteY2592" fmla="*/ 39044 h 560417"/>
              <a:gd name="connsiteX2593" fmla="*/ 243871 w 2491113"/>
              <a:gd name="connsiteY2593" fmla="*/ 38740 h 560417"/>
              <a:gd name="connsiteX2594" fmla="*/ 243484 w 2491113"/>
              <a:gd name="connsiteY2594" fmla="*/ 37222 h 560417"/>
              <a:gd name="connsiteX2595" fmla="*/ 244810 w 2491113"/>
              <a:gd name="connsiteY2595" fmla="*/ 35924 h 560417"/>
              <a:gd name="connsiteX2596" fmla="*/ 322400 w 2491113"/>
              <a:gd name="connsiteY2596" fmla="*/ 34792 h 560417"/>
              <a:gd name="connsiteX2597" fmla="*/ 320578 w 2491113"/>
              <a:gd name="connsiteY2597" fmla="*/ 35704 h 560417"/>
              <a:gd name="connsiteX2598" fmla="*/ 320302 w 2491113"/>
              <a:gd name="connsiteY2598" fmla="*/ 37443 h 560417"/>
              <a:gd name="connsiteX2599" fmla="*/ 320302 w 2491113"/>
              <a:gd name="connsiteY2599" fmla="*/ 39293 h 560417"/>
              <a:gd name="connsiteX2600" fmla="*/ 320964 w 2491113"/>
              <a:gd name="connsiteY2600" fmla="*/ 41778 h 560417"/>
              <a:gd name="connsiteX2601" fmla="*/ 321102 w 2491113"/>
              <a:gd name="connsiteY2601" fmla="*/ 43766 h 560417"/>
              <a:gd name="connsiteX2602" fmla="*/ 323146 w 2491113"/>
              <a:gd name="connsiteY2602" fmla="*/ 44125 h 560417"/>
              <a:gd name="connsiteX2603" fmla="*/ 324775 w 2491113"/>
              <a:gd name="connsiteY2603" fmla="*/ 44125 h 560417"/>
              <a:gd name="connsiteX2604" fmla="*/ 324775 w 2491113"/>
              <a:gd name="connsiteY2604" fmla="*/ 45644 h 560417"/>
              <a:gd name="connsiteX2605" fmla="*/ 324002 w 2491113"/>
              <a:gd name="connsiteY2605" fmla="*/ 47383 h 560417"/>
              <a:gd name="connsiteX2606" fmla="*/ 319501 w 2491113"/>
              <a:gd name="connsiteY2606" fmla="*/ 52022 h 560417"/>
              <a:gd name="connsiteX2607" fmla="*/ 315028 w 2491113"/>
              <a:gd name="connsiteY2607" fmla="*/ 52685 h 560417"/>
              <a:gd name="connsiteX2608" fmla="*/ 313481 w 2491113"/>
              <a:gd name="connsiteY2608" fmla="*/ 52685 h 560417"/>
              <a:gd name="connsiteX2609" fmla="*/ 309422 w 2491113"/>
              <a:gd name="connsiteY2609" fmla="*/ 53154 h 560417"/>
              <a:gd name="connsiteX2610" fmla="*/ 307683 w 2491113"/>
              <a:gd name="connsiteY2610" fmla="*/ 52547 h 560417"/>
              <a:gd name="connsiteX2611" fmla="*/ 304259 w 2491113"/>
              <a:gd name="connsiteY2611" fmla="*/ 53458 h 560417"/>
              <a:gd name="connsiteX2612" fmla="*/ 303955 w 2491113"/>
              <a:gd name="connsiteY2612" fmla="*/ 55391 h 560417"/>
              <a:gd name="connsiteX2613" fmla="*/ 303955 w 2491113"/>
              <a:gd name="connsiteY2613" fmla="*/ 55281 h 560417"/>
              <a:gd name="connsiteX2614" fmla="*/ 303403 w 2491113"/>
              <a:gd name="connsiteY2614" fmla="*/ 56992 h 560417"/>
              <a:gd name="connsiteX2615" fmla="*/ 305529 w 2491113"/>
              <a:gd name="connsiteY2615" fmla="*/ 60306 h 560417"/>
              <a:gd name="connsiteX2616" fmla="*/ 313454 w 2491113"/>
              <a:gd name="connsiteY2616" fmla="*/ 59367 h 560417"/>
              <a:gd name="connsiteX2617" fmla="*/ 319694 w 2491113"/>
              <a:gd name="connsiteY2617" fmla="*/ 59616 h 560417"/>
              <a:gd name="connsiteX2618" fmla="*/ 323035 w 2491113"/>
              <a:gd name="connsiteY2618" fmla="*/ 60527 h 560417"/>
              <a:gd name="connsiteX2619" fmla="*/ 326073 w 2491113"/>
              <a:gd name="connsiteY2619" fmla="*/ 60831 h 560417"/>
              <a:gd name="connsiteX2620" fmla="*/ 329193 w 2491113"/>
              <a:gd name="connsiteY2620" fmla="*/ 61355 h 560417"/>
              <a:gd name="connsiteX2621" fmla="*/ 332202 w 2491113"/>
              <a:gd name="connsiteY2621" fmla="*/ 62101 h 560417"/>
              <a:gd name="connsiteX2622" fmla="*/ 335433 w 2491113"/>
              <a:gd name="connsiteY2622" fmla="*/ 63205 h 560417"/>
              <a:gd name="connsiteX2623" fmla="*/ 337476 w 2491113"/>
              <a:gd name="connsiteY2623" fmla="*/ 63537 h 560417"/>
              <a:gd name="connsiteX2624" fmla="*/ 339354 w 2491113"/>
              <a:gd name="connsiteY2624" fmla="*/ 64365 h 560417"/>
              <a:gd name="connsiteX2625" fmla="*/ 341176 w 2491113"/>
              <a:gd name="connsiteY2625" fmla="*/ 64696 h 560417"/>
              <a:gd name="connsiteX2626" fmla="*/ 342336 w 2491113"/>
              <a:gd name="connsiteY2626" fmla="*/ 63978 h 560417"/>
              <a:gd name="connsiteX2627" fmla="*/ 343082 w 2491113"/>
              <a:gd name="connsiteY2627" fmla="*/ 63012 h 560417"/>
              <a:gd name="connsiteX2628" fmla="*/ 343082 w 2491113"/>
              <a:gd name="connsiteY2628" fmla="*/ 62294 h 560417"/>
              <a:gd name="connsiteX2629" fmla="*/ 343082 w 2491113"/>
              <a:gd name="connsiteY2629" fmla="*/ 61797 h 560417"/>
              <a:gd name="connsiteX2630" fmla="*/ 343082 w 2491113"/>
              <a:gd name="connsiteY2630" fmla="*/ 60499 h 560417"/>
              <a:gd name="connsiteX2631" fmla="*/ 341591 w 2491113"/>
              <a:gd name="connsiteY2631" fmla="*/ 58539 h 560417"/>
              <a:gd name="connsiteX2632" fmla="*/ 340376 w 2491113"/>
              <a:gd name="connsiteY2632" fmla="*/ 57407 h 560417"/>
              <a:gd name="connsiteX2633" fmla="*/ 339023 w 2491113"/>
              <a:gd name="connsiteY2633" fmla="*/ 56661 h 560417"/>
              <a:gd name="connsiteX2634" fmla="*/ 337670 w 2491113"/>
              <a:gd name="connsiteY2634" fmla="*/ 56468 h 560417"/>
              <a:gd name="connsiteX2635" fmla="*/ 336151 w 2491113"/>
              <a:gd name="connsiteY2635" fmla="*/ 56661 h 560417"/>
              <a:gd name="connsiteX2636" fmla="*/ 330794 w 2491113"/>
              <a:gd name="connsiteY2636" fmla="*/ 55474 h 560417"/>
              <a:gd name="connsiteX2637" fmla="*/ 331374 w 2491113"/>
              <a:gd name="connsiteY2637" fmla="*/ 52464 h 560417"/>
              <a:gd name="connsiteX2638" fmla="*/ 331871 w 2491113"/>
              <a:gd name="connsiteY2638" fmla="*/ 51387 h 560417"/>
              <a:gd name="connsiteX2639" fmla="*/ 332423 w 2491113"/>
              <a:gd name="connsiteY2639" fmla="*/ 50393 h 560417"/>
              <a:gd name="connsiteX2640" fmla="*/ 333086 w 2491113"/>
              <a:gd name="connsiteY2640" fmla="*/ 49454 h 560417"/>
              <a:gd name="connsiteX2641" fmla="*/ 333804 w 2491113"/>
              <a:gd name="connsiteY2641" fmla="*/ 48488 h 560417"/>
              <a:gd name="connsiteX2642" fmla="*/ 333804 w 2491113"/>
              <a:gd name="connsiteY2642" fmla="*/ 45892 h 560417"/>
              <a:gd name="connsiteX2643" fmla="*/ 337200 w 2491113"/>
              <a:gd name="connsiteY2643" fmla="*/ 44595 h 560417"/>
              <a:gd name="connsiteX2644" fmla="*/ 338885 w 2491113"/>
              <a:gd name="connsiteY2644" fmla="*/ 43987 h 560417"/>
              <a:gd name="connsiteX2645" fmla="*/ 341149 w 2491113"/>
              <a:gd name="connsiteY2645" fmla="*/ 42855 h 560417"/>
              <a:gd name="connsiteX2646" fmla="*/ 344076 w 2491113"/>
              <a:gd name="connsiteY2646" fmla="*/ 41254 h 560417"/>
              <a:gd name="connsiteX2647" fmla="*/ 343744 w 2491113"/>
              <a:gd name="connsiteY2647" fmla="*/ 40149 h 560417"/>
              <a:gd name="connsiteX2648" fmla="*/ 343744 w 2491113"/>
              <a:gd name="connsiteY2648" fmla="*/ 38630 h 560417"/>
              <a:gd name="connsiteX2649" fmla="*/ 342640 w 2491113"/>
              <a:gd name="connsiteY2649" fmla="*/ 36808 h 560417"/>
              <a:gd name="connsiteX2650" fmla="*/ 341756 w 2491113"/>
              <a:gd name="connsiteY2650" fmla="*/ 35980 h 560417"/>
              <a:gd name="connsiteX2651" fmla="*/ 340514 w 2491113"/>
              <a:gd name="connsiteY2651" fmla="*/ 35980 h 560417"/>
              <a:gd name="connsiteX2652" fmla="*/ 339105 w 2491113"/>
              <a:gd name="connsiteY2652" fmla="*/ 35814 h 560417"/>
              <a:gd name="connsiteX2653" fmla="*/ 333749 w 2491113"/>
              <a:gd name="connsiteY2653" fmla="*/ 36642 h 560417"/>
              <a:gd name="connsiteX2654" fmla="*/ 332893 w 2491113"/>
              <a:gd name="connsiteY2654" fmla="*/ 36642 h 560417"/>
              <a:gd name="connsiteX2655" fmla="*/ 331678 w 2491113"/>
              <a:gd name="connsiteY2655" fmla="*/ 36642 h 560417"/>
              <a:gd name="connsiteX2656" fmla="*/ 324940 w 2491113"/>
              <a:gd name="connsiteY2656" fmla="*/ 36118 h 560417"/>
              <a:gd name="connsiteX2657" fmla="*/ 322400 w 2491113"/>
              <a:gd name="connsiteY2657" fmla="*/ 34792 h 560417"/>
              <a:gd name="connsiteX2658" fmla="*/ 234925 w 2491113"/>
              <a:gd name="connsiteY2658" fmla="*/ 32887 h 560417"/>
              <a:gd name="connsiteX2659" fmla="*/ 232743 w 2491113"/>
              <a:gd name="connsiteY2659" fmla="*/ 33356 h 560417"/>
              <a:gd name="connsiteX2660" fmla="*/ 225509 w 2491113"/>
              <a:gd name="connsiteY2660" fmla="*/ 38161 h 560417"/>
              <a:gd name="connsiteX2661" fmla="*/ 223742 w 2491113"/>
              <a:gd name="connsiteY2661" fmla="*/ 38603 h 560417"/>
              <a:gd name="connsiteX2662" fmla="*/ 222499 w 2491113"/>
              <a:gd name="connsiteY2662" fmla="*/ 39624 h 560417"/>
              <a:gd name="connsiteX2663" fmla="*/ 222002 w 2491113"/>
              <a:gd name="connsiteY2663" fmla="*/ 40701 h 560417"/>
              <a:gd name="connsiteX2664" fmla="*/ 221229 w 2491113"/>
              <a:gd name="connsiteY2664" fmla="*/ 41336 h 560417"/>
              <a:gd name="connsiteX2665" fmla="*/ 221919 w 2491113"/>
              <a:gd name="connsiteY2665" fmla="*/ 43131 h 560417"/>
              <a:gd name="connsiteX2666" fmla="*/ 222803 w 2491113"/>
              <a:gd name="connsiteY2666" fmla="*/ 43545 h 560417"/>
              <a:gd name="connsiteX2667" fmla="*/ 223935 w 2491113"/>
              <a:gd name="connsiteY2667" fmla="*/ 44484 h 560417"/>
              <a:gd name="connsiteX2668" fmla="*/ 225564 w 2491113"/>
              <a:gd name="connsiteY2668" fmla="*/ 44843 h 560417"/>
              <a:gd name="connsiteX2669" fmla="*/ 227055 w 2491113"/>
              <a:gd name="connsiteY2669" fmla="*/ 45892 h 560417"/>
              <a:gd name="connsiteX2670" fmla="*/ 227055 w 2491113"/>
              <a:gd name="connsiteY2670" fmla="*/ 48654 h 560417"/>
              <a:gd name="connsiteX2671" fmla="*/ 225564 w 2491113"/>
              <a:gd name="connsiteY2671" fmla="*/ 50283 h 560417"/>
              <a:gd name="connsiteX2672" fmla="*/ 224322 w 2491113"/>
              <a:gd name="connsiteY2672" fmla="*/ 50283 h 560417"/>
              <a:gd name="connsiteX2673" fmla="*/ 222803 w 2491113"/>
              <a:gd name="connsiteY2673" fmla="*/ 52381 h 560417"/>
              <a:gd name="connsiteX2674" fmla="*/ 224184 w 2491113"/>
              <a:gd name="connsiteY2674" fmla="*/ 54204 h 560417"/>
              <a:gd name="connsiteX2675" fmla="*/ 224838 w 2491113"/>
              <a:gd name="connsiteY2675" fmla="*/ 54959 h 560417"/>
              <a:gd name="connsiteX2676" fmla="*/ 225316 w 2491113"/>
              <a:gd name="connsiteY2676" fmla="*/ 55860 h 560417"/>
              <a:gd name="connsiteX2677" fmla="*/ 225316 w 2491113"/>
              <a:gd name="connsiteY2677" fmla="*/ 57213 h 560417"/>
              <a:gd name="connsiteX2678" fmla="*/ 225316 w 2491113"/>
              <a:gd name="connsiteY2678" fmla="*/ 58263 h 560417"/>
              <a:gd name="connsiteX2679" fmla="*/ 224460 w 2491113"/>
              <a:gd name="connsiteY2679" fmla="*/ 59478 h 560417"/>
              <a:gd name="connsiteX2680" fmla="*/ 223190 w 2491113"/>
              <a:gd name="connsiteY2680" fmla="*/ 60720 h 560417"/>
              <a:gd name="connsiteX2681" fmla="*/ 221008 w 2491113"/>
              <a:gd name="connsiteY2681" fmla="*/ 63481 h 560417"/>
              <a:gd name="connsiteX2682" fmla="*/ 221809 w 2491113"/>
              <a:gd name="connsiteY2682" fmla="*/ 65966 h 560417"/>
              <a:gd name="connsiteX2683" fmla="*/ 222996 w 2491113"/>
              <a:gd name="connsiteY2683" fmla="*/ 67209 h 560417"/>
              <a:gd name="connsiteX2684" fmla="*/ 223852 w 2491113"/>
              <a:gd name="connsiteY2684" fmla="*/ 68507 h 560417"/>
              <a:gd name="connsiteX2685" fmla="*/ 225509 w 2491113"/>
              <a:gd name="connsiteY2685" fmla="*/ 68728 h 560417"/>
              <a:gd name="connsiteX2686" fmla="*/ 226641 w 2491113"/>
              <a:gd name="connsiteY2686" fmla="*/ 68534 h 560417"/>
              <a:gd name="connsiteX2687" fmla="*/ 229099 w 2491113"/>
              <a:gd name="connsiteY2687" fmla="*/ 65773 h 560417"/>
              <a:gd name="connsiteX2688" fmla="*/ 234455 w 2491113"/>
              <a:gd name="connsiteY2688" fmla="*/ 62073 h 560417"/>
              <a:gd name="connsiteX2689" fmla="*/ 237382 w 2491113"/>
              <a:gd name="connsiteY2689" fmla="*/ 57351 h 560417"/>
              <a:gd name="connsiteX2690" fmla="*/ 236802 w 2491113"/>
              <a:gd name="connsiteY2690" fmla="*/ 56026 h 560417"/>
              <a:gd name="connsiteX2691" fmla="*/ 235449 w 2491113"/>
              <a:gd name="connsiteY2691" fmla="*/ 55391 h 560417"/>
              <a:gd name="connsiteX2692" fmla="*/ 234069 w 2491113"/>
              <a:gd name="connsiteY2692" fmla="*/ 55584 h 560417"/>
              <a:gd name="connsiteX2693" fmla="*/ 233682 w 2491113"/>
              <a:gd name="connsiteY2693" fmla="*/ 54204 h 560417"/>
              <a:gd name="connsiteX2694" fmla="*/ 236885 w 2491113"/>
              <a:gd name="connsiteY2694" fmla="*/ 50172 h 560417"/>
              <a:gd name="connsiteX2695" fmla="*/ 237051 w 2491113"/>
              <a:gd name="connsiteY2695" fmla="*/ 49399 h 560417"/>
              <a:gd name="connsiteX2696" fmla="*/ 236029 w 2491113"/>
              <a:gd name="connsiteY2696" fmla="*/ 47687 h 560417"/>
              <a:gd name="connsiteX2697" fmla="*/ 235449 w 2491113"/>
              <a:gd name="connsiteY2697" fmla="*/ 46583 h 560417"/>
              <a:gd name="connsiteX2698" fmla="*/ 234207 w 2491113"/>
              <a:gd name="connsiteY2698" fmla="*/ 46804 h 560417"/>
              <a:gd name="connsiteX2699" fmla="*/ 233848 w 2491113"/>
              <a:gd name="connsiteY2699" fmla="*/ 45174 h 560417"/>
              <a:gd name="connsiteX2700" fmla="*/ 233710 w 2491113"/>
              <a:gd name="connsiteY2700" fmla="*/ 42772 h 560417"/>
              <a:gd name="connsiteX2701" fmla="*/ 235339 w 2491113"/>
              <a:gd name="connsiteY2701" fmla="*/ 40370 h 560417"/>
              <a:gd name="connsiteX2702" fmla="*/ 236278 w 2491113"/>
              <a:gd name="connsiteY2702" fmla="*/ 38686 h 560417"/>
              <a:gd name="connsiteX2703" fmla="*/ 236609 w 2491113"/>
              <a:gd name="connsiteY2703" fmla="*/ 36477 h 560417"/>
              <a:gd name="connsiteX2704" fmla="*/ 236609 w 2491113"/>
              <a:gd name="connsiteY2704" fmla="*/ 34544 h 560417"/>
              <a:gd name="connsiteX2705" fmla="*/ 234925 w 2491113"/>
              <a:gd name="connsiteY2705" fmla="*/ 32887 h 560417"/>
              <a:gd name="connsiteX2706" fmla="*/ 253287 w 2491113"/>
              <a:gd name="connsiteY2706" fmla="*/ 32445 h 560417"/>
              <a:gd name="connsiteX2707" fmla="*/ 253618 w 2491113"/>
              <a:gd name="connsiteY2707" fmla="*/ 33798 h 560417"/>
              <a:gd name="connsiteX2708" fmla="*/ 252569 w 2491113"/>
              <a:gd name="connsiteY2708" fmla="*/ 35814 h 560417"/>
              <a:gd name="connsiteX2709" fmla="*/ 250636 w 2491113"/>
              <a:gd name="connsiteY2709" fmla="*/ 35980 h 560417"/>
              <a:gd name="connsiteX2710" fmla="*/ 249890 w 2491113"/>
              <a:gd name="connsiteY2710" fmla="*/ 34351 h 560417"/>
              <a:gd name="connsiteX2711" fmla="*/ 253287 w 2491113"/>
              <a:gd name="connsiteY2711" fmla="*/ 32445 h 560417"/>
              <a:gd name="connsiteX2712" fmla="*/ 254695 w 2491113"/>
              <a:gd name="connsiteY2712" fmla="*/ 26950 h 560417"/>
              <a:gd name="connsiteX2713" fmla="*/ 247985 w 2491113"/>
              <a:gd name="connsiteY2713" fmla="*/ 30209 h 560417"/>
              <a:gd name="connsiteX2714" fmla="*/ 245693 w 2491113"/>
              <a:gd name="connsiteY2714" fmla="*/ 30761 h 560417"/>
              <a:gd name="connsiteX2715" fmla="*/ 242932 w 2491113"/>
              <a:gd name="connsiteY2715" fmla="*/ 32390 h 560417"/>
              <a:gd name="connsiteX2716" fmla="*/ 241276 w 2491113"/>
              <a:gd name="connsiteY2716" fmla="*/ 33191 h 560417"/>
              <a:gd name="connsiteX2717" fmla="*/ 239978 w 2491113"/>
              <a:gd name="connsiteY2717" fmla="*/ 33522 h 560417"/>
              <a:gd name="connsiteX2718" fmla="*/ 238459 w 2491113"/>
              <a:gd name="connsiteY2718" fmla="*/ 32859 h 560417"/>
              <a:gd name="connsiteX2719" fmla="*/ 237686 w 2491113"/>
              <a:gd name="connsiteY2719" fmla="*/ 35234 h 560417"/>
              <a:gd name="connsiteX2720" fmla="*/ 237686 w 2491113"/>
              <a:gd name="connsiteY2720" fmla="*/ 37526 h 560417"/>
              <a:gd name="connsiteX2721" fmla="*/ 237603 w 2491113"/>
              <a:gd name="connsiteY2721" fmla="*/ 37415 h 560417"/>
              <a:gd name="connsiteX2722" fmla="*/ 237686 w 2491113"/>
              <a:gd name="connsiteY2722" fmla="*/ 38934 h 560417"/>
              <a:gd name="connsiteX2723" fmla="*/ 238432 w 2491113"/>
              <a:gd name="connsiteY2723" fmla="*/ 40563 h 560417"/>
              <a:gd name="connsiteX2724" fmla="*/ 239398 w 2491113"/>
              <a:gd name="connsiteY2724" fmla="*/ 44484 h 560417"/>
              <a:gd name="connsiteX2725" fmla="*/ 238901 w 2491113"/>
              <a:gd name="connsiteY2725" fmla="*/ 47052 h 560417"/>
              <a:gd name="connsiteX2726" fmla="*/ 239564 w 2491113"/>
              <a:gd name="connsiteY2726" fmla="*/ 48626 h 560417"/>
              <a:gd name="connsiteX2727" fmla="*/ 240558 w 2491113"/>
              <a:gd name="connsiteY2727" fmla="*/ 49979 h 560417"/>
              <a:gd name="connsiteX2728" fmla="*/ 241027 w 2491113"/>
              <a:gd name="connsiteY2728" fmla="*/ 50945 h 560417"/>
              <a:gd name="connsiteX2729" fmla="*/ 241552 w 2491113"/>
              <a:gd name="connsiteY2729" fmla="*/ 51553 h 560417"/>
              <a:gd name="connsiteX2730" fmla="*/ 242463 w 2491113"/>
              <a:gd name="connsiteY2730" fmla="*/ 51553 h 560417"/>
              <a:gd name="connsiteX2731" fmla="*/ 243512 w 2491113"/>
              <a:gd name="connsiteY2731" fmla="*/ 51166 h 560417"/>
              <a:gd name="connsiteX2732" fmla="*/ 244644 w 2491113"/>
              <a:gd name="connsiteY2732" fmla="*/ 50642 h 560417"/>
              <a:gd name="connsiteX2733" fmla="*/ 245583 w 2491113"/>
              <a:gd name="connsiteY2733" fmla="*/ 50642 h 560417"/>
              <a:gd name="connsiteX2734" fmla="*/ 245583 w 2491113"/>
              <a:gd name="connsiteY2734" fmla="*/ 52188 h 560417"/>
              <a:gd name="connsiteX2735" fmla="*/ 244976 w 2491113"/>
              <a:gd name="connsiteY2735" fmla="*/ 52878 h 560417"/>
              <a:gd name="connsiteX2736" fmla="*/ 244258 w 2491113"/>
              <a:gd name="connsiteY2736" fmla="*/ 53016 h 560417"/>
              <a:gd name="connsiteX2737" fmla="*/ 243485 w 2491113"/>
              <a:gd name="connsiteY2737" fmla="*/ 53265 h 560417"/>
              <a:gd name="connsiteX2738" fmla="*/ 242739 w 2491113"/>
              <a:gd name="connsiteY2738" fmla="*/ 53127 h 560417"/>
              <a:gd name="connsiteX2739" fmla="*/ 242159 w 2491113"/>
              <a:gd name="connsiteY2739" fmla="*/ 54176 h 560417"/>
              <a:gd name="connsiteX2740" fmla="*/ 242159 w 2491113"/>
              <a:gd name="connsiteY2740" fmla="*/ 55474 h 560417"/>
              <a:gd name="connsiteX2741" fmla="*/ 242159 w 2491113"/>
              <a:gd name="connsiteY2741" fmla="*/ 56551 h 560417"/>
              <a:gd name="connsiteX2742" fmla="*/ 243319 w 2491113"/>
              <a:gd name="connsiteY2742" fmla="*/ 56937 h 560417"/>
              <a:gd name="connsiteX2743" fmla="*/ 244617 w 2491113"/>
              <a:gd name="connsiteY2743" fmla="*/ 56937 h 560417"/>
              <a:gd name="connsiteX2744" fmla="*/ 245252 w 2491113"/>
              <a:gd name="connsiteY2744" fmla="*/ 57766 h 560417"/>
              <a:gd name="connsiteX2745" fmla="*/ 242297 w 2491113"/>
              <a:gd name="connsiteY2745" fmla="*/ 59588 h 560417"/>
              <a:gd name="connsiteX2746" fmla="*/ 239950 w 2491113"/>
              <a:gd name="connsiteY2746" fmla="*/ 60775 h 560417"/>
              <a:gd name="connsiteX2747" fmla="*/ 239039 w 2491113"/>
              <a:gd name="connsiteY2747" fmla="*/ 60499 h 560417"/>
              <a:gd name="connsiteX2748" fmla="*/ 238432 w 2491113"/>
              <a:gd name="connsiteY2748" fmla="*/ 61134 h 560417"/>
              <a:gd name="connsiteX2749" fmla="*/ 238017 w 2491113"/>
              <a:gd name="connsiteY2749" fmla="*/ 62515 h 560417"/>
              <a:gd name="connsiteX2750" fmla="*/ 238017 w 2491113"/>
              <a:gd name="connsiteY2750" fmla="*/ 63647 h 560417"/>
              <a:gd name="connsiteX2751" fmla="*/ 238763 w 2491113"/>
              <a:gd name="connsiteY2751" fmla="*/ 66022 h 560417"/>
              <a:gd name="connsiteX2752" fmla="*/ 240723 w 2491113"/>
              <a:gd name="connsiteY2752" fmla="*/ 66712 h 560417"/>
              <a:gd name="connsiteX2753" fmla="*/ 243485 w 2491113"/>
              <a:gd name="connsiteY2753" fmla="*/ 65442 h 560417"/>
              <a:gd name="connsiteX2754" fmla="*/ 246246 w 2491113"/>
              <a:gd name="connsiteY2754" fmla="*/ 64751 h 560417"/>
              <a:gd name="connsiteX2755" fmla="*/ 249007 w 2491113"/>
              <a:gd name="connsiteY2755" fmla="*/ 63840 h 560417"/>
              <a:gd name="connsiteX2756" fmla="*/ 251188 w 2491113"/>
              <a:gd name="connsiteY2756" fmla="*/ 63150 h 560417"/>
              <a:gd name="connsiteX2757" fmla="*/ 253149 w 2491113"/>
              <a:gd name="connsiteY2757" fmla="*/ 62681 h 560417"/>
              <a:gd name="connsiteX2758" fmla="*/ 255441 w 2491113"/>
              <a:gd name="connsiteY2758" fmla="*/ 62487 h 560417"/>
              <a:gd name="connsiteX2759" fmla="*/ 259582 w 2491113"/>
              <a:gd name="connsiteY2759" fmla="*/ 61742 h 560417"/>
              <a:gd name="connsiteX2760" fmla="*/ 262206 w 2491113"/>
              <a:gd name="connsiteY2760" fmla="*/ 61742 h 560417"/>
              <a:gd name="connsiteX2761" fmla="*/ 264415 w 2491113"/>
              <a:gd name="connsiteY2761" fmla="*/ 57351 h 560417"/>
              <a:gd name="connsiteX2762" fmla="*/ 262537 w 2491113"/>
              <a:gd name="connsiteY2762" fmla="*/ 55087 h 560417"/>
              <a:gd name="connsiteX2763" fmla="*/ 260659 w 2491113"/>
              <a:gd name="connsiteY2763" fmla="*/ 55391 h 560417"/>
              <a:gd name="connsiteX2764" fmla="*/ 258533 w 2491113"/>
              <a:gd name="connsiteY2764" fmla="*/ 56136 h 560417"/>
              <a:gd name="connsiteX2765" fmla="*/ 256766 w 2491113"/>
              <a:gd name="connsiteY2765" fmla="*/ 56302 h 560417"/>
              <a:gd name="connsiteX2766" fmla="*/ 254502 w 2491113"/>
              <a:gd name="connsiteY2766" fmla="*/ 57075 h 560417"/>
              <a:gd name="connsiteX2767" fmla="*/ 253563 w 2491113"/>
              <a:gd name="connsiteY2767" fmla="*/ 56523 h 560417"/>
              <a:gd name="connsiteX2768" fmla="*/ 253950 w 2491113"/>
              <a:gd name="connsiteY2768" fmla="*/ 55419 h 560417"/>
              <a:gd name="connsiteX2769" fmla="*/ 255634 w 2491113"/>
              <a:gd name="connsiteY2769" fmla="*/ 54535 h 560417"/>
              <a:gd name="connsiteX2770" fmla="*/ 256987 w 2491113"/>
              <a:gd name="connsiteY2770" fmla="*/ 53237 h 560417"/>
              <a:gd name="connsiteX2771" fmla="*/ 257153 w 2491113"/>
              <a:gd name="connsiteY2771" fmla="*/ 52326 h 560417"/>
              <a:gd name="connsiteX2772" fmla="*/ 256407 w 2491113"/>
              <a:gd name="connsiteY2772" fmla="*/ 50227 h 560417"/>
              <a:gd name="connsiteX2773" fmla="*/ 255606 w 2491113"/>
              <a:gd name="connsiteY2773" fmla="*/ 49565 h 560417"/>
              <a:gd name="connsiteX2774" fmla="*/ 253839 w 2491113"/>
              <a:gd name="connsiteY2774" fmla="*/ 49261 h 560417"/>
              <a:gd name="connsiteX2775" fmla="*/ 252707 w 2491113"/>
              <a:gd name="connsiteY2775" fmla="*/ 50007 h 560417"/>
              <a:gd name="connsiteX2776" fmla="*/ 251216 w 2491113"/>
              <a:gd name="connsiteY2776" fmla="*/ 50476 h 560417"/>
              <a:gd name="connsiteX2777" fmla="*/ 250995 w 2491113"/>
              <a:gd name="connsiteY2777" fmla="*/ 48930 h 560417"/>
              <a:gd name="connsiteX2778" fmla="*/ 252900 w 2491113"/>
              <a:gd name="connsiteY2778" fmla="*/ 48046 h 560417"/>
              <a:gd name="connsiteX2779" fmla="*/ 254198 w 2491113"/>
              <a:gd name="connsiteY2779" fmla="*/ 47411 h 560417"/>
              <a:gd name="connsiteX2780" fmla="*/ 255496 w 2491113"/>
              <a:gd name="connsiteY2780" fmla="*/ 47190 h 560417"/>
              <a:gd name="connsiteX2781" fmla="*/ 256380 w 2491113"/>
              <a:gd name="connsiteY2781" fmla="*/ 46003 h 560417"/>
              <a:gd name="connsiteX2782" fmla="*/ 258616 w 2491113"/>
              <a:gd name="connsiteY2782" fmla="*/ 38962 h 560417"/>
              <a:gd name="connsiteX2783" fmla="*/ 259803 w 2491113"/>
              <a:gd name="connsiteY2783" fmla="*/ 37139 h 560417"/>
              <a:gd name="connsiteX2784" fmla="*/ 260908 w 2491113"/>
              <a:gd name="connsiteY2784" fmla="*/ 34157 h 560417"/>
              <a:gd name="connsiteX2785" fmla="*/ 261073 w 2491113"/>
              <a:gd name="connsiteY2785" fmla="*/ 32362 h 560417"/>
              <a:gd name="connsiteX2786" fmla="*/ 261709 w 2491113"/>
              <a:gd name="connsiteY2786" fmla="*/ 30374 h 560417"/>
              <a:gd name="connsiteX2787" fmla="*/ 260300 w 2491113"/>
              <a:gd name="connsiteY2787" fmla="*/ 28331 h 560417"/>
              <a:gd name="connsiteX2788" fmla="*/ 259582 w 2491113"/>
              <a:gd name="connsiteY2788" fmla="*/ 27116 h 560417"/>
              <a:gd name="connsiteX2789" fmla="*/ 256407 w 2491113"/>
              <a:gd name="connsiteY2789" fmla="*/ 27337 h 560417"/>
              <a:gd name="connsiteX2790" fmla="*/ 254695 w 2491113"/>
              <a:gd name="connsiteY2790" fmla="*/ 26950 h 560417"/>
              <a:gd name="connsiteX2791" fmla="*/ 280209 w 2491113"/>
              <a:gd name="connsiteY2791" fmla="*/ 9941 h 560417"/>
              <a:gd name="connsiteX2792" fmla="*/ 550366 w 2491113"/>
              <a:gd name="connsiteY2792" fmla="*/ 280209 h 560417"/>
              <a:gd name="connsiteX2793" fmla="*/ 550366 w 2491113"/>
              <a:gd name="connsiteY2793" fmla="*/ 280320 h 560417"/>
              <a:gd name="connsiteX2794" fmla="*/ 279988 w 2491113"/>
              <a:gd name="connsiteY2794" fmla="*/ 550477 h 560417"/>
              <a:gd name="connsiteX2795" fmla="*/ 9830 w 2491113"/>
              <a:gd name="connsiteY2795" fmla="*/ 280099 h 560417"/>
              <a:gd name="connsiteX2796" fmla="*/ 280209 w 2491113"/>
              <a:gd name="connsiteY2796" fmla="*/ 9941 h 560417"/>
              <a:gd name="connsiteX2797" fmla="*/ 280209 w 2491113"/>
              <a:gd name="connsiteY2797" fmla="*/ 6268 h 560417"/>
              <a:gd name="connsiteX2798" fmla="*/ 6268 w 2491113"/>
              <a:gd name="connsiteY2798" fmla="*/ 280209 h 560417"/>
              <a:gd name="connsiteX2799" fmla="*/ 280209 w 2491113"/>
              <a:gd name="connsiteY2799" fmla="*/ 554149 h 560417"/>
              <a:gd name="connsiteX2800" fmla="*/ 554149 w 2491113"/>
              <a:gd name="connsiteY2800" fmla="*/ 280209 h 560417"/>
              <a:gd name="connsiteX2801" fmla="*/ 280209 w 2491113"/>
              <a:gd name="connsiteY2801" fmla="*/ 6268 h 560417"/>
              <a:gd name="connsiteX2802" fmla="*/ 280209 w 2491113"/>
              <a:gd name="connsiteY2802" fmla="*/ 0 h 560417"/>
              <a:gd name="connsiteX2803" fmla="*/ 560417 w 2491113"/>
              <a:gd name="connsiteY2803" fmla="*/ 280209 h 560417"/>
              <a:gd name="connsiteX2804" fmla="*/ 280209 w 2491113"/>
              <a:gd name="connsiteY2804" fmla="*/ 560417 h 560417"/>
              <a:gd name="connsiteX2805" fmla="*/ 0 w 2491113"/>
              <a:gd name="connsiteY2805" fmla="*/ 280209 h 560417"/>
              <a:gd name="connsiteX2806" fmla="*/ 280209 w 2491113"/>
              <a:gd name="connsiteY2806" fmla="*/ 0 h 560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2491113" h="560417">
                <a:moveTo>
                  <a:pt x="327812" y="506215"/>
                </a:moveTo>
                <a:cubicBezTo>
                  <a:pt x="329507" y="508051"/>
                  <a:pt x="330595" y="510365"/>
                  <a:pt x="330932" y="512842"/>
                </a:cubicBezTo>
                <a:cubicBezTo>
                  <a:pt x="331531" y="515206"/>
                  <a:pt x="331376" y="517696"/>
                  <a:pt x="330490" y="519966"/>
                </a:cubicBezTo>
                <a:cubicBezTo>
                  <a:pt x="330236" y="520488"/>
                  <a:pt x="329910" y="520974"/>
                  <a:pt x="329524" y="521407"/>
                </a:cubicBezTo>
                <a:cubicBezTo>
                  <a:pt x="327204" y="523997"/>
                  <a:pt x="323222" y="524218"/>
                  <a:pt x="320632" y="521899"/>
                </a:cubicBezTo>
                <a:cubicBezTo>
                  <a:pt x="318959" y="520115"/>
                  <a:pt x="317879" y="517859"/>
                  <a:pt x="317540" y="515438"/>
                </a:cubicBezTo>
                <a:cubicBezTo>
                  <a:pt x="316930" y="513011"/>
                  <a:pt x="317084" y="510456"/>
                  <a:pt x="317982" y="508120"/>
                </a:cubicBezTo>
                <a:cubicBezTo>
                  <a:pt x="318258" y="507530"/>
                  <a:pt x="318625" y="506986"/>
                  <a:pt x="319070" y="506511"/>
                </a:cubicBezTo>
                <a:cubicBezTo>
                  <a:pt x="321403" y="504014"/>
                  <a:pt x="325315" y="503882"/>
                  <a:pt x="327812" y="506215"/>
                </a:cubicBezTo>
                <a:close/>
                <a:moveTo>
                  <a:pt x="290260" y="504420"/>
                </a:moveTo>
                <a:lnTo>
                  <a:pt x="271787" y="504751"/>
                </a:lnTo>
                <a:lnTo>
                  <a:pt x="272284" y="532032"/>
                </a:lnTo>
                <a:lnTo>
                  <a:pt x="290839" y="531673"/>
                </a:lnTo>
                <a:lnTo>
                  <a:pt x="290839" y="529243"/>
                </a:lnTo>
                <a:lnTo>
                  <a:pt x="290839" y="526841"/>
                </a:lnTo>
                <a:lnTo>
                  <a:pt x="277033" y="527090"/>
                </a:lnTo>
                <a:lnTo>
                  <a:pt x="277033" y="519993"/>
                </a:lnTo>
                <a:lnTo>
                  <a:pt x="289293" y="519772"/>
                </a:lnTo>
                <a:lnTo>
                  <a:pt x="289293" y="517425"/>
                </a:lnTo>
                <a:lnTo>
                  <a:pt x="289293" y="515078"/>
                </a:lnTo>
                <a:lnTo>
                  <a:pt x="277033" y="515299"/>
                </a:lnTo>
                <a:lnTo>
                  <a:pt x="277033" y="509501"/>
                </a:lnTo>
                <a:lnTo>
                  <a:pt x="290260" y="509280"/>
                </a:lnTo>
                <a:lnTo>
                  <a:pt x="290260" y="506850"/>
                </a:lnTo>
                <a:close/>
                <a:moveTo>
                  <a:pt x="244976" y="502322"/>
                </a:moveTo>
                <a:lnTo>
                  <a:pt x="244672" y="504724"/>
                </a:lnTo>
                <a:lnTo>
                  <a:pt x="244396" y="507126"/>
                </a:lnTo>
                <a:lnTo>
                  <a:pt x="251906" y="508037"/>
                </a:lnTo>
                <a:lnTo>
                  <a:pt x="249145" y="530293"/>
                </a:lnTo>
                <a:lnTo>
                  <a:pt x="251906" y="530624"/>
                </a:lnTo>
                <a:lnTo>
                  <a:pt x="254474" y="530928"/>
                </a:lnTo>
                <a:lnTo>
                  <a:pt x="257235" y="508672"/>
                </a:lnTo>
                <a:lnTo>
                  <a:pt x="264774" y="509611"/>
                </a:lnTo>
                <a:lnTo>
                  <a:pt x="265050" y="507181"/>
                </a:lnTo>
                <a:lnTo>
                  <a:pt x="265215" y="504807"/>
                </a:lnTo>
                <a:close/>
                <a:moveTo>
                  <a:pt x="320986" y="500126"/>
                </a:moveTo>
                <a:cubicBezTo>
                  <a:pt x="318045" y="500862"/>
                  <a:pt x="315385" y="502720"/>
                  <a:pt x="313702" y="505525"/>
                </a:cubicBezTo>
                <a:cubicBezTo>
                  <a:pt x="312018" y="508951"/>
                  <a:pt x="311598" y="512864"/>
                  <a:pt x="312515" y="516569"/>
                </a:cubicBezTo>
                <a:cubicBezTo>
                  <a:pt x="313037" y="520283"/>
                  <a:pt x="314881" y="523685"/>
                  <a:pt x="317706" y="526151"/>
                </a:cubicBezTo>
                <a:cubicBezTo>
                  <a:pt x="317963" y="526339"/>
                  <a:pt x="318228" y="526518"/>
                  <a:pt x="318498" y="526687"/>
                </a:cubicBezTo>
                <a:cubicBezTo>
                  <a:pt x="324131" y="530163"/>
                  <a:pt x="331515" y="528415"/>
                  <a:pt x="334991" y="522782"/>
                </a:cubicBezTo>
                <a:cubicBezTo>
                  <a:pt x="336689" y="519438"/>
                  <a:pt x="337112" y="515592"/>
                  <a:pt x="336179" y="511958"/>
                </a:cubicBezTo>
                <a:cubicBezTo>
                  <a:pt x="335673" y="508175"/>
                  <a:pt x="333832" y="504699"/>
                  <a:pt x="330987" y="502156"/>
                </a:cubicBezTo>
                <a:cubicBezTo>
                  <a:pt x="330656" y="501905"/>
                  <a:pt x="330311" y="501673"/>
                  <a:pt x="329955" y="501460"/>
                </a:cubicBezTo>
                <a:cubicBezTo>
                  <a:pt x="327150" y="499777"/>
                  <a:pt x="323928" y="499391"/>
                  <a:pt x="320986" y="500126"/>
                </a:cubicBezTo>
                <a:close/>
                <a:moveTo>
                  <a:pt x="1026263" y="498503"/>
                </a:moveTo>
                <a:lnTo>
                  <a:pt x="1026826" y="498753"/>
                </a:lnTo>
                <a:lnTo>
                  <a:pt x="1026153" y="498561"/>
                </a:lnTo>
                <a:close/>
                <a:moveTo>
                  <a:pt x="219462" y="496468"/>
                </a:moveTo>
                <a:lnTo>
                  <a:pt x="215348" y="513035"/>
                </a:lnTo>
                <a:cubicBezTo>
                  <a:pt x="214412" y="515876"/>
                  <a:pt x="214558" y="518966"/>
                  <a:pt x="215762" y="521705"/>
                </a:cubicBezTo>
                <a:cubicBezTo>
                  <a:pt x="217275" y="524094"/>
                  <a:pt x="219738" y="525720"/>
                  <a:pt x="222527" y="526178"/>
                </a:cubicBezTo>
                <a:cubicBezTo>
                  <a:pt x="225211" y="527123"/>
                  <a:pt x="228168" y="526891"/>
                  <a:pt x="230672" y="525543"/>
                </a:cubicBezTo>
                <a:cubicBezTo>
                  <a:pt x="233006" y="523622"/>
                  <a:pt x="234549" y="520910"/>
                  <a:pt x="235008" y="517922"/>
                </a:cubicBezTo>
                <a:lnTo>
                  <a:pt x="239011" y="501355"/>
                </a:lnTo>
                <a:lnTo>
                  <a:pt x="236471" y="500720"/>
                </a:lnTo>
                <a:lnTo>
                  <a:pt x="233931" y="500113"/>
                </a:lnTo>
                <a:lnTo>
                  <a:pt x="229761" y="516680"/>
                </a:lnTo>
                <a:cubicBezTo>
                  <a:pt x="229518" y="518259"/>
                  <a:pt x="228751" y="519709"/>
                  <a:pt x="227580" y="520794"/>
                </a:cubicBezTo>
                <a:cubicBezTo>
                  <a:pt x="226384" y="521523"/>
                  <a:pt x="224918" y="521667"/>
                  <a:pt x="223604" y="521181"/>
                </a:cubicBezTo>
                <a:cubicBezTo>
                  <a:pt x="222240" y="520949"/>
                  <a:pt x="221061" y="520104"/>
                  <a:pt x="220401" y="518889"/>
                </a:cubicBezTo>
                <a:cubicBezTo>
                  <a:pt x="219873" y="517406"/>
                  <a:pt x="219873" y="515788"/>
                  <a:pt x="220401" y="514305"/>
                </a:cubicBezTo>
                <a:lnTo>
                  <a:pt x="224543" y="497738"/>
                </a:lnTo>
                <a:lnTo>
                  <a:pt x="222002" y="497103"/>
                </a:lnTo>
                <a:close/>
                <a:moveTo>
                  <a:pt x="358020" y="491056"/>
                </a:moveTo>
                <a:lnTo>
                  <a:pt x="341038" y="496578"/>
                </a:lnTo>
                <a:lnTo>
                  <a:pt x="349322" y="522506"/>
                </a:lnTo>
                <a:lnTo>
                  <a:pt x="351835" y="521678"/>
                </a:lnTo>
                <a:lnTo>
                  <a:pt x="354320" y="520877"/>
                </a:lnTo>
                <a:lnTo>
                  <a:pt x="350868" y="509915"/>
                </a:lnTo>
                <a:lnTo>
                  <a:pt x="361333" y="506519"/>
                </a:lnTo>
                <a:lnTo>
                  <a:pt x="360615" y="504282"/>
                </a:lnTo>
                <a:lnTo>
                  <a:pt x="359870" y="502045"/>
                </a:lnTo>
                <a:lnTo>
                  <a:pt x="349432" y="505442"/>
                </a:lnTo>
                <a:lnTo>
                  <a:pt x="347527" y="499560"/>
                </a:lnTo>
                <a:lnTo>
                  <a:pt x="359511" y="495667"/>
                </a:lnTo>
                <a:lnTo>
                  <a:pt x="358765" y="493348"/>
                </a:lnTo>
                <a:close/>
                <a:moveTo>
                  <a:pt x="194418" y="487936"/>
                </a:moveTo>
                <a:lnTo>
                  <a:pt x="193617" y="490227"/>
                </a:lnTo>
                <a:lnTo>
                  <a:pt x="192844" y="492519"/>
                </a:lnTo>
                <a:lnTo>
                  <a:pt x="199995" y="494977"/>
                </a:lnTo>
                <a:lnTo>
                  <a:pt x="192706" y="516183"/>
                </a:lnTo>
                <a:lnTo>
                  <a:pt x="195191" y="517039"/>
                </a:lnTo>
                <a:lnTo>
                  <a:pt x="197648" y="517895"/>
                </a:lnTo>
                <a:lnTo>
                  <a:pt x="204938" y="496689"/>
                </a:lnTo>
                <a:lnTo>
                  <a:pt x="212117" y="499146"/>
                </a:lnTo>
                <a:lnTo>
                  <a:pt x="212918" y="496854"/>
                </a:lnTo>
                <a:lnTo>
                  <a:pt x="213746" y="494590"/>
                </a:lnTo>
                <a:close/>
                <a:moveTo>
                  <a:pt x="184505" y="483076"/>
                </a:moveTo>
                <a:lnTo>
                  <a:pt x="172991" y="507789"/>
                </a:lnTo>
                <a:lnTo>
                  <a:pt x="175365" y="508893"/>
                </a:lnTo>
                <a:lnTo>
                  <a:pt x="177712" y="509998"/>
                </a:lnTo>
                <a:lnTo>
                  <a:pt x="189254" y="485285"/>
                </a:lnTo>
                <a:lnTo>
                  <a:pt x="186852" y="484180"/>
                </a:lnTo>
                <a:close/>
                <a:moveTo>
                  <a:pt x="391348" y="474903"/>
                </a:moveTo>
                <a:lnTo>
                  <a:pt x="373345" y="484456"/>
                </a:lnTo>
                <a:lnTo>
                  <a:pt x="374477" y="486610"/>
                </a:lnTo>
                <a:lnTo>
                  <a:pt x="375609" y="488736"/>
                </a:lnTo>
                <a:lnTo>
                  <a:pt x="382291" y="485174"/>
                </a:lnTo>
                <a:lnTo>
                  <a:pt x="392839" y="504972"/>
                </a:lnTo>
                <a:lnTo>
                  <a:pt x="395158" y="503757"/>
                </a:lnTo>
                <a:lnTo>
                  <a:pt x="397450" y="502515"/>
                </a:lnTo>
                <a:lnTo>
                  <a:pt x="386930" y="482717"/>
                </a:lnTo>
                <a:lnTo>
                  <a:pt x="393612" y="479155"/>
                </a:lnTo>
                <a:lnTo>
                  <a:pt x="392480" y="477029"/>
                </a:lnTo>
                <a:close/>
                <a:moveTo>
                  <a:pt x="161035" y="470319"/>
                </a:moveTo>
                <a:lnTo>
                  <a:pt x="159958" y="472583"/>
                </a:lnTo>
                <a:lnTo>
                  <a:pt x="158798" y="474709"/>
                </a:lnTo>
                <a:lnTo>
                  <a:pt x="165425" y="478382"/>
                </a:lnTo>
                <a:lnTo>
                  <a:pt x="154546" y="497986"/>
                </a:lnTo>
                <a:lnTo>
                  <a:pt x="156838" y="499257"/>
                </a:lnTo>
                <a:lnTo>
                  <a:pt x="159129" y="500527"/>
                </a:lnTo>
                <a:lnTo>
                  <a:pt x="169898" y="480756"/>
                </a:lnTo>
                <a:lnTo>
                  <a:pt x="176525" y="484429"/>
                </a:lnTo>
                <a:lnTo>
                  <a:pt x="177685" y="482330"/>
                </a:lnTo>
                <a:lnTo>
                  <a:pt x="178872" y="480204"/>
                </a:lnTo>
                <a:close/>
                <a:moveTo>
                  <a:pt x="332479" y="466342"/>
                </a:moveTo>
                <a:lnTo>
                  <a:pt x="332479" y="466425"/>
                </a:lnTo>
                <a:cubicBezTo>
                  <a:pt x="333555" y="466425"/>
                  <a:pt x="333721" y="467474"/>
                  <a:pt x="333555" y="468772"/>
                </a:cubicBezTo>
                <a:cubicBezTo>
                  <a:pt x="333390" y="470070"/>
                  <a:pt x="333445" y="475730"/>
                  <a:pt x="332451" y="475730"/>
                </a:cubicBezTo>
                <a:cubicBezTo>
                  <a:pt x="331457" y="475730"/>
                  <a:pt x="331788" y="471230"/>
                  <a:pt x="331788" y="469104"/>
                </a:cubicBezTo>
                <a:cubicBezTo>
                  <a:pt x="331788" y="466977"/>
                  <a:pt x="331788" y="466342"/>
                  <a:pt x="332479" y="466342"/>
                </a:cubicBezTo>
                <a:close/>
                <a:moveTo>
                  <a:pt x="285842" y="466342"/>
                </a:moveTo>
                <a:lnTo>
                  <a:pt x="285842" y="466425"/>
                </a:lnTo>
                <a:cubicBezTo>
                  <a:pt x="286919" y="466425"/>
                  <a:pt x="287084" y="467474"/>
                  <a:pt x="286919" y="468772"/>
                </a:cubicBezTo>
                <a:cubicBezTo>
                  <a:pt x="286753" y="470070"/>
                  <a:pt x="286808" y="475730"/>
                  <a:pt x="285814" y="475730"/>
                </a:cubicBezTo>
                <a:cubicBezTo>
                  <a:pt x="284820" y="475730"/>
                  <a:pt x="285151" y="471230"/>
                  <a:pt x="285151" y="469104"/>
                </a:cubicBezTo>
                <a:cubicBezTo>
                  <a:pt x="285151" y="466977"/>
                  <a:pt x="285151" y="466342"/>
                  <a:pt x="285842" y="466342"/>
                </a:cubicBezTo>
                <a:close/>
                <a:moveTo>
                  <a:pt x="230507" y="466067"/>
                </a:moveTo>
                <a:cubicBezTo>
                  <a:pt x="230507" y="466067"/>
                  <a:pt x="231666" y="465542"/>
                  <a:pt x="231998" y="466288"/>
                </a:cubicBezTo>
                <a:cubicBezTo>
                  <a:pt x="232241" y="469264"/>
                  <a:pt x="232304" y="472252"/>
                  <a:pt x="232191" y="475234"/>
                </a:cubicBezTo>
                <a:cubicBezTo>
                  <a:pt x="232191" y="475924"/>
                  <a:pt x="230838" y="476200"/>
                  <a:pt x="230507" y="475234"/>
                </a:cubicBezTo>
                <a:cubicBezTo>
                  <a:pt x="230341" y="472199"/>
                  <a:pt x="230341" y="469156"/>
                  <a:pt x="230507" y="466122"/>
                </a:cubicBezTo>
                <a:close/>
                <a:moveTo>
                  <a:pt x="324747" y="465928"/>
                </a:moveTo>
                <a:cubicBezTo>
                  <a:pt x="325437" y="465928"/>
                  <a:pt x="325769" y="467392"/>
                  <a:pt x="325769" y="468690"/>
                </a:cubicBezTo>
                <a:cubicBezTo>
                  <a:pt x="325769" y="469987"/>
                  <a:pt x="325714" y="475510"/>
                  <a:pt x="324885" y="475510"/>
                </a:cubicBezTo>
                <a:cubicBezTo>
                  <a:pt x="324057" y="475510"/>
                  <a:pt x="323587" y="470954"/>
                  <a:pt x="323587" y="468910"/>
                </a:cubicBezTo>
                <a:cubicBezTo>
                  <a:pt x="323587" y="466867"/>
                  <a:pt x="323587" y="466011"/>
                  <a:pt x="324747" y="466011"/>
                </a:cubicBezTo>
                <a:close/>
                <a:moveTo>
                  <a:pt x="278110" y="465928"/>
                </a:moveTo>
                <a:cubicBezTo>
                  <a:pt x="278800" y="465928"/>
                  <a:pt x="279132" y="467502"/>
                  <a:pt x="279132" y="468690"/>
                </a:cubicBezTo>
                <a:cubicBezTo>
                  <a:pt x="279132" y="469877"/>
                  <a:pt x="279104" y="475648"/>
                  <a:pt x="278276" y="475648"/>
                </a:cubicBezTo>
                <a:cubicBezTo>
                  <a:pt x="277447" y="475648"/>
                  <a:pt x="276950" y="470954"/>
                  <a:pt x="276950" y="468910"/>
                </a:cubicBezTo>
                <a:cubicBezTo>
                  <a:pt x="276950" y="466867"/>
                  <a:pt x="276950" y="466011"/>
                  <a:pt x="278110" y="466011"/>
                </a:cubicBezTo>
                <a:close/>
                <a:moveTo>
                  <a:pt x="691343" y="465446"/>
                </a:moveTo>
                <a:lnTo>
                  <a:pt x="691440" y="484602"/>
                </a:lnTo>
                <a:lnTo>
                  <a:pt x="708286" y="484602"/>
                </a:lnTo>
                <a:cubicBezTo>
                  <a:pt x="711235" y="484857"/>
                  <a:pt x="714167" y="483959"/>
                  <a:pt x="716469" y="482100"/>
                </a:cubicBezTo>
                <a:cubicBezTo>
                  <a:pt x="718379" y="480007"/>
                  <a:pt x="719353" y="477225"/>
                  <a:pt x="719165" y="474398"/>
                </a:cubicBezTo>
                <a:cubicBezTo>
                  <a:pt x="719342" y="471838"/>
                  <a:pt x="718309" y="469344"/>
                  <a:pt x="716372" y="467659"/>
                </a:cubicBezTo>
                <a:cubicBezTo>
                  <a:pt x="713923" y="465972"/>
                  <a:pt x="710962" y="465188"/>
                  <a:pt x="707998" y="465446"/>
                </a:cubicBezTo>
                <a:close/>
                <a:moveTo>
                  <a:pt x="238625" y="465432"/>
                </a:moveTo>
                <a:cubicBezTo>
                  <a:pt x="239647" y="465321"/>
                  <a:pt x="239398" y="467944"/>
                  <a:pt x="239398" y="468690"/>
                </a:cubicBezTo>
                <a:cubicBezTo>
                  <a:pt x="239398" y="469435"/>
                  <a:pt x="239454" y="475179"/>
                  <a:pt x="238625" y="475179"/>
                </a:cubicBezTo>
                <a:cubicBezTo>
                  <a:pt x="237797" y="475179"/>
                  <a:pt x="237797" y="470291"/>
                  <a:pt x="237797" y="468690"/>
                </a:cubicBezTo>
                <a:cubicBezTo>
                  <a:pt x="237797" y="467088"/>
                  <a:pt x="237631" y="465432"/>
                  <a:pt x="238625" y="465432"/>
                </a:cubicBezTo>
                <a:close/>
                <a:moveTo>
                  <a:pt x="234096" y="464797"/>
                </a:moveTo>
                <a:lnTo>
                  <a:pt x="234102" y="464983"/>
                </a:lnTo>
                <a:lnTo>
                  <a:pt x="234096" y="464990"/>
                </a:lnTo>
                <a:close/>
                <a:moveTo>
                  <a:pt x="234549" y="464435"/>
                </a:moveTo>
                <a:cubicBezTo>
                  <a:pt x="235057" y="464126"/>
                  <a:pt x="235720" y="464289"/>
                  <a:pt x="236029" y="464797"/>
                </a:cubicBezTo>
                <a:cubicBezTo>
                  <a:pt x="236360" y="465239"/>
                  <a:pt x="236360" y="475207"/>
                  <a:pt x="236360" y="475842"/>
                </a:cubicBezTo>
                <a:cubicBezTo>
                  <a:pt x="236360" y="476477"/>
                  <a:pt x="234786" y="476366"/>
                  <a:pt x="234455" y="475842"/>
                </a:cubicBezTo>
                <a:lnTo>
                  <a:pt x="234102" y="464983"/>
                </a:lnTo>
                <a:close/>
                <a:moveTo>
                  <a:pt x="328944" y="464023"/>
                </a:moveTo>
                <a:cubicBezTo>
                  <a:pt x="330352" y="464023"/>
                  <a:pt x="329938" y="466039"/>
                  <a:pt x="329938" y="468165"/>
                </a:cubicBezTo>
                <a:cubicBezTo>
                  <a:pt x="329938" y="470291"/>
                  <a:pt x="330297" y="476200"/>
                  <a:pt x="328778" y="476200"/>
                </a:cubicBezTo>
                <a:cubicBezTo>
                  <a:pt x="327260" y="476200"/>
                  <a:pt x="327591" y="469988"/>
                  <a:pt x="327591" y="468055"/>
                </a:cubicBezTo>
                <a:cubicBezTo>
                  <a:pt x="327591" y="466122"/>
                  <a:pt x="327260" y="464023"/>
                  <a:pt x="328944" y="464023"/>
                </a:cubicBezTo>
                <a:close/>
                <a:moveTo>
                  <a:pt x="282307" y="464023"/>
                </a:moveTo>
                <a:cubicBezTo>
                  <a:pt x="283743" y="464023"/>
                  <a:pt x="283301" y="466039"/>
                  <a:pt x="283301" y="468165"/>
                </a:cubicBezTo>
                <a:cubicBezTo>
                  <a:pt x="283301" y="470291"/>
                  <a:pt x="283660" y="476200"/>
                  <a:pt x="282141" y="476200"/>
                </a:cubicBezTo>
                <a:cubicBezTo>
                  <a:pt x="280623" y="476200"/>
                  <a:pt x="280954" y="469988"/>
                  <a:pt x="280954" y="468055"/>
                </a:cubicBezTo>
                <a:cubicBezTo>
                  <a:pt x="280954" y="466122"/>
                  <a:pt x="280623" y="464023"/>
                  <a:pt x="282307" y="464023"/>
                </a:cubicBezTo>
                <a:close/>
                <a:moveTo>
                  <a:pt x="207782" y="463167"/>
                </a:moveTo>
                <a:lnTo>
                  <a:pt x="207949" y="463320"/>
                </a:lnTo>
                <a:lnTo>
                  <a:pt x="207699" y="463278"/>
                </a:lnTo>
                <a:close/>
                <a:moveTo>
                  <a:pt x="412361" y="461676"/>
                </a:moveTo>
                <a:lnTo>
                  <a:pt x="396870" y="471727"/>
                </a:lnTo>
                <a:lnTo>
                  <a:pt x="411725" y="494590"/>
                </a:lnTo>
                <a:lnTo>
                  <a:pt x="427630" y="484153"/>
                </a:lnTo>
                <a:lnTo>
                  <a:pt x="426305" y="482109"/>
                </a:lnTo>
                <a:lnTo>
                  <a:pt x="425007" y="480094"/>
                </a:lnTo>
                <a:lnTo>
                  <a:pt x="413437" y="487604"/>
                </a:lnTo>
                <a:lnTo>
                  <a:pt x="409544" y="481668"/>
                </a:lnTo>
                <a:lnTo>
                  <a:pt x="419926" y="475041"/>
                </a:lnTo>
                <a:lnTo>
                  <a:pt x="418656" y="473053"/>
                </a:lnTo>
                <a:lnTo>
                  <a:pt x="417386" y="471092"/>
                </a:lnTo>
                <a:lnTo>
                  <a:pt x="407087" y="477774"/>
                </a:lnTo>
                <a:lnTo>
                  <a:pt x="403939" y="472915"/>
                </a:lnTo>
                <a:lnTo>
                  <a:pt x="414984" y="465735"/>
                </a:lnTo>
                <a:lnTo>
                  <a:pt x="413686" y="463692"/>
                </a:lnTo>
                <a:close/>
                <a:moveTo>
                  <a:pt x="141844" y="458915"/>
                </a:moveTo>
                <a:cubicBezTo>
                  <a:pt x="139470" y="459158"/>
                  <a:pt x="137332" y="460456"/>
                  <a:pt x="136018" y="462450"/>
                </a:cubicBezTo>
                <a:cubicBezTo>
                  <a:pt x="134728" y="463924"/>
                  <a:pt x="134190" y="465909"/>
                  <a:pt x="134555" y="467834"/>
                </a:cubicBezTo>
                <a:cubicBezTo>
                  <a:pt x="135590" y="470532"/>
                  <a:pt x="137158" y="472992"/>
                  <a:pt x="139166" y="475068"/>
                </a:cubicBezTo>
                <a:cubicBezTo>
                  <a:pt x="140218" y="476145"/>
                  <a:pt x="141079" y="477399"/>
                  <a:pt x="141706" y="478768"/>
                </a:cubicBezTo>
                <a:cubicBezTo>
                  <a:pt x="141974" y="479610"/>
                  <a:pt x="141786" y="480530"/>
                  <a:pt x="141209" y="481198"/>
                </a:cubicBezTo>
                <a:cubicBezTo>
                  <a:pt x="140629" y="482027"/>
                  <a:pt x="139643" y="482471"/>
                  <a:pt x="138641" y="482358"/>
                </a:cubicBezTo>
                <a:cubicBezTo>
                  <a:pt x="137283" y="482176"/>
                  <a:pt x="136001" y="481623"/>
                  <a:pt x="134941" y="480756"/>
                </a:cubicBezTo>
                <a:cubicBezTo>
                  <a:pt x="133784" y="480027"/>
                  <a:pt x="132936" y="478898"/>
                  <a:pt x="132566" y="477581"/>
                </a:cubicBezTo>
                <a:cubicBezTo>
                  <a:pt x="132288" y="476338"/>
                  <a:pt x="132572" y="475035"/>
                  <a:pt x="133340" y="474019"/>
                </a:cubicBezTo>
                <a:lnTo>
                  <a:pt x="129253" y="471065"/>
                </a:lnTo>
                <a:cubicBezTo>
                  <a:pt x="127718" y="473119"/>
                  <a:pt x="127108" y="475720"/>
                  <a:pt x="127569" y="478244"/>
                </a:cubicBezTo>
                <a:cubicBezTo>
                  <a:pt x="128267" y="480850"/>
                  <a:pt x="129913" y="483103"/>
                  <a:pt x="132180" y="484567"/>
                </a:cubicBezTo>
                <a:cubicBezTo>
                  <a:pt x="134284" y="486260"/>
                  <a:pt x="136907" y="487176"/>
                  <a:pt x="139608" y="487162"/>
                </a:cubicBezTo>
                <a:cubicBezTo>
                  <a:pt x="141963" y="487033"/>
                  <a:pt x="144119" y="485807"/>
                  <a:pt x="145434" y="483849"/>
                </a:cubicBezTo>
                <a:cubicBezTo>
                  <a:pt x="146756" y="482328"/>
                  <a:pt x="147394" y="480331"/>
                  <a:pt x="147201" y="478327"/>
                </a:cubicBezTo>
                <a:cubicBezTo>
                  <a:pt x="146389" y="475767"/>
                  <a:pt x="144981" y="473436"/>
                  <a:pt x="143087" y="471534"/>
                </a:cubicBezTo>
                <a:cubicBezTo>
                  <a:pt x="141902" y="470261"/>
                  <a:pt x="140875" y="468853"/>
                  <a:pt x="140022" y="467337"/>
                </a:cubicBezTo>
                <a:cubicBezTo>
                  <a:pt x="139624" y="466636"/>
                  <a:pt x="139690" y="465763"/>
                  <a:pt x="140187" y="465128"/>
                </a:cubicBezTo>
                <a:cubicBezTo>
                  <a:pt x="140740" y="464286"/>
                  <a:pt x="141643" y="463739"/>
                  <a:pt x="142645" y="463637"/>
                </a:cubicBezTo>
                <a:cubicBezTo>
                  <a:pt x="143769" y="463604"/>
                  <a:pt x="144868" y="463977"/>
                  <a:pt x="145737" y="464686"/>
                </a:cubicBezTo>
                <a:cubicBezTo>
                  <a:pt x="146856" y="465423"/>
                  <a:pt x="147687" y="466525"/>
                  <a:pt x="148085" y="467806"/>
                </a:cubicBezTo>
                <a:cubicBezTo>
                  <a:pt x="148421" y="468969"/>
                  <a:pt x="148231" y="470222"/>
                  <a:pt x="147560" y="471230"/>
                </a:cubicBezTo>
                <a:lnTo>
                  <a:pt x="151674" y="474240"/>
                </a:lnTo>
                <a:lnTo>
                  <a:pt x="151674" y="474185"/>
                </a:lnTo>
                <a:cubicBezTo>
                  <a:pt x="153063" y="472150"/>
                  <a:pt x="153590" y="469648"/>
                  <a:pt x="153138" y="467226"/>
                </a:cubicBezTo>
                <a:cubicBezTo>
                  <a:pt x="152566" y="464775"/>
                  <a:pt x="151086" y="462635"/>
                  <a:pt x="148996" y="461235"/>
                </a:cubicBezTo>
                <a:cubicBezTo>
                  <a:pt x="146983" y="459597"/>
                  <a:pt x="144434" y="458772"/>
                  <a:pt x="141844" y="458915"/>
                </a:cubicBezTo>
                <a:close/>
                <a:moveTo>
                  <a:pt x="433373" y="446655"/>
                </a:moveTo>
                <a:cubicBezTo>
                  <a:pt x="430662" y="446603"/>
                  <a:pt x="428033" y="447591"/>
                  <a:pt x="426029" y="449417"/>
                </a:cubicBezTo>
                <a:cubicBezTo>
                  <a:pt x="423480" y="451399"/>
                  <a:pt x="422025" y="454472"/>
                  <a:pt x="422108" y="457700"/>
                </a:cubicBezTo>
                <a:cubicBezTo>
                  <a:pt x="422375" y="461483"/>
                  <a:pt x="423936" y="465062"/>
                  <a:pt x="426526" y="467834"/>
                </a:cubicBezTo>
                <a:cubicBezTo>
                  <a:pt x="428768" y="470811"/>
                  <a:pt x="431982" y="472912"/>
                  <a:pt x="435610" y="473771"/>
                </a:cubicBezTo>
                <a:cubicBezTo>
                  <a:pt x="441729" y="474712"/>
                  <a:pt x="447458" y="470526"/>
                  <a:pt x="448422" y="464410"/>
                </a:cubicBezTo>
                <a:lnTo>
                  <a:pt x="448367" y="464355"/>
                </a:lnTo>
                <a:cubicBezTo>
                  <a:pt x="448560" y="461569"/>
                  <a:pt x="447748" y="458805"/>
                  <a:pt x="446075" y="456568"/>
                </a:cubicBezTo>
                <a:lnTo>
                  <a:pt x="442044" y="459937"/>
                </a:lnTo>
                <a:cubicBezTo>
                  <a:pt x="442924" y="461130"/>
                  <a:pt x="443347" y="462599"/>
                  <a:pt x="443231" y="464079"/>
                </a:cubicBezTo>
                <a:cubicBezTo>
                  <a:pt x="443192" y="464391"/>
                  <a:pt x="443126" y="464700"/>
                  <a:pt x="443032" y="465001"/>
                </a:cubicBezTo>
                <a:cubicBezTo>
                  <a:pt x="442140" y="467917"/>
                  <a:pt x="439050" y="469557"/>
                  <a:pt x="436135" y="468662"/>
                </a:cubicBezTo>
                <a:cubicBezTo>
                  <a:pt x="433926" y="467826"/>
                  <a:pt x="432009" y="466368"/>
                  <a:pt x="430612" y="464465"/>
                </a:cubicBezTo>
                <a:cubicBezTo>
                  <a:pt x="428928" y="462682"/>
                  <a:pt x="427796" y="460445"/>
                  <a:pt x="427354" y="458032"/>
                </a:cubicBezTo>
                <a:cubicBezTo>
                  <a:pt x="427070" y="456184"/>
                  <a:pt x="427785" y="454326"/>
                  <a:pt x="429232" y="453144"/>
                </a:cubicBezTo>
                <a:cubicBezTo>
                  <a:pt x="430259" y="452211"/>
                  <a:pt x="431598" y="451697"/>
                  <a:pt x="432987" y="451708"/>
                </a:cubicBezTo>
                <a:cubicBezTo>
                  <a:pt x="434337" y="451739"/>
                  <a:pt x="435627" y="452294"/>
                  <a:pt x="436576" y="453255"/>
                </a:cubicBezTo>
                <a:lnTo>
                  <a:pt x="440608" y="449886"/>
                </a:lnTo>
                <a:cubicBezTo>
                  <a:pt x="438694" y="447931"/>
                  <a:pt x="436107" y="446777"/>
                  <a:pt x="433373" y="446655"/>
                </a:cubicBezTo>
                <a:close/>
                <a:moveTo>
                  <a:pt x="289471" y="445862"/>
                </a:moveTo>
                <a:lnTo>
                  <a:pt x="289526" y="445862"/>
                </a:lnTo>
                <a:lnTo>
                  <a:pt x="289526" y="453234"/>
                </a:lnTo>
                <a:lnTo>
                  <a:pt x="283258" y="453234"/>
                </a:lnTo>
                <a:close/>
                <a:moveTo>
                  <a:pt x="304452" y="444308"/>
                </a:moveTo>
                <a:cubicBezTo>
                  <a:pt x="307379" y="444308"/>
                  <a:pt x="308538" y="446738"/>
                  <a:pt x="308538" y="450825"/>
                </a:cubicBezTo>
                <a:cubicBezTo>
                  <a:pt x="308538" y="454911"/>
                  <a:pt x="307268" y="457341"/>
                  <a:pt x="304452" y="457341"/>
                </a:cubicBezTo>
                <a:cubicBezTo>
                  <a:pt x="301635" y="457341"/>
                  <a:pt x="300365" y="454884"/>
                  <a:pt x="300365" y="450825"/>
                </a:cubicBezTo>
                <a:cubicBezTo>
                  <a:pt x="300365" y="446766"/>
                  <a:pt x="301691" y="444308"/>
                  <a:pt x="304452" y="444308"/>
                </a:cubicBezTo>
                <a:close/>
                <a:moveTo>
                  <a:pt x="270461" y="444308"/>
                </a:moveTo>
                <a:cubicBezTo>
                  <a:pt x="273278" y="444308"/>
                  <a:pt x="274410" y="445938"/>
                  <a:pt x="274410" y="447788"/>
                </a:cubicBezTo>
                <a:cubicBezTo>
                  <a:pt x="274429" y="448000"/>
                  <a:pt x="274427" y="448213"/>
                  <a:pt x="274404" y="448425"/>
                </a:cubicBezTo>
                <a:cubicBezTo>
                  <a:pt x="274217" y="450306"/>
                  <a:pt x="272535" y="451678"/>
                  <a:pt x="270655" y="451488"/>
                </a:cubicBezTo>
                <a:cubicBezTo>
                  <a:pt x="269026" y="451488"/>
                  <a:pt x="266706" y="451101"/>
                  <a:pt x="266706" y="447953"/>
                </a:cubicBezTo>
                <a:cubicBezTo>
                  <a:pt x="266701" y="447821"/>
                  <a:pt x="266703" y="447688"/>
                  <a:pt x="266712" y="447556"/>
                </a:cubicBezTo>
                <a:cubicBezTo>
                  <a:pt x="266853" y="445623"/>
                  <a:pt x="268529" y="444170"/>
                  <a:pt x="270461" y="444308"/>
                </a:cubicBezTo>
                <a:close/>
                <a:moveTo>
                  <a:pt x="269694" y="442630"/>
                </a:moveTo>
                <a:cubicBezTo>
                  <a:pt x="266643" y="442657"/>
                  <a:pt x="264193" y="445151"/>
                  <a:pt x="264221" y="448202"/>
                </a:cubicBezTo>
                <a:cubicBezTo>
                  <a:pt x="264227" y="448326"/>
                  <a:pt x="264235" y="448450"/>
                  <a:pt x="264249" y="448572"/>
                </a:cubicBezTo>
                <a:cubicBezTo>
                  <a:pt x="264588" y="451604"/>
                  <a:pt x="267319" y="453788"/>
                  <a:pt x="270351" y="453448"/>
                </a:cubicBezTo>
                <a:cubicBezTo>
                  <a:pt x="272068" y="453572"/>
                  <a:pt x="273739" y="452852"/>
                  <a:pt x="274824" y="451515"/>
                </a:cubicBezTo>
                <a:cubicBezTo>
                  <a:pt x="274217" y="455740"/>
                  <a:pt x="272891" y="457590"/>
                  <a:pt x="270130" y="457590"/>
                </a:cubicBezTo>
                <a:cubicBezTo>
                  <a:pt x="269939" y="457626"/>
                  <a:pt x="269746" y="457642"/>
                  <a:pt x="269556" y="457640"/>
                </a:cubicBezTo>
                <a:cubicBezTo>
                  <a:pt x="268029" y="457612"/>
                  <a:pt x="266817" y="456353"/>
                  <a:pt x="266844" y="454829"/>
                </a:cubicBezTo>
                <a:lnTo>
                  <a:pt x="264387" y="454829"/>
                </a:lnTo>
                <a:cubicBezTo>
                  <a:pt x="264387" y="456430"/>
                  <a:pt x="265629" y="459191"/>
                  <a:pt x="270185" y="459191"/>
                </a:cubicBezTo>
                <a:lnTo>
                  <a:pt x="270185" y="459274"/>
                </a:lnTo>
                <a:cubicBezTo>
                  <a:pt x="277005" y="459274"/>
                  <a:pt x="277282" y="451764"/>
                  <a:pt x="277337" y="450217"/>
                </a:cubicBezTo>
                <a:cubicBezTo>
                  <a:pt x="277337" y="447594"/>
                  <a:pt x="276702" y="442679"/>
                  <a:pt x="270489" y="442679"/>
                </a:cubicBezTo>
                <a:cubicBezTo>
                  <a:pt x="270224" y="442643"/>
                  <a:pt x="269959" y="442627"/>
                  <a:pt x="269694" y="442630"/>
                </a:cubicBezTo>
                <a:close/>
                <a:moveTo>
                  <a:pt x="304452" y="442596"/>
                </a:moveTo>
                <a:cubicBezTo>
                  <a:pt x="298847" y="442596"/>
                  <a:pt x="297770" y="447567"/>
                  <a:pt x="297770" y="450880"/>
                </a:cubicBezTo>
                <a:cubicBezTo>
                  <a:pt x="297770" y="454194"/>
                  <a:pt x="298930" y="459164"/>
                  <a:pt x="304452" y="459164"/>
                </a:cubicBezTo>
                <a:lnTo>
                  <a:pt x="304452" y="459274"/>
                </a:lnTo>
                <a:cubicBezTo>
                  <a:pt x="310140" y="459274"/>
                  <a:pt x="311134" y="454194"/>
                  <a:pt x="311134" y="450880"/>
                </a:cubicBezTo>
                <a:cubicBezTo>
                  <a:pt x="311134" y="447567"/>
                  <a:pt x="310057" y="442596"/>
                  <a:pt x="304452" y="442596"/>
                </a:cubicBezTo>
                <a:close/>
                <a:moveTo>
                  <a:pt x="289569" y="442486"/>
                </a:moveTo>
                <a:lnTo>
                  <a:pt x="280650" y="452785"/>
                </a:lnTo>
                <a:lnTo>
                  <a:pt x="280650" y="454773"/>
                </a:lnTo>
                <a:lnTo>
                  <a:pt x="289155" y="454773"/>
                </a:lnTo>
                <a:lnTo>
                  <a:pt x="289155" y="458750"/>
                </a:lnTo>
                <a:lnTo>
                  <a:pt x="291612" y="458750"/>
                </a:lnTo>
                <a:lnTo>
                  <a:pt x="291612" y="454773"/>
                </a:lnTo>
                <a:lnTo>
                  <a:pt x="294373" y="454773"/>
                </a:lnTo>
                <a:lnTo>
                  <a:pt x="294373" y="453034"/>
                </a:lnTo>
                <a:lnTo>
                  <a:pt x="291612" y="453034"/>
                </a:lnTo>
                <a:lnTo>
                  <a:pt x="291612" y="442486"/>
                </a:lnTo>
                <a:close/>
                <a:moveTo>
                  <a:pt x="254198" y="442376"/>
                </a:moveTo>
                <a:cubicBezTo>
                  <a:pt x="253425" y="445026"/>
                  <a:pt x="252099" y="445302"/>
                  <a:pt x="248952" y="445468"/>
                </a:cubicBezTo>
                <a:lnTo>
                  <a:pt x="248952" y="447208"/>
                </a:lnTo>
                <a:lnTo>
                  <a:pt x="253508" y="447208"/>
                </a:lnTo>
                <a:lnTo>
                  <a:pt x="253508" y="458750"/>
                </a:lnTo>
                <a:lnTo>
                  <a:pt x="256103" y="458750"/>
                </a:lnTo>
                <a:lnTo>
                  <a:pt x="256103" y="442376"/>
                </a:lnTo>
                <a:close/>
                <a:moveTo>
                  <a:pt x="119865" y="437654"/>
                </a:moveTo>
                <a:lnTo>
                  <a:pt x="101254" y="457590"/>
                </a:lnTo>
                <a:lnTo>
                  <a:pt x="103049" y="459274"/>
                </a:lnTo>
                <a:lnTo>
                  <a:pt x="104844" y="461041"/>
                </a:lnTo>
                <a:lnTo>
                  <a:pt x="118236" y="446655"/>
                </a:lnTo>
                <a:lnTo>
                  <a:pt x="112410" y="468110"/>
                </a:lnTo>
                <a:lnTo>
                  <a:pt x="114315" y="469877"/>
                </a:lnTo>
                <a:lnTo>
                  <a:pt x="116220" y="471562"/>
                </a:lnTo>
                <a:lnTo>
                  <a:pt x="134803" y="451598"/>
                </a:lnTo>
                <a:lnTo>
                  <a:pt x="133008" y="449941"/>
                </a:lnTo>
                <a:lnTo>
                  <a:pt x="131241" y="448284"/>
                </a:lnTo>
                <a:lnTo>
                  <a:pt x="118181" y="462284"/>
                </a:lnTo>
                <a:lnTo>
                  <a:pt x="123869" y="441409"/>
                </a:lnTo>
                <a:lnTo>
                  <a:pt x="121853" y="439531"/>
                </a:lnTo>
                <a:close/>
                <a:moveTo>
                  <a:pt x="691343" y="437433"/>
                </a:moveTo>
                <a:lnTo>
                  <a:pt x="691440" y="453316"/>
                </a:lnTo>
                <a:lnTo>
                  <a:pt x="707324" y="453316"/>
                </a:lnTo>
                <a:cubicBezTo>
                  <a:pt x="710085" y="453492"/>
                  <a:pt x="712828" y="452747"/>
                  <a:pt x="715121" y="451199"/>
                </a:cubicBezTo>
                <a:cubicBezTo>
                  <a:pt x="716880" y="449532"/>
                  <a:pt x="717798" y="447165"/>
                  <a:pt x="717624" y="444749"/>
                </a:cubicBezTo>
                <a:cubicBezTo>
                  <a:pt x="717760" y="442572"/>
                  <a:pt x="716735" y="440485"/>
                  <a:pt x="714929" y="439262"/>
                </a:cubicBezTo>
                <a:cubicBezTo>
                  <a:pt x="712440" y="437861"/>
                  <a:pt x="709594" y="437226"/>
                  <a:pt x="706746" y="437433"/>
                </a:cubicBezTo>
                <a:close/>
                <a:moveTo>
                  <a:pt x="2312831" y="435416"/>
                </a:moveTo>
                <a:cubicBezTo>
                  <a:pt x="2308694" y="434762"/>
                  <a:pt x="2304308" y="435687"/>
                  <a:pt x="2300653" y="438344"/>
                </a:cubicBezTo>
                <a:cubicBezTo>
                  <a:pt x="2299266" y="439352"/>
                  <a:pt x="2298047" y="440571"/>
                  <a:pt x="2297040" y="441957"/>
                </a:cubicBezTo>
                <a:cubicBezTo>
                  <a:pt x="2293452" y="447709"/>
                  <a:pt x="2291767" y="454446"/>
                  <a:pt x="2292226" y="461210"/>
                </a:cubicBezTo>
                <a:cubicBezTo>
                  <a:pt x="2291890" y="467646"/>
                  <a:pt x="2293536" y="474030"/>
                  <a:pt x="2296944" y="479500"/>
                </a:cubicBezTo>
                <a:cubicBezTo>
                  <a:pt x="2302401" y="486837"/>
                  <a:pt x="2312774" y="488360"/>
                  <a:pt x="2320111" y="482902"/>
                </a:cubicBezTo>
                <a:cubicBezTo>
                  <a:pt x="2321404" y="481939"/>
                  <a:pt x="2322550" y="480794"/>
                  <a:pt x="2323512" y="479500"/>
                </a:cubicBezTo>
                <a:lnTo>
                  <a:pt x="2323513" y="479500"/>
                </a:lnTo>
                <a:cubicBezTo>
                  <a:pt x="2326995" y="474059"/>
                  <a:pt x="2328679" y="467661"/>
                  <a:pt x="2328326" y="461210"/>
                </a:cubicBezTo>
                <a:cubicBezTo>
                  <a:pt x="2328785" y="454446"/>
                  <a:pt x="2327101" y="447709"/>
                  <a:pt x="2323513" y="441957"/>
                </a:cubicBezTo>
                <a:cubicBezTo>
                  <a:pt x="2320855" y="438302"/>
                  <a:pt x="2316968" y="436070"/>
                  <a:pt x="2312831" y="435416"/>
                </a:cubicBezTo>
                <a:close/>
                <a:moveTo>
                  <a:pt x="2177014" y="435411"/>
                </a:moveTo>
                <a:cubicBezTo>
                  <a:pt x="2172851" y="434767"/>
                  <a:pt x="2168442" y="435710"/>
                  <a:pt x="2164773" y="438394"/>
                </a:cubicBezTo>
                <a:cubicBezTo>
                  <a:pt x="2163410" y="439392"/>
                  <a:pt x="2162207" y="440594"/>
                  <a:pt x="2161210" y="441958"/>
                </a:cubicBezTo>
                <a:cubicBezTo>
                  <a:pt x="2157655" y="447721"/>
                  <a:pt x="2156005" y="454457"/>
                  <a:pt x="2156493" y="461211"/>
                </a:cubicBezTo>
                <a:cubicBezTo>
                  <a:pt x="2156111" y="467651"/>
                  <a:pt x="2157760" y="474049"/>
                  <a:pt x="2161210" y="479501"/>
                </a:cubicBezTo>
                <a:cubicBezTo>
                  <a:pt x="2166668" y="486838"/>
                  <a:pt x="2177041" y="488361"/>
                  <a:pt x="2184377" y="482902"/>
                </a:cubicBezTo>
                <a:cubicBezTo>
                  <a:pt x="2185671" y="481940"/>
                  <a:pt x="2186817" y="480794"/>
                  <a:pt x="2187779" y="479501"/>
                </a:cubicBezTo>
                <a:cubicBezTo>
                  <a:pt x="2191228" y="474049"/>
                  <a:pt x="2192878" y="467650"/>
                  <a:pt x="2192495" y="461211"/>
                </a:cubicBezTo>
                <a:cubicBezTo>
                  <a:pt x="2192984" y="454457"/>
                  <a:pt x="2191333" y="447721"/>
                  <a:pt x="2187779" y="441958"/>
                </a:cubicBezTo>
                <a:cubicBezTo>
                  <a:pt x="2185094" y="438289"/>
                  <a:pt x="2181177" y="436056"/>
                  <a:pt x="2177014" y="435411"/>
                </a:cubicBezTo>
                <a:close/>
                <a:moveTo>
                  <a:pt x="1674993" y="435411"/>
                </a:moveTo>
                <a:cubicBezTo>
                  <a:pt x="1670830" y="434767"/>
                  <a:pt x="1666421" y="435710"/>
                  <a:pt x="1662752" y="438394"/>
                </a:cubicBezTo>
                <a:cubicBezTo>
                  <a:pt x="1661389" y="439392"/>
                  <a:pt x="1660186" y="440594"/>
                  <a:pt x="1659189" y="441958"/>
                </a:cubicBezTo>
                <a:cubicBezTo>
                  <a:pt x="1655634" y="447721"/>
                  <a:pt x="1653984" y="454457"/>
                  <a:pt x="1654472" y="461211"/>
                </a:cubicBezTo>
                <a:cubicBezTo>
                  <a:pt x="1654090" y="467651"/>
                  <a:pt x="1655739" y="474049"/>
                  <a:pt x="1659189" y="479501"/>
                </a:cubicBezTo>
                <a:cubicBezTo>
                  <a:pt x="1664647" y="486838"/>
                  <a:pt x="1675020" y="488361"/>
                  <a:pt x="1682356" y="482902"/>
                </a:cubicBezTo>
                <a:cubicBezTo>
                  <a:pt x="1683650" y="481940"/>
                  <a:pt x="1684796" y="480794"/>
                  <a:pt x="1685758" y="479501"/>
                </a:cubicBezTo>
                <a:cubicBezTo>
                  <a:pt x="1689207" y="474049"/>
                  <a:pt x="1690857" y="467650"/>
                  <a:pt x="1690474" y="461211"/>
                </a:cubicBezTo>
                <a:cubicBezTo>
                  <a:pt x="1690963" y="454457"/>
                  <a:pt x="1689312" y="447721"/>
                  <a:pt x="1685758" y="441958"/>
                </a:cubicBezTo>
                <a:cubicBezTo>
                  <a:pt x="1683074" y="438289"/>
                  <a:pt x="1679157" y="436056"/>
                  <a:pt x="1674993" y="435411"/>
                </a:cubicBezTo>
                <a:close/>
                <a:moveTo>
                  <a:pt x="111057" y="428045"/>
                </a:moveTo>
                <a:lnTo>
                  <a:pt x="90789" y="446296"/>
                </a:lnTo>
                <a:lnTo>
                  <a:pt x="92556" y="448229"/>
                </a:lnTo>
                <a:lnTo>
                  <a:pt x="94296" y="450190"/>
                </a:lnTo>
                <a:lnTo>
                  <a:pt x="114563" y="431938"/>
                </a:lnTo>
                <a:lnTo>
                  <a:pt x="112824" y="429978"/>
                </a:lnTo>
                <a:close/>
                <a:moveTo>
                  <a:pt x="2427269" y="425152"/>
                </a:moveTo>
                <a:lnTo>
                  <a:pt x="2435451" y="425152"/>
                </a:lnTo>
                <a:lnTo>
                  <a:pt x="2443731" y="425152"/>
                </a:lnTo>
                <a:lnTo>
                  <a:pt x="2457543" y="456326"/>
                </a:lnTo>
                <a:lnTo>
                  <a:pt x="2457497" y="456438"/>
                </a:lnTo>
                <a:lnTo>
                  <a:pt x="2457593" y="456438"/>
                </a:lnTo>
                <a:lnTo>
                  <a:pt x="2457543" y="456326"/>
                </a:lnTo>
                <a:lnTo>
                  <a:pt x="2470492" y="425152"/>
                </a:lnTo>
                <a:lnTo>
                  <a:pt x="2478386" y="425152"/>
                </a:lnTo>
                <a:lnTo>
                  <a:pt x="2486183" y="425152"/>
                </a:lnTo>
                <a:lnTo>
                  <a:pt x="2464235" y="469915"/>
                </a:lnTo>
                <a:lnTo>
                  <a:pt x="2464235" y="497351"/>
                </a:lnTo>
                <a:lnTo>
                  <a:pt x="2457400" y="497351"/>
                </a:lnTo>
                <a:lnTo>
                  <a:pt x="2450373" y="497351"/>
                </a:lnTo>
                <a:lnTo>
                  <a:pt x="2450373" y="470204"/>
                </a:lnTo>
                <a:close/>
                <a:moveTo>
                  <a:pt x="2221552" y="425152"/>
                </a:moveTo>
                <a:lnTo>
                  <a:pt x="2228483" y="425152"/>
                </a:lnTo>
                <a:lnTo>
                  <a:pt x="2235414" y="425152"/>
                </a:lnTo>
                <a:lnTo>
                  <a:pt x="2235414" y="484451"/>
                </a:lnTo>
                <a:lnTo>
                  <a:pt x="2268337" y="484451"/>
                </a:lnTo>
                <a:lnTo>
                  <a:pt x="2268337" y="490901"/>
                </a:lnTo>
                <a:lnTo>
                  <a:pt x="2268337" y="497254"/>
                </a:lnTo>
                <a:lnTo>
                  <a:pt x="2221552" y="497254"/>
                </a:lnTo>
                <a:close/>
                <a:moveTo>
                  <a:pt x="2074844" y="425152"/>
                </a:moveTo>
                <a:lnTo>
                  <a:pt x="2082064" y="425152"/>
                </a:lnTo>
                <a:lnTo>
                  <a:pt x="2089284" y="425152"/>
                </a:lnTo>
                <a:lnTo>
                  <a:pt x="2115949" y="475788"/>
                </a:lnTo>
                <a:lnTo>
                  <a:pt x="2115949" y="425152"/>
                </a:lnTo>
                <a:lnTo>
                  <a:pt x="2122399" y="425152"/>
                </a:lnTo>
                <a:lnTo>
                  <a:pt x="2128944" y="425152"/>
                </a:lnTo>
                <a:lnTo>
                  <a:pt x="2128944" y="497254"/>
                </a:lnTo>
                <a:lnTo>
                  <a:pt x="2122013" y="497254"/>
                </a:lnTo>
                <a:lnTo>
                  <a:pt x="2115082" y="497254"/>
                </a:lnTo>
                <a:lnTo>
                  <a:pt x="2087743" y="445271"/>
                </a:lnTo>
                <a:lnTo>
                  <a:pt x="2087743" y="497254"/>
                </a:lnTo>
                <a:lnTo>
                  <a:pt x="2081294" y="497254"/>
                </a:lnTo>
                <a:lnTo>
                  <a:pt x="2074844" y="497254"/>
                </a:lnTo>
                <a:close/>
                <a:moveTo>
                  <a:pt x="2004570" y="425152"/>
                </a:moveTo>
                <a:lnTo>
                  <a:pt x="2011405" y="425152"/>
                </a:lnTo>
                <a:lnTo>
                  <a:pt x="2018336" y="425152"/>
                </a:lnTo>
                <a:lnTo>
                  <a:pt x="2018336" y="452202"/>
                </a:lnTo>
                <a:lnTo>
                  <a:pt x="2044327" y="452202"/>
                </a:lnTo>
                <a:lnTo>
                  <a:pt x="2044327" y="425152"/>
                </a:lnTo>
                <a:lnTo>
                  <a:pt x="2051258" y="425152"/>
                </a:lnTo>
                <a:lnTo>
                  <a:pt x="2058189" y="425152"/>
                </a:lnTo>
                <a:lnTo>
                  <a:pt x="2058189" y="497254"/>
                </a:lnTo>
                <a:lnTo>
                  <a:pt x="2051258" y="497254"/>
                </a:lnTo>
                <a:lnTo>
                  <a:pt x="2044327" y="497254"/>
                </a:lnTo>
                <a:lnTo>
                  <a:pt x="2044327" y="464621"/>
                </a:lnTo>
                <a:lnTo>
                  <a:pt x="2018336" y="464621"/>
                </a:lnTo>
                <a:lnTo>
                  <a:pt x="2018336" y="497254"/>
                </a:lnTo>
                <a:lnTo>
                  <a:pt x="2011501" y="497254"/>
                </a:lnTo>
                <a:lnTo>
                  <a:pt x="2004570" y="497254"/>
                </a:lnTo>
                <a:close/>
                <a:moveTo>
                  <a:pt x="1869223" y="425152"/>
                </a:moveTo>
                <a:lnTo>
                  <a:pt x="1918030" y="425152"/>
                </a:lnTo>
                <a:lnTo>
                  <a:pt x="1918030" y="431505"/>
                </a:lnTo>
                <a:lnTo>
                  <a:pt x="1918030" y="437955"/>
                </a:lnTo>
                <a:lnTo>
                  <a:pt x="1883085" y="437955"/>
                </a:lnTo>
                <a:lnTo>
                  <a:pt x="1883085" y="453261"/>
                </a:lnTo>
                <a:lnTo>
                  <a:pt x="1915527" y="453261"/>
                </a:lnTo>
                <a:lnTo>
                  <a:pt x="1915527" y="459422"/>
                </a:lnTo>
                <a:lnTo>
                  <a:pt x="1915527" y="465679"/>
                </a:lnTo>
                <a:lnTo>
                  <a:pt x="1883085" y="465679"/>
                </a:lnTo>
                <a:lnTo>
                  <a:pt x="1883085" y="484451"/>
                </a:lnTo>
                <a:lnTo>
                  <a:pt x="1919570" y="484451"/>
                </a:lnTo>
                <a:lnTo>
                  <a:pt x="1919570" y="490901"/>
                </a:lnTo>
                <a:lnTo>
                  <a:pt x="1919570" y="497254"/>
                </a:lnTo>
                <a:lnTo>
                  <a:pt x="1869223" y="497254"/>
                </a:lnTo>
                <a:close/>
                <a:moveTo>
                  <a:pt x="1803280" y="425152"/>
                </a:moveTo>
                <a:lnTo>
                  <a:pt x="1857284" y="425152"/>
                </a:lnTo>
                <a:lnTo>
                  <a:pt x="1857284" y="431505"/>
                </a:lnTo>
                <a:lnTo>
                  <a:pt x="1857284" y="437955"/>
                </a:lnTo>
                <a:lnTo>
                  <a:pt x="1837165" y="437955"/>
                </a:lnTo>
                <a:lnTo>
                  <a:pt x="1837165" y="497254"/>
                </a:lnTo>
                <a:lnTo>
                  <a:pt x="1830330" y="497254"/>
                </a:lnTo>
                <a:lnTo>
                  <a:pt x="1823399" y="497254"/>
                </a:lnTo>
                <a:lnTo>
                  <a:pt x="1823399" y="437955"/>
                </a:lnTo>
                <a:lnTo>
                  <a:pt x="1803280" y="437955"/>
                </a:lnTo>
                <a:lnTo>
                  <a:pt x="1803280" y="431602"/>
                </a:lnTo>
                <a:close/>
                <a:moveTo>
                  <a:pt x="1719531" y="425152"/>
                </a:moveTo>
                <a:lnTo>
                  <a:pt x="1766700" y="425152"/>
                </a:lnTo>
                <a:lnTo>
                  <a:pt x="1766700" y="431505"/>
                </a:lnTo>
                <a:lnTo>
                  <a:pt x="1766700" y="437955"/>
                </a:lnTo>
                <a:lnTo>
                  <a:pt x="1733393" y="437955"/>
                </a:lnTo>
                <a:lnTo>
                  <a:pt x="1733393" y="454321"/>
                </a:lnTo>
                <a:lnTo>
                  <a:pt x="1762466" y="454321"/>
                </a:lnTo>
                <a:lnTo>
                  <a:pt x="1762466" y="460577"/>
                </a:lnTo>
                <a:lnTo>
                  <a:pt x="1762466" y="466738"/>
                </a:lnTo>
                <a:lnTo>
                  <a:pt x="1733393" y="466738"/>
                </a:lnTo>
                <a:lnTo>
                  <a:pt x="1733393" y="497254"/>
                </a:lnTo>
                <a:lnTo>
                  <a:pt x="1726462" y="497254"/>
                </a:lnTo>
                <a:lnTo>
                  <a:pt x="1719531" y="497254"/>
                </a:lnTo>
                <a:close/>
                <a:moveTo>
                  <a:pt x="1549143" y="425152"/>
                </a:moveTo>
                <a:lnTo>
                  <a:pt x="1598046" y="425152"/>
                </a:lnTo>
                <a:lnTo>
                  <a:pt x="1598046" y="431505"/>
                </a:lnTo>
                <a:lnTo>
                  <a:pt x="1598046" y="437955"/>
                </a:lnTo>
                <a:lnTo>
                  <a:pt x="1563005" y="437955"/>
                </a:lnTo>
                <a:lnTo>
                  <a:pt x="1563005" y="453261"/>
                </a:lnTo>
                <a:lnTo>
                  <a:pt x="1595447" y="453261"/>
                </a:lnTo>
                <a:lnTo>
                  <a:pt x="1595447" y="459422"/>
                </a:lnTo>
                <a:lnTo>
                  <a:pt x="1595447" y="465679"/>
                </a:lnTo>
                <a:lnTo>
                  <a:pt x="1563005" y="465679"/>
                </a:lnTo>
                <a:lnTo>
                  <a:pt x="1563005" y="484451"/>
                </a:lnTo>
                <a:lnTo>
                  <a:pt x="1599586" y="484451"/>
                </a:lnTo>
                <a:lnTo>
                  <a:pt x="1599586" y="490901"/>
                </a:lnTo>
                <a:lnTo>
                  <a:pt x="1599586" y="497254"/>
                </a:lnTo>
                <a:lnTo>
                  <a:pt x="1549143" y="497254"/>
                </a:lnTo>
                <a:close/>
                <a:moveTo>
                  <a:pt x="1483297" y="425152"/>
                </a:moveTo>
                <a:lnTo>
                  <a:pt x="1537205" y="425152"/>
                </a:lnTo>
                <a:lnTo>
                  <a:pt x="1537205" y="431505"/>
                </a:lnTo>
                <a:lnTo>
                  <a:pt x="1537205" y="437955"/>
                </a:lnTo>
                <a:lnTo>
                  <a:pt x="1517182" y="437955"/>
                </a:lnTo>
                <a:lnTo>
                  <a:pt x="1517182" y="497254"/>
                </a:lnTo>
                <a:lnTo>
                  <a:pt x="1510251" y="497254"/>
                </a:lnTo>
                <a:lnTo>
                  <a:pt x="1503320" y="497254"/>
                </a:lnTo>
                <a:lnTo>
                  <a:pt x="1503320" y="437955"/>
                </a:lnTo>
                <a:lnTo>
                  <a:pt x="1483297" y="437955"/>
                </a:lnTo>
                <a:lnTo>
                  <a:pt x="1483297" y="431602"/>
                </a:lnTo>
                <a:close/>
                <a:moveTo>
                  <a:pt x="1352665" y="425152"/>
                </a:moveTo>
                <a:lnTo>
                  <a:pt x="1406573" y="425152"/>
                </a:lnTo>
                <a:lnTo>
                  <a:pt x="1406573" y="431505"/>
                </a:lnTo>
                <a:lnTo>
                  <a:pt x="1406573" y="437955"/>
                </a:lnTo>
                <a:lnTo>
                  <a:pt x="1386550" y="437955"/>
                </a:lnTo>
                <a:lnTo>
                  <a:pt x="1386550" y="497254"/>
                </a:lnTo>
                <a:lnTo>
                  <a:pt x="1379619" y="497254"/>
                </a:lnTo>
                <a:lnTo>
                  <a:pt x="1372688" y="497254"/>
                </a:lnTo>
                <a:lnTo>
                  <a:pt x="1372688" y="437955"/>
                </a:lnTo>
                <a:lnTo>
                  <a:pt x="1352665" y="437955"/>
                </a:lnTo>
                <a:lnTo>
                  <a:pt x="1352665" y="431602"/>
                </a:lnTo>
                <a:close/>
                <a:moveTo>
                  <a:pt x="1327830" y="425152"/>
                </a:moveTo>
                <a:lnTo>
                  <a:pt x="1334761" y="425152"/>
                </a:lnTo>
                <a:lnTo>
                  <a:pt x="1341692" y="425152"/>
                </a:lnTo>
                <a:lnTo>
                  <a:pt x="1341692" y="497254"/>
                </a:lnTo>
                <a:lnTo>
                  <a:pt x="1334857" y="497254"/>
                </a:lnTo>
                <a:lnTo>
                  <a:pt x="1327830" y="497254"/>
                </a:lnTo>
                <a:close/>
                <a:moveTo>
                  <a:pt x="1263140" y="425152"/>
                </a:moveTo>
                <a:lnTo>
                  <a:pt x="1317048" y="425152"/>
                </a:lnTo>
                <a:lnTo>
                  <a:pt x="1317048" y="431505"/>
                </a:lnTo>
                <a:lnTo>
                  <a:pt x="1317048" y="437955"/>
                </a:lnTo>
                <a:lnTo>
                  <a:pt x="1297025" y="437955"/>
                </a:lnTo>
                <a:lnTo>
                  <a:pt x="1297025" y="497254"/>
                </a:lnTo>
                <a:lnTo>
                  <a:pt x="1290094" y="497254"/>
                </a:lnTo>
                <a:lnTo>
                  <a:pt x="1283163" y="497254"/>
                </a:lnTo>
                <a:lnTo>
                  <a:pt x="1283163" y="437955"/>
                </a:lnTo>
                <a:lnTo>
                  <a:pt x="1263140" y="437955"/>
                </a:lnTo>
                <a:lnTo>
                  <a:pt x="1263140" y="431602"/>
                </a:lnTo>
                <a:close/>
                <a:moveTo>
                  <a:pt x="1132315" y="425152"/>
                </a:moveTo>
                <a:lnTo>
                  <a:pt x="1139631" y="425152"/>
                </a:lnTo>
                <a:lnTo>
                  <a:pt x="1146851" y="425152"/>
                </a:lnTo>
                <a:lnTo>
                  <a:pt x="1173516" y="475788"/>
                </a:lnTo>
                <a:lnTo>
                  <a:pt x="1173516" y="425152"/>
                </a:lnTo>
                <a:lnTo>
                  <a:pt x="1179966" y="425152"/>
                </a:lnTo>
                <a:lnTo>
                  <a:pt x="1186512" y="425152"/>
                </a:lnTo>
                <a:lnTo>
                  <a:pt x="1186512" y="497254"/>
                </a:lnTo>
                <a:lnTo>
                  <a:pt x="1179581" y="497254"/>
                </a:lnTo>
                <a:lnTo>
                  <a:pt x="1172650" y="497254"/>
                </a:lnTo>
                <a:lnTo>
                  <a:pt x="1145311" y="445271"/>
                </a:lnTo>
                <a:lnTo>
                  <a:pt x="1145311" y="497254"/>
                </a:lnTo>
                <a:lnTo>
                  <a:pt x="1138861" y="497254"/>
                </a:lnTo>
                <a:lnTo>
                  <a:pt x="1132315" y="497254"/>
                </a:lnTo>
                <a:close/>
                <a:moveTo>
                  <a:pt x="1102570" y="425152"/>
                </a:moveTo>
                <a:lnTo>
                  <a:pt x="1109405" y="425152"/>
                </a:lnTo>
                <a:lnTo>
                  <a:pt x="1116432" y="425152"/>
                </a:lnTo>
                <a:lnTo>
                  <a:pt x="1116432" y="497254"/>
                </a:lnTo>
                <a:lnTo>
                  <a:pt x="1109501" y="497254"/>
                </a:lnTo>
                <a:lnTo>
                  <a:pt x="1102570" y="497254"/>
                </a:lnTo>
                <a:close/>
                <a:moveTo>
                  <a:pt x="927560" y="425152"/>
                </a:moveTo>
                <a:lnTo>
                  <a:pt x="934780" y="425152"/>
                </a:lnTo>
                <a:lnTo>
                  <a:pt x="942096" y="425152"/>
                </a:lnTo>
                <a:lnTo>
                  <a:pt x="968665" y="475788"/>
                </a:lnTo>
                <a:lnTo>
                  <a:pt x="968665" y="425152"/>
                </a:lnTo>
                <a:lnTo>
                  <a:pt x="975114" y="425152"/>
                </a:lnTo>
                <a:lnTo>
                  <a:pt x="981660" y="425152"/>
                </a:lnTo>
                <a:lnTo>
                  <a:pt x="981660" y="497254"/>
                </a:lnTo>
                <a:lnTo>
                  <a:pt x="974730" y="497254"/>
                </a:lnTo>
                <a:lnTo>
                  <a:pt x="967799" y="497254"/>
                </a:lnTo>
                <a:lnTo>
                  <a:pt x="940459" y="445271"/>
                </a:lnTo>
                <a:lnTo>
                  <a:pt x="940459" y="497254"/>
                </a:lnTo>
                <a:lnTo>
                  <a:pt x="934010" y="497254"/>
                </a:lnTo>
                <a:lnTo>
                  <a:pt x="927560" y="497254"/>
                </a:lnTo>
                <a:close/>
                <a:moveTo>
                  <a:pt x="897718" y="425152"/>
                </a:moveTo>
                <a:lnTo>
                  <a:pt x="904649" y="425152"/>
                </a:lnTo>
                <a:lnTo>
                  <a:pt x="911580" y="425152"/>
                </a:lnTo>
                <a:lnTo>
                  <a:pt x="911580" y="497254"/>
                </a:lnTo>
                <a:lnTo>
                  <a:pt x="904649" y="497254"/>
                </a:lnTo>
                <a:lnTo>
                  <a:pt x="897718" y="497254"/>
                </a:lnTo>
                <a:close/>
                <a:moveTo>
                  <a:pt x="813198" y="425152"/>
                </a:moveTo>
                <a:lnTo>
                  <a:pt x="820129" y="425152"/>
                </a:lnTo>
                <a:lnTo>
                  <a:pt x="827060" y="425152"/>
                </a:lnTo>
                <a:lnTo>
                  <a:pt x="827060" y="497254"/>
                </a:lnTo>
                <a:lnTo>
                  <a:pt x="820225" y="497254"/>
                </a:lnTo>
                <a:lnTo>
                  <a:pt x="813198" y="497254"/>
                </a:lnTo>
                <a:close/>
                <a:moveTo>
                  <a:pt x="748989" y="425152"/>
                </a:moveTo>
                <a:lnTo>
                  <a:pt x="797796" y="425152"/>
                </a:lnTo>
                <a:lnTo>
                  <a:pt x="797796" y="431505"/>
                </a:lnTo>
                <a:lnTo>
                  <a:pt x="797796" y="437955"/>
                </a:lnTo>
                <a:lnTo>
                  <a:pt x="762851" y="437955"/>
                </a:lnTo>
                <a:lnTo>
                  <a:pt x="762851" y="453261"/>
                </a:lnTo>
                <a:lnTo>
                  <a:pt x="795293" y="453261"/>
                </a:lnTo>
                <a:lnTo>
                  <a:pt x="795293" y="459422"/>
                </a:lnTo>
                <a:lnTo>
                  <a:pt x="795293" y="465679"/>
                </a:lnTo>
                <a:lnTo>
                  <a:pt x="762851" y="465679"/>
                </a:lnTo>
                <a:lnTo>
                  <a:pt x="762851" y="484451"/>
                </a:lnTo>
                <a:lnTo>
                  <a:pt x="799336" y="484451"/>
                </a:lnTo>
                <a:lnTo>
                  <a:pt x="799336" y="490901"/>
                </a:lnTo>
                <a:lnTo>
                  <a:pt x="799336" y="497254"/>
                </a:lnTo>
                <a:lnTo>
                  <a:pt x="748989" y="497254"/>
                </a:lnTo>
                <a:close/>
                <a:moveTo>
                  <a:pt x="678155" y="425015"/>
                </a:moveTo>
                <a:lnTo>
                  <a:pt x="710596" y="425015"/>
                </a:lnTo>
                <a:cubicBezTo>
                  <a:pt x="716027" y="424694"/>
                  <a:pt x="721382" y="426411"/>
                  <a:pt x="725614" y="429828"/>
                </a:cubicBezTo>
                <a:cubicBezTo>
                  <a:pt x="729365" y="433274"/>
                  <a:pt x="731378" y="438218"/>
                  <a:pt x="731101" y="443305"/>
                </a:cubicBezTo>
                <a:cubicBezTo>
                  <a:pt x="731447" y="448575"/>
                  <a:pt x="729135" y="453669"/>
                  <a:pt x="724940" y="456878"/>
                </a:cubicBezTo>
                <a:cubicBezTo>
                  <a:pt x="724296" y="457490"/>
                  <a:pt x="723546" y="457979"/>
                  <a:pt x="722726" y="458322"/>
                </a:cubicBezTo>
                <a:cubicBezTo>
                  <a:pt x="724240" y="458928"/>
                  <a:pt x="725665" y="459738"/>
                  <a:pt x="726962" y="460728"/>
                </a:cubicBezTo>
                <a:cubicBezTo>
                  <a:pt x="731248" y="464009"/>
                  <a:pt x="733628" y="469203"/>
                  <a:pt x="733315" y="474590"/>
                </a:cubicBezTo>
                <a:cubicBezTo>
                  <a:pt x="733752" y="480835"/>
                  <a:pt x="731430" y="486958"/>
                  <a:pt x="726962" y="491341"/>
                </a:cubicBezTo>
                <a:cubicBezTo>
                  <a:pt x="721789" y="495533"/>
                  <a:pt x="715215" y="497599"/>
                  <a:pt x="708575" y="497117"/>
                </a:cubicBezTo>
                <a:lnTo>
                  <a:pt x="678444" y="497117"/>
                </a:lnTo>
                <a:close/>
                <a:moveTo>
                  <a:pt x="867316" y="425015"/>
                </a:moveTo>
                <a:lnTo>
                  <a:pt x="881082" y="425015"/>
                </a:lnTo>
                <a:lnTo>
                  <a:pt x="881082" y="476901"/>
                </a:lnTo>
                <a:cubicBezTo>
                  <a:pt x="881555" y="482917"/>
                  <a:pt x="879615" y="488875"/>
                  <a:pt x="875691" y="493459"/>
                </a:cubicBezTo>
                <a:cubicBezTo>
                  <a:pt x="871387" y="497496"/>
                  <a:pt x="865596" y="499554"/>
                  <a:pt x="859710" y="499139"/>
                </a:cubicBezTo>
                <a:cubicBezTo>
                  <a:pt x="853558" y="499663"/>
                  <a:pt x="847501" y="497361"/>
                  <a:pt x="843250" y="492881"/>
                </a:cubicBezTo>
                <a:cubicBezTo>
                  <a:pt x="839307" y="487283"/>
                  <a:pt x="837560" y="480431"/>
                  <a:pt x="838340" y="473628"/>
                </a:cubicBezTo>
                <a:lnTo>
                  <a:pt x="838340" y="469874"/>
                </a:lnTo>
                <a:lnTo>
                  <a:pt x="851528" y="469874"/>
                </a:lnTo>
                <a:lnTo>
                  <a:pt x="851528" y="474206"/>
                </a:lnTo>
                <a:cubicBezTo>
                  <a:pt x="851216" y="477523"/>
                  <a:pt x="851850" y="480861"/>
                  <a:pt x="853358" y="483833"/>
                </a:cubicBezTo>
                <a:cubicBezTo>
                  <a:pt x="854684" y="485979"/>
                  <a:pt x="857099" y="487205"/>
                  <a:pt x="859614" y="487009"/>
                </a:cubicBezTo>
                <a:cubicBezTo>
                  <a:pt x="861830" y="487226"/>
                  <a:pt x="864014" y="486367"/>
                  <a:pt x="865486" y="484699"/>
                </a:cubicBezTo>
                <a:cubicBezTo>
                  <a:pt x="866867" y="482449"/>
                  <a:pt x="867507" y="479822"/>
                  <a:pt x="867316" y="477191"/>
                </a:cubicBezTo>
                <a:close/>
                <a:moveTo>
                  <a:pt x="1417469" y="424919"/>
                </a:moveTo>
                <a:lnTo>
                  <a:pt x="1431331" y="424919"/>
                </a:lnTo>
                <a:lnTo>
                  <a:pt x="1431331" y="470356"/>
                </a:lnTo>
                <a:cubicBezTo>
                  <a:pt x="1431053" y="474500"/>
                  <a:pt x="1432208" y="478612"/>
                  <a:pt x="1434604" y="482004"/>
                </a:cubicBezTo>
                <a:cubicBezTo>
                  <a:pt x="1437050" y="484699"/>
                  <a:pt x="1440601" y="486119"/>
                  <a:pt x="1444230" y="485854"/>
                </a:cubicBezTo>
                <a:cubicBezTo>
                  <a:pt x="1447808" y="486150"/>
                  <a:pt x="1451333" y="484847"/>
                  <a:pt x="1453856" y="482293"/>
                </a:cubicBezTo>
                <a:cubicBezTo>
                  <a:pt x="1456193" y="478775"/>
                  <a:pt x="1457246" y="474559"/>
                  <a:pt x="1456841" y="470356"/>
                </a:cubicBezTo>
                <a:lnTo>
                  <a:pt x="1456841" y="424919"/>
                </a:lnTo>
                <a:lnTo>
                  <a:pt x="1471088" y="424919"/>
                </a:lnTo>
                <a:lnTo>
                  <a:pt x="1471088" y="469875"/>
                </a:lnTo>
                <a:cubicBezTo>
                  <a:pt x="1471825" y="477836"/>
                  <a:pt x="1469597" y="485789"/>
                  <a:pt x="1464830" y="492208"/>
                </a:cubicBezTo>
                <a:cubicBezTo>
                  <a:pt x="1459248" y="497247"/>
                  <a:pt x="1451815" y="499725"/>
                  <a:pt x="1444326" y="499043"/>
                </a:cubicBezTo>
                <a:cubicBezTo>
                  <a:pt x="1436885" y="499625"/>
                  <a:pt x="1429543" y="497037"/>
                  <a:pt x="1424111" y="491919"/>
                </a:cubicBezTo>
                <a:cubicBezTo>
                  <a:pt x="1419284" y="485626"/>
                  <a:pt x="1416922" y="477787"/>
                  <a:pt x="1417469" y="469875"/>
                </a:cubicBezTo>
                <a:close/>
                <a:moveTo>
                  <a:pt x="2308540" y="423329"/>
                </a:moveTo>
                <a:cubicBezTo>
                  <a:pt x="2316510" y="422885"/>
                  <a:pt x="2324649" y="425481"/>
                  <a:pt x="2331069" y="431222"/>
                </a:cubicBezTo>
                <a:cubicBezTo>
                  <a:pt x="2331933" y="431996"/>
                  <a:pt x="2332752" y="432815"/>
                  <a:pt x="2333524" y="433678"/>
                </a:cubicBezTo>
                <a:cubicBezTo>
                  <a:pt x="2339678" y="441675"/>
                  <a:pt x="2342753" y="451616"/>
                  <a:pt x="2342189" y="461692"/>
                </a:cubicBezTo>
                <a:cubicBezTo>
                  <a:pt x="2342734" y="471586"/>
                  <a:pt x="2339655" y="481341"/>
                  <a:pt x="2333524" y="489127"/>
                </a:cubicBezTo>
                <a:cubicBezTo>
                  <a:pt x="2321725" y="501966"/>
                  <a:pt x="2301751" y="502809"/>
                  <a:pt x="2288910" y="491009"/>
                </a:cubicBezTo>
                <a:cubicBezTo>
                  <a:pt x="2288257" y="490408"/>
                  <a:pt x="2287629" y="489781"/>
                  <a:pt x="2287028" y="489127"/>
                </a:cubicBezTo>
                <a:cubicBezTo>
                  <a:pt x="2280899" y="481341"/>
                  <a:pt x="2277818" y="471586"/>
                  <a:pt x="2278364" y="461692"/>
                </a:cubicBezTo>
                <a:cubicBezTo>
                  <a:pt x="2277799" y="451616"/>
                  <a:pt x="2280874" y="441675"/>
                  <a:pt x="2287028" y="433678"/>
                </a:cubicBezTo>
                <a:cubicBezTo>
                  <a:pt x="2292770" y="427259"/>
                  <a:pt x="2300571" y="423774"/>
                  <a:pt x="2308540" y="423329"/>
                </a:cubicBezTo>
                <a:close/>
                <a:moveTo>
                  <a:pt x="2172788" y="423322"/>
                </a:moveTo>
                <a:cubicBezTo>
                  <a:pt x="2180783" y="422886"/>
                  <a:pt x="2188945" y="425499"/>
                  <a:pt x="2195378" y="431266"/>
                </a:cubicBezTo>
                <a:cubicBezTo>
                  <a:pt x="2196226" y="432026"/>
                  <a:pt x="2197030" y="432831"/>
                  <a:pt x="2197790" y="433678"/>
                </a:cubicBezTo>
                <a:cubicBezTo>
                  <a:pt x="2203918" y="441685"/>
                  <a:pt x="2206960" y="451629"/>
                  <a:pt x="2206359" y="461692"/>
                </a:cubicBezTo>
                <a:cubicBezTo>
                  <a:pt x="2206933" y="471575"/>
                  <a:pt x="2203887" y="481328"/>
                  <a:pt x="2197790" y="489128"/>
                </a:cubicBezTo>
                <a:cubicBezTo>
                  <a:pt x="2185941" y="501994"/>
                  <a:pt x="2165905" y="502817"/>
                  <a:pt x="2153040" y="490967"/>
                </a:cubicBezTo>
                <a:cubicBezTo>
                  <a:pt x="2152401" y="490380"/>
                  <a:pt x="2151788" y="489766"/>
                  <a:pt x="2151199" y="489128"/>
                </a:cubicBezTo>
                <a:lnTo>
                  <a:pt x="2151198" y="489128"/>
                </a:lnTo>
                <a:cubicBezTo>
                  <a:pt x="2145142" y="481307"/>
                  <a:pt x="2142100" y="471569"/>
                  <a:pt x="2142631" y="461692"/>
                </a:cubicBezTo>
                <a:cubicBezTo>
                  <a:pt x="2142081" y="451635"/>
                  <a:pt x="2145117" y="441708"/>
                  <a:pt x="2151198" y="433678"/>
                </a:cubicBezTo>
                <a:cubicBezTo>
                  <a:pt x="2156965" y="427245"/>
                  <a:pt x="2164793" y="423759"/>
                  <a:pt x="2172788" y="423322"/>
                </a:cubicBezTo>
                <a:close/>
                <a:moveTo>
                  <a:pt x="1670767" y="423322"/>
                </a:moveTo>
                <a:cubicBezTo>
                  <a:pt x="1678762" y="422886"/>
                  <a:pt x="1686923" y="425499"/>
                  <a:pt x="1693357" y="431266"/>
                </a:cubicBezTo>
                <a:cubicBezTo>
                  <a:pt x="1694205" y="432026"/>
                  <a:pt x="1695009" y="432831"/>
                  <a:pt x="1695769" y="433678"/>
                </a:cubicBezTo>
                <a:cubicBezTo>
                  <a:pt x="1701897" y="441685"/>
                  <a:pt x="1704939" y="451629"/>
                  <a:pt x="1704338" y="461692"/>
                </a:cubicBezTo>
                <a:cubicBezTo>
                  <a:pt x="1704912" y="471575"/>
                  <a:pt x="1701866" y="481328"/>
                  <a:pt x="1695769" y="489128"/>
                </a:cubicBezTo>
                <a:cubicBezTo>
                  <a:pt x="1683920" y="501994"/>
                  <a:pt x="1663884" y="502817"/>
                  <a:pt x="1651019" y="490967"/>
                </a:cubicBezTo>
                <a:cubicBezTo>
                  <a:pt x="1650380" y="490380"/>
                  <a:pt x="1649767" y="489766"/>
                  <a:pt x="1649178" y="489128"/>
                </a:cubicBezTo>
                <a:lnTo>
                  <a:pt x="1649177" y="489128"/>
                </a:lnTo>
                <a:cubicBezTo>
                  <a:pt x="1643121" y="481307"/>
                  <a:pt x="1640079" y="471569"/>
                  <a:pt x="1640610" y="461692"/>
                </a:cubicBezTo>
                <a:cubicBezTo>
                  <a:pt x="1640060" y="451635"/>
                  <a:pt x="1643096" y="441708"/>
                  <a:pt x="1649177" y="433678"/>
                </a:cubicBezTo>
                <a:cubicBezTo>
                  <a:pt x="1654944" y="427245"/>
                  <a:pt x="1662772" y="423759"/>
                  <a:pt x="1670767" y="423322"/>
                </a:cubicBezTo>
                <a:close/>
                <a:moveTo>
                  <a:pt x="2386470" y="423282"/>
                </a:moveTo>
                <a:cubicBezTo>
                  <a:pt x="2393689" y="422954"/>
                  <a:pt x="2400778" y="425283"/>
                  <a:pt x="2406397" y="429828"/>
                </a:cubicBezTo>
                <a:cubicBezTo>
                  <a:pt x="2411661" y="434295"/>
                  <a:pt x="2414948" y="440661"/>
                  <a:pt x="2415542" y="447541"/>
                </a:cubicBezTo>
                <a:lnTo>
                  <a:pt x="2401969" y="447541"/>
                </a:lnTo>
                <a:cubicBezTo>
                  <a:pt x="2401488" y="444268"/>
                  <a:pt x="2399720" y="441323"/>
                  <a:pt x="2397059" y="439358"/>
                </a:cubicBezTo>
                <a:cubicBezTo>
                  <a:pt x="2394390" y="437040"/>
                  <a:pt x="2390968" y="435774"/>
                  <a:pt x="2387433" y="435797"/>
                </a:cubicBezTo>
                <a:cubicBezTo>
                  <a:pt x="2381883" y="435526"/>
                  <a:pt x="2376569" y="438057"/>
                  <a:pt x="2373282" y="442535"/>
                </a:cubicBezTo>
                <a:cubicBezTo>
                  <a:pt x="2366615" y="454161"/>
                  <a:pt x="2366615" y="468452"/>
                  <a:pt x="2373282" y="480078"/>
                </a:cubicBezTo>
                <a:cubicBezTo>
                  <a:pt x="2376726" y="484438"/>
                  <a:pt x="2382078" y="486845"/>
                  <a:pt x="2387626" y="486528"/>
                </a:cubicBezTo>
                <a:cubicBezTo>
                  <a:pt x="2392709" y="486711"/>
                  <a:pt x="2397495" y="484134"/>
                  <a:pt x="2400140" y="479790"/>
                </a:cubicBezTo>
                <a:cubicBezTo>
                  <a:pt x="2401912" y="477097"/>
                  <a:pt x="2403154" y="474091"/>
                  <a:pt x="2403797" y="470933"/>
                </a:cubicBezTo>
                <a:lnTo>
                  <a:pt x="2388203" y="470933"/>
                </a:lnTo>
                <a:lnTo>
                  <a:pt x="2388203" y="458515"/>
                </a:lnTo>
                <a:lnTo>
                  <a:pt x="2416023" y="458515"/>
                </a:lnTo>
                <a:lnTo>
                  <a:pt x="2416023" y="497021"/>
                </a:lnTo>
                <a:lnTo>
                  <a:pt x="2406397" y="497021"/>
                </a:lnTo>
                <a:lnTo>
                  <a:pt x="2405050" y="487395"/>
                </a:lnTo>
                <a:lnTo>
                  <a:pt x="2404857" y="489127"/>
                </a:lnTo>
                <a:cubicBezTo>
                  <a:pt x="2400700" y="495699"/>
                  <a:pt x="2393376" y="499580"/>
                  <a:pt x="2385604" y="499332"/>
                </a:cubicBezTo>
                <a:lnTo>
                  <a:pt x="2385604" y="498753"/>
                </a:lnTo>
                <a:cubicBezTo>
                  <a:pt x="2376839" y="499222"/>
                  <a:pt x="2368339" y="495680"/>
                  <a:pt x="2362500" y="489127"/>
                </a:cubicBezTo>
                <a:cubicBezTo>
                  <a:pt x="2350784" y="472501"/>
                  <a:pt x="2350784" y="450305"/>
                  <a:pt x="2362500" y="433679"/>
                </a:cubicBezTo>
                <a:cubicBezTo>
                  <a:pt x="2368476" y="426725"/>
                  <a:pt x="2377309" y="422895"/>
                  <a:pt x="2386470" y="423282"/>
                </a:cubicBezTo>
                <a:close/>
                <a:moveTo>
                  <a:pt x="1962616" y="423090"/>
                </a:moveTo>
                <a:cubicBezTo>
                  <a:pt x="1969675" y="422908"/>
                  <a:pt x="1976545" y="425382"/>
                  <a:pt x="1981869" y="430021"/>
                </a:cubicBezTo>
                <a:cubicBezTo>
                  <a:pt x="1987330" y="434840"/>
                  <a:pt x="1990769" y="441544"/>
                  <a:pt x="1991495" y="448792"/>
                </a:cubicBezTo>
                <a:lnTo>
                  <a:pt x="1977633" y="448792"/>
                </a:lnTo>
                <a:cubicBezTo>
                  <a:pt x="1977400" y="445106"/>
                  <a:pt x="1975742" y="441653"/>
                  <a:pt x="1973012" y="439165"/>
                </a:cubicBezTo>
                <a:cubicBezTo>
                  <a:pt x="1970317" y="436904"/>
                  <a:pt x="1966905" y="435676"/>
                  <a:pt x="1963386" y="435700"/>
                </a:cubicBezTo>
                <a:cubicBezTo>
                  <a:pt x="1958424" y="435596"/>
                  <a:pt x="1953790" y="438170"/>
                  <a:pt x="1951257" y="442439"/>
                </a:cubicBezTo>
                <a:cubicBezTo>
                  <a:pt x="1948068" y="448091"/>
                  <a:pt x="1946566" y="454538"/>
                  <a:pt x="1946924" y="461018"/>
                </a:cubicBezTo>
                <a:cubicBezTo>
                  <a:pt x="1946571" y="467343"/>
                  <a:pt x="1948077" y="473636"/>
                  <a:pt x="1951257" y="479115"/>
                </a:cubicBezTo>
                <a:cubicBezTo>
                  <a:pt x="1955837" y="485902"/>
                  <a:pt x="1965053" y="487689"/>
                  <a:pt x="1971838" y="483108"/>
                </a:cubicBezTo>
                <a:cubicBezTo>
                  <a:pt x="1972420" y="482715"/>
                  <a:pt x="1972973" y="482282"/>
                  <a:pt x="1973494" y="481811"/>
                </a:cubicBezTo>
                <a:cubicBezTo>
                  <a:pt x="1976214" y="479039"/>
                  <a:pt x="1977854" y="475385"/>
                  <a:pt x="1978114" y="471510"/>
                </a:cubicBezTo>
                <a:lnTo>
                  <a:pt x="1990918" y="471895"/>
                </a:lnTo>
                <a:cubicBezTo>
                  <a:pt x="1990437" y="479392"/>
                  <a:pt x="1987216" y="486451"/>
                  <a:pt x="1981869" y="491726"/>
                </a:cubicBezTo>
                <a:cubicBezTo>
                  <a:pt x="1976666" y="496617"/>
                  <a:pt x="1969755" y="499277"/>
                  <a:pt x="1962616" y="499138"/>
                </a:cubicBezTo>
                <a:cubicBezTo>
                  <a:pt x="1953998" y="499491"/>
                  <a:pt x="1945732" y="495698"/>
                  <a:pt x="1940378" y="488935"/>
                </a:cubicBezTo>
                <a:cubicBezTo>
                  <a:pt x="1934501" y="481037"/>
                  <a:pt x="1931571" y="471330"/>
                  <a:pt x="1932100" y="461499"/>
                </a:cubicBezTo>
                <a:cubicBezTo>
                  <a:pt x="1931549" y="451486"/>
                  <a:pt x="1934474" y="441591"/>
                  <a:pt x="1940378" y="433486"/>
                </a:cubicBezTo>
                <a:cubicBezTo>
                  <a:pt x="1945681" y="426637"/>
                  <a:pt x="1953961" y="422766"/>
                  <a:pt x="1962616" y="423090"/>
                </a:cubicBezTo>
                <a:close/>
                <a:moveTo>
                  <a:pt x="1227248" y="423088"/>
                </a:moveTo>
                <a:cubicBezTo>
                  <a:pt x="1233904" y="422797"/>
                  <a:pt x="1240416" y="425071"/>
                  <a:pt x="1245443" y="429442"/>
                </a:cubicBezTo>
                <a:cubicBezTo>
                  <a:pt x="1250195" y="433937"/>
                  <a:pt x="1252965" y="440135"/>
                  <a:pt x="1253144" y="446674"/>
                </a:cubicBezTo>
                <a:lnTo>
                  <a:pt x="1239089" y="446674"/>
                </a:lnTo>
                <a:cubicBezTo>
                  <a:pt x="1238982" y="443469"/>
                  <a:pt x="1237468" y="440476"/>
                  <a:pt x="1234950" y="438491"/>
                </a:cubicBezTo>
                <a:cubicBezTo>
                  <a:pt x="1232173" y="436431"/>
                  <a:pt x="1228779" y="435379"/>
                  <a:pt x="1225323" y="435507"/>
                </a:cubicBezTo>
                <a:cubicBezTo>
                  <a:pt x="1222380" y="435301"/>
                  <a:pt x="1219465" y="436192"/>
                  <a:pt x="1217141" y="438010"/>
                </a:cubicBezTo>
                <a:cubicBezTo>
                  <a:pt x="1215099" y="439755"/>
                  <a:pt x="1213995" y="442356"/>
                  <a:pt x="1214156" y="445037"/>
                </a:cubicBezTo>
                <a:cubicBezTo>
                  <a:pt x="1214151" y="447155"/>
                  <a:pt x="1215344" y="449093"/>
                  <a:pt x="1217237" y="450043"/>
                </a:cubicBezTo>
                <a:cubicBezTo>
                  <a:pt x="1221415" y="451954"/>
                  <a:pt x="1225812" y="453344"/>
                  <a:pt x="1230329" y="454182"/>
                </a:cubicBezTo>
                <a:cubicBezTo>
                  <a:pt x="1237286" y="455405"/>
                  <a:pt x="1243873" y="458205"/>
                  <a:pt x="1249582" y="462364"/>
                </a:cubicBezTo>
                <a:cubicBezTo>
                  <a:pt x="1253152" y="466360"/>
                  <a:pt x="1254897" y="471662"/>
                  <a:pt x="1254395" y="476997"/>
                </a:cubicBezTo>
                <a:cubicBezTo>
                  <a:pt x="1254735" y="483258"/>
                  <a:pt x="1252005" y="489291"/>
                  <a:pt x="1247078" y="493169"/>
                </a:cubicBezTo>
                <a:cubicBezTo>
                  <a:pt x="1241326" y="497402"/>
                  <a:pt x="1234285" y="499511"/>
                  <a:pt x="1227152" y="499138"/>
                </a:cubicBezTo>
                <a:cubicBezTo>
                  <a:pt x="1220170" y="499471"/>
                  <a:pt x="1213312" y="497207"/>
                  <a:pt x="1207900" y="492784"/>
                </a:cubicBezTo>
                <a:cubicBezTo>
                  <a:pt x="1202992" y="488089"/>
                  <a:pt x="1200240" y="481575"/>
                  <a:pt x="1200294" y="474782"/>
                </a:cubicBezTo>
                <a:lnTo>
                  <a:pt x="1213675" y="474783"/>
                </a:lnTo>
                <a:cubicBezTo>
                  <a:pt x="1213605" y="478156"/>
                  <a:pt x="1215010" y="481391"/>
                  <a:pt x="1217526" y="483640"/>
                </a:cubicBezTo>
                <a:cubicBezTo>
                  <a:pt x="1220290" y="485734"/>
                  <a:pt x="1223686" y="486820"/>
                  <a:pt x="1227152" y="486720"/>
                </a:cubicBezTo>
                <a:cubicBezTo>
                  <a:pt x="1230763" y="486912"/>
                  <a:pt x="1234359" y="486113"/>
                  <a:pt x="1237549" y="484410"/>
                </a:cubicBezTo>
                <a:cubicBezTo>
                  <a:pt x="1239870" y="483092"/>
                  <a:pt x="1241305" y="480629"/>
                  <a:pt x="1241304" y="477960"/>
                </a:cubicBezTo>
                <a:cubicBezTo>
                  <a:pt x="1241459" y="475617"/>
                  <a:pt x="1240451" y="473349"/>
                  <a:pt x="1238608" y="471895"/>
                </a:cubicBezTo>
                <a:cubicBezTo>
                  <a:pt x="1235098" y="469964"/>
                  <a:pt x="1231292" y="468629"/>
                  <a:pt x="1227344" y="467948"/>
                </a:cubicBezTo>
                <a:cubicBezTo>
                  <a:pt x="1219822" y="466669"/>
                  <a:pt x="1212646" y="463850"/>
                  <a:pt x="1206263" y="459669"/>
                </a:cubicBezTo>
                <a:cubicBezTo>
                  <a:pt x="1202513" y="456114"/>
                  <a:pt x="1200567" y="451055"/>
                  <a:pt x="1200968" y="445904"/>
                </a:cubicBezTo>
                <a:cubicBezTo>
                  <a:pt x="1200649" y="439571"/>
                  <a:pt x="1203236" y="433439"/>
                  <a:pt x="1207996" y="429249"/>
                </a:cubicBezTo>
                <a:cubicBezTo>
                  <a:pt x="1213390" y="424811"/>
                  <a:pt x="1220280" y="422607"/>
                  <a:pt x="1227248" y="423088"/>
                </a:cubicBezTo>
                <a:close/>
                <a:moveTo>
                  <a:pt x="1024986" y="422825"/>
                </a:moveTo>
                <a:cubicBezTo>
                  <a:pt x="1032816" y="422136"/>
                  <a:pt x="1040892" y="424232"/>
                  <a:pt x="1047620" y="429251"/>
                </a:cubicBezTo>
                <a:cubicBezTo>
                  <a:pt x="1052919" y="433692"/>
                  <a:pt x="1056212" y="440073"/>
                  <a:pt x="1056765" y="446963"/>
                </a:cubicBezTo>
                <a:lnTo>
                  <a:pt x="1042903" y="446963"/>
                </a:lnTo>
                <a:cubicBezTo>
                  <a:pt x="1042510" y="443684"/>
                  <a:pt x="1040765" y="440718"/>
                  <a:pt x="1038089" y="438781"/>
                </a:cubicBezTo>
                <a:cubicBezTo>
                  <a:pt x="1035421" y="436463"/>
                  <a:pt x="1031998" y="435196"/>
                  <a:pt x="1028463" y="435219"/>
                </a:cubicBezTo>
                <a:cubicBezTo>
                  <a:pt x="1022925" y="435000"/>
                  <a:pt x="1017633" y="437520"/>
                  <a:pt x="1014312" y="441958"/>
                </a:cubicBezTo>
                <a:cubicBezTo>
                  <a:pt x="1010553" y="447645"/>
                  <a:pt x="1008761" y="454408"/>
                  <a:pt x="1009210" y="461211"/>
                </a:cubicBezTo>
                <a:cubicBezTo>
                  <a:pt x="1008761" y="467805"/>
                  <a:pt x="1010485" y="474365"/>
                  <a:pt x="1014119" y="479886"/>
                </a:cubicBezTo>
                <a:cubicBezTo>
                  <a:pt x="1017574" y="484232"/>
                  <a:pt x="1022919" y="486637"/>
                  <a:pt x="1028463" y="486336"/>
                </a:cubicBezTo>
                <a:cubicBezTo>
                  <a:pt x="1033537" y="486479"/>
                  <a:pt x="1038305" y="483912"/>
                  <a:pt x="1040978" y="479597"/>
                </a:cubicBezTo>
                <a:cubicBezTo>
                  <a:pt x="1042711" y="476885"/>
                  <a:pt x="1043949" y="473886"/>
                  <a:pt x="1044635" y="470741"/>
                </a:cubicBezTo>
                <a:lnTo>
                  <a:pt x="1029041" y="470741"/>
                </a:lnTo>
                <a:lnTo>
                  <a:pt x="1029041" y="458322"/>
                </a:lnTo>
                <a:lnTo>
                  <a:pt x="1057150" y="458322"/>
                </a:lnTo>
                <a:lnTo>
                  <a:pt x="1057150" y="496828"/>
                </a:lnTo>
                <a:lnTo>
                  <a:pt x="1047524" y="496828"/>
                </a:lnTo>
                <a:lnTo>
                  <a:pt x="1046176" y="487202"/>
                </a:lnTo>
                <a:lnTo>
                  <a:pt x="1045406" y="488357"/>
                </a:lnTo>
                <a:lnTo>
                  <a:pt x="1026263" y="498503"/>
                </a:lnTo>
                <a:lnTo>
                  <a:pt x="1003819" y="488550"/>
                </a:lnTo>
                <a:cubicBezTo>
                  <a:pt x="992273" y="471870"/>
                  <a:pt x="992273" y="449781"/>
                  <a:pt x="1003819" y="433101"/>
                </a:cubicBezTo>
                <a:cubicBezTo>
                  <a:pt x="1009568" y="426985"/>
                  <a:pt x="1017155" y="423513"/>
                  <a:pt x="1024986" y="422825"/>
                </a:cubicBezTo>
                <a:close/>
                <a:moveTo>
                  <a:pt x="453475" y="422716"/>
                </a:moveTo>
                <a:lnTo>
                  <a:pt x="451736" y="424676"/>
                </a:lnTo>
                <a:lnTo>
                  <a:pt x="449968" y="426609"/>
                </a:lnTo>
                <a:lnTo>
                  <a:pt x="457562" y="433457"/>
                </a:lnTo>
                <a:lnTo>
                  <a:pt x="451018" y="440746"/>
                </a:lnTo>
                <a:lnTo>
                  <a:pt x="443424" y="433899"/>
                </a:lnTo>
                <a:lnTo>
                  <a:pt x="441657" y="435859"/>
                </a:lnTo>
                <a:lnTo>
                  <a:pt x="439918" y="437792"/>
                </a:lnTo>
                <a:lnTo>
                  <a:pt x="460130" y="456099"/>
                </a:lnTo>
                <a:lnTo>
                  <a:pt x="461869" y="454138"/>
                </a:lnTo>
                <a:lnTo>
                  <a:pt x="463636" y="452205"/>
                </a:lnTo>
                <a:lnTo>
                  <a:pt x="454442" y="443922"/>
                </a:lnTo>
                <a:lnTo>
                  <a:pt x="461013" y="436632"/>
                </a:lnTo>
                <a:lnTo>
                  <a:pt x="470181" y="444916"/>
                </a:lnTo>
                <a:lnTo>
                  <a:pt x="471948" y="442955"/>
                </a:lnTo>
                <a:lnTo>
                  <a:pt x="473742" y="440967"/>
                </a:lnTo>
                <a:close/>
                <a:moveTo>
                  <a:pt x="279877" y="409075"/>
                </a:moveTo>
                <a:cubicBezTo>
                  <a:pt x="280482" y="409973"/>
                  <a:pt x="281156" y="410823"/>
                  <a:pt x="281893" y="411616"/>
                </a:cubicBezTo>
                <a:cubicBezTo>
                  <a:pt x="282749" y="412472"/>
                  <a:pt x="284019" y="413245"/>
                  <a:pt x="284102" y="413742"/>
                </a:cubicBezTo>
                <a:cubicBezTo>
                  <a:pt x="284185" y="414239"/>
                  <a:pt x="283494" y="414404"/>
                  <a:pt x="283494" y="414404"/>
                </a:cubicBezTo>
                <a:lnTo>
                  <a:pt x="283494" y="431414"/>
                </a:lnTo>
                <a:cubicBezTo>
                  <a:pt x="283494" y="431414"/>
                  <a:pt x="289956" y="431303"/>
                  <a:pt x="292054" y="432905"/>
                </a:cubicBezTo>
                <a:cubicBezTo>
                  <a:pt x="294153" y="434506"/>
                  <a:pt x="297770" y="435859"/>
                  <a:pt x="298709" y="436964"/>
                </a:cubicBezTo>
                <a:cubicBezTo>
                  <a:pt x="299648" y="438068"/>
                  <a:pt x="303568" y="438317"/>
                  <a:pt x="305170" y="438758"/>
                </a:cubicBezTo>
                <a:cubicBezTo>
                  <a:pt x="306771" y="439200"/>
                  <a:pt x="307545" y="441271"/>
                  <a:pt x="308456" y="441961"/>
                </a:cubicBezTo>
                <a:cubicBezTo>
                  <a:pt x="309367" y="442652"/>
                  <a:pt x="310775" y="441879"/>
                  <a:pt x="312128" y="442293"/>
                </a:cubicBezTo>
                <a:cubicBezTo>
                  <a:pt x="313481" y="442707"/>
                  <a:pt x="315773" y="445413"/>
                  <a:pt x="317264" y="446131"/>
                </a:cubicBezTo>
                <a:cubicBezTo>
                  <a:pt x="318755" y="446849"/>
                  <a:pt x="320578" y="446987"/>
                  <a:pt x="321240" y="448588"/>
                </a:cubicBezTo>
                <a:cubicBezTo>
                  <a:pt x="321903" y="450190"/>
                  <a:pt x="321516" y="451073"/>
                  <a:pt x="323228" y="451073"/>
                </a:cubicBezTo>
                <a:cubicBezTo>
                  <a:pt x="324620" y="451015"/>
                  <a:pt x="325967" y="451557"/>
                  <a:pt x="326928" y="452564"/>
                </a:cubicBezTo>
                <a:cubicBezTo>
                  <a:pt x="327508" y="453061"/>
                  <a:pt x="329386" y="452454"/>
                  <a:pt x="331125" y="453061"/>
                </a:cubicBezTo>
                <a:cubicBezTo>
                  <a:pt x="332009" y="453310"/>
                  <a:pt x="334881" y="454773"/>
                  <a:pt x="336648" y="455270"/>
                </a:cubicBezTo>
                <a:cubicBezTo>
                  <a:pt x="339450" y="456477"/>
                  <a:pt x="342126" y="457968"/>
                  <a:pt x="344628" y="459716"/>
                </a:cubicBezTo>
                <a:cubicBezTo>
                  <a:pt x="349866" y="460075"/>
                  <a:pt x="355054" y="460953"/>
                  <a:pt x="360118" y="462339"/>
                </a:cubicBezTo>
                <a:lnTo>
                  <a:pt x="201762" y="462505"/>
                </a:lnTo>
                <a:cubicBezTo>
                  <a:pt x="201762" y="462505"/>
                  <a:pt x="206871" y="461483"/>
                  <a:pt x="220677" y="460296"/>
                </a:cubicBezTo>
                <a:cubicBezTo>
                  <a:pt x="223109" y="458272"/>
                  <a:pt x="225929" y="456759"/>
                  <a:pt x="228960" y="455850"/>
                </a:cubicBezTo>
                <a:cubicBezTo>
                  <a:pt x="229954" y="455768"/>
                  <a:pt x="233019" y="452233"/>
                  <a:pt x="233406" y="451653"/>
                </a:cubicBezTo>
                <a:cubicBezTo>
                  <a:pt x="233792" y="451073"/>
                  <a:pt x="237106" y="451515"/>
                  <a:pt x="237851" y="449417"/>
                </a:cubicBezTo>
                <a:cubicBezTo>
                  <a:pt x="238597" y="447318"/>
                  <a:pt x="240668" y="447594"/>
                  <a:pt x="241828" y="447180"/>
                </a:cubicBezTo>
                <a:cubicBezTo>
                  <a:pt x="242987" y="446766"/>
                  <a:pt x="243153" y="443839"/>
                  <a:pt x="245279" y="442735"/>
                </a:cubicBezTo>
                <a:cubicBezTo>
                  <a:pt x="246245" y="442237"/>
                  <a:pt x="248703" y="441437"/>
                  <a:pt x="250470" y="440746"/>
                </a:cubicBezTo>
                <a:cubicBezTo>
                  <a:pt x="252237" y="440056"/>
                  <a:pt x="254115" y="437488"/>
                  <a:pt x="255413" y="437295"/>
                </a:cubicBezTo>
                <a:cubicBezTo>
                  <a:pt x="257658" y="437184"/>
                  <a:pt x="259853" y="436591"/>
                  <a:pt x="261846" y="435555"/>
                </a:cubicBezTo>
                <a:cubicBezTo>
                  <a:pt x="263724" y="434285"/>
                  <a:pt x="265905" y="433043"/>
                  <a:pt x="267535" y="432104"/>
                </a:cubicBezTo>
                <a:cubicBezTo>
                  <a:pt x="269164" y="431165"/>
                  <a:pt x="276564" y="431662"/>
                  <a:pt x="276564" y="431662"/>
                </a:cubicBezTo>
                <a:lnTo>
                  <a:pt x="276564" y="414763"/>
                </a:lnTo>
                <a:lnTo>
                  <a:pt x="275735" y="413990"/>
                </a:lnTo>
                <a:cubicBezTo>
                  <a:pt x="275376" y="413659"/>
                  <a:pt x="276895" y="412637"/>
                  <a:pt x="277917" y="411616"/>
                </a:cubicBezTo>
                <a:cubicBezTo>
                  <a:pt x="278657" y="410840"/>
                  <a:pt x="279314" y="409989"/>
                  <a:pt x="279877" y="409075"/>
                </a:cubicBezTo>
                <a:close/>
                <a:moveTo>
                  <a:pt x="470153" y="399908"/>
                </a:moveTo>
                <a:lnTo>
                  <a:pt x="468745" y="401924"/>
                </a:lnTo>
                <a:lnTo>
                  <a:pt x="467336" y="403939"/>
                </a:lnTo>
                <a:lnTo>
                  <a:pt x="483020" y="414984"/>
                </a:lnTo>
                <a:lnTo>
                  <a:pt x="461566" y="412223"/>
                </a:lnTo>
                <a:lnTo>
                  <a:pt x="459992" y="414487"/>
                </a:lnTo>
                <a:lnTo>
                  <a:pt x="458418" y="416724"/>
                </a:lnTo>
                <a:lnTo>
                  <a:pt x="480756" y="432380"/>
                </a:lnTo>
                <a:lnTo>
                  <a:pt x="482164" y="430364"/>
                </a:lnTo>
                <a:lnTo>
                  <a:pt x="483545" y="428348"/>
                </a:lnTo>
                <a:lnTo>
                  <a:pt x="467447" y="417083"/>
                </a:lnTo>
                <a:lnTo>
                  <a:pt x="489537" y="419844"/>
                </a:lnTo>
                <a:lnTo>
                  <a:pt x="491055" y="417690"/>
                </a:lnTo>
                <a:lnTo>
                  <a:pt x="492491" y="415564"/>
                </a:lnTo>
                <a:close/>
                <a:moveTo>
                  <a:pt x="84880" y="397506"/>
                </a:moveTo>
                <a:cubicBezTo>
                  <a:pt x="77201" y="397210"/>
                  <a:pt x="70149" y="401728"/>
                  <a:pt x="67208" y="408827"/>
                </a:cubicBezTo>
                <a:cubicBezTo>
                  <a:pt x="66239" y="412013"/>
                  <a:pt x="66800" y="415470"/>
                  <a:pt x="68727" y="418187"/>
                </a:cubicBezTo>
                <a:cubicBezTo>
                  <a:pt x="70254" y="420650"/>
                  <a:pt x="72955" y="422136"/>
                  <a:pt x="75851" y="422108"/>
                </a:cubicBezTo>
                <a:lnTo>
                  <a:pt x="76376" y="422108"/>
                </a:lnTo>
                <a:lnTo>
                  <a:pt x="73614" y="424455"/>
                </a:lnTo>
                <a:lnTo>
                  <a:pt x="75520" y="427410"/>
                </a:lnTo>
                <a:lnTo>
                  <a:pt x="87862" y="419402"/>
                </a:lnTo>
                <a:lnTo>
                  <a:pt x="82147" y="410566"/>
                </a:lnTo>
                <a:lnTo>
                  <a:pt x="78198" y="413134"/>
                </a:lnTo>
                <a:lnTo>
                  <a:pt x="81263" y="418187"/>
                </a:lnTo>
                <a:cubicBezTo>
                  <a:pt x="80128" y="418632"/>
                  <a:pt x="78922" y="418867"/>
                  <a:pt x="77701" y="418878"/>
                </a:cubicBezTo>
                <a:cubicBezTo>
                  <a:pt x="75793" y="418880"/>
                  <a:pt x="74018" y="417900"/>
                  <a:pt x="73007" y="416282"/>
                </a:cubicBezTo>
                <a:cubicBezTo>
                  <a:pt x="71751" y="414592"/>
                  <a:pt x="71411" y="412391"/>
                  <a:pt x="72096" y="410401"/>
                </a:cubicBezTo>
                <a:cubicBezTo>
                  <a:pt x="73098" y="408114"/>
                  <a:pt x="74827" y="406223"/>
                  <a:pt x="77011" y="405016"/>
                </a:cubicBezTo>
                <a:cubicBezTo>
                  <a:pt x="79043" y="403522"/>
                  <a:pt x="81503" y="402727"/>
                  <a:pt x="84024" y="402752"/>
                </a:cubicBezTo>
                <a:cubicBezTo>
                  <a:pt x="86131" y="402857"/>
                  <a:pt x="88042" y="404022"/>
                  <a:pt x="89105" y="405845"/>
                </a:cubicBezTo>
                <a:cubicBezTo>
                  <a:pt x="89823" y="406957"/>
                  <a:pt x="90116" y="408288"/>
                  <a:pt x="89933" y="409600"/>
                </a:cubicBezTo>
                <a:cubicBezTo>
                  <a:pt x="89859" y="410856"/>
                  <a:pt x="89282" y="412030"/>
                  <a:pt x="88332" y="412858"/>
                </a:cubicBezTo>
                <a:lnTo>
                  <a:pt x="91424" y="417248"/>
                </a:lnTo>
                <a:cubicBezTo>
                  <a:pt x="93481" y="415639"/>
                  <a:pt x="94829" y="413292"/>
                  <a:pt x="95180" y="410704"/>
                </a:cubicBezTo>
                <a:cubicBezTo>
                  <a:pt x="95450" y="407987"/>
                  <a:pt x="94735" y="405262"/>
                  <a:pt x="93164" y="403028"/>
                </a:cubicBezTo>
                <a:cubicBezTo>
                  <a:pt x="91416" y="399994"/>
                  <a:pt x="88351" y="397953"/>
                  <a:pt x="84880" y="397506"/>
                </a:cubicBezTo>
                <a:close/>
                <a:moveTo>
                  <a:pt x="487632" y="381629"/>
                </a:moveTo>
                <a:cubicBezTo>
                  <a:pt x="490120" y="381474"/>
                  <a:pt x="492594" y="382082"/>
                  <a:pt x="494728" y="383369"/>
                </a:cubicBezTo>
                <a:cubicBezTo>
                  <a:pt x="497023" y="384321"/>
                  <a:pt x="498950" y="385986"/>
                  <a:pt x="500223" y="388118"/>
                </a:cubicBezTo>
                <a:cubicBezTo>
                  <a:pt x="500455" y="388626"/>
                  <a:pt x="500620" y="389164"/>
                  <a:pt x="500712" y="389714"/>
                </a:cubicBezTo>
                <a:cubicBezTo>
                  <a:pt x="501280" y="393146"/>
                  <a:pt x="498958" y="396385"/>
                  <a:pt x="495529" y="396954"/>
                </a:cubicBezTo>
                <a:cubicBezTo>
                  <a:pt x="493085" y="397141"/>
                  <a:pt x="490641" y="396562"/>
                  <a:pt x="488543" y="395297"/>
                </a:cubicBezTo>
                <a:cubicBezTo>
                  <a:pt x="486237" y="394270"/>
                  <a:pt x="484310" y="392552"/>
                  <a:pt x="483020" y="390382"/>
                </a:cubicBezTo>
                <a:cubicBezTo>
                  <a:pt x="482082" y="388662"/>
                  <a:pt x="482082" y="386580"/>
                  <a:pt x="483020" y="384860"/>
                </a:cubicBezTo>
                <a:cubicBezTo>
                  <a:pt x="483901" y="383062"/>
                  <a:pt x="485641" y="381842"/>
                  <a:pt x="487632" y="381629"/>
                </a:cubicBezTo>
                <a:close/>
                <a:moveTo>
                  <a:pt x="486416" y="376714"/>
                </a:moveTo>
                <a:cubicBezTo>
                  <a:pt x="486010" y="376813"/>
                  <a:pt x="485610" y="376937"/>
                  <a:pt x="485218" y="377078"/>
                </a:cubicBezTo>
                <a:cubicBezTo>
                  <a:pt x="479069" y="379315"/>
                  <a:pt x="475896" y="386110"/>
                  <a:pt x="478133" y="392259"/>
                </a:cubicBezTo>
                <a:cubicBezTo>
                  <a:pt x="479732" y="395714"/>
                  <a:pt x="482498" y="398491"/>
                  <a:pt x="485947" y="400101"/>
                </a:cubicBezTo>
                <a:cubicBezTo>
                  <a:pt x="489161" y="402031"/>
                  <a:pt x="492966" y="402738"/>
                  <a:pt x="496660" y="402089"/>
                </a:cubicBezTo>
                <a:cubicBezTo>
                  <a:pt x="499949" y="401382"/>
                  <a:pt x="502724" y="399190"/>
                  <a:pt x="504171" y="396153"/>
                </a:cubicBezTo>
                <a:lnTo>
                  <a:pt x="504116" y="396098"/>
                </a:lnTo>
                <a:cubicBezTo>
                  <a:pt x="505822" y="393212"/>
                  <a:pt x="506129" y="389708"/>
                  <a:pt x="504944" y="386571"/>
                </a:cubicBezTo>
                <a:cubicBezTo>
                  <a:pt x="503417" y="383145"/>
                  <a:pt x="500700" y="380386"/>
                  <a:pt x="497296" y="378812"/>
                </a:cubicBezTo>
                <a:cubicBezTo>
                  <a:pt x="494035" y="376838"/>
                  <a:pt x="490177" y="376095"/>
                  <a:pt x="486416" y="376714"/>
                </a:cubicBezTo>
                <a:close/>
                <a:moveTo>
                  <a:pt x="73670" y="368071"/>
                </a:moveTo>
                <a:lnTo>
                  <a:pt x="48957" y="379613"/>
                </a:lnTo>
                <a:lnTo>
                  <a:pt x="49978" y="381822"/>
                </a:lnTo>
                <a:lnTo>
                  <a:pt x="51028" y="384031"/>
                </a:lnTo>
                <a:lnTo>
                  <a:pt x="68838" y="375747"/>
                </a:lnTo>
                <a:lnTo>
                  <a:pt x="55390" y="393447"/>
                </a:lnTo>
                <a:lnTo>
                  <a:pt x="56495" y="395794"/>
                </a:lnTo>
                <a:lnTo>
                  <a:pt x="57599" y="398113"/>
                </a:lnTo>
                <a:lnTo>
                  <a:pt x="82312" y="386599"/>
                </a:lnTo>
                <a:lnTo>
                  <a:pt x="81263" y="384362"/>
                </a:lnTo>
                <a:lnTo>
                  <a:pt x="80241" y="382153"/>
                </a:lnTo>
                <a:lnTo>
                  <a:pt x="62901" y="390244"/>
                </a:lnTo>
                <a:lnTo>
                  <a:pt x="75989" y="373069"/>
                </a:lnTo>
                <a:lnTo>
                  <a:pt x="74829" y="370584"/>
                </a:lnTo>
                <a:close/>
                <a:moveTo>
                  <a:pt x="514719" y="356888"/>
                </a:moveTo>
                <a:lnTo>
                  <a:pt x="510246" y="368541"/>
                </a:lnTo>
                <a:lnTo>
                  <a:pt x="489316" y="360505"/>
                </a:lnTo>
                <a:lnTo>
                  <a:pt x="488377" y="362963"/>
                </a:lnTo>
                <a:lnTo>
                  <a:pt x="487438" y="365393"/>
                </a:lnTo>
                <a:lnTo>
                  <a:pt x="512952" y="375195"/>
                </a:lnTo>
                <a:lnTo>
                  <a:pt x="519247" y="358628"/>
                </a:lnTo>
                <a:lnTo>
                  <a:pt x="516983" y="357772"/>
                </a:lnTo>
                <a:close/>
                <a:moveTo>
                  <a:pt x="68865" y="355949"/>
                </a:moveTo>
                <a:lnTo>
                  <a:pt x="43407" y="365724"/>
                </a:lnTo>
                <a:lnTo>
                  <a:pt x="44346" y="368182"/>
                </a:lnTo>
                <a:lnTo>
                  <a:pt x="45284" y="370612"/>
                </a:lnTo>
                <a:lnTo>
                  <a:pt x="70743" y="360837"/>
                </a:lnTo>
                <a:lnTo>
                  <a:pt x="69804" y="358407"/>
                </a:lnTo>
                <a:close/>
                <a:moveTo>
                  <a:pt x="45533" y="337366"/>
                </a:moveTo>
                <a:lnTo>
                  <a:pt x="43959" y="337781"/>
                </a:lnTo>
                <a:cubicBezTo>
                  <a:pt x="41408" y="338175"/>
                  <a:pt x="39088" y="339493"/>
                  <a:pt x="37443" y="341481"/>
                </a:cubicBezTo>
                <a:cubicBezTo>
                  <a:pt x="36252" y="343485"/>
                  <a:pt x="36021" y="345915"/>
                  <a:pt x="36807" y="348108"/>
                </a:cubicBezTo>
                <a:cubicBezTo>
                  <a:pt x="37227" y="350292"/>
                  <a:pt x="38539" y="352202"/>
                  <a:pt x="40425" y="353381"/>
                </a:cubicBezTo>
                <a:lnTo>
                  <a:pt x="40425" y="353326"/>
                </a:lnTo>
                <a:cubicBezTo>
                  <a:pt x="42479" y="354342"/>
                  <a:pt x="44854" y="354503"/>
                  <a:pt x="47024" y="353768"/>
                </a:cubicBezTo>
                <a:lnTo>
                  <a:pt x="65966" y="348687"/>
                </a:lnTo>
                <a:lnTo>
                  <a:pt x="65276" y="346147"/>
                </a:lnTo>
                <a:lnTo>
                  <a:pt x="64613" y="343634"/>
                </a:lnTo>
                <a:lnTo>
                  <a:pt x="45671" y="348715"/>
                </a:lnTo>
                <a:cubicBezTo>
                  <a:pt x="44710" y="349019"/>
                  <a:pt x="43677" y="349019"/>
                  <a:pt x="42716" y="348715"/>
                </a:cubicBezTo>
                <a:cubicBezTo>
                  <a:pt x="42620" y="348657"/>
                  <a:pt x="42526" y="348591"/>
                  <a:pt x="42435" y="348522"/>
                </a:cubicBezTo>
                <a:cubicBezTo>
                  <a:pt x="41079" y="347484"/>
                  <a:pt x="40822" y="345542"/>
                  <a:pt x="41860" y="344187"/>
                </a:cubicBezTo>
                <a:cubicBezTo>
                  <a:pt x="42816" y="343356"/>
                  <a:pt x="43981" y="342803"/>
                  <a:pt x="45229" y="342585"/>
                </a:cubicBezTo>
                <a:lnTo>
                  <a:pt x="46803" y="342171"/>
                </a:lnTo>
                <a:close/>
                <a:moveTo>
                  <a:pt x="1073707" y="331638"/>
                </a:moveTo>
                <a:lnTo>
                  <a:pt x="1073610" y="331831"/>
                </a:lnTo>
                <a:lnTo>
                  <a:pt x="1073626" y="331726"/>
                </a:lnTo>
                <a:close/>
                <a:moveTo>
                  <a:pt x="506076" y="328585"/>
                </a:moveTo>
                <a:cubicBezTo>
                  <a:pt x="508459" y="327845"/>
                  <a:pt x="511011" y="327845"/>
                  <a:pt x="513394" y="328585"/>
                </a:cubicBezTo>
                <a:cubicBezTo>
                  <a:pt x="515804" y="329044"/>
                  <a:pt x="518005" y="330253"/>
                  <a:pt x="519689" y="332037"/>
                </a:cubicBezTo>
                <a:cubicBezTo>
                  <a:pt x="520037" y="332473"/>
                  <a:pt x="520327" y="332956"/>
                  <a:pt x="520551" y="333470"/>
                </a:cubicBezTo>
                <a:cubicBezTo>
                  <a:pt x="521937" y="336673"/>
                  <a:pt x="520465" y="340398"/>
                  <a:pt x="517259" y="341784"/>
                </a:cubicBezTo>
                <a:cubicBezTo>
                  <a:pt x="514923" y="342527"/>
                  <a:pt x="512416" y="342527"/>
                  <a:pt x="510080" y="341784"/>
                </a:cubicBezTo>
                <a:cubicBezTo>
                  <a:pt x="507628" y="341317"/>
                  <a:pt x="505381" y="340102"/>
                  <a:pt x="503647" y="338305"/>
                </a:cubicBezTo>
                <a:cubicBezTo>
                  <a:pt x="503224" y="337802"/>
                  <a:pt x="502884" y="337239"/>
                  <a:pt x="502641" y="336629"/>
                </a:cubicBezTo>
                <a:cubicBezTo>
                  <a:pt x="501369" y="333459"/>
                  <a:pt x="502907" y="329858"/>
                  <a:pt x="506076" y="328585"/>
                </a:cubicBezTo>
                <a:close/>
                <a:moveTo>
                  <a:pt x="514608" y="323505"/>
                </a:moveTo>
                <a:cubicBezTo>
                  <a:pt x="510972" y="322387"/>
                  <a:pt x="507057" y="322602"/>
                  <a:pt x="503564" y="324113"/>
                </a:cubicBezTo>
                <a:cubicBezTo>
                  <a:pt x="503191" y="324311"/>
                  <a:pt x="502826" y="324530"/>
                  <a:pt x="502476" y="324767"/>
                </a:cubicBezTo>
                <a:cubicBezTo>
                  <a:pt x="497069" y="328423"/>
                  <a:pt x="495653" y="335770"/>
                  <a:pt x="499311" y="341177"/>
                </a:cubicBezTo>
                <a:cubicBezTo>
                  <a:pt x="501708" y="344142"/>
                  <a:pt x="505071" y="346175"/>
                  <a:pt x="508810" y="346920"/>
                </a:cubicBezTo>
                <a:cubicBezTo>
                  <a:pt x="512399" y="348014"/>
                  <a:pt x="516260" y="347779"/>
                  <a:pt x="519689" y="346258"/>
                </a:cubicBezTo>
                <a:cubicBezTo>
                  <a:pt x="522685" y="344744"/>
                  <a:pt x="524828" y="341950"/>
                  <a:pt x="525515" y="338664"/>
                </a:cubicBezTo>
                <a:cubicBezTo>
                  <a:pt x="526479" y="335431"/>
                  <a:pt x="525888" y="331930"/>
                  <a:pt x="523914" y="329193"/>
                </a:cubicBezTo>
                <a:cubicBezTo>
                  <a:pt x="521603" y="326233"/>
                  <a:pt x="518297" y="324209"/>
                  <a:pt x="514608" y="323505"/>
                </a:cubicBezTo>
                <a:close/>
                <a:moveTo>
                  <a:pt x="59449" y="321710"/>
                </a:moveTo>
                <a:lnTo>
                  <a:pt x="32693" y="326929"/>
                </a:lnTo>
                <a:lnTo>
                  <a:pt x="33190" y="329497"/>
                </a:lnTo>
                <a:lnTo>
                  <a:pt x="33687" y="332065"/>
                </a:lnTo>
                <a:lnTo>
                  <a:pt x="60444" y="326874"/>
                </a:lnTo>
                <a:lnTo>
                  <a:pt x="59947" y="324278"/>
                </a:lnTo>
                <a:close/>
                <a:moveTo>
                  <a:pt x="117545" y="321434"/>
                </a:moveTo>
                <a:cubicBezTo>
                  <a:pt x="127781" y="323939"/>
                  <a:pt x="138210" y="325593"/>
                  <a:pt x="148719" y="326377"/>
                </a:cubicBezTo>
                <a:cubicBezTo>
                  <a:pt x="168876" y="327178"/>
                  <a:pt x="197427" y="325466"/>
                  <a:pt x="223548" y="325769"/>
                </a:cubicBezTo>
                <a:cubicBezTo>
                  <a:pt x="227718" y="326543"/>
                  <a:pt x="231473" y="327178"/>
                  <a:pt x="234400" y="327537"/>
                </a:cubicBezTo>
                <a:cubicBezTo>
                  <a:pt x="241413" y="328503"/>
                  <a:pt x="253094" y="329746"/>
                  <a:pt x="258229" y="330298"/>
                </a:cubicBezTo>
                <a:lnTo>
                  <a:pt x="250912" y="359871"/>
                </a:lnTo>
                <a:lnTo>
                  <a:pt x="280209" y="364841"/>
                </a:lnTo>
                <a:lnTo>
                  <a:pt x="309478" y="359871"/>
                </a:lnTo>
                <a:lnTo>
                  <a:pt x="302160" y="330325"/>
                </a:lnTo>
                <a:cubicBezTo>
                  <a:pt x="307296" y="329718"/>
                  <a:pt x="318976" y="328475"/>
                  <a:pt x="325990" y="327564"/>
                </a:cubicBezTo>
                <a:cubicBezTo>
                  <a:pt x="328916" y="327205"/>
                  <a:pt x="332672" y="326570"/>
                  <a:pt x="336869" y="325797"/>
                </a:cubicBezTo>
                <a:cubicBezTo>
                  <a:pt x="362990" y="325493"/>
                  <a:pt x="391513" y="327205"/>
                  <a:pt x="411698" y="326405"/>
                </a:cubicBezTo>
                <a:lnTo>
                  <a:pt x="411808" y="326377"/>
                </a:lnTo>
                <a:cubicBezTo>
                  <a:pt x="422309" y="325590"/>
                  <a:pt x="432727" y="323939"/>
                  <a:pt x="442955" y="321434"/>
                </a:cubicBezTo>
                <a:cubicBezTo>
                  <a:pt x="442955" y="321434"/>
                  <a:pt x="433815" y="336124"/>
                  <a:pt x="423350" y="343303"/>
                </a:cubicBezTo>
                <a:cubicBezTo>
                  <a:pt x="383031" y="354958"/>
                  <a:pt x="341646" y="362543"/>
                  <a:pt x="299813" y="365945"/>
                </a:cubicBezTo>
                <a:lnTo>
                  <a:pt x="307738" y="397644"/>
                </a:lnTo>
                <a:lnTo>
                  <a:pt x="280126" y="403608"/>
                </a:lnTo>
                <a:lnTo>
                  <a:pt x="252514" y="397644"/>
                </a:lnTo>
                <a:lnTo>
                  <a:pt x="260438" y="365945"/>
                </a:lnTo>
                <a:cubicBezTo>
                  <a:pt x="218689" y="362527"/>
                  <a:pt x="177389" y="354942"/>
                  <a:pt x="137150" y="343303"/>
                </a:cubicBezTo>
                <a:cubicBezTo>
                  <a:pt x="126685" y="336124"/>
                  <a:pt x="117545" y="321434"/>
                  <a:pt x="117545" y="321434"/>
                </a:cubicBezTo>
                <a:close/>
                <a:moveTo>
                  <a:pt x="1039918" y="306128"/>
                </a:moveTo>
                <a:cubicBezTo>
                  <a:pt x="1046753" y="306128"/>
                  <a:pt x="1047138" y="318161"/>
                  <a:pt x="1049545" y="318161"/>
                </a:cubicBezTo>
                <a:cubicBezTo>
                  <a:pt x="1053058" y="317877"/>
                  <a:pt x="1056503" y="317032"/>
                  <a:pt x="1059748" y="315658"/>
                </a:cubicBezTo>
                <a:cubicBezTo>
                  <a:pt x="1063692" y="315425"/>
                  <a:pt x="1067645" y="315425"/>
                  <a:pt x="1071589" y="315658"/>
                </a:cubicBezTo>
                <a:cubicBezTo>
                  <a:pt x="1073514" y="315658"/>
                  <a:pt x="1075729" y="316043"/>
                  <a:pt x="1075729" y="317583"/>
                </a:cubicBezTo>
                <a:cubicBezTo>
                  <a:pt x="1076117" y="319875"/>
                  <a:pt x="1075780" y="322230"/>
                  <a:pt x="1074766" y="324322"/>
                </a:cubicBezTo>
                <a:lnTo>
                  <a:pt x="1073626" y="331726"/>
                </a:lnTo>
                <a:lnTo>
                  <a:pt x="1068509" y="337318"/>
                </a:lnTo>
                <a:cubicBezTo>
                  <a:pt x="1067738" y="338569"/>
                  <a:pt x="1063984" y="339435"/>
                  <a:pt x="1063214" y="341264"/>
                </a:cubicBezTo>
                <a:cubicBezTo>
                  <a:pt x="1061481" y="345596"/>
                  <a:pt x="1061481" y="349544"/>
                  <a:pt x="1059460" y="351950"/>
                </a:cubicBezTo>
                <a:cubicBezTo>
                  <a:pt x="1057438" y="354356"/>
                  <a:pt x="1055127" y="355030"/>
                  <a:pt x="1051951" y="357052"/>
                </a:cubicBezTo>
                <a:cubicBezTo>
                  <a:pt x="1048774" y="359074"/>
                  <a:pt x="1045405" y="357245"/>
                  <a:pt x="1043287" y="357822"/>
                </a:cubicBezTo>
                <a:cubicBezTo>
                  <a:pt x="1039707" y="359942"/>
                  <a:pt x="1035852" y="361562"/>
                  <a:pt x="1031832" y="362636"/>
                </a:cubicBezTo>
                <a:cubicBezTo>
                  <a:pt x="1024805" y="362636"/>
                  <a:pt x="1018161" y="359458"/>
                  <a:pt x="1018161" y="351373"/>
                </a:cubicBezTo>
                <a:cubicBezTo>
                  <a:pt x="1018161" y="349448"/>
                  <a:pt x="1019606" y="344826"/>
                  <a:pt x="1019606" y="342900"/>
                </a:cubicBezTo>
                <a:cubicBezTo>
                  <a:pt x="1019606" y="340975"/>
                  <a:pt x="1017584" y="338088"/>
                  <a:pt x="1017584" y="336162"/>
                </a:cubicBezTo>
                <a:cubicBezTo>
                  <a:pt x="1017584" y="334237"/>
                  <a:pt x="1021146" y="330579"/>
                  <a:pt x="1021724" y="328268"/>
                </a:cubicBezTo>
                <a:cubicBezTo>
                  <a:pt x="1022859" y="321171"/>
                  <a:pt x="1026600" y="314753"/>
                  <a:pt x="1032217" y="310267"/>
                </a:cubicBezTo>
                <a:cubicBezTo>
                  <a:pt x="1034816" y="308919"/>
                  <a:pt x="1037993" y="306128"/>
                  <a:pt x="1039918" y="306128"/>
                </a:cubicBezTo>
                <a:close/>
                <a:moveTo>
                  <a:pt x="56274" y="295893"/>
                </a:moveTo>
                <a:lnTo>
                  <a:pt x="29214" y="299234"/>
                </a:lnTo>
                <a:lnTo>
                  <a:pt x="31534" y="318231"/>
                </a:lnTo>
                <a:lnTo>
                  <a:pt x="33936" y="317955"/>
                </a:lnTo>
                <a:lnTo>
                  <a:pt x="36338" y="317651"/>
                </a:lnTo>
                <a:lnTo>
                  <a:pt x="34654" y="303845"/>
                </a:lnTo>
                <a:lnTo>
                  <a:pt x="41695" y="302962"/>
                </a:lnTo>
                <a:lnTo>
                  <a:pt x="43186" y="315139"/>
                </a:lnTo>
                <a:lnTo>
                  <a:pt x="45533" y="314863"/>
                </a:lnTo>
                <a:lnTo>
                  <a:pt x="47852" y="314586"/>
                </a:lnTo>
                <a:lnTo>
                  <a:pt x="46361" y="302409"/>
                </a:lnTo>
                <a:lnTo>
                  <a:pt x="52105" y="301691"/>
                </a:lnTo>
                <a:lnTo>
                  <a:pt x="53706" y="314807"/>
                </a:lnTo>
                <a:lnTo>
                  <a:pt x="56136" y="314531"/>
                </a:lnTo>
                <a:lnTo>
                  <a:pt x="58511" y="314227"/>
                </a:lnTo>
                <a:close/>
                <a:moveTo>
                  <a:pt x="512620" y="291282"/>
                </a:moveTo>
                <a:cubicBezTo>
                  <a:pt x="510019" y="291243"/>
                  <a:pt x="507507" y="292237"/>
                  <a:pt x="505634" y="294043"/>
                </a:cubicBezTo>
                <a:cubicBezTo>
                  <a:pt x="501465" y="298778"/>
                  <a:pt x="501465" y="305875"/>
                  <a:pt x="505634" y="310610"/>
                </a:cubicBezTo>
                <a:cubicBezTo>
                  <a:pt x="511505" y="315547"/>
                  <a:pt x="519822" y="316329"/>
                  <a:pt x="526509" y="312571"/>
                </a:cubicBezTo>
                <a:cubicBezTo>
                  <a:pt x="529243" y="310674"/>
                  <a:pt x="530938" y="307612"/>
                  <a:pt x="531093" y="304287"/>
                </a:cubicBezTo>
                <a:cubicBezTo>
                  <a:pt x="531408" y="301404"/>
                  <a:pt x="530193" y="298566"/>
                  <a:pt x="527890" y="296804"/>
                </a:cubicBezTo>
                <a:lnTo>
                  <a:pt x="527476" y="296583"/>
                </a:lnTo>
                <a:lnTo>
                  <a:pt x="531038" y="296362"/>
                </a:lnTo>
                <a:lnTo>
                  <a:pt x="531286" y="292911"/>
                </a:lnTo>
                <a:lnTo>
                  <a:pt x="516624" y="291641"/>
                </a:lnTo>
                <a:lnTo>
                  <a:pt x="515713" y="302106"/>
                </a:lnTo>
                <a:lnTo>
                  <a:pt x="520407" y="302520"/>
                </a:lnTo>
                <a:lnTo>
                  <a:pt x="520904" y="296611"/>
                </a:lnTo>
                <a:cubicBezTo>
                  <a:pt x="522075" y="296959"/>
                  <a:pt x="523168" y="297522"/>
                  <a:pt x="524135" y="298268"/>
                </a:cubicBezTo>
                <a:cubicBezTo>
                  <a:pt x="525642" y="299441"/>
                  <a:pt x="526435" y="301310"/>
                  <a:pt x="526233" y="303210"/>
                </a:cubicBezTo>
                <a:cubicBezTo>
                  <a:pt x="526203" y="305284"/>
                  <a:pt x="525176" y="307217"/>
                  <a:pt x="523472" y="308401"/>
                </a:cubicBezTo>
                <a:cubicBezTo>
                  <a:pt x="521266" y="309575"/>
                  <a:pt x="518736" y="310003"/>
                  <a:pt x="516265" y="309616"/>
                </a:cubicBezTo>
                <a:cubicBezTo>
                  <a:pt x="513741" y="309542"/>
                  <a:pt x="511309" y="308650"/>
                  <a:pt x="509335" y="307076"/>
                </a:cubicBezTo>
                <a:cubicBezTo>
                  <a:pt x="507766" y="305695"/>
                  <a:pt x="506979" y="303627"/>
                  <a:pt x="507236" y="301553"/>
                </a:cubicBezTo>
                <a:cubicBezTo>
                  <a:pt x="507346" y="300223"/>
                  <a:pt x="507935" y="298977"/>
                  <a:pt x="508893" y="298047"/>
                </a:cubicBezTo>
                <a:cubicBezTo>
                  <a:pt x="509738" y="297113"/>
                  <a:pt x="510922" y="296558"/>
                  <a:pt x="512179" y="296500"/>
                </a:cubicBezTo>
                <a:close/>
                <a:moveTo>
                  <a:pt x="135465" y="282804"/>
                </a:moveTo>
                <a:cubicBezTo>
                  <a:pt x="141170" y="283867"/>
                  <a:pt x="146949" y="284494"/>
                  <a:pt x="152751" y="284682"/>
                </a:cubicBezTo>
                <a:cubicBezTo>
                  <a:pt x="156865" y="284848"/>
                  <a:pt x="161945" y="284682"/>
                  <a:pt x="167744" y="284682"/>
                </a:cubicBezTo>
                <a:cubicBezTo>
                  <a:pt x="172907" y="284516"/>
                  <a:pt x="178761" y="284516"/>
                  <a:pt x="184919" y="284516"/>
                </a:cubicBezTo>
                <a:cubicBezTo>
                  <a:pt x="192070" y="284516"/>
                  <a:pt x="201100" y="284599"/>
                  <a:pt x="210847" y="285179"/>
                </a:cubicBezTo>
                <a:cubicBezTo>
                  <a:pt x="220047" y="287926"/>
                  <a:pt x="229405" y="290102"/>
                  <a:pt x="238873" y="291695"/>
                </a:cubicBezTo>
                <a:cubicBezTo>
                  <a:pt x="245431" y="292626"/>
                  <a:pt x="252047" y="293079"/>
                  <a:pt x="258671" y="293048"/>
                </a:cubicBezTo>
                <a:lnTo>
                  <a:pt x="251989" y="321461"/>
                </a:lnTo>
                <a:lnTo>
                  <a:pt x="279601" y="324720"/>
                </a:lnTo>
                <a:lnTo>
                  <a:pt x="279905" y="324720"/>
                </a:lnTo>
                <a:lnTo>
                  <a:pt x="280264" y="324720"/>
                </a:lnTo>
                <a:lnTo>
                  <a:pt x="308069" y="321406"/>
                </a:lnTo>
                <a:lnTo>
                  <a:pt x="301387" y="292993"/>
                </a:lnTo>
                <a:cubicBezTo>
                  <a:pt x="308011" y="293024"/>
                  <a:pt x="314627" y="292571"/>
                  <a:pt x="321185" y="291640"/>
                </a:cubicBezTo>
                <a:cubicBezTo>
                  <a:pt x="330689" y="290080"/>
                  <a:pt x="340085" y="287929"/>
                  <a:pt x="349322" y="285207"/>
                </a:cubicBezTo>
                <a:cubicBezTo>
                  <a:pt x="359069" y="284544"/>
                  <a:pt x="368098" y="284544"/>
                  <a:pt x="375249" y="284544"/>
                </a:cubicBezTo>
                <a:cubicBezTo>
                  <a:pt x="381379" y="284544"/>
                  <a:pt x="387261" y="284710"/>
                  <a:pt x="392424" y="284710"/>
                </a:cubicBezTo>
                <a:cubicBezTo>
                  <a:pt x="398250" y="284710"/>
                  <a:pt x="403331" y="284710"/>
                  <a:pt x="407418" y="284710"/>
                </a:cubicBezTo>
                <a:lnTo>
                  <a:pt x="407418" y="284682"/>
                </a:lnTo>
                <a:cubicBezTo>
                  <a:pt x="413219" y="284494"/>
                  <a:pt x="418998" y="283867"/>
                  <a:pt x="424703" y="282804"/>
                </a:cubicBezTo>
                <a:cubicBezTo>
                  <a:pt x="420020" y="289034"/>
                  <a:pt x="414437" y="294534"/>
                  <a:pt x="408135" y="299123"/>
                </a:cubicBezTo>
                <a:cubicBezTo>
                  <a:pt x="400440" y="303508"/>
                  <a:pt x="392374" y="307202"/>
                  <a:pt x="384030" y="310168"/>
                </a:cubicBezTo>
                <a:cubicBezTo>
                  <a:pt x="364713" y="315748"/>
                  <a:pt x="345058" y="320092"/>
                  <a:pt x="325189" y="323173"/>
                </a:cubicBezTo>
                <a:cubicBezTo>
                  <a:pt x="316132" y="324333"/>
                  <a:pt x="299095" y="326128"/>
                  <a:pt x="298929" y="326128"/>
                </a:cubicBezTo>
                <a:lnTo>
                  <a:pt x="296389" y="326376"/>
                </a:lnTo>
                <a:lnTo>
                  <a:pt x="303762" y="356280"/>
                </a:lnTo>
                <a:lnTo>
                  <a:pt x="279987" y="360312"/>
                </a:lnTo>
                <a:lnTo>
                  <a:pt x="256186" y="356280"/>
                </a:lnTo>
                <a:lnTo>
                  <a:pt x="263586" y="326376"/>
                </a:lnTo>
                <a:lnTo>
                  <a:pt x="261018" y="326128"/>
                </a:lnTo>
                <a:cubicBezTo>
                  <a:pt x="260852" y="326100"/>
                  <a:pt x="243815" y="324333"/>
                  <a:pt x="234759" y="323173"/>
                </a:cubicBezTo>
                <a:cubicBezTo>
                  <a:pt x="214964" y="320078"/>
                  <a:pt x="195384" y="315735"/>
                  <a:pt x="176138" y="310168"/>
                </a:cubicBezTo>
                <a:cubicBezTo>
                  <a:pt x="167794" y="307202"/>
                  <a:pt x="159728" y="303508"/>
                  <a:pt x="152033" y="299123"/>
                </a:cubicBezTo>
                <a:cubicBezTo>
                  <a:pt x="145732" y="294534"/>
                  <a:pt x="140148" y="289034"/>
                  <a:pt x="135465" y="282804"/>
                </a:cubicBezTo>
                <a:close/>
                <a:moveTo>
                  <a:pt x="1168335" y="282446"/>
                </a:moveTo>
                <a:cubicBezTo>
                  <a:pt x="1170838" y="282061"/>
                  <a:pt x="1172090" y="284853"/>
                  <a:pt x="1176037" y="284179"/>
                </a:cubicBezTo>
                <a:cubicBezTo>
                  <a:pt x="1177288" y="284083"/>
                  <a:pt x="1182005" y="288222"/>
                  <a:pt x="1183834" y="288222"/>
                </a:cubicBezTo>
                <a:cubicBezTo>
                  <a:pt x="1186365" y="288950"/>
                  <a:pt x="1189013" y="289179"/>
                  <a:pt x="1191632" y="288896"/>
                </a:cubicBezTo>
                <a:cubicBezTo>
                  <a:pt x="1193942" y="288607"/>
                  <a:pt x="1197504" y="291302"/>
                  <a:pt x="1199333" y="291302"/>
                </a:cubicBezTo>
                <a:cubicBezTo>
                  <a:pt x="1201572" y="291138"/>
                  <a:pt x="1203795" y="290784"/>
                  <a:pt x="1205975" y="290244"/>
                </a:cubicBezTo>
                <a:cubicBezTo>
                  <a:pt x="1209922" y="289473"/>
                  <a:pt x="1218779" y="300159"/>
                  <a:pt x="1221762" y="304202"/>
                </a:cubicBezTo>
                <a:lnTo>
                  <a:pt x="1220896" y="304394"/>
                </a:lnTo>
                <a:cubicBezTo>
                  <a:pt x="1222491" y="306261"/>
                  <a:pt x="1223879" y="308294"/>
                  <a:pt x="1225036" y="310459"/>
                </a:cubicBezTo>
                <a:cubicBezTo>
                  <a:pt x="1225598" y="313061"/>
                  <a:pt x="1225598" y="315752"/>
                  <a:pt x="1225036" y="318352"/>
                </a:cubicBezTo>
                <a:cubicBezTo>
                  <a:pt x="1223688" y="322589"/>
                  <a:pt x="1221185" y="323744"/>
                  <a:pt x="1219452" y="325669"/>
                </a:cubicBezTo>
                <a:cubicBezTo>
                  <a:pt x="1217720" y="327595"/>
                  <a:pt x="1217046" y="332215"/>
                  <a:pt x="1215120" y="334526"/>
                </a:cubicBezTo>
                <a:cubicBezTo>
                  <a:pt x="1213637" y="336690"/>
                  <a:pt x="1211927" y="338692"/>
                  <a:pt x="1210019" y="340494"/>
                </a:cubicBezTo>
                <a:cubicBezTo>
                  <a:pt x="1207364" y="342316"/>
                  <a:pt x="1204340" y="343533"/>
                  <a:pt x="1201162" y="344055"/>
                </a:cubicBezTo>
                <a:cubicBezTo>
                  <a:pt x="1199044" y="344055"/>
                  <a:pt x="1195771" y="343478"/>
                  <a:pt x="1193653" y="344055"/>
                </a:cubicBezTo>
                <a:cubicBezTo>
                  <a:pt x="1189995" y="345018"/>
                  <a:pt x="1188359" y="347810"/>
                  <a:pt x="1185760" y="347810"/>
                </a:cubicBezTo>
                <a:cubicBezTo>
                  <a:pt x="1183160" y="347810"/>
                  <a:pt x="1180561" y="345403"/>
                  <a:pt x="1179599" y="341264"/>
                </a:cubicBezTo>
                <a:cubicBezTo>
                  <a:pt x="1179599" y="339146"/>
                  <a:pt x="1180657" y="335199"/>
                  <a:pt x="1179599" y="332600"/>
                </a:cubicBezTo>
                <a:cubicBezTo>
                  <a:pt x="1177264" y="328840"/>
                  <a:pt x="1175143" y="324951"/>
                  <a:pt x="1173245" y="320952"/>
                </a:cubicBezTo>
                <a:cubicBezTo>
                  <a:pt x="1173053" y="316235"/>
                  <a:pt x="1168143" y="313925"/>
                  <a:pt x="1168143" y="310844"/>
                </a:cubicBezTo>
                <a:cubicBezTo>
                  <a:pt x="1168157" y="306893"/>
                  <a:pt x="1167128" y="303008"/>
                  <a:pt x="1165158" y="299582"/>
                </a:cubicBezTo>
                <a:cubicBezTo>
                  <a:pt x="1164480" y="297279"/>
                  <a:pt x="1164687" y="294808"/>
                  <a:pt x="1165737" y="292651"/>
                </a:cubicBezTo>
                <a:cubicBezTo>
                  <a:pt x="1167277" y="290532"/>
                  <a:pt x="1165158" y="284853"/>
                  <a:pt x="1168335" y="282446"/>
                </a:cubicBezTo>
                <a:close/>
                <a:moveTo>
                  <a:pt x="45119" y="272698"/>
                </a:moveTo>
                <a:lnTo>
                  <a:pt x="51111" y="272698"/>
                </a:lnTo>
                <a:lnTo>
                  <a:pt x="51111" y="278497"/>
                </a:lnTo>
                <a:cubicBezTo>
                  <a:pt x="51166" y="279568"/>
                  <a:pt x="50906" y="280634"/>
                  <a:pt x="50365" y="281562"/>
                </a:cubicBezTo>
                <a:cubicBezTo>
                  <a:pt x="49893" y="282244"/>
                  <a:pt x="49095" y="282625"/>
                  <a:pt x="48267" y="282556"/>
                </a:cubicBezTo>
                <a:cubicBezTo>
                  <a:pt x="47369" y="282630"/>
                  <a:pt x="46486" y="282296"/>
                  <a:pt x="45864" y="281645"/>
                </a:cubicBezTo>
                <a:cubicBezTo>
                  <a:pt x="45279" y="280778"/>
                  <a:pt x="45017" y="279731"/>
                  <a:pt x="45119" y="278690"/>
                </a:cubicBezTo>
                <a:close/>
                <a:moveTo>
                  <a:pt x="33273" y="272339"/>
                </a:moveTo>
                <a:lnTo>
                  <a:pt x="40535" y="272477"/>
                </a:lnTo>
                <a:lnTo>
                  <a:pt x="40535" y="278718"/>
                </a:lnTo>
                <a:cubicBezTo>
                  <a:pt x="40591" y="279836"/>
                  <a:pt x="40279" y="280941"/>
                  <a:pt x="39652" y="281866"/>
                </a:cubicBezTo>
                <a:cubicBezTo>
                  <a:pt x="39000" y="282584"/>
                  <a:pt x="38048" y="282954"/>
                  <a:pt x="37084" y="282860"/>
                </a:cubicBezTo>
                <a:cubicBezTo>
                  <a:pt x="36010" y="282920"/>
                  <a:pt x="34958" y="282528"/>
                  <a:pt x="34185" y="281783"/>
                </a:cubicBezTo>
                <a:cubicBezTo>
                  <a:pt x="33489" y="280910"/>
                  <a:pt x="33163" y="279800"/>
                  <a:pt x="33273" y="278690"/>
                </a:cubicBezTo>
                <a:close/>
                <a:moveTo>
                  <a:pt x="28717" y="267232"/>
                </a:moveTo>
                <a:lnTo>
                  <a:pt x="28717" y="269744"/>
                </a:lnTo>
                <a:lnTo>
                  <a:pt x="28690" y="278608"/>
                </a:lnTo>
                <a:cubicBezTo>
                  <a:pt x="28458" y="281120"/>
                  <a:pt x="29189" y="283625"/>
                  <a:pt x="30733" y="285621"/>
                </a:cubicBezTo>
                <a:cubicBezTo>
                  <a:pt x="32390" y="287317"/>
                  <a:pt x="34690" y="288220"/>
                  <a:pt x="37056" y="288106"/>
                </a:cubicBezTo>
                <a:cubicBezTo>
                  <a:pt x="39088" y="288253"/>
                  <a:pt x="41065" y="287386"/>
                  <a:pt x="42330" y="285787"/>
                </a:cubicBezTo>
                <a:cubicBezTo>
                  <a:pt x="42703" y="285315"/>
                  <a:pt x="43009" y="284796"/>
                  <a:pt x="43241" y="284241"/>
                </a:cubicBezTo>
                <a:cubicBezTo>
                  <a:pt x="44315" y="286284"/>
                  <a:pt x="46458" y="287535"/>
                  <a:pt x="48764" y="287471"/>
                </a:cubicBezTo>
                <a:cubicBezTo>
                  <a:pt x="50672" y="287607"/>
                  <a:pt x="52544" y="286889"/>
                  <a:pt x="53872" y="285511"/>
                </a:cubicBezTo>
                <a:cubicBezTo>
                  <a:pt x="55189" y="283926"/>
                  <a:pt x="55868" y="281907"/>
                  <a:pt x="55777" y="279850"/>
                </a:cubicBezTo>
                <a:lnTo>
                  <a:pt x="55970" y="270214"/>
                </a:lnTo>
                <a:lnTo>
                  <a:pt x="55970" y="267729"/>
                </a:lnTo>
                <a:close/>
                <a:moveTo>
                  <a:pt x="504447" y="262372"/>
                </a:moveTo>
                <a:lnTo>
                  <a:pt x="504447" y="265354"/>
                </a:lnTo>
                <a:lnTo>
                  <a:pt x="504447" y="268308"/>
                </a:lnTo>
                <a:lnTo>
                  <a:pt x="516403" y="272782"/>
                </a:lnTo>
                <a:lnTo>
                  <a:pt x="504778" y="278304"/>
                </a:lnTo>
                <a:lnTo>
                  <a:pt x="504778" y="281424"/>
                </a:lnTo>
                <a:lnTo>
                  <a:pt x="504778" y="284544"/>
                </a:lnTo>
                <a:lnTo>
                  <a:pt x="521346" y="275184"/>
                </a:lnTo>
                <a:lnTo>
                  <a:pt x="531590" y="274825"/>
                </a:lnTo>
                <a:lnTo>
                  <a:pt x="531590" y="272202"/>
                </a:lnTo>
                <a:lnTo>
                  <a:pt x="531590" y="269606"/>
                </a:lnTo>
                <a:lnTo>
                  <a:pt x="521235" y="269965"/>
                </a:lnTo>
                <a:close/>
                <a:moveTo>
                  <a:pt x="408053" y="239757"/>
                </a:moveTo>
                <a:cubicBezTo>
                  <a:pt x="403522" y="246497"/>
                  <a:pt x="398024" y="252536"/>
                  <a:pt x="391734" y="257678"/>
                </a:cubicBezTo>
                <a:cubicBezTo>
                  <a:pt x="384434" y="263899"/>
                  <a:pt x="376346" y="269134"/>
                  <a:pt x="367684" y="273251"/>
                </a:cubicBezTo>
                <a:cubicBezTo>
                  <a:pt x="352569" y="279985"/>
                  <a:pt x="336626" y="284674"/>
                  <a:pt x="320274" y="287195"/>
                </a:cubicBezTo>
                <a:cubicBezTo>
                  <a:pt x="313495" y="288120"/>
                  <a:pt x="306656" y="288554"/>
                  <a:pt x="299813" y="288493"/>
                </a:cubicBezTo>
                <a:lnTo>
                  <a:pt x="295589" y="288493"/>
                </a:lnTo>
                <a:lnTo>
                  <a:pt x="302437" y="317568"/>
                </a:lnTo>
                <a:lnTo>
                  <a:pt x="280347" y="320330"/>
                </a:lnTo>
                <a:lnTo>
                  <a:pt x="280071" y="320330"/>
                </a:lnTo>
                <a:lnTo>
                  <a:pt x="279767" y="320330"/>
                </a:lnTo>
                <a:lnTo>
                  <a:pt x="257677" y="317568"/>
                </a:lnTo>
                <a:lnTo>
                  <a:pt x="264553" y="288548"/>
                </a:lnTo>
                <a:lnTo>
                  <a:pt x="260328" y="288548"/>
                </a:lnTo>
                <a:cubicBezTo>
                  <a:pt x="253486" y="288612"/>
                  <a:pt x="246646" y="288178"/>
                  <a:pt x="239867" y="287250"/>
                </a:cubicBezTo>
                <a:cubicBezTo>
                  <a:pt x="223513" y="284738"/>
                  <a:pt x="207570" y="280046"/>
                  <a:pt x="192457" y="273306"/>
                </a:cubicBezTo>
                <a:cubicBezTo>
                  <a:pt x="183771" y="269189"/>
                  <a:pt x="175666" y="263943"/>
                  <a:pt x="168352" y="257705"/>
                </a:cubicBezTo>
                <a:cubicBezTo>
                  <a:pt x="162073" y="252580"/>
                  <a:pt x="156592" y="246550"/>
                  <a:pt x="152088" y="239813"/>
                </a:cubicBezTo>
                <a:cubicBezTo>
                  <a:pt x="158108" y="240724"/>
                  <a:pt x="166971" y="241745"/>
                  <a:pt x="169153" y="241745"/>
                </a:cubicBezTo>
                <a:lnTo>
                  <a:pt x="175780" y="242049"/>
                </a:lnTo>
                <a:cubicBezTo>
                  <a:pt x="183815" y="242408"/>
                  <a:pt x="194252" y="242905"/>
                  <a:pt x="206926" y="243678"/>
                </a:cubicBezTo>
                <a:cubicBezTo>
                  <a:pt x="208058" y="244313"/>
                  <a:pt x="209218" y="244921"/>
                  <a:pt x="210405" y="245528"/>
                </a:cubicBezTo>
                <a:cubicBezTo>
                  <a:pt x="221458" y="251125"/>
                  <a:pt x="233334" y="254919"/>
                  <a:pt x="245583" y="256766"/>
                </a:cubicBezTo>
                <a:cubicBezTo>
                  <a:pt x="247668" y="257059"/>
                  <a:pt x="249772" y="257197"/>
                  <a:pt x="251879" y="257181"/>
                </a:cubicBezTo>
                <a:cubicBezTo>
                  <a:pt x="254778" y="257181"/>
                  <a:pt x="257567" y="256960"/>
                  <a:pt x="259610" y="256766"/>
                </a:cubicBezTo>
                <a:lnTo>
                  <a:pt x="253535" y="282032"/>
                </a:lnTo>
                <a:lnTo>
                  <a:pt x="280209" y="283716"/>
                </a:lnTo>
                <a:lnTo>
                  <a:pt x="306855" y="282032"/>
                </a:lnTo>
                <a:lnTo>
                  <a:pt x="300807" y="256766"/>
                </a:lnTo>
                <a:cubicBezTo>
                  <a:pt x="302823" y="256960"/>
                  <a:pt x="305750" y="257181"/>
                  <a:pt x="308511" y="257181"/>
                </a:cubicBezTo>
                <a:cubicBezTo>
                  <a:pt x="310618" y="257200"/>
                  <a:pt x="312722" y="257062"/>
                  <a:pt x="314807" y="256766"/>
                </a:cubicBezTo>
                <a:cubicBezTo>
                  <a:pt x="327064" y="254914"/>
                  <a:pt x="338948" y="251120"/>
                  <a:pt x="350012" y="245528"/>
                </a:cubicBezTo>
                <a:lnTo>
                  <a:pt x="353491" y="243678"/>
                </a:lnTo>
                <a:cubicBezTo>
                  <a:pt x="366165" y="242905"/>
                  <a:pt x="376575" y="242408"/>
                  <a:pt x="384638" y="242049"/>
                </a:cubicBezTo>
                <a:lnTo>
                  <a:pt x="391237" y="241745"/>
                </a:lnTo>
                <a:lnTo>
                  <a:pt x="390961" y="241690"/>
                </a:lnTo>
                <a:cubicBezTo>
                  <a:pt x="393170" y="241580"/>
                  <a:pt x="402006" y="240668"/>
                  <a:pt x="408053" y="239757"/>
                </a:cubicBezTo>
                <a:close/>
                <a:moveTo>
                  <a:pt x="1140707" y="226614"/>
                </a:moveTo>
                <a:cubicBezTo>
                  <a:pt x="1138292" y="226441"/>
                  <a:pt x="1135866" y="226768"/>
                  <a:pt x="1133583" y="227576"/>
                </a:cubicBezTo>
                <a:cubicBezTo>
                  <a:pt x="1130792" y="229309"/>
                  <a:pt x="1128096" y="228346"/>
                  <a:pt x="1126268" y="229982"/>
                </a:cubicBezTo>
                <a:cubicBezTo>
                  <a:pt x="1124597" y="231371"/>
                  <a:pt x="1122752" y="232536"/>
                  <a:pt x="1120780" y="233448"/>
                </a:cubicBezTo>
                <a:cubicBezTo>
                  <a:pt x="1115895" y="235172"/>
                  <a:pt x="1111135" y="237231"/>
                  <a:pt x="1106533" y="239609"/>
                </a:cubicBezTo>
                <a:cubicBezTo>
                  <a:pt x="1103787" y="240995"/>
                  <a:pt x="1102096" y="243850"/>
                  <a:pt x="1102202" y="246925"/>
                </a:cubicBezTo>
                <a:cubicBezTo>
                  <a:pt x="1102302" y="250285"/>
                  <a:pt x="1105002" y="252986"/>
                  <a:pt x="1108363" y="253086"/>
                </a:cubicBezTo>
                <a:cubicBezTo>
                  <a:pt x="1112146" y="252559"/>
                  <a:pt x="1115820" y="251421"/>
                  <a:pt x="1119240" y="249717"/>
                </a:cubicBezTo>
                <a:cubicBezTo>
                  <a:pt x="1122898" y="247503"/>
                  <a:pt x="1124727" y="244711"/>
                  <a:pt x="1129445" y="241823"/>
                </a:cubicBezTo>
                <a:cubicBezTo>
                  <a:pt x="1132623" y="239751"/>
                  <a:pt x="1135477" y="237220"/>
                  <a:pt x="1137916" y="234315"/>
                </a:cubicBezTo>
                <a:cubicBezTo>
                  <a:pt x="1139744" y="231137"/>
                  <a:pt x="1142151" y="226614"/>
                  <a:pt x="1140707" y="226614"/>
                </a:cubicBezTo>
                <a:close/>
                <a:moveTo>
                  <a:pt x="1478886" y="211115"/>
                </a:moveTo>
                <a:cubicBezTo>
                  <a:pt x="1475087" y="211463"/>
                  <a:pt x="1471321" y="212107"/>
                  <a:pt x="1467622" y="213040"/>
                </a:cubicBezTo>
                <a:cubicBezTo>
                  <a:pt x="1466053" y="214653"/>
                  <a:pt x="1465100" y="216765"/>
                  <a:pt x="1464927" y="219008"/>
                </a:cubicBezTo>
                <a:cubicBezTo>
                  <a:pt x="1464651" y="220914"/>
                  <a:pt x="1464953" y="222859"/>
                  <a:pt x="1465794" y="224592"/>
                </a:cubicBezTo>
                <a:cubicBezTo>
                  <a:pt x="1468970" y="225650"/>
                  <a:pt x="1473495" y="226710"/>
                  <a:pt x="1475420" y="225650"/>
                </a:cubicBezTo>
                <a:lnTo>
                  <a:pt x="1475516" y="225650"/>
                </a:lnTo>
                <a:cubicBezTo>
                  <a:pt x="1479236" y="223088"/>
                  <a:pt x="1481605" y="218987"/>
                  <a:pt x="1481966" y="214484"/>
                </a:cubicBezTo>
                <a:cubicBezTo>
                  <a:pt x="1481988" y="214315"/>
                  <a:pt x="1481995" y="214145"/>
                  <a:pt x="1481988" y="213975"/>
                </a:cubicBezTo>
                <a:cubicBezTo>
                  <a:pt x="1481921" y="212328"/>
                  <a:pt x="1480532" y="211047"/>
                  <a:pt x="1478886" y="211115"/>
                </a:cubicBezTo>
                <a:close/>
                <a:moveTo>
                  <a:pt x="1512578" y="201103"/>
                </a:moveTo>
                <a:cubicBezTo>
                  <a:pt x="1509882" y="201874"/>
                  <a:pt x="1507957" y="203991"/>
                  <a:pt x="1503818" y="203991"/>
                </a:cubicBezTo>
                <a:cubicBezTo>
                  <a:pt x="1501796" y="206301"/>
                  <a:pt x="1502663" y="210729"/>
                  <a:pt x="1502758" y="212751"/>
                </a:cubicBezTo>
                <a:cubicBezTo>
                  <a:pt x="1502855" y="214773"/>
                  <a:pt x="1506898" y="217660"/>
                  <a:pt x="1508149" y="217660"/>
                </a:cubicBezTo>
                <a:cubicBezTo>
                  <a:pt x="1512327" y="216928"/>
                  <a:pt x="1515904" y="214246"/>
                  <a:pt x="1517776" y="210441"/>
                </a:cubicBezTo>
                <a:lnTo>
                  <a:pt x="1518162" y="210441"/>
                </a:lnTo>
                <a:cubicBezTo>
                  <a:pt x="1518407" y="208008"/>
                  <a:pt x="1518407" y="205557"/>
                  <a:pt x="1518162" y="203125"/>
                </a:cubicBezTo>
                <a:cubicBezTo>
                  <a:pt x="1517776" y="200622"/>
                  <a:pt x="1515273" y="200333"/>
                  <a:pt x="1512578" y="201103"/>
                </a:cubicBezTo>
                <a:close/>
                <a:moveTo>
                  <a:pt x="1160538" y="190032"/>
                </a:moveTo>
                <a:cubicBezTo>
                  <a:pt x="1163418" y="190746"/>
                  <a:pt x="1166199" y="191813"/>
                  <a:pt x="1168817" y="193210"/>
                </a:cubicBezTo>
                <a:cubicBezTo>
                  <a:pt x="1170742" y="193210"/>
                  <a:pt x="1176518" y="191958"/>
                  <a:pt x="1178443" y="193210"/>
                </a:cubicBezTo>
                <a:cubicBezTo>
                  <a:pt x="1183253" y="195700"/>
                  <a:pt x="1187800" y="198666"/>
                  <a:pt x="1192016" y="202066"/>
                </a:cubicBezTo>
                <a:cubicBezTo>
                  <a:pt x="1193587" y="205706"/>
                  <a:pt x="1194842" y="209474"/>
                  <a:pt x="1195771" y="213329"/>
                </a:cubicBezTo>
                <a:cubicBezTo>
                  <a:pt x="1196753" y="216166"/>
                  <a:pt x="1196753" y="219251"/>
                  <a:pt x="1195771" y="222089"/>
                </a:cubicBezTo>
                <a:cubicBezTo>
                  <a:pt x="1191741" y="225759"/>
                  <a:pt x="1187917" y="229647"/>
                  <a:pt x="1184315" y="233737"/>
                </a:cubicBezTo>
                <a:lnTo>
                  <a:pt x="1183930" y="233737"/>
                </a:lnTo>
                <a:cubicBezTo>
                  <a:pt x="1182308" y="237060"/>
                  <a:pt x="1180475" y="240275"/>
                  <a:pt x="1178443" y="243363"/>
                </a:cubicBezTo>
                <a:cubicBezTo>
                  <a:pt x="1171857" y="253477"/>
                  <a:pt x="1165846" y="263954"/>
                  <a:pt x="1160441" y="274746"/>
                </a:cubicBezTo>
                <a:cubicBezTo>
                  <a:pt x="1158019" y="278272"/>
                  <a:pt x="1155382" y="281648"/>
                  <a:pt x="1152547" y="284854"/>
                </a:cubicBezTo>
                <a:cubicBezTo>
                  <a:pt x="1150881" y="286170"/>
                  <a:pt x="1148626" y="286467"/>
                  <a:pt x="1146675" y="285624"/>
                </a:cubicBezTo>
                <a:cubicBezTo>
                  <a:pt x="1145232" y="285046"/>
                  <a:pt x="1141092" y="287934"/>
                  <a:pt x="1141092" y="291881"/>
                </a:cubicBezTo>
                <a:cubicBezTo>
                  <a:pt x="1140921" y="295784"/>
                  <a:pt x="1141543" y="299681"/>
                  <a:pt x="1142922" y="303336"/>
                </a:cubicBezTo>
                <a:cubicBezTo>
                  <a:pt x="1144078" y="320291"/>
                  <a:pt x="1144078" y="337305"/>
                  <a:pt x="1142922" y="354260"/>
                </a:cubicBezTo>
                <a:cubicBezTo>
                  <a:pt x="1142087" y="360292"/>
                  <a:pt x="1138542" y="365610"/>
                  <a:pt x="1133295" y="368700"/>
                </a:cubicBezTo>
                <a:cubicBezTo>
                  <a:pt x="1130503" y="370048"/>
                  <a:pt x="1126556" y="377364"/>
                  <a:pt x="1122995" y="379000"/>
                </a:cubicBezTo>
                <a:cubicBezTo>
                  <a:pt x="1119433" y="380637"/>
                  <a:pt x="1115294" y="383910"/>
                  <a:pt x="1113368" y="383910"/>
                </a:cubicBezTo>
                <a:cubicBezTo>
                  <a:pt x="1111511" y="383717"/>
                  <a:pt x="1109878" y="382593"/>
                  <a:pt x="1109037" y="380925"/>
                </a:cubicBezTo>
                <a:cubicBezTo>
                  <a:pt x="1108169" y="379770"/>
                  <a:pt x="1104416" y="379193"/>
                  <a:pt x="1102298" y="377942"/>
                </a:cubicBezTo>
                <a:cubicBezTo>
                  <a:pt x="1100180" y="376690"/>
                  <a:pt x="1099217" y="374957"/>
                  <a:pt x="1097003" y="373802"/>
                </a:cubicBezTo>
                <a:cubicBezTo>
                  <a:pt x="1093794" y="372957"/>
                  <a:pt x="1090783" y="371485"/>
                  <a:pt x="1088146" y="369470"/>
                </a:cubicBezTo>
                <a:cubicBezTo>
                  <a:pt x="1085932" y="367352"/>
                  <a:pt x="1085548" y="364272"/>
                  <a:pt x="1083334" y="360421"/>
                </a:cubicBezTo>
                <a:cubicBezTo>
                  <a:pt x="1080253" y="354934"/>
                  <a:pt x="1069953" y="349639"/>
                  <a:pt x="1069761" y="346559"/>
                </a:cubicBezTo>
                <a:cubicBezTo>
                  <a:pt x="1069568" y="343478"/>
                  <a:pt x="1077461" y="342997"/>
                  <a:pt x="1078424" y="342997"/>
                </a:cubicBezTo>
                <a:cubicBezTo>
                  <a:pt x="1084970" y="342804"/>
                  <a:pt x="1089399" y="347425"/>
                  <a:pt x="1091227" y="347425"/>
                </a:cubicBezTo>
                <a:cubicBezTo>
                  <a:pt x="1097773" y="347425"/>
                  <a:pt x="1100949" y="345019"/>
                  <a:pt x="1101527" y="335392"/>
                </a:cubicBezTo>
                <a:cubicBezTo>
                  <a:pt x="1101527" y="333467"/>
                  <a:pt x="1101527" y="328942"/>
                  <a:pt x="1101527" y="327017"/>
                </a:cubicBezTo>
                <a:cubicBezTo>
                  <a:pt x="1101136" y="323209"/>
                  <a:pt x="1101136" y="319370"/>
                  <a:pt x="1101527" y="315562"/>
                </a:cubicBezTo>
                <a:cubicBezTo>
                  <a:pt x="1101711" y="310418"/>
                  <a:pt x="1102323" y="305298"/>
                  <a:pt x="1103357" y="300256"/>
                </a:cubicBezTo>
                <a:cubicBezTo>
                  <a:pt x="1103357" y="298716"/>
                  <a:pt x="1101913" y="295057"/>
                  <a:pt x="1100565" y="295057"/>
                </a:cubicBezTo>
                <a:cubicBezTo>
                  <a:pt x="1097388" y="295827"/>
                  <a:pt x="1094211" y="292747"/>
                  <a:pt x="1092286" y="292747"/>
                </a:cubicBezTo>
                <a:cubicBezTo>
                  <a:pt x="1090361" y="292747"/>
                  <a:pt x="1087665" y="293902"/>
                  <a:pt x="1085740" y="293902"/>
                </a:cubicBezTo>
                <a:cubicBezTo>
                  <a:pt x="1082218" y="293977"/>
                  <a:pt x="1078698" y="293654"/>
                  <a:pt x="1075248" y="292940"/>
                </a:cubicBezTo>
                <a:cubicBezTo>
                  <a:pt x="1073785" y="292077"/>
                  <a:pt x="1072509" y="290932"/>
                  <a:pt x="1071493" y="289570"/>
                </a:cubicBezTo>
                <a:cubicBezTo>
                  <a:pt x="1070484" y="287096"/>
                  <a:pt x="1069773" y="284511"/>
                  <a:pt x="1069375" y="281869"/>
                </a:cubicBezTo>
                <a:cubicBezTo>
                  <a:pt x="1068894" y="281195"/>
                  <a:pt x="1068317" y="277729"/>
                  <a:pt x="1067546" y="277729"/>
                </a:cubicBezTo>
                <a:cubicBezTo>
                  <a:pt x="1067353" y="275516"/>
                  <a:pt x="1066583" y="271858"/>
                  <a:pt x="1066583" y="269643"/>
                </a:cubicBezTo>
                <a:cubicBezTo>
                  <a:pt x="1066583" y="267430"/>
                  <a:pt x="1064658" y="263386"/>
                  <a:pt x="1063984" y="257803"/>
                </a:cubicBezTo>
                <a:cubicBezTo>
                  <a:pt x="1063311" y="252220"/>
                  <a:pt x="1061481" y="248658"/>
                  <a:pt x="1061481" y="242593"/>
                </a:cubicBezTo>
                <a:cubicBezTo>
                  <a:pt x="1060711" y="233448"/>
                  <a:pt x="1060711" y="229020"/>
                  <a:pt x="1060711" y="227191"/>
                </a:cubicBezTo>
                <a:cubicBezTo>
                  <a:pt x="1061288" y="216313"/>
                  <a:pt x="1067738" y="213907"/>
                  <a:pt x="1070338" y="209767"/>
                </a:cubicBezTo>
                <a:cubicBezTo>
                  <a:pt x="1073129" y="208227"/>
                  <a:pt x="1075825" y="205435"/>
                  <a:pt x="1079194" y="205820"/>
                </a:cubicBezTo>
                <a:cubicBezTo>
                  <a:pt x="1082564" y="206206"/>
                  <a:pt x="1083526" y="207457"/>
                  <a:pt x="1087087" y="209959"/>
                </a:cubicBezTo>
                <a:cubicBezTo>
                  <a:pt x="1088431" y="211557"/>
                  <a:pt x="1089685" y="213228"/>
                  <a:pt x="1090842" y="214965"/>
                </a:cubicBezTo>
                <a:cubicBezTo>
                  <a:pt x="1096578" y="214545"/>
                  <a:pt x="1102158" y="212905"/>
                  <a:pt x="1107207" y="210152"/>
                </a:cubicBezTo>
                <a:cubicBezTo>
                  <a:pt x="1109710" y="208804"/>
                  <a:pt x="1115101" y="208804"/>
                  <a:pt x="1119336" y="206879"/>
                </a:cubicBezTo>
                <a:cubicBezTo>
                  <a:pt x="1122116" y="205390"/>
                  <a:pt x="1125101" y="204320"/>
                  <a:pt x="1128192" y="203702"/>
                </a:cubicBezTo>
                <a:cubicBezTo>
                  <a:pt x="1130118" y="203702"/>
                  <a:pt x="1130696" y="202932"/>
                  <a:pt x="1135124" y="201681"/>
                </a:cubicBezTo>
                <a:cubicBezTo>
                  <a:pt x="1138572" y="201159"/>
                  <a:pt x="1141859" y="199877"/>
                  <a:pt x="1144750" y="197926"/>
                </a:cubicBezTo>
                <a:cubicBezTo>
                  <a:pt x="1146772" y="196482"/>
                  <a:pt x="1148601" y="195327"/>
                  <a:pt x="1150238" y="194365"/>
                </a:cubicBezTo>
                <a:cubicBezTo>
                  <a:pt x="1151781" y="193418"/>
                  <a:pt x="1153389" y="192582"/>
                  <a:pt x="1155050" y="191861"/>
                </a:cubicBezTo>
                <a:cubicBezTo>
                  <a:pt x="1156526" y="190482"/>
                  <a:pt x="1158529" y="189814"/>
                  <a:pt x="1160538" y="190032"/>
                </a:cubicBezTo>
                <a:close/>
                <a:moveTo>
                  <a:pt x="1475997" y="174246"/>
                </a:moveTo>
                <a:cubicBezTo>
                  <a:pt x="1473687" y="176556"/>
                  <a:pt x="1466371" y="174246"/>
                  <a:pt x="1466371" y="180888"/>
                </a:cubicBezTo>
                <a:cubicBezTo>
                  <a:pt x="1466467" y="184161"/>
                  <a:pt x="1465120" y="188493"/>
                  <a:pt x="1467430" y="190514"/>
                </a:cubicBezTo>
                <a:cubicBezTo>
                  <a:pt x="1467430" y="190514"/>
                  <a:pt x="1469259" y="194846"/>
                  <a:pt x="1471569" y="193017"/>
                </a:cubicBezTo>
                <a:cubicBezTo>
                  <a:pt x="1476190" y="189552"/>
                  <a:pt x="1481966" y="188108"/>
                  <a:pt x="1482543" y="182621"/>
                </a:cubicBezTo>
                <a:lnTo>
                  <a:pt x="1483024" y="182332"/>
                </a:lnTo>
                <a:cubicBezTo>
                  <a:pt x="1483891" y="174919"/>
                  <a:pt x="1482062" y="172801"/>
                  <a:pt x="1475997" y="174246"/>
                </a:cubicBezTo>
                <a:close/>
                <a:moveTo>
                  <a:pt x="1527980" y="160094"/>
                </a:moveTo>
                <a:cubicBezTo>
                  <a:pt x="1519798" y="162694"/>
                  <a:pt x="1506610" y="162309"/>
                  <a:pt x="1505936" y="168758"/>
                </a:cubicBezTo>
                <a:cubicBezTo>
                  <a:pt x="1505647" y="172127"/>
                  <a:pt x="1505647" y="177903"/>
                  <a:pt x="1509112" y="179154"/>
                </a:cubicBezTo>
                <a:cubicBezTo>
                  <a:pt x="1512981" y="180128"/>
                  <a:pt x="1516999" y="180356"/>
                  <a:pt x="1520953" y="179828"/>
                </a:cubicBezTo>
                <a:cubicBezTo>
                  <a:pt x="1524694" y="176989"/>
                  <a:pt x="1527454" y="173051"/>
                  <a:pt x="1528846" y="168566"/>
                </a:cubicBezTo>
                <a:cubicBezTo>
                  <a:pt x="1528846" y="166544"/>
                  <a:pt x="1528943" y="160961"/>
                  <a:pt x="1527980" y="160094"/>
                </a:cubicBezTo>
                <a:close/>
                <a:moveTo>
                  <a:pt x="1842572" y="157880"/>
                </a:moveTo>
                <a:cubicBezTo>
                  <a:pt x="1845089" y="158355"/>
                  <a:pt x="1847367" y="159680"/>
                  <a:pt x="1849022" y="161634"/>
                </a:cubicBezTo>
                <a:cubicBezTo>
                  <a:pt x="1852392" y="165196"/>
                  <a:pt x="1856050" y="166929"/>
                  <a:pt x="1858649" y="170587"/>
                </a:cubicBezTo>
                <a:cubicBezTo>
                  <a:pt x="1860139" y="173340"/>
                  <a:pt x="1861117" y="176340"/>
                  <a:pt x="1861536" y="179443"/>
                </a:cubicBezTo>
                <a:cubicBezTo>
                  <a:pt x="1862114" y="181561"/>
                  <a:pt x="1865291" y="184160"/>
                  <a:pt x="1865291" y="185315"/>
                </a:cubicBezTo>
                <a:cubicBezTo>
                  <a:pt x="1864617" y="193594"/>
                  <a:pt x="1858553" y="193401"/>
                  <a:pt x="1850370" y="199177"/>
                </a:cubicBezTo>
                <a:cubicBezTo>
                  <a:pt x="1845885" y="201620"/>
                  <a:pt x="1841900" y="204885"/>
                  <a:pt x="1838626" y="208803"/>
                </a:cubicBezTo>
                <a:cubicBezTo>
                  <a:pt x="1836050" y="211416"/>
                  <a:pt x="1832971" y="213479"/>
                  <a:pt x="1829576" y="214868"/>
                </a:cubicBezTo>
                <a:cubicBezTo>
                  <a:pt x="1820431" y="218815"/>
                  <a:pt x="1812249" y="218430"/>
                  <a:pt x="1811576" y="227479"/>
                </a:cubicBezTo>
                <a:cubicBezTo>
                  <a:pt x="1810902" y="236528"/>
                  <a:pt x="1815907" y="232870"/>
                  <a:pt x="1815907" y="242496"/>
                </a:cubicBezTo>
                <a:cubicBezTo>
                  <a:pt x="1815477" y="245011"/>
                  <a:pt x="1814454" y="247386"/>
                  <a:pt x="1812923" y="249428"/>
                </a:cubicBezTo>
                <a:cubicBezTo>
                  <a:pt x="1811497" y="251253"/>
                  <a:pt x="1810658" y="253468"/>
                  <a:pt x="1810517" y="255781"/>
                </a:cubicBezTo>
                <a:cubicBezTo>
                  <a:pt x="1810492" y="258146"/>
                  <a:pt x="1809862" y="260466"/>
                  <a:pt x="1808687" y="262520"/>
                </a:cubicBezTo>
                <a:cubicBezTo>
                  <a:pt x="1807633" y="264737"/>
                  <a:pt x="1807201" y="267199"/>
                  <a:pt x="1807436" y="269643"/>
                </a:cubicBezTo>
                <a:cubicBezTo>
                  <a:pt x="1807243" y="278499"/>
                  <a:pt x="1805800" y="285912"/>
                  <a:pt x="1808398" y="288125"/>
                </a:cubicBezTo>
                <a:cubicBezTo>
                  <a:pt x="1819477" y="287231"/>
                  <a:pt x="1830598" y="286974"/>
                  <a:pt x="1841706" y="287355"/>
                </a:cubicBezTo>
                <a:cubicBezTo>
                  <a:pt x="1845749" y="287355"/>
                  <a:pt x="1847386" y="284660"/>
                  <a:pt x="1850371" y="283987"/>
                </a:cubicBezTo>
                <a:cubicBezTo>
                  <a:pt x="1853087" y="283384"/>
                  <a:pt x="1855866" y="283093"/>
                  <a:pt x="1858649" y="283120"/>
                </a:cubicBezTo>
                <a:cubicBezTo>
                  <a:pt x="1861732" y="283645"/>
                  <a:pt x="1864761" y="284451"/>
                  <a:pt x="1867698" y="285527"/>
                </a:cubicBezTo>
                <a:cubicBezTo>
                  <a:pt x="1870777" y="286923"/>
                  <a:pt x="1873738" y="288565"/>
                  <a:pt x="1876554" y="290436"/>
                </a:cubicBezTo>
                <a:cubicBezTo>
                  <a:pt x="1879827" y="292746"/>
                  <a:pt x="1885699" y="293998"/>
                  <a:pt x="1888105" y="300062"/>
                </a:cubicBezTo>
                <a:cubicBezTo>
                  <a:pt x="1888841" y="302628"/>
                  <a:pt x="1889198" y="305287"/>
                  <a:pt x="1889165" y="307956"/>
                </a:cubicBezTo>
                <a:lnTo>
                  <a:pt x="1887527" y="308148"/>
                </a:lnTo>
                <a:cubicBezTo>
                  <a:pt x="1887532" y="309223"/>
                  <a:pt x="1887946" y="310256"/>
                  <a:pt x="1888682" y="311037"/>
                </a:cubicBezTo>
                <a:cubicBezTo>
                  <a:pt x="1889396" y="312327"/>
                  <a:pt x="1889667" y="313814"/>
                  <a:pt x="1889454" y="315273"/>
                </a:cubicBezTo>
                <a:cubicBezTo>
                  <a:pt x="1889004" y="317736"/>
                  <a:pt x="1888018" y="320068"/>
                  <a:pt x="1886565" y="322108"/>
                </a:cubicBezTo>
                <a:cubicBezTo>
                  <a:pt x="1885025" y="324514"/>
                  <a:pt x="1883100" y="327980"/>
                  <a:pt x="1880789" y="327980"/>
                </a:cubicBezTo>
                <a:cubicBezTo>
                  <a:pt x="1874628" y="328172"/>
                  <a:pt x="1871548" y="328750"/>
                  <a:pt x="1869527" y="328654"/>
                </a:cubicBezTo>
                <a:cubicBezTo>
                  <a:pt x="1867505" y="328557"/>
                  <a:pt x="1861536" y="326535"/>
                  <a:pt x="1857301" y="326535"/>
                </a:cubicBezTo>
                <a:cubicBezTo>
                  <a:pt x="1853065" y="326535"/>
                  <a:pt x="1850082" y="327690"/>
                  <a:pt x="1844787" y="327594"/>
                </a:cubicBezTo>
                <a:cubicBezTo>
                  <a:pt x="1839492" y="327498"/>
                  <a:pt x="1829963" y="326535"/>
                  <a:pt x="1824090" y="325861"/>
                </a:cubicBezTo>
                <a:cubicBezTo>
                  <a:pt x="1820336" y="325380"/>
                  <a:pt x="1808591" y="326343"/>
                  <a:pt x="1804837" y="325861"/>
                </a:cubicBezTo>
                <a:cubicBezTo>
                  <a:pt x="1798379" y="325257"/>
                  <a:pt x="1791864" y="325777"/>
                  <a:pt x="1785584" y="327401"/>
                </a:cubicBezTo>
                <a:lnTo>
                  <a:pt x="1767197" y="330001"/>
                </a:lnTo>
                <a:cubicBezTo>
                  <a:pt x="1760652" y="330964"/>
                  <a:pt x="1752181" y="329520"/>
                  <a:pt x="1746308" y="329520"/>
                </a:cubicBezTo>
                <a:cubicBezTo>
                  <a:pt x="1733713" y="330694"/>
                  <a:pt x="1721285" y="333244"/>
                  <a:pt x="1709246" y="337125"/>
                </a:cubicBezTo>
                <a:cubicBezTo>
                  <a:pt x="1693940" y="342419"/>
                  <a:pt x="1667179" y="354838"/>
                  <a:pt x="1663809" y="354453"/>
                </a:cubicBezTo>
                <a:cubicBezTo>
                  <a:pt x="1660440" y="354067"/>
                  <a:pt x="1653317" y="344537"/>
                  <a:pt x="1646482" y="338087"/>
                </a:cubicBezTo>
                <a:cubicBezTo>
                  <a:pt x="1645903" y="334904"/>
                  <a:pt x="1645903" y="331643"/>
                  <a:pt x="1646482" y="328461"/>
                </a:cubicBezTo>
                <a:cubicBezTo>
                  <a:pt x="1647115" y="324519"/>
                  <a:pt x="1646752" y="320480"/>
                  <a:pt x="1645422" y="316717"/>
                </a:cubicBezTo>
                <a:cubicBezTo>
                  <a:pt x="1648022" y="312192"/>
                  <a:pt x="1663135" y="306608"/>
                  <a:pt x="1664675" y="306223"/>
                </a:cubicBezTo>
                <a:cubicBezTo>
                  <a:pt x="1666216" y="305838"/>
                  <a:pt x="1672184" y="308148"/>
                  <a:pt x="1675842" y="307282"/>
                </a:cubicBezTo>
                <a:cubicBezTo>
                  <a:pt x="1677767" y="306801"/>
                  <a:pt x="1691437" y="301217"/>
                  <a:pt x="1698946" y="298522"/>
                </a:cubicBezTo>
                <a:cubicBezTo>
                  <a:pt x="1701930" y="297560"/>
                  <a:pt x="1706262" y="297367"/>
                  <a:pt x="1708572" y="296694"/>
                </a:cubicBezTo>
                <a:cubicBezTo>
                  <a:pt x="1715695" y="294479"/>
                  <a:pt x="1726189" y="289185"/>
                  <a:pt x="1733890" y="286104"/>
                </a:cubicBezTo>
                <a:cubicBezTo>
                  <a:pt x="1750351" y="279558"/>
                  <a:pt x="1751218" y="259728"/>
                  <a:pt x="1753720" y="252219"/>
                </a:cubicBezTo>
                <a:cubicBezTo>
                  <a:pt x="1755041" y="248577"/>
                  <a:pt x="1755724" y="244734"/>
                  <a:pt x="1755742" y="240860"/>
                </a:cubicBezTo>
                <a:cubicBezTo>
                  <a:pt x="1755838" y="237106"/>
                  <a:pt x="1755549" y="232581"/>
                  <a:pt x="1753720" y="231907"/>
                </a:cubicBezTo>
                <a:cubicBezTo>
                  <a:pt x="1750478" y="232183"/>
                  <a:pt x="1747260" y="232698"/>
                  <a:pt x="1744093" y="233447"/>
                </a:cubicBezTo>
                <a:cubicBezTo>
                  <a:pt x="1740040" y="234841"/>
                  <a:pt x="1735689" y="235140"/>
                  <a:pt x="1731484" y="234314"/>
                </a:cubicBezTo>
                <a:cubicBezTo>
                  <a:pt x="1727633" y="232485"/>
                  <a:pt x="1728210" y="227960"/>
                  <a:pt x="1727633" y="222859"/>
                </a:cubicBezTo>
                <a:cubicBezTo>
                  <a:pt x="1726401" y="217682"/>
                  <a:pt x="1723809" y="212930"/>
                  <a:pt x="1720124" y="209092"/>
                </a:cubicBezTo>
                <a:cubicBezTo>
                  <a:pt x="1718680" y="205587"/>
                  <a:pt x="1718023" y="201809"/>
                  <a:pt x="1718198" y="198022"/>
                </a:cubicBezTo>
                <a:cubicBezTo>
                  <a:pt x="1718294" y="196000"/>
                  <a:pt x="1717236" y="189358"/>
                  <a:pt x="1717236" y="187337"/>
                </a:cubicBezTo>
                <a:cubicBezTo>
                  <a:pt x="1717236" y="182042"/>
                  <a:pt x="1722242" y="181657"/>
                  <a:pt x="1726863" y="179347"/>
                </a:cubicBezTo>
                <a:cubicBezTo>
                  <a:pt x="1732587" y="180346"/>
                  <a:pt x="1738246" y="181697"/>
                  <a:pt x="1743805" y="183389"/>
                </a:cubicBezTo>
                <a:cubicBezTo>
                  <a:pt x="1757400" y="181917"/>
                  <a:pt x="1770899" y="179667"/>
                  <a:pt x="1784237" y="176651"/>
                </a:cubicBezTo>
                <a:cubicBezTo>
                  <a:pt x="1787221" y="175977"/>
                  <a:pt x="1790494" y="174918"/>
                  <a:pt x="1791264" y="174726"/>
                </a:cubicBezTo>
                <a:cubicBezTo>
                  <a:pt x="1792034" y="174533"/>
                  <a:pt x="1794825" y="173282"/>
                  <a:pt x="1796269" y="172801"/>
                </a:cubicBezTo>
                <a:cubicBezTo>
                  <a:pt x="1806832" y="169702"/>
                  <a:pt x="1817006" y="165407"/>
                  <a:pt x="1826593" y="159998"/>
                </a:cubicBezTo>
                <a:cubicBezTo>
                  <a:pt x="1829344" y="159052"/>
                  <a:pt x="1832262" y="158691"/>
                  <a:pt x="1835160" y="158939"/>
                </a:cubicBezTo>
                <a:cubicBezTo>
                  <a:pt x="1837650" y="158725"/>
                  <a:pt x="1840124" y="158372"/>
                  <a:pt x="1842572" y="157880"/>
                </a:cubicBezTo>
                <a:close/>
                <a:moveTo>
                  <a:pt x="1416697" y="146714"/>
                </a:moveTo>
                <a:cubicBezTo>
                  <a:pt x="1421415" y="143922"/>
                  <a:pt x="1423821" y="154319"/>
                  <a:pt x="1425362" y="158073"/>
                </a:cubicBezTo>
                <a:cubicBezTo>
                  <a:pt x="1426228" y="159902"/>
                  <a:pt x="1423629" y="167026"/>
                  <a:pt x="1423339" y="169528"/>
                </a:cubicBezTo>
                <a:cubicBezTo>
                  <a:pt x="1423051" y="172031"/>
                  <a:pt x="1419393" y="175112"/>
                  <a:pt x="1419393" y="182620"/>
                </a:cubicBezTo>
                <a:cubicBezTo>
                  <a:pt x="1419490" y="185990"/>
                  <a:pt x="1416409" y="188493"/>
                  <a:pt x="1412270" y="192247"/>
                </a:cubicBezTo>
                <a:cubicBezTo>
                  <a:pt x="1408035" y="196342"/>
                  <a:pt x="1404080" y="200716"/>
                  <a:pt x="1400430" y="205339"/>
                </a:cubicBezTo>
                <a:cubicBezTo>
                  <a:pt x="1398499" y="209933"/>
                  <a:pt x="1398062" y="215019"/>
                  <a:pt x="1399178" y="219875"/>
                </a:cubicBezTo>
                <a:cubicBezTo>
                  <a:pt x="1399178" y="221511"/>
                  <a:pt x="1397156" y="226710"/>
                  <a:pt x="1400044" y="229501"/>
                </a:cubicBezTo>
                <a:cubicBezTo>
                  <a:pt x="1402932" y="232294"/>
                  <a:pt x="1406109" y="229309"/>
                  <a:pt x="1407745" y="229501"/>
                </a:cubicBezTo>
                <a:cubicBezTo>
                  <a:pt x="1409382" y="229694"/>
                  <a:pt x="1408323" y="232967"/>
                  <a:pt x="1410248" y="236528"/>
                </a:cubicBezTo>
                <a:cubicBezTo>
                  <a:pt x="1413810" y="243363"/>
                  <a:pt x="1414965" y="244422"/>
                  <a:pt x="1414965" y="247792"/>
                </a:cubicBezTo>
                <a:cubicBezTo>
                  <a:pt x="1414868" y="249717"/>
                  <a:pt x="1414868" y="251354"/>
                  <a:pt x="1413329" y="252316"/>
                </a:cubicBezTo>
                <a:cubicBezTo>
                  <a:pt x="1404413" y="257689"/>
                  <a:pt x="1396815" y="264992"/>
                  <a:pt x="1391091" y="273687"/>
                </a:cubicBezTo>
                <a:cubicBezTo>
                  <a:pt x="1390459" y="276643"/>
                  <a:pt x="1390832" y="279727"/>
                  <a:pt x="1392151" y="282447"/>
                </a:cubicBezTo>
                <a:cubicBezTo>
                  <a:pt x="1393979" y="282447"/>
                  <a:pt x="1398599" y="282447"/>
                  <a:pt x="1400622" y="282447"/>
                </a:cubicBezTo>
                <a:lnTo>
                  <a:pt x="1400333" y="283024"/>
                </a:lnTo>
                <a:cubicBezTo>
                  <a:pt x="1403355" y="283859"/>
                  <a:pt x="1406044" y="285608"/>
                  <a:pt x="1408034" y="288030"/>
                </a:cubicBezTo>
                <a:cubicBezTo>
                  <a:pt x="1409418" y="290581"/>
                  <a:pt x="1410208" y="293411"/>
                  <a:pt x="1410344" y="296309"/>
                </a:cubicBezTo>
                <a:cubicBezTo>
                  <a:pt x="1408900" y="308535"/>
                  <a:pt x="1398311" y="316139"/>
                  <a:pt x="1388685" y="322300"/>
                </a:cubicBezTo>
                <a:cubicBezTo>
                  <a:pt x="1379059" y="328461"/>
                  <a:pt x="1361634" y="335200"/>
                  <a:pt x="1353356" y="339917"/>
                </a:cubicBezTo>
                <a:cubicBezTo>
                  <a:pt x="1346521" y="343864"/>
                  <a:pt x="1340072" y="353683"/>
                  <a:pt x="1336124" y="355319"/>
                </a:cubicBezTo>
                <a:cubicBezTo>
                  <a:pt x="1336124" y="355319"/>
                  <a:pt x="1331407" y="356860"/>
                  <a:pt x="1329290" y="355319"/>
                </a:cubicBezTo>
                <a:cubicBezTo>
                  <a:pt x="1326152" y="354186"/>
                  <a:pt x="1322933" y="353285"/>
                  <a:pt x="1319664" y="352624"/>
                </a:cubicBezTo>
                <a:cubicBezTo>
                  <a:pt x="1316390" y="351565"/>
                  <a:pt x="1317930" y="346944"/>
                  <a:pt x="1315524" y="344153"/>
                </a:cubicBezTo>
                <a:cubicBezTo>
                  <a:pt x="1313009" y="341702"/>
                  <a:pt x="1310982" y="338794"/>
                  <a:pt x="1309555" y="335585"/>
                </a:cubicBezTo>
                <a:cubicBezTo>
                  <a:pt x="1307545" y="330641"/>
                  <a:pt x="1306625" y="325322"/>
                  <a:pt x="1306860" y="319990"/>
                </a:cubicBezTo>
                <a:cubicBezTo>
                  <a:pt x="1309731" y="313192"/>
                  <a:pt x="1315263" y="307869"/>
                  <a:pt x="1322166" y="305262"/>
                </a:cubicBezTo>
                <a:cubicBezTo>
                  <a:pt x="1325205" y="303279"/>
                  <a:pt x="1328130" y="301125"/>
                  <a:pt x="1330926" y="298812"/>
                </a:cubicBezTo>
                <a:cubicBezTo>
                  <a:pt x="1333603" y="297327"/>
                  <a:pt x="1335781" y="295082"/>
                  <a:pt x="1337183" y="292362"/>
                </a:cubicBezTo>
                <a:cubicBezTo>
                  <a:pt x="1338019" y="290364"/>
                  <a:pt x="1338571" y="288258"/>
                  <a:pt x="1338820" y="286105"/>
                </a:cubicBezTo>
                <a:cubicBezTo>
                  <a:pt x="1339013" y="282832"/>
                  <a:pt x="1340649" y="280426"/>
                  <a:pt x="1340648" y="278019"/>
                </a:cubicBezTo>
                <a:cubicBezTo>
                  <a:pt x="1340383" y="275620"/>
                  <a:pt x="1339373" y="273365"/>
                  <a:pt x="1337760" y="271570"/>
                </a:cubicBezTo>
                <a:cubicBezTo>
                  <a:pt x="1336205" y="269989"/>
                  <a:pt x="1335020" y="268081"/>
                  <a:pt x="1334295" y="265986"/>
                </a:cubicBezTo>
                <a:cubicBezTo>
                  <a:pt x="1334295" y="265890"/>
                  <a:pt x="1327365" y="257900"/>
                  <a:pt x="1327364" y="253953"/>
                </a:cubicBezTo>
                <a:cubicBezTo>
                  <a:pt x="1327593" y="247870"/>
                  <a:pt x="1332363" y="242935"/>
                  <a:pt x="1338434" y="242497"/>
                </a:cubicBezTo>
                <a:cubicBezTo>
                  <a:pt x="1340360" y="241727"/>
                  <a:pt x="1343921" y="242497"/>
                  <a:pt x="1345847" y="242497"/>
                </a:cubicBezTo>
                <a:cubicBezTo>
                  <a:pt x="1350467" y="242112"/>
                  <a:pt x="1353741" y="237683"/>
                  <a:pt x="1356244" y="233930"/>
                </a:cubicBezTo>
                <a:cubicBezTo>
                  <a:pt x="1357581" y="228765"/>
                  <a:pt x="1358355" y="223473"/>
                  <a:pt x="1358553" y="218142"/>
                </a:cubicBezTo>
                <a:cubicBezTo>
                  <a:pt x="1360094" y="212752"/>
                  <a:pt x="1353645" y="211885"/>
                  <a:pt x="1350467" y="210633"/>
                </a:cubicBezTo>
                <a:cubicBezTo>
                  <a:pt x="1347412" y="209091"/>
                  <a:pt x="1344179" y="207928"/>
                  <a:pt x="1340841" y="207168"/>
                </a:cubicBezTo>
                <a:cubicBezTo>
                  <a:pt x="1338242" y="206976"/>
                  <a:pt x="1336028" y="203895"/>
                  <a:pt x="1334777" y="200526"/>
                </a:cubicBezTo>
                <a:cubicBezTo>
                  <a:pt x="1333526" y="197156"/>
                  <a:pt x="1332466" y="198215"/>
                  <a:pt x="1329771" y="197156"/>
                </a:cubicBezTo>
                <a:cubicBezTo>
                  <a:pt x="1327075" y="196097"/>
                  <a:pt x="1327075" y="186953"/>
                  <a:pt x="1327075" y="185894"/>
                </a:cubicBezTo>
                <a:cubicBezTo>
                  <a:pt x="1327075" y="184834"/>
                  <a:pt x="1329867" y="183679"/>
                  <a:pt x="1332274" y="182620"/>
                </a:cubicBezTo>
                <a:cubicBezTo>
                  <a:pt x="1334681" y="181562"/>
                  <a:pt x="1334681" y="179829"/>
                  <a:pt x="1336220" y="176556"/>
                </a:cubicBezTo>
                <a:cubicBezTo>
                  <a:pt x="1337761" y="173283"/>
                  <a:pt x="1341323" y="172512"/>
                  <a:pt x="1344595" y="171646"/>
                </a:cubicBezTo>
                <a:cubicBezTo>
                  <a:pt x="1348273" y="171430"/>
                  <a:pt x="1351938" y="171012"/>
                  <a:pt x="1355570" y="170395"/>
                </a:cubicBezTo>
                <a:cubicBezTo>
                  <a:pt x="1370971" y="164138"/>
                  <a:pt x="1388396" y="146907"/>
                  <a:pt x="1403124" y="147677"/>
                </a:cubicBezTo>
                <a:cubicBezTo>
                  <a:pt x="1410632" y="148158"/>
                  <a:pt x="1413713" y="148351"/>
                  <a:pt x="1416697" y="146714"/>
                </a:cubicBezTo>
                <a:close/>
                <a:moveTo>
                  <a:pt x="2081117" y="146328"/>
                </a:moveTo>
                <a:cubicBezTo>
                  <a:pt x="2084679" y="146905"/>
                  <a:pt x="2094209" y="145269"/>
                  <a:pt x="2095075" y="146905"/>
                </a:cubicBezTo>
                <a:cubicBezTo>
                  <a:pt x="2097844" y="150961"/>
                  <a:pt x="2101719" y="154136"/>
                  <a:pt x="2106242" y="156051"/>
                </a:cubicBezTo>
                <a:cubicBezTo>
                  <a:pt x="2109997" y="157976"/>
                  <a:pt x="2108360" y="160576"/>
                  <a:pt x="2108841" y="163944"/>
                </a:cubicBezTo>
                <a:cubicBezTo>
                  <a:pt x="2109323" y="167314"/>
                  <a:pt x="2111441" y="168662"/>
                  <a:pt x="2110382" y="171549"/>
                </a:cubicBezTo>
                <a:cubicBezTo>
                  <a:pt x="2109323" y="174438"/>
                  <a:pt x="2106724" y="179540"/>
                  <a:pt x="2104510" y="185701"/>
                </a:cubicBezTo>
                <a:cubicBezTo>
                  <a:pt x="2104510" y="187048"/>
                  <a:pt x="2102777" y="193979"/>
                  <a:pt x="2104510" y="193979"/>
                </a:cubicBezTo>
                <a:cubicBezTo>
                  <a:pt x="2106507" y="194100"/>
                  <a:pt x="2108493" y="193595"/>
                  <a:pt x="2110190" y="192536"/>
                </a:cubicBezTo>
                <a:cubicBezTo>
                  <a:pt x="2111056" y="192151"/>
                  <a:pt x="2114906" y="190225"/>
                  <a:pt x="2117313" y="189358"/>
                </a:cubicBezTo>
                <a:cubicBezTo>
                  <a:pt x="2120204" y="188714"/>
                  <a:pt x="2123014" y="187746"/>
                  <a:pt x="2125688" y="186471"/>
                </a:cubicBezTo>
                <a:cubicBezTo>
                  <a:pt x="2128962" y="184160"/>
                  <a:pt x="2133292" y="179540"/>
                  <a:pt x="2135315" y="179540"/>
                </a:cubicBezTo>
                <a:cubicBezTo>
                  <a:pt x="2135315" y="179540"/>
                  <a:pt x="2148118" y="175785"/>
                  <a:pt x="2150332" y="179540"/>
                </a:cubicBezTo>
                <a:cubicBezTo>
                  <a:pt x="2152545" y="183294"/>
                  <a:pt x="2157936" y="182909"/>
                  <a:pt x="2163424" y="183775"/>
                </a:cubicBezTo>
                <a:cubicBezTo>
                  <a:pt x="2168911" y="184641"/>
                  <a:pt x="2172472" y="193498"/>
                  <a:pt x="2172472" y="201007"/>
                </a:cubicBezTo>
                <a:cubicBezTo>
                  <a:pt x="2172568" y="204087"/>
                  <a:pt x="2172376" y="205339"/>
                  <a:pt x="2169007" y="205339"/>
                </a:cubicBezTo>
                <a:cubicBezTo>
                  <a:pt x="2167178" y="205435"/>
                  <a:pt x="2165156" y="208515"/>
                  <a:pt x="2161788" y="210729"/>
                </a:cubicBezTo>
                <a:cubicBezTo>
                  <a:pt x="2156535" y="213750"/>
                  <a:pt x="2150945" y="216141"/>
                  <a:pt x="2145133" y="217853"/>
                </a:cubicBezTo>
                <a:cubicBezTo>
                  <a:pt x="2142204" y="219808"/>
                  <a:pt x="2138942" y="221211"/>
                  <a:pt x="2135507" y="221992"/>
                </a:cubicBezTo>
                <a:cubicBezTo>
                  <a:pt x="2131271" y="222570"/>
                  <a:pt x="2127517" y="222762"/>
                  <a:pt x="2124341" y="223436"/>
                </a:cubicBezTo>
                <a:cubicBezTo>
                  <a:pt x="2118379" y="224900"/>
                  <a:pt x="2112623" y="227098"/>
                  <a:pt x="2107205" y="229982"/>
                </a:cubicBezTo>
                <a:cubicBezTo>
                  <a:pt x="2104895" y="232431"/>
                  <a:pt x="2102979" y="235225"/>
                  <a:pt x="2101525" y="238261"/>
                </a:cubicBezTo>
                <a:cubicBezTo>
                  <a:pt x="2100187" y="242769"/>
                  <a:pt x="2100928" y="247640"/>
                  <a:pt x="2103547" y="251546"/>
                </a:cubicBezTo>
                <a:cubicBezTo>
                  <a:pt x="2111564" y="262465"/>
                  <a:pt x="2121094" y="272189"/>
                  <a:pt x="2131849" y="280425"/>
                </a:cubicBezTo>
                <a:cubicBezTo>
                  <a:pt x="2136951" y="284757"/>
                  <a:pt x="2144171" y="299678"/>
                  <a:pt x="2152738" y="304010"/>
                </a:cubicBezTo>
                <a:cubicBezTo>
                  <a:pt x="2160381" y="308168"/>
                  <a:pt x="2167576" y="313104"/>
                  <a:pt x="2174206" y="318738"/>
                </a:cubicBezTo>
                <a:cubicBezTo>
                  <a:pt x="2178115" y="320809"/>
                  <a:pt x="2182249" y="322425"/>
                  <a:pt x="2186527" y="323552"/>
                </a:cubicBezTo>
                <a:cubicBezTo>
                  <a:pt x="2190378" y="325188"/>
                  <a:pt x="2193748" y="328750"/>
                  <a:pt x="2196154" y="329617"/>
                </a:cubicBezTo>
                <a:cubicBezTo>
                  <a:pt x="2202411" y="331734"/>
                  <a:pt x="2207802" y="333659"/>
                  <a:pt x="2217428" y="337510"/>
                </a:cubicBezTo>
                <a:cubicBezTo>
                  <a:pt x="2219739" y="338473"/>
                  <a:pt x="2223589" y="338761"/>
                  <a:pt x="2224744" y="340880"/>
                </a:cubicBezTo>
                <a:lnTo>
                  <a:pt x="2223974" y="341842"/>
                </a:lnTo>
                <a:cubicBezTo>
                  <a:pt x="2224937" y="343671"/>
                  <a:pt x="2221856" y="345307"/>
                  <a:pt x="2221664" y="347426"/>
                </a:cubicBezTo>
                <a:cubicBezTo>
                  <a:pt x="2221472" y="349543"/>
                  <a:pt x="2222434" y="353105"/>
                  <a:pt x="2220606" y="355319"/>
                </a:cubicBezTo>
                <a:cubicBezTo>
                  <a:pt x="2217647" y="359113"/>
                  <a:pt x="2213184" y="361431"/>
                  <a:pt x="2208380" y="361673"/>
                </a:cubicBezTo>
                <a:cubicBezTo>
                  <a:pt x="2206358" y="361865"/>
                  <a:pt x="2204817" y="364753"/>
                  <a:pt x="2203374" y="365812"/>
                </a:cubicBezTo>
                <a:cubicBezTo>
                  <a:pt x="2201930" y="366871"/>
                  <a:pt x="2199812" y="366871"/>
                  <a:pt x="2198367" y="366871"/>
                </a:cubicBezTo>
                <a:cubicBezTo>
                  <a:pt x="2194604" y="366886"/>
                  <a:pt x="2190841" y="366660"/>
                  <a:pt x="2187105" y="366198"/>
                </a:cubicBezTo>
                <a:cubicBezTo>
                  <a:pt x="2183225" y="366410"/>
                  <a:pt x="2179337" y="366410"/>
                  <a:pt x="2175457" y="366198"/>
                </a:cubicBezTo>
                <a:cubicBezTo>
                  <a:pt x="2171968" y="366166"/>
                  <a:pt x="2168513" y="365514"/>
                  <a:pt x="2165252" y="364272"/>
                </a:cubicBezTo>
                <a:cubicBezTo>
                  <a:pt x="2158899" y="360614"/>
                  <a:pt x="2154086" y="363309"/>
                  <a:pt x="2149273" y="362058"/>
                </a:cubicBezTo>
                <a:cubicBezTo>
                  <a:pt x="2145494" y="361378"/>
                  <a:pt x="2142194" y="359096"/>
                  <a:pt x="2140224" y="355801"/>
                </a:cubicBezTo>
                <a:cubicBezTo>
                  <a:pt x="2137144" y="347233"/>
                  <a:pt x="2141282" y="344730"/>
                  <a:pt x="2126362" y="331060"/>
                </a:cubicBezTo>
                <a:cubicBezTo>
                  <a:pt x="2120733" y="324742"/>
                  <a:pt x="2115493" y="318087"/>
                  <a:pt x="2110671" y="311134"/>
                </a:cubicBezTo>
                <a:cubicBezTo>
                  <a:pt x="2107735" y="307274"/>
                  <a:pt x="2104518" y="303639"/>
                  <a:pt x="2101044" y="300255"/>
                </a:cubicBezTo>
                <a:cubicBezTo>
                  <a:pt x="2091225" y="293036"/>
                  <a:pt x="2082465" y="283025"/>
                  <a:pt x="2079192" y="281002"/>
                </a:cubicBezTo>
                <a:cubicBezTo>
                  <a:pt x="2078037" y="280329"/>
                  <a:pt x="2071491" y="295924"/>
                  <a:pt x="2064079" y="303914"/>
                </a:cubicBezTo>
                <a:cubicBezTo>
                  <a:pt x="2056666" y="311904"/>
                  <a:pt x="2051276" y="315658"/>
                  <a:pt x="2042226" y="325284"/>
                </a:cubicBezTo>
                <a:cubicBezTo>
                  <a:pt x="2035622" y="331138"/>
                  <a:pt x="2028027" y="335768"/>
                  <a:pt x="2019797" y="338954"/>
                </a:cubicBezTo>
                <a:cubicBezTo>
                  <a:pt x="2016042" y="341457"/>
                  <a:pt x="2007475" y="345307"/>
                  <a:pt x="2003143" y="348003"/>
                </a:cubicBezTo>
                <a:cubicBezTo>
                  <a:pt x="1998811" y="350698"/>
                  <a:pt x="1991206" y="350313"/>
                  <a:pt x="1987837" y="351950"/>
                </a:cubicBezTo>
                <a:cubicBezTo>
                  <a:pt x="1985169" y="352993"/>
                  <a:pt x="1982326" y="353516"/>
                  <a:pt x="1979462" y="353491"/>
                </a:cubicBezTo>
                <a:cubicBezTo>
                  <a:pt x="1977151" y="353105"/>
                  <a:pt x="1975515" y="349832"/>
                  <a:pt x="1973782" y="348581"/>
                </a:cubicBezTo>
                <a:cubicBezTo>
                  <a:pt x="1972049" y="347330"/>
                  <a:pt x="1972049" y="341072"/>
                  <a:pt x="1969450" y="339916"/>
                </a:cubicBezTo>
                <a:cubicBezTo>
                  <a:pt x="1966942" y="339301"/>
                  <a:pt x="1964494" y="338463"/>
                  <a:pt x="1962134" y="337414"/>
                </a:cubicBezTo>
                <a:cubicBezTo>
                  <a:pt x="1960594" y="335970"/>
                  <a:pt x="1961845" y="333563"/>
                  <a:pt x="1966851" y="331927"/>
                </a:cubicBezTo>
                <a:cubicBezTo>
                  <a:pt x="1970843" y="330572"/>
                  <a:pt x="1974512" y="328409"/>
                  <a:pt x="1977632" y="325573"/>
                </a:cubicBezTo>
                <a:cubicBezTo>
                  <a:pt x="1980279" y="323995"/>
                  <a:pt x="1982762" y="322156"/>
                  <a:pt x="1985045" y="320086"/>
                </a:cubicBezTo>
                <a:cubicBezTo>
                  <a:pt x="1985912" y="319027"/>
                  <a:pt x="1988992" y="318546"/>
                  <a:pt x="1990244" y="317776"/>
                </a:cubicBezTo>
                <a:cubicBezTo>
                  <a:pt x="2002461" y="307421"/>
                  <a:pt x="2014034" y="296330"/>
                  <a:pt x="2024899" y="284565"/>
                </a:cubicBezTo>
                <a:cubicBezTo>
                  <a:pt x="2031111" y="277871"/>
                  <a:pt x="2035690" y="269833"/>
                  <a:pt x="2038280" y="261076"/>
                </a:cubicBezTo>
                <a:cubicBezTo>
                  <a:pt x="2039919" y="258116"/>
                  <a:pt x="2040872" y="254826"/>
                  <a:pt x="2041071" y="251450"/>
                </a:cubicBezTo>
                <a:cubicBezTo>
                  <a:pt x="2040782" y="249909"/>
                  <a:pt x="2036161" y="251450"/>
                  <a:pt x="2034140" y="251450"/>
                </a:cubicBezTo>
                <a:cubicBezTo>
                  <a:pt x="2032119" y="251450"/>
                  <a:pt x="2030867" y="251353"/>
                  <a:pt x="2028845" y="251450"/>
                </a:cubicBezTo>
                <a:cubicBezTo>
                  <a:pt x="2026824" y="251546"/>
                  <a:pt x="2024032" y="253375"/>
                  <a:pt x="2021722" y="253375"/>
                </a:cubicBezTo>
                <a:cubicBezTo>
                  <a:pt x="2019509" y="254145"/>
                  <a:pt x="2017100" y="254145"/>
                  <a:pt x="2014887" y="253375"/>
                </a:cubicBezTo>
                <a:cubicBezTo>
                  <a:pt x="2011228" y="252220"/>
                  <a:pt x="2009303" y="249139"/>
                  <a:pt x="2004393" y="248465"/>
                </a:cubicBezTo>
                <a:cubicBezTo>
                  <a:pt x="1997770" y="246115"/>
                  <a:pt x="1993038" y="240229"/>
                  <a:pt x="1992168" y="233255"/>
                </a:cubicBezTo>
                <a:cubicBezTo>
                  <a:pt x="1991337" y="229685"/>
                  <a:pt x="1992606" y="225953"/>
                  <a:pt x="1995441" y="223628"/>
                </a:cubicBezTo>
                <a:cubicBezTo>
                  <a:pt x="1997944" y="221800"/>
                  <a:pt x="1999196" y="219201"/>
                  <a:pt x="2001218" y="217660"/>
                </a:cubicBezTo>
                <a:cubicBezTo>
                  <a:pt x="2003239" y="216120"/>
                  <a:pt x="2006897" y="215927"/>
                  <a:pt x="2008534" y="214869"/>
                </a:cubicBezTo>
                <a:cubicBezTo>
                  <a:pt x="2010170" y="213810"/>
                  <a:pt x="2011903" y="211885"/>
                  <a:pt x="2014694" y="210825"/>
                </a:cubicBezTo>
                <a:cubicBezTo>
                  <a:pt x="2017486" y="209766"/>
                  <a:pt x="2024610" y="210825"/>
                  <a:pt x="2029712" y="210825"/>
                </a:cubicBezTo>
                <a:cubicBezTo>
                  <a:pt x="2038482" y="209673"/>
                  <a:pt x="2046911" y="206689"/>
                  <a:pt x="2054452" y="202065"/>
                </a:cubicBezTo>
                <a:cubicBezTo>
                  <a:pt x="2054190" y="194194"/>
                  <a:pt x="2055807" y="186373"/>
                  <a:pt x="2059169" y="179251"/>
                </a:cubicBezTo>
                <a:cubicBezTo>
                  <a:pt x="2060307" y="174523"/>
                  <a:pt x="2060858" y="169674"/>
                  <a:pt x="2060805" y="164811"/>
                </a:cubicBezTo>
                <a:cubicBezTo>
                  <a:pt x="2061334" y="160665"/>
                  <a:pt x="2061105" y="156457"/>
                  <a:pt x="2060132" y="152392"/>
                </a:cubicBezTo>
                <a:cubicBezTo>
                  <a:pt x="2060035" y="148927"/>
                  <a:pt x="2061960" y="148542"/>
                  <a:pt x="2063983" y="147965"/>
                </a:cubicBezTo>
                <a:cubicBezTo>
                  <a:pt x="2070336" y="146231"/>
                  <a:pt x="2070240" y="148639"/>
                  <a:pt x="2073609" y="148735"/>
                </a:cubicBezTo>
                <a:cubicBezTo>
                  <a:pt x="2076978" y="148831"/>
                  <a:pt x="2077556" y="145750"/>
                  <a:pt x="2081117" y="146328"/>
                </a:cubicBezTo>
                <a:close/>
                <a:moveTo>
                  <a:pt x="748621" y="143248"/>
                </a:moveTo>
                <a:cubicBezTo>
                  <a:pt x="750449" y="143441"/>
                  <a:pt x="752567" y="146522"/>
                  <a:pt x="755744" y="147195"/>
                </a:cubicBezTo>
                <a:cubicBezTo>
                  <a:pt x="758920" y="147869"/>
                  <a:pt x="763445" y="147773"/>
                  <a:pt x="767102" y="148447"/>
                </a:cubicBezTo>
                <a:cubicBezTo>
                  <a:pt x="769029" y="148447"/>
                  <a:pt x="776729" y="148447"/>
                  <a:pt x="778655" y="148447"/>
                </a:cubicBezTo>
                <a:cubicBezTo>
                  <a:pt x="781258" y="148606"/>
                  <a:pt x="783805" y="149258"/>
                  <a:pt x="786163" y="150372"/>
                </a:cubicBezTo>
                <a:cubicBezTo>
                  <a:pt x="787318" y="151046"/>
                  <a:pt x="791362" y="151912"/>
                  <a:pt x="792805" y="153549"/>
                </a:cubicBezTo>
                <a:cubicBezTo>
                  <a:pt x="796075" y="156580"/>
                  <a:pt x="798525" y="160388"/>
                  <a:pt x="799929" y="164619"/>
                </a:cubicBezTo>
                <a:lnTo>
                  <a:pt x="798677" y="165100"/>
                </a:lnTo>
                <a:cubicBezTo>
                  <a:pt x="799159" y="168566"/>
                  <a:pt x="798100" y="169721"/>
                  <a:pt x="798100" y="172417"/>
                </a:cubicBezTo>
                <a:cubicBezTo>
                  <a:pt x="798525" y="176127"/>
                  <a:pt x="798525" y="179873"/>
                  <a:pt x="798100" y="183583"/>
                </a:cubicBezTo>
                <a:cubicBezTo>
                  <a:pt x="797619" y="185509"/>
                  <a:pt x="794731" y="190225"/>
                  <a:pt x="792420" y="195713"/>
                </a:cubicBezTo>
                <a:cubicBezTo>
                  <a:pt x="791599" y="199844"/>
                  <a:pt x="791053" y="204024"/>
                  <a:pt x="790784" y="208227"/>
                </a:cubicBezTo>
                <a:cubicBezTo>
                  <a:pt x="790688" y="214099"/>
                  <a:pt x="790399" y="218432"/>
                  <a:pt x="789533" y="230946"/>
                </a:cubicBezTo>
                <a:cubicBezTo>
                  <a:pt x="789340" y="235181"/>
                  <a:pt x="788185" y="239128"/>
                  <a:pt x="787510" y="244808"/>
                </a:cubicBezTo>
                <a:cubicBezTo>
                  <a:pt x="787222" y="246925"/>
                  <a:pt x="786644" y="252894"/>
                  <a:pt x="786644" y="256552"/>
                </a:cubicBezTo>
                <a:cubicBezTo>
                  <a:pt x="786548" y="262039"/>
                  <a:pt x="789051" y="263099"/>
                  <a:pt x="789340" y="264542"/>
                </a:cubicBezTo>
                <a:cubicBezTo>
                  <a:pt x="789629" y="265986"/>
                  <a:pt x="789725" y="266275"/>
                  <a:pt x="790110" y="269162"/>
                </a:cubicBezTo>
                <a:cubicBezTo>
                  <a:pt x="790495" y="272051"/>
                  <a:pt x="792132" y="273398"/>
                  <a:pt x="791650" y="276383"/>
                </a:cubicBezTo>
                <a:cubicBezTo>
                  <a:pt x="791169" y="279367"/>
                  <a:pt x="788666" y="284373"/>
                  <a:pt x="787318" y="291881"/>
                </a:cubicBezTo>
                <a:cubicBezTo>
                  <a:pt x="786619" y="295294"/>
                  <a:pt x="784660" y="298319"/>
                  <a:pt x="781832" y="300352"/>
                </a:cubicBezTo>
                <a:cubicBezTo>
                  <a:pt x="776945" y="304442"/>
                  <a:pt x="771415" y="307695"/>
                  <a:pt x="765466" y="309979"/>
                </a:cubicBezTo>
                <a:cubicBezTo>
                  <a:pt x="758920" y="312097"/>
                  <a:pt x="754877" y="321145"/>
                  <a:pt x="751123" y="323552"/>
                </a:cubicBezTo>
                <a:cubicBezTo>
                  <a:pt x="746224" y="326126"/>
                  <a:pt x="741177" y="328408"/>
                  <a:pt x="736010" y="330387"/>
                </a:cubicBezTo>
                <a:cubicBezTo>
                  <a:pt x="729123" y="333356"/>
                  <a:pt x="722652" y="337207"/>
                  <a:pt x="716757" y="341843"/>
                </a:cubicBezTo>
                <a:cubicBezTo>
                  <a:pt x="712973" y="343874"/>
                  <a:pt x="709009" y="345550"/>
                  <a:pt x="704916" y="346848"/>
                </a:cubicBezTo>
                <a:cubicBezTo>
                  <a:pt x="699122" y="351766"/>
                  <a:pt x="692941" y="356208"/>
                  <a:pt x="686433" y="360133"/>
                </a:cubicBezTo>
                <a:cubicBezTo>
                  <a:pt x="682678" y="361770"/>
                  <a:pt x="678155" y="353202"/>
                  <a:pt x="674592" y="349448"/>
                </a:cubicBezTo>
                <a:cubicBezTo>
                  <a:pt x="672211" y="347298"/>
                  <a:pt x="669669" y="345335"/>
                  <a:pt x="666988" y="343576"/>
                </a:cubicBezTo>
                <a:cubicBezTo>
                  <a:pt x="664870" y="341843"/>
                  <a:pt x="665640" y="336933"/>
                  <a:pt x="664870" y="333949"/>
                </a:cubicBezTo>
                <a:cubicBezTo>
                  <a:pt x="664100" y="330965"/>
                  <a:pt x="662174" y="326921"/>
                  <a:pt x="662174" y="325574"/>
                </a:cubicBezTo>
                <a:cubicBezTo>
                  <a:pt x="662373" y="322747"/>
                  <a:pt x="664167" y="320281"/>
                  <a:pt x="666795" y="319220"/>
                </a:cubicBezTo>
                <a:cubicBezTo>
                  <a:pt x="668913" y="318546"/>
                  <a:pt x="671897" y="319509"/>
                  <a:pt x="673919" y="318546"/>
                </a:cubicBezTo>
                <a:cubicBezTo>
                  <a:pt x="677784" y="316674"/>
                  <a:pt x="681486" y="314485"/>
                  <a:pt x="684989" y="312000"/>
                </a:cubicBezTo>
                <a:cubicBezTo>
                  <a:pt x="688675" y="309882"/>
                  <a:pt x="692671" y="308356"/>
                  <a:pt x="696830" y="307476"/>
                </a:cubicBezTo>
                <a:cubicBezTo>
                  <a:pt x="703923" y="304178"/>
                  <a:pt x="710776" y="300382"/>
                  <a:pt x="717334" y="296117"/>
                </a:cubicBezTo>
                <a:cubicBezTo>
                  <a:pt x="720703" y="294287"/>
                  <a:pt x="726960" y="291208"/>
                  <a:pt x="726960" y="286490"/>
                </a:cubicBezTo>
                <a:cubicBezTo>
                  <a:pt x="727224" y="279234"/>
                  <a:pt x="727031" y="271967"/>
                  <a:pt x="726383" y="264735"/>
                </a:cubicBezTo>
                <a:cubicBezTo>
                  <a:pt x="725324" y="262520"/>
                  <a:pt x="721280" y="261654"/>
                  <a:pt x="721281" y="261654"/>
                </a:cubicBezTo>
                <a:cubicBezTo>
                  <a:pt x="718155" y="262563"/>
                  <a:pt x="714909" y="262985"/>
                  <a:pt x="711655" y="262906"/>
                </a:cubicBezTo>
                <a:cubicBezTo>
                  <a:pt x="708559" y="263764"/>
                  <a:pt x="705534" y="264858"/>
                  <a:pt x="702606" y="266178"/>
                </a:cubicBezTo>
                <a:cubicBezTo>
                  <a:pt x="700776" y="267045"/>
                  <a:pt x="697504" y="267911"/>
                  <a:pt x="695770" y="267045"/>
                </a:cubicBezTo>
                <a:cubicBezTo>
                  <a:pt x="693804" y="266526"/>
                  <a:pt x="692177" y="265146"/>
                  <a:pt x="691343" y="263291"/>
                </a:cubicBezTo>
                <a:cubicBezTo>
                  <a:pt x="690085" y="259698"/>
                  <a:pt x="689402" y="255929"/>
                  <a:pt x="689322" y="252124"/>
                </a:cubicBezTo>
                <a:cubicBezTo>
                  <a:pt x="688169" y="249678"/>
                  <a:pt x="687514" y="247027"/>
                  <a:pt x="687395" y="244327"/>
                </a:cubicBezTo>
                <a:cubicBezTo>
                  <a:pt x="688278" y="239114"/>
                  <a:pt x="688569" y="233817"/>
                  <a:pt x="688262" y="228539"/>
                </a:cubicBezTo>
                <a:cubicBezTo>
                  <a:pt x="688262" y="222281"/>
                  <a:pt x="693460" y="220164"/>
                  <a:pt x="697889" y="219394"/>
                </a:cubicBezTo>
                <a:cubicBezTo>
                  <a:pt x="702316" y="218624"/>
                  <a:pt x="706263" y="215350"/>
                  <a:pt x="710692" y="215351"/>
                </a:cubicBezTo>
                <a:cubicBezTo>
                  <a:pt x="713915" y="215449"/>
                  <a:pt x="717141" y="215224"/>
                  <a:pt x="720318" y="214677"/>
                </a:cubicBezTo>
                <a:cubicBezTo>
                  <a:pt x="724881" y="213357"/>
                  <a:pt x="729226" y="211379"/>
                  <a:pt x="733218" y="208805"/>
                </a:cubicBezTo>
                <a:cubicBezTo>
                  <a:pt x="735721" y="205147"/>
                  <a:pt x="739475" y="202836"/>
                  <a:pt x="739475" y="197060"/>
                </a:cubicBezTo>
                <a:cubicBezTo>
                  <a:pt x="740052" y="186183"/>
                  <a:pt x="743422" y="181369"/>
                  <a:pt x="743422" y="171743"/>
                </a:cubicBezTo>
                <a:cubicBezTo>
                  <a:pt x="743854" y="165594"/>
                  <a:pt x="741483" y="159578"/>
                  <a:pt x="736972" y="155378"/>
                </a:cubicBezTo>
                <a:cubicBezTo>
                  <a:pt x="736058" y="153973"/>
                  <a:pt x="736058" y="152162"/>
                  <a:pt x="736972" y="150757"/>
                </a:cubicBezTo>
                <a:cubicBezTo>
                  <a:pt x="739646" y="149270"/>
                  <a:pt x="742080" y="147388"/>
                  <a:pt x="744192" y="145173"/>
                </a:cubicBezTo>
                <a:cubicBezTo>
                  <a:pt x="745173" y="143732"/>
                  <a:pt x="746896" y="142983"/>
                  <a:pt x="748621" y="143248"/>
                </a:cubicBezTo>
                <a:close/>
                <a:moveTo>
                  <a:pt x="885317" y="130445"/>
                </a:moveTo>
                <a:cubicBezTo>
                  <a:pt x="889744" y="130637"/>
                  <a:pt x="890322" y="133140"/>
                  <a:pt x="892344" y="134584"/>
                </a:cubicBezTo>
                <a:cubicBezTo>
                  <a:pt x="894190" y="135425"/>
                  <a:pt x="896187" y="135884"/>
                  <a:pt x="898215" y="135931"/>
                </a:cubicBezTo>
                <a:cubicBezTo>
                  <a:pt x="900045" y="136220"/>
                  <a:pt x="901777" y="138820"/>
                  <a:pt x="902740" y="141033"/>
                </a:cubicBezTo>
                <a:cubicBezTo>
                  <a:pt x="904882" y="145463"/>
                  <a:pt x="906125" y="150273"/>
                  <a:pt x="906398" y="155184"/>
                </a:cubicBezTo>
                <a:cubicBezTo>
                  <a:pt x="906013" y="165677"/>
                  <a:pt x="898601" y="167987"/>
                  <a:pt x="895905" y="174437"/>
                </a:cubicBezTo>
                <a:cubicBezTo>
                  <a:pt x="894846" y="177553"/>
                  <a:pt x="894167" y="180785"/>
                  <a:pt x="893884" y="184064"/>
                </a:cubicBezTo>
                <a:cubicBezTo>
                  <a:pt x="894846" y="189359"/>
                  <a:pt x="900237" y="190803"/>
                  <a:pt x="902547" y="187048"/>
                </a:cubicBezTo>
                <a:cubicBezTo>
                  <a:pt x="906880" y="186086"/>
                  <a:pt x="908227" y="183583"/>
                  <a:pt x="911211" y="182138"/>
                </a:cubicBezTo>
                <a:cubicBezTo>
                  <a:pt x="914196" y="180695"/>
                  <a:pt x="918432" y="185508"/>
                  <a:pt x="925170" y="187048"/>
                </a:cubicBezTo>
                <a:cubicBezTo>
                  <a:pt x="928924" y="187914"/>
                  <a:pt x="930464" y="197252"/>
                  <a:pt x="932967" y="201584"/>
                </a:cubicBezTo>
                <a:cubicBezTo>
                  <a:pt x="934098" y="204932"/>
                  <a:pt x="934650" y="208448"/>
                  <a:pt x="934603" y="211981"/>
                </a:cubicBezTo>
                <a:cubicBezTo>
                  <a:pt x="934470" y="214653"/>
                  <a:pt x="932518" y="216885"/>
                  <a:pt x="929886" y="217372"/>
                </a:cubicBezTo>
                <a:cubicBezTo>
                  <a:pt x="926518" y="218142"/>
                  <a:pt x="924495" y="218623"/>
                  <a:pt x="920260" y="219874"/>
                </a:cubicBezTo>
                <a:cubicBezTo>
                  <a:pt x="917096" y="221240"/>
                  <a:pt x="914246" y="223238"/>
                  <a:pt x="911886" y="225746"/>
                </a:cubicBezTo>
                <a:cubicBezTo>
                  <a:pt x="908131" y="228442"/>
                  <a:pt x="904183" y="229020"/>
                  <a:pt x="900141" y="232292"/>
                </a:cubicBezTo>
                <a:cubicBezTo>
                  <a:pt x="894580" y="236522"/>
                  <a:pt x="888231" y="239598"/>
                  <a:pt x="881466" y="241341"/>
                </a:cubicBezTo>
                <a:cubicBezTo>
                  <a:pt x="878010" y="247729"/>
                  <a:pt x="875819" y="254724"/>
                  <a:pt x="875016" y="261942"/>
                </a:cubicBezTo>
                <a:cubicBezTo>
                  <a:pt x="874582" y="265164"/>
                  <a:pt x="874812" y="268439"/>
                  <a:pt x="875690" y="271568"/>
                </a:cubicBezTo>
                <a:cubicBezTo>
                  <a:pt x="877326" y="277344"/>
                  <a:pt x="875882" y="282832"/>
                  <a:pt x="880888" y="288608"/>
                </a:cubicBezTo>
                <a:cubicBezTo>
                  <a:pt x="884779" y="292280"/>
                  <a:pt x="889803" y="294520"/>
                  <a:pt x="895135" y="294961"/>
                </a:cubicBezTo>
                <a:cubicBezTo>
                  <a:pt x="898577" y="295020"/>
                  <a:pt x="902000" y="295473"/>
                  <a:pt x="905340" y="296309"/>
                </a:cubicBezTo>
                <a:cubicBezTo>
                  <a:pt x="907682" y="297086"/>
                  <a:pt x="910103" y="297602"/>
                  <a:pt x="912559" y="297849"/>
                </a:cubicBezTo>
                <a:cubicBezTo>
                  <a:pt x="914697" y="299295"/>
                  <a:pt x="917131" y="300249"/>
                  <a:pt x="919683" y="300641"/>
                </a:cubicBezTo>
                <a:cubicBezTo>
                  <a:pt x="923441" y="300485"/>
                  <a:pt x="927202" y="300874"/>
                  <a:pt x="930849" y="301796"/>
                </a:cubicBezTo>
                <a:lnTo>
                  <a:pt x="931330" y="301988"/>
                </a:lnTo>
                <a:cubicBezTo>
                  <a:pt x="936240" y="304965"/>
                  <a:pt x="938746" y="310709"/>
                  <a:pt x="937587" y="316332"/>
                </a:cubicBezTo>
                <a:cubicBezTo>
                  <a:pt x="936025" y="321758"/>
                  <a:pt x="934160" y="327092"/>
                  <a:pt x="932005" y="332311"/>
                </a:cubicBezTo>
                <a:cubicBezTo>
                  <a:pt x="930656" y="336547"/>
                  <a:pt x="929790" y="340976"/>
                  <a:pt x="927384" y="342805"/>
                </a:cubicBezTo>
                <a:cubicBezTo>
                  <a:pt x="924977" y="344633"/>
                  <a:pt x="918817" y="343286"/>
                  <a:pt x="915351" y="344633"/>
                </a:cubicBezTo>
                <a:cubicBezTo>
                  <a:pt x="911594" y="346241"/>
                  <a:pt x="907588" y="347186"/>
                  <a:pt x="903510" y="347425"/>
                </a:cubicBezTo>
                <a:cubicBezTo>
                  <a:pt x="900622" y="347425"/>
                  <a:pt x="897060" y="344633"/>
                  <a:pt x="895231" y="343863"/>
                </a:cubicBezTo>
                <a:cubicBezTo>
                  <a:pt x="891083" y="342628"/>
                  <a:pt x="886736" y="342203"/>
                  <a:pt x="882428" y="342612"/>
                </a:cubicBezTo>
                <a:cubicBezTo>
                  <a:pt x="878963" y="342612"/>
                  <a:pt x="869817" y="342612"/>
                  <a:pt x="869817" y="342612"/>
                </a:cubicBezTo>
                <a:cubicBezTo>
                  <a:pt x="867892" y="342612"/>
                  <a:pt x="863753" y="340398"/>
                  <a:pt x="859133" y="339531"/>
                </a:cubicBezTo>
                <a:cubicBezTo>
                  <a:pt x="854512" y="338665"/>
                  <a:pt x="846907" y="339723"/>
                  <a:pt x="843537" y="338665"/>
                </a:cubicBezTo>
                <a:cubicBezTo>
                  <a:pt x="840696" y="337643"/>
                  <a:pt x="838032" y="336181"/>
                  <a:pt x="835644" y="334333"/>
                </a:cubicBezTo>
                <a:cubicBezTo>
                  <a:pt x="832652" y="330791"/>
                  <a:pt x="830189" y="326836"/>
                  <a:pt x="828328" y="322589"/>
                </a:cubicBezTo>
                <a:cubicBezTo>
                  <a:pt x="827628" y="318067"/>
                  <a:pt x="827305" y="313495"/>
                  <a:pt x="827365" y="308919"/>
                </a:cubicBezTo>
                <a:cubicBezTo>
                  <a:pt x="826980" y="306320"/>
                  <a:pt x="823995" y="294576"/>
                  <a:pt x="823995" y="292650"/>
                </a:cubicBezTo>
                <a:lnTo>
                  <a:pt x="823322" y="282447"/>
                </a:lnTo>
                <a:cubicBezTo>
                  <a:pt x="823312" y="279197"/>
                  <a:pt x="822893" y="275963"/>
                  <a:pt x="822071" y="272820"/>
                </a:cubicBezTo>
                <a:cubicBezTo>
                  <a:pt x="820874" y="267875"/>
                  <a:pt x="820356" y="262791"/>
                  <a:pt x="820530" y="257707"/>
                </a:cubicBezTo>
                <a:cubicBezTo>
                  <a:pt x="820434" y="249813"/>
                  <a:pt x="822744" y="248562"/>
                  <a:pt x="824573" y="233351"/>
                </a:cubicBezTo>
                <a:cubicBezTo>
                  <a:pt x="824765" y="231811"/>
                  <a:pt x="827943" y="227190"/>
                  <a:pt x="827943" y="225746"/>
                </a:cubicBezTo>
                <a:cubicBezTo>
                  <a:pt x="828520" y="218238"/>
                  <a:pt x="830156" y="218334"/>
                  <a:pt x="830830" y="213232"/>
                </a:cubicBezTo>
                <a:cubicBezTo>
                  <a:pt x="831504" y="208130"/>
                  <a:pt x="833526" y="201970"/>
                  <a:pt x="833526" y="200429"/>
                </a:cubicBezTo>
                <a:cubicBezTo>
                  <a:pt x="834681" y="192631"/>
                  <a:pt x="834681" y="182524"/>
                  <a:pt x="834682" y="180502"/>
                </a:cubicBezTo>
                <a:cubicBezTo>
                  <a:pt x="835068" y="176343"/>
                  <a:pt x="836040" y="172260"/>
                  <a:pt x="837569" y="168372"/>
                </a:cubicBezTo>
                <a:cubicBezTo>
                  <a:pt x="839356" y="162050"/>
                  <a:pt x="840738" y="155619"/>
                  <a:pt x="841709" y="149119"/>
                </a:cubicBezTo>
                <a:cubicBezTo>
                  <a:pt x="841384" y="144719"/>
                  <a:pt x="841546" y="140296"/>
                  <a:pt x="842190" y="135931"/>
                </a:cubicBezTo>
                <a:cubicBezTo>
                  <a:pt x="843537" y="131311"/>
                  <a:pt x="845944" y="130541"/>
                  <a:pt x="849794" y="130541"/>
                </a:cubicBezTo>
                <a:cubicBezTo>
                  <a:pt x="851527" y="130445"/>
                  <a:pt x="856629" y="132466"/>
                  <a:pt x="859421" y="132563"/>
                </a:cubicBezTo>
                <a:cubicBezTo>
                  <a:pt x="862213" y="132659"/>
                  <a:pt x="866064" y="130734"/>
                  <a:pt x="867989" y="130734"/>
                </a:cubicBezTo>
                <a:cubicBezTo>
                  <a:pt x="870585" y="131087"/>
                  <a:pt x="873157" y="131602"/>
                  <a:pt x="875690" y="132274"/>
                </a:cubicBezTo>
                <a:cubicBezTo>
                  <a:pt x="878845" y="131412"/>
                  <a:pt x="882064" y="130800"/>
                  <a:pt x="885317" y="130445"/>
                </a:cubicBezTo>
                <a:close/>
                <a:moveTo>
                  <a:pt x="279933" y="129944"/>
                </a:moveTo>
                <a:cubicBezTo>
                  <a:pt x="276426" y="129944"/>
                  <a:pt x="275156" y="133892"/>
                  <a:pt x="274410" y="137758"/>
                </a:cubicBezTo>
                <a:lnTo>
                  <a:pt x="274410" y="138145"/>
                </a:lnTo>
                <a:cubicBezTo>
                  <a:pt x="274051" y="140160"/>
                  <a:pt x="269744" y="162250"/>
                  <a:pt x="269744" y="162250"/>
                </a:cubicBezTo>
                <a:lnTo>
                  <a:pt x="269385" y="164045"/>
                </a:lnTo>
                <a:lnTo>
                  <a:pt x="265961" y="164045"/>
                </a:lnTo>
                <a:cubicBezTo>
                  <a:pt x="237517" y="164161"/>
                  <a:pt x="209215" y="160077"/>
                  <a:pt x="181965" y="151923"/>
                </a:cubicBezTo>
                <a:cubicBezTo>
                  <a:pt x="182591" y="158520"/>
                  <a:pt x="185135" y="164788"/>
                  <a:pt x="189282" y="169954"/>
                </a:cubicBezTo>
                <a:cubicBezTo>
                  <a:pt x="194451" y="176120"/>
                  <a:pt x="201439" y="180488"/>
                  <a:pt x="209245" y="182435"/>
                </a:cubicBezTo>
                <a:lnTo>
                  <a:pt x="210902" y="182766"/>
                </a:lnTo>
                <a:lnTo>
                  <a:pt x="210902" y="184450"/>
                </a:lnTo>
                <a:lnTo>
                  <a:pt x="211012" y="184450"/>
                </a:lnTo>
                <a:cubicBezTo>
                  <a:pt x="211623" y="190078"/>
                  <a:pt x="214216" y="195305"/>
                  <a:pt x="218330" y="199195"/>
                </a:cubicBezTo>
                <a:cubicBezTo>
                  <a:pt x="222792" y="202489"/>
                  <a:pt x="228220" y="204207"/>
                  <a:pt x="233765" y="204083"/>
                </a:cubicBezTo>
                <a:cubicBezTo>
                  <a:pt x="235035" y="204083"/>
                  <a:pt x="235836" y="204083"/>
                  <a:pt x="235836" y="204083"/>
                </a:cubicBezTo>
                <a:lnTo>
                  <a:pt x="237575" y="203862"/>
                </a:lnTo>
                <a:lnTo>
                  <a:pt x="238183" y="205491"/>
                </a:lnTo>
                <a:cubicBezTo>
                  <a:pt x="240486" y="210179"/>
                  <a:pt x="244688" y="213659"/>
                  <a:pt x="249725" y="215045"/>
                </a:cubicBezTo>
                <a:cubicBezTo>
                  <a:pt x="251638" y="215638"/>
                  <a:pt x="253632" y="215936"/>
                  <a:pt x="255634" y="215928"/>
                </a:cubicBezTo>
                <a:cubicBezTo>
                  <a:pt x="258240" y="215925"/>
                  <a:pt x="260828" y="215475"/>
                  <a:pt x="263282" y="214603"/>
                </a:cubicBezTo>
                <a:lnTo>
                  <a:pt x="267341" y="212918"/>
                </a:lnTo>
                <a:lnTo>
                  <a:pt x="261377" y="237300"/>
                </a:lnTo>
                <a:lnTo>
                  <a:pt x="298930" y="237300"/>
                </a:lnTo>
                <a:lnTo>
                  <a:pt x="292938" y="212891"/>
                </a:lnTo>
                <a:lnTo>
                  <a:pt x="297024" y="214603"/>
                </a:lnTo>
                <a:cubicBezTo>
                  <a:pt x="299471" y="215478"/>
                  <a:pt x="302047" y="215928"/>
                  <a:pt x="304645" y="215928"/>
                </a:cubicBezTo>
                <a:cubicBezTo>
                  <a:pt x="306647" y="215934"/>
                  <a:pt x="308641" y="215638"/>
                  <a:pt x="310555" y="215045"/>
                </a:cubicBezTo>
                <a:cubicBezTo>
                  <a:pt x="315594" y="213661"/>
                  <a:pt x="319796" y="210182"/>
                  <a:pt x="322096" y="205491"/>
                </a:cubicBezTo>
                <a:lnTo>
                  <a:pt x="322704" y="203862"/>
                </a:lnTo>
                <a:lnTo>
                  <a:pt x="324443" y="204083"/>
                </a:lnTo>
                <a:cubicBezTo>
                  <a:pt x="324443" y="204083"/>
                  <a:pt x="325244" y="204083"/>
                  <a:pt x="326514" y="204083"/>
                </a:cubicBezTo>
                <a:cubicBezTo>
                  <a:pt x="332059" y="204207"/>
                  <a:pt x="337487" y="202489"/>
                  <a:pt x="341950" y="199195"/>
                </a:cubicBezTo>
                <a:cubicBezTo>
                  <a:pt x="346091" y="195316"/>
                  <a:pt x="348692" y="190069"/>
                  <a:pt x="349267" y="184423"/>
                </a:cubicBezTo>
                <a:lnTo>
                  <a:pt x="349267" y="182766"/>
                </a:lnTo>
                <a:lnTo>
                  <a:pt x="350923" y="182435"/>
                </a:lnTo>
                <a:cubicBezTo>
                  <a:pt x="358707" y="180458"/>
                  <a:pt x="365679" y="176092"/>
                  <a:pt x="370859" y="169954"/>
                </a:cubicBezTo>
                <a:cubicBezTo>
                  <a:pt x="375007" y="164788"/>
                  <a:pt x="377550" y="158520"/>
                  <a:pt x="378177" y="151923"/>
                </a:cubicBezTo>
                <a:cubicBezTo>
                  <a:pt x="350954" y="160069"/>
                  <a:pt x="322679" y="164153"/>
                  <a:pt x="294263" y="164045"/>
                </a:cubicBezTo>
                <a:lnTo>
                  <a:pt x="290839" y="164045"/>
                </a:lnTo>
                <a:lnTo>
                  <a:pt x="290480" y="162250"/>
                </a:lnTo>
                <a:cubicBezTo>
                  <a:pt x="290480" y="162250"/>
                  <a:pt x="286201" y="140050"/>
                  <a:pt x="285814" y="138145"/>
                </a:cubicBezTo>
                <a:lnTo>
                  <a:pt x="285814" y="137758"/>
                </a:lnTo>
                <a:cubicBezTo>
                  <a:pt x="285096" y="133892"/>
                  <a:pt x="283853" y="129944"/>
                  <a:pt x="280292" y="129944"/>
                </a:cubicBezTo>
                <a:close/>
                <a:moveTo>
                  <a:pt x="323367" y="128977"/>
                </a:moveTo>
                <a:cubicBezTo>
                  <a:pt x="327476" y="130404"/>
                  <a:pt x="331178" y="132801"/>
                  <a:pt x="334163" y="135963"/>
                </a:cubicBezTo>
                <a:cubicBezTo>
                  <a:pt x="329958" y="136874"/>
                  <a:pt x="325631" y="137109"/>
                  <a:pt x="321351" y="136653"/>
                </a:cubicBezTo>
                <a:cubicBezTo>
                  <a:pt x="316050" y="136101"/>
                  <a:pt x="311797" y="129695"/>
                  <a:pt x="311797" y="129695"/>
                </a:cubicBezTo>
                <a:cubicBezTo>
                  <a:pt x="315470" y="128195"/>
                  <a:pt x="319537" y="127941"/>
                  <a:pt x="323367" y="128977"/>
                </a:cubicBezTo>
                <a:close/>
                <a:moveTo>
                  <a:pt x="1541938" y="127750"/>
                </a:moveTo>
                <a:cubicBezTo>
                  <a:pt x="1545500" y="127750"/>
                  <a:pt x="1548388" y="131504"/>
                  <a:pt x="1551565" y="131504"/>
                </a:cubicBezTo>
                <a:cubicBezTo>
                  <a:pt x="1558019" y="131034"/>
                  <a:pt x="1564506" y="131520"/>
                  <a:pt x="1570818" y="132947"/>
                </a:cubicBezTo>
                <a:lnTo>
                  <a:pt x="1571685" y="133429"/>
                </a:lnTo>
                <a:cubicBezTo>
                  <a:pt x="1572840" y="134392"/>
                  <a:pt x="1573610" y="140071"/>
                  <a:pt x="1574957" y="141323"/>
                </a:cubicBezTo>
                <a:cubicBezTo>
                  <a:pt x="1578722" y="144868"/>
                  <a:pt x="1581081" y="149654"/>
                  <a:pt x="1581599" y="154800"/>
                </a:cubicBezTo>
                <a:cubicBezTo>
                  <a:pt x="1581311" y="158650"/>
                  <a:pt x="1576209" y="164811"/>
                  <a:pt x="1576209" y="166255"/>
                </a:cubicBezTo>
                <a:cubicBezTo>
                  <a:pt x="1576494" y="169959"/>
                  <a:pt x="1575618" y="173659"/>
                  <a:pt x="1573706" y="176844"/>
                </a:cubicBezTo>
                <a:cubicBezTo>
                  <a:pt x="1569834" y="182124"/>
                  <a:pt x="1566603" y="187843"/>
                  <a:pt x="1564080" y="193884"/>
                </a:cubicBezTo>
                <a:cubicBezTo>
                  <a:pt x="1563021" y="195905"/>
                  <a:pt x="1556475" y="201103"/>
                  <a:pt x="1555415" y="203510"/>
                </a:cubicBezTo>
                <a:cubicBezTo>
                  <a:pt x="1548869" y="218431"/>
                  <a:pt x="1541553" y="228828"/>
                  <a:pt x="1536162" y="243748"/>
                </a:cubicBezTo>
                <a:cubicBezTo>
                  <a:pt x="1535296" y="246154"/>
                  <a:pt x="1531543" y="251064"/>
                  <a:pt x="1529713" y="250198"/>
                </a:cubicBezTo>
                <a:cubicBezTo>
                  <a:pt x="1527203" y="249069"/>
                  <a:pt x="1524330" y="249069"/>
                  <a:pt x="1521819" y="250198"/>
                </a:cubicBezTo>
                <a:cubicBezTo>
                  <a:pt x="1520568" y="251257"/>
                  <a:pt x="1515273" y="251160"/>
                  <a:pt x="1513540" y="252894"/>
                </a:cubicBezTo>
                <a:cubicBezTo>
                  <a:pt x="1511808" y="254626"/>
                  <a:pt x="1502951" y="253279"/>
                  <a:pt x="1501219" y="256648"/>
                </a:cubicBezTo>
                <a:cubicBezTo>
                  <a:pt x="1499967" y="259735"/>
                  <a:pt x="1499967" y="263188"/>
                  <a:pt x="1501219" y="266275"/>
                </a:cubicBezTo>
                <a:cubicBezTo>
                  <a:pt x="1504011" y="269547"/>
                  <a:pt x="1509690" y="266275"/>
                  <a:pt x="1510845" y="264541"/>
                </a:cubicBezTo>
                <a:cubicBezTo>
                  <a:pt x="1512699" y="262315"/>
                  <a:pt x="1515457" y="261042"/>
                  <a:pt x="1518354" y="261076"/>
                </a:cubicBezTo>
                <a:cubicBezTo>
                  <a:pt x="1521693" y="262534"/>
                  <a:pt x="1525178" y="263632"/>
                  <a:pt x="1528750" y="264349"/>
                </a:cubicBezTo>
                <a:cubicBezTo>
                  <a:pt x="1531121" y="264725"/>
                  <a:pt x="1532872" y="266762"/>
                  <a:pt x="1532890" y="269162"/>
                </a:cubicBezTo>
                <a:cubicBezTo>
                  <a:pt x="1532950" y="273657"/>
                  <a:pt x="1533864" y="278101"/>
                  <a:pt x="1535585" y="282254"/>
                </a:cubicBezTo>
                <a:cubicBezTo>
                  <a:pt x="1535663" y="284184"/>
                  <a:pt x="1535086" y="286083"/>
                  <a:pt x="1533949" y="287645"/>
                </a:cubicBezTo>
                <a:cubicBezTo>
                  <a:pt x="1531033" y="290257"/>
                  <a:pt x="1527799" y="292489"/>
                  <a:pt x="1524323" y="294287"/>
                </a:cubicBezTo>
                <a:cubicBezTo>
                  <a:pt x="1522011" y="295731"/>
                  <a:pt x="1516813" y="296116"/>
                  <a:pt x="1513540" y="298234"/>
                </a:cubicBezTo>
                <a:cubicBezTo>
                  <a:pt x="1511554" y="299725"/>
                  <a:pt x="1510323" y="302012"/>
                  <a:pt x="1510171" y="304491"/>
                </a:cubicBezTo>
                <a:cubicBezTo>
                  <a:pt x="1510171" y="308631"/>
                  <a:pt x="1513348" y="308631"/>
                  <a:pt x="1515369" y="308631"/>
                </a:cubicBezTo>
                <a:cubicBezTo>
                  <a:pt x="1517392" y="308631"/>
                  <a:pt x="1525766" y="305936"/>
                  <a:pt x="1529713" y="305936"/>
                </a:cubicBezTo>
                <a:cubicBezTo>
                  <a:pt x="1533305" y="306116"/>
                  <a:pt x="1536903" y="306116"/>
                  <a:pt x="1540495" y="305936"/>
                </a:cubicBezTo>
                <a:cubicBezTo>
                  <a:pt x="1544792" y="304483"/>
                  <a:pt x="1549255" y="303578"/>
                  <a:pt x="1553779" y="303240"/>
                </a:cubicBezTo>
                <a:cubicBezTo>
                  <a:pt x="1558015" y="304299"/>
                  <a:pt x="1562731" y="300352"/>
                  <a:pt x="1565427" y="303240"/>
                </a:cubicBezTo>
                <a:cubicBezTo>
                  <a:pt x="1565427" y="308246"/>
                  <a:pt x="1575053" y="310556"/>
                  <a:pt x="1575053" y="318353"/>
                </a:cubicBezTo>
                <a:cubicBezTo>
                  <a:pt x="1575053" y="329520"/>
                  <a:pt x="1567641" y="342131"/>
                  <a:pt x="1558015" y="342901"/>
                </a:cubicBezTo>
                <a:cubicBezTo>
                  <a:pt x="1553971" y="343286"/>
                  <a:pt x="1556764" y="340206"/>
                  <a:pt x="1542516" y="340206"/>
                </a:cubicBezTo>
                <a:cubicBezTo>
                  <a:pt x="1529809" y="340398"/>
                  <a:pt x="1518931" y="341264"/>
                  <a:pt x="1516909" y="341264"/>
                </a:cubicBezTo>
                <a:cubicBezTo>
                  <a:pt x="1512241" y="341322"/>
                  <a:pt x="1507576" y="341032"/>
                  <a:pt x="1502951" y="340398"/>
                </a:cubicBezTo>
                <a:cubicBezTo>
                  <a:pt x="1498849" y="340485"/>
                  <a:pt x="1494760" y="340903"/>
                  <a:pt x="1490725" y="341650"/>
                </a:cubicBezTo>
                <a:cubicBezTo>
                  <a:pt x="1486242" y="342803"/>
                  <a:pt x="1481670" y="343576"/>
                  <a:pt x="1477056" y="343960"/>
                </a:cubicBezTo>
                <a:cubicBezTo>
                  <a:pt x="1471337" y="343877"/>
                  <a:pt x="1465664" y="344992"/>
                  <a:pt x="1460403" y="347233"/>
                </a:cubicBezTo>
                <a:cubicBezTo>
                  <a:pt x="1454732" y="348392"/>
                  <a:pt x="1448959" y="348972"/>
                  <a:pt x="1443171" y="348965"/>
                </a:cubicBezTo>
                <a:cubicBezTo>
                  <a:pt x="1437476" y="351390"/>
                  <a:pt x="1431539" y="353198"/>
                  <a:pt x="1425459" y="354356"/>
                </a:cubicBezTo>
                <a:cubicBezTo>
                  <a:pt x="1422185" y="354741"/>
                  <a:pt x="1414581" y="353779"/>
                  <a:pt x="1414292" y="348484"/>
                </a:cubicBezTo>
                <a:cubicBezTo>
                  <a:pt x="1414003" y="343189"/>
                  <a:pt x="1411115" y="340398"/>
                  <a:pt x="1411789" y="333563"/>
                </a:cubicBezTo>
                <a:cubicBezTo>
                  <a:pt x="1412367" y="331541"/>
                  <a:pt x="1412367" y="328269"/>
                  <a:pt x="1412366" y="326729"/>
                </a:cubicBezTo>
                <a:cubicBezTo>
                  <a:pt x="1412384" y="323670"/>
                  <a:pt x="1413759" y="320778"/>
                  <a:pt x="1416120" y="318834"/>
                </a:cubicBezTo>
                <a:cubicBezTo>
                  <a:pt x="1416794" y="318642"/>
                  <a:pt x="1418334" y="315273"/>
                  <a:pt x="1420260" y="315466"/>
                </a:cubicBezTo>
                <a:cubicBezTo>
                  <a:pt x="1422185" y="315658"/>
                  <a:pt x="1422571" y="317968"/>
                  <a:pt x="1425459" y="317968"/>
                </a:cubicBezTo>
                <a:cubicBezTo>
                  <a:pt x="1430713" y="316831"/>
                  <a:pt x="1435817" y="315087"/>
                  <a:pt x="1440669" y="312771"/>
                </a:cubicBezTo>
                <a:cubicBezTo>
                  <a:pt x="1446918" y="309578"/>
                  <a:pt x="1453346" y="306750"/>
                  <a:pt x="1459922" y="304299"/>
                </a:cubicBezTo>
                <a:cubicBezTo>
                  <a:pt x="1462424" y="300737"/>
                  <a:pt x="1458285" y="298908"/>
                  <a:pt x="1456744" y="298908"/>
                </a:cubicBezTo>
                <a:cubicBezTo>
                  <a:pt x="1454077" y="299628"/>
                  <a:pt x="1451233" y="299246"/>
                  <a:pt x="1448851" y="297849"/>
                </a:cubicBezTo>
                <a:cubicBezTo>
                  <a:pt x="1444904" y="297175"/>
                  <a:pt x="1443267" y="296213"/>
                  <a:pt x="1442208" y="294480"/>
                </a:cubicBezTo>
                <a:cubicBezTo>
                  <a:pt x="1441150" y="292748"/>
                  <a:pt x="1441919" y="290725"/>
                  <a:pt x="1442208" y="288030"/>
                </a:cubicBezTo>
                <a:cubicBezTo>
                  <a:pt x="1442497" y="285334"/>
                  <a:pt x="1442689" y="282447"/>
                  <a:pt x="1443075" y="280137"/>
                </a:cubicBezTo>
                <a:cubicBezTo>
                  <a:pt x="1443460" y="277826"/>
                  <a:pt x="1443748" y="274361"/>
                  <a:pt x="1447407" y="274361"/>
                </a:cubicBezTo>
                <a:cubicBezTo>
                  <a:pt x="1449428" y="274361"/>
                  <a:pt x="1449909" y="275804"/>
                  <a:pt x="1451835" y="275804"/>
                </a:cubicBezTo>
                <a:cubicBezTo>
                  <a:pt x="1453760" y="275804"/>
                  <a:pt x="1454626" y="274938"/>
                  <a:pt x="1456552" y="274938"/>
                </a:cubicBezTo>
                <a:cubicBezTo>
                  <a:pt x="1458081" y="275193"/>
                  <a:pt x="1459644" y="275193"/>
                  <a:pt x="1461173" y="274938"/>
                </a:cubicBezTo>
                <a:cubicBezTo>
                  <a:pt x="1462878" y="274100"/>
                  <a:pt x="1464313" y="272799"/>
                  <a:pt x="1465313" y="271183"/>
                </a:cubicBezTo>
                <a:cubicBezTo>
                  <a:pt x="1466178" y="268052"/>
                  <a:pt x="1466537" y="264802"/>
                  <a:pt x="1466371" y="261557"/>
                </a:cubicBezTo>
                <a:cubicBezTo>
                  <a:pt x="1465986" y="258958"/>
                  <a:pt x="1463675" y="259343"/>
                  <a:pt x="1460691" y="260787"/>
                </a:cubicBezTo>
                <a:cubicBezTo>
                  <a:pt x="1458340" y="261644"/>
                  <a:pt x="1455926" y="262320"/>
                  <a:pt x="1453471" y="262809"/>
                </a:cubicBezTo>
                <a:cubicBezTo>
                  <a:pt x="1451284" y="263406"/>
                  <a:pt x="1449067" y="263888"/>
                  <a:pt x="1446829" y="264252"/>
                </a:cubicBezTo>
                <a:cubicBezTo>
                  <a:pt x="1445004" y="264260"/>
                  <a:pt x="1443187" y="264002"/>
                  <a:pt x="1441438" y="263482"/>
                </a:cubicBezTo>
                <a:cubicBezTo>
                  <a:pt x="1438743" y="262809"/>
                  <a:pt x="1439417" y="261173"/>
                  <a:pt x="1438743" y="259246"/>
                </a:cubicBezTo>
                <a:cubicBezTo>
                  <a:pt x="1437654" y="257345"/>
                  <a:pt x="1436935" y="255255"/>
                  <a:pt x="1436625" y="253086"/>
                </a:cubicBezTo>
                <a:cubicBezTo>
                  <a:pt x="1437010" y="247599"/>
                  <a:pt x="1432582" y="245577"/>
                  <a:pt x="1431812" y="244133"/>
                </a:cubicBezTo>
                <a:cubicBezTo>
                  <a:pt x="1430361" y="241105"/>
                  <a:pt x="1429449" y="237848"/>
                  <a:pt x="1429116" y="234507"/>
                </a:cubicBezTo>
                <a:cubicBezTo>
                  <a:pt x="1429116" y="228250"/>
                  <a:pt x="1434989" y="223340"/>
                  <a:pt x="1434315" y="219393"/>
                </a:cubicBezTo>
                <a:cubicBezTo>
                  <a:pt x="1432566" y="211395"/>
                  <a:pt x="1431727" y="203225"/>
                  <a:pt x="1431811" y="195039"/>
                </a:cubicBezTo>
                <a:cubicBezTo>
                  <a:pt x="1432101" y="192824"/>
                  <a:pt x="1428731" y="189070"/>
                  <a:pt x="1428731" y="184642"/>
                </a:cubicBezTo>
                <a:cubicBezTo>
                  <a:pt x="1428874" y="181974"/>
                  <a:pt x="1429293" y="179329"/>
                  <a:pt x="1429982" y="176748"/>
                </a:cubicBezTo>
                <a:cubicBezTo>
                  <a:pt x="1431364" y="172366"/>
                  <a:pt x="1432267" y="167847"/>
                  <a:pt x="1432679" y="163271"/>
                </a:cubicBezTo>
                <a:cubicBezTo>
                  <a:pt x="1432101" y="157207"/>
                  <a:pt x="1435181" y="149602"/>
                  <a:pt x="1439321" y="149602"/>
                </a:cubicBezTo>
                <a:cubicBezTo>
                  <a:pt x="1443460" y="149602"/>
                  <a:pt x="1443363" y="154800"/>
                  <a:pt x="1447888" y="154800"/>
                </a:cubicBezTo>
                <a:cubicBezTo>
                  <a:pt x="1450612" y="154940"/>
                  <a:pt x="1453341" y="154648"/>
                  <a:pt x="1455974" y="153934"/>
                </a:cubicBezTo>
                <a:cubicBezTo>
                  <a:pt x="1456937" y="153259"/>
                  <a:pt x="1464349" y="151430"/>
                  <a:pt x="1466564" y="150564"/>
                </a:cubicBezTo>
                <a:cubicBezTo>
                  <a:pt x="1473013" y="148254"/>
                  <a:pt x="1477633" y="145366"/>
                  <a:pt x="1484661" y="143152"/>
                </a:cubicBezTo>
                <a:cubicBezTo>
                  <a:pt x="1489378" y="141708"/>
                  <a:pt x="1495250" y="142959"/>
                  <a:pt x="1499005" y="141708"/>
                </a:cubicBezTo>
                <a:cubicBezTo>
                  <a:pt x="1509401" y="138146"/>
                  <a:pt x="1538377" y="127750"/>
                  <a:pt x="1541938" y="127750"/>
                </a:cubicBezTo>
                <a:close/>
                <a:moveTo>
                  <a:pt x="91286" y="116773"/>
                </a:moveTo>
                <a:cubicBezTo>
                  <a:pt x="90927" y="116773"/>
                  <a:pt x="90375" y="117215"/>
                  <a:pt x="90154" y="117215"/>
                </a:cubicBezTo>
                <a:cubicBezTo>
                  <a:pt x="89757" y="117380"/>
                  <a:pt x="89392" y="117612"/>
                  <a:pt x="89077" y="117905"/>
                </a:cubicBezTo>
                <a:cubicBezTo>
                  <a:pt x="88856" y="118153"/>
                  <a:pt x="88304" y="118982"/>
                  <a:pt x="87807" y="119341"/>
                </a:cubicBezTo>
                <a:cubicBezTo>
                  <a:pt x="87310" y="119700"/>
                  <a:pt x="86703" y="120307"/>
                  <a:pt x="86371" y="120556"/>
                </a:cubicBezTo>
                <a:cubicBezTo>
                  <a:pt x="86040" y="120804"/>
                  <a:pt x="85322" y="120777"/>
                  <a:pt x="85101" y="120970"/>
                </a:cubicBezTo>
                <a:cubicBezTo>
                  <a:pt x="84878" y="121149"/>
                  <a:pt x="84773" y="121434"/>
                  <a:pt x="84825" y="121715"/>
                </a:cubicBezTo>
                <a:lnTo>
                  <a:pt x="84797" y="121715"/>
                </a:lnTo>
                <a:cubicBezTo>
                  <a:pt x="84822" y="122199"/>
                  <a:pt x="84775" y="122682"/>
                  <a:pt x="84659" y="123151"/>
                </a:cubicBezTo>
                <a:cubicBezTo>
                  <a:pt x="84726" y="123425"/>
                  <a:pt x="84938" y="123637"/>
                  <a:pt x="85212" y="123703"/>
                </a:cubicBezTo>
                <a:cubicBezTo>
                  <a:pt x="86244" y="123601"/>
                  <a:pt x="87269" y="123991"/>
                  <a:pt x="87973" y="124753"/>
                </a:cubicBezTo>
                <a:cubicBezTo>
                  <a:pt x="89050" y="125857"/>
                  <a:pt x="89326" y="126768"/>
                  <a:pt x="90568" y="128066"/>
                </a:cubicBezTo>
                <a:cubicBezTo>
                  <a:pt x="91286" y="128757"/>
                  <a:pt x="91121" y="129447"/>
                  <a:pt x="91286" y="130137"/>
                </a:cubicBezTo>
                <a:cubicBezTo>
                  <a:pt x="91134" y="130910"/>
                  <a:pt x="90883" y="131664"/>
                  <a:pt x="90541" y="132374"/>
                </a:cubicBezTo>
                <a:cubicBezTo>
                  <a:pt x="90245" y="132791"/>
                  <a:pt x="89922" y="133188"/>
                  <a:pt x="89574" y="133561"/>
                </a:cubicBezTo>
                <a:cubicBezTo>
                  <a:pt x="89077" y="134113"/>
                  <a:pt x="89022" y="134942"/>
                  <a:pt x="88608" y="135577"/>
                </a:cubicBezTo>
                <a:cubicBezTo>
                  <a:pt x="88039" y="136181"/>
                  <a:pt x="88039" y="137126"/>
                  <a:pt x="88608" y="137730"/>
                </a:cubicBezTo>
                <a:cubicBezTo>
                  <a:pt x="89279" y="138291"/>
                  <a:pt x="89892" y="138921"/>
                  <a:pt x="90430" y="139608"/>
                </a:cubicBezTo>
                <a:cubicBezTo>
                  <a:pt x="90900" y="140077"/>
                  <a:pt x="91010" y="139912"/>
                  <a:pt x="91562" y="140243"/>
                </a:cubicBezTo>
                <a:cubicBezTo>
                  <a:pt x="92115" y="140575"/>
                  <a:pt x="92418" y="141044"/>
                  <a:pt x="93136" y="141265"/>
                </a:cubicBezTo>
                <a:cubicBezTo>
                  <a:pt x="93443" y="141406"/>
                  <a:pt x="93796" y="141406"/>
                  <a:pt x="94103" y="141265"/>
                </a:cubicBezTo>
                <a:cubicBezTo>
                  <a:pt x="94406" y="141127"/>
                  <a:pt x="94600" y="140602"/>
                  <a:pt x="94765" y="140326"/>
                </a:cubicBezTo>
                <a:cubicBezTo>
                  <a:pt x="94934" y="139823"/>
                  <a:pt x="95135" y="139335"/>
                  <a:pt x="95373" y="138863"/>
                </a:cubicBezTo>
                <a:cubicBezTo>
                  <a:pt x="95759" y="138487"/>
                  <a:pt x="96077" y="138048"/>
                  <a:pt x="96312" y="137565"/>
                </a:cubicBezTo>
                <a:cubicBezTo>
                  <a:pt x="96312" y="137565"/>
                  <a:pt x="96864" y="137289"/>
                  <a:pt x="97250" y="137289"/>
                </a:cubicBezTo>
                <a:cubicBezTo>
                  <a:pt x="98214" y="138029"/>
                  <a:pt x="99136" y="138821"/>
                  <a:pt x="100012" y="139663"/>
                </a:cubicBezTo>
                <a:cubicBezTo>
                  <a:pt x="100481" y="140216"/>
                  <a:pt x="100177" y="141320"/>
                  <a:pt x="100012" y="141872"/>
                </a:cubicBezTo>
                <a:cubicBezTo>
                  <a:pt x="99805" y="143145"/>
                  <a:pt x="99498" y="144402"/>
                  <a:pt x="99101" y="145628"/>
                </a:cubicBezTo>
                <a:cubicBezTo>
                  <a:pt x="98725" y="146221"/>
                  <a:pt x="98454" y="146876"/>
                  <a:pt x="98300" y="147560"/>
                </a:cubicBezTo>
                <a:cubicBezTo>
                  <a:pt x="98203" y="148262"/>
                  <a:pt x="98046" y="148955"/>
                  <a:pt x="97830" y="149631"/>
                </a:cubicBezTo>
                <a:cubicBezTo>
                  <a:pt x="97720" y="149990"/>
                  <a:pt x="97278" y="150211"/>
                  <a:pt x="97112" y="150570"/>
                </a:cubicBezTo>
                <a:cubicBezTo>
                  <a:pt x="96958" y="151012"/>
                  <a:pt x="97066" y="151503"/>
                  <a:pt x="97389" y="151840"/>
                </a:cubicBezTo>
                <a:cubicBezTo>
                  <a:pt x="97527" y="151978"/>
                  <a:pt x="98300" y="152227"/>
                  <a:pt x="98686" y="152448"/>
                </a:cubicBezTo>
                <a:cubicBezTo>
                  <a:pt x="99073" y="152669"/>
                  <a:pt x="99625" y="153276"/>
                  <a:pt x="100067" y="153276"/>
                </a:cubicBezTo>
                <a:cubicBezTo>
                  <a:pt x="100586" y="153152"/>
                  <a:pt x="101111" y="153058"/>
                  <a:pt x="101641" y="153000"/>
                </a:cubicBezTo>
                <a:cubicBezTo>
                  <a:pt x="102497" y="153000"/>
                  <a:pt x="104043" y="153414"/>
                  <a:pt x="104264" y="152807"/>
                </a:cubicBezTo>
                <a:cubicBezTo>
                  <a:pt x="104521" y="151578"/>
                  <a:pt x="104678" y="150333"/>
                  <a:pt x="104733" y="149079"/>
                </a:cubicBezTo>
                <a:cubicBezTo>
                  <a:pt x="105034" y="148430"/>
                  <a:pt x="105275" y="147756"/>
                  <a:pt x="105451" y="147063"/>
                </a:cubicBezTo>
                <a:cubicBezTo>
                  <a:pt x="105573" y="145826"/>
                  <a:pt x="105852" y="144611"/>
                  <a:pt x="106280" y="143446"/>
                </a:cubicBezTo>
                <a:cubicBezTo>
                  <a:pt x="106622" y="142601"/>
                  <a:pt x="106909" y="141734"/>
                  <a:pt x="107136" y="140851"/>
                </a:cubicBezTo>
                <a:cubicBezTo>
                  <a:pt x="107301" y="140133"/>
                  <a:pt x="106666" y="138642"/>
                  <a:pt x="107136" y="137592"/>
                </a:cubicBezTo>
                <a:cubicBezTo>
                  <a:pt x="107525" y="136607"/>
                  <a:pt x="107740" y="135560"/>
                  <a:pt x="107771" y="134500"/>
                </a:cubicBezTo>
                <a:cubicBezTo>
                  <a:pt x="107851" y="133931"/>
                  <a:pt x="107702" y="133357"/>
                  <a:pt x="107357" y="132898"/>
                </a:cubicBezTo>
                <a:cubicBezTo>
                  <a:pt x="106611" y="131877"/>
                  <a:pt x="106169" y="130855"/>
                  <a:pt x="105976" y="130607"/>
                </a:cubicBezTo>
                <a:cubicBezTo>
                  <a:pt x="105783" y="130358"/>
                  <a:pt x="105341" y="130275"/>
                  <a:pt x="104954" y="129999"/>
                </a:cubicBezTo>
                <a:lnTo>
                  <a:pt x="104292" y="129557"/>
                </a:lnTo>
                <a:cubicBezTo>
                  <a:pt x="104098" y="129419"/>
                  <a:pt x="103684" y="129612"/>
                  <a:pt x="103049" y="128977"/>
                </a:cubicBezTo>
                <a:cubicBezTo>
                  <a:pt x="102582" y="128533"/>
                  <a:pt x="102141" y="128061"/>
                  <a:pt x="101724" y="127569"/>
                </a:cubicBezTo>
                <a:cubicBezTo>
                  <a:pt x="101116" y="126851"/>
                  <a:pt x="100730" y="126244"/>
                  <a:pt x="100288" y="125774"/>
                </a:cubicBezTo>
                <a:cubicBezTo>
                  <a:pt x="98852" y="124200"/>
                  <a:pt x="98383" y="123676"/>
                  <a:pt x="97692" y="123013"/>
                </a:cubicBezTo>
                <a:cubicBezTo>
                  <a:pt x="97209" y="122508"/>
                  <a:pt x="96756" y="121972"/>
                  <a:pt x="96339" y="121412"/>
                </a:cubicBezTo>
                <a:cubicBezTo>
                  <a:pt x="95953" y="120500"/>
                  <a:pt x="95704" y="119644"/>
                  <a:pt x="95539" y="119368"/>
                </a:cubicBezTo>
                <a:cubicBezTo>
                  <a:pt x="95149" y="118888"/>
                  <a:pt x="94713" y="118443"/>
                  <a:pt x="94241" y="118043"/>
                </a:cubicBezTo>
                <a:cubicBezTo>
                  <a:pt x="93882" y="117767"/>
                  <a:pt x="93882" y="117491"/>
                  <a:pt x="93412" y="117159"/>
                </a:cubicBezTo>
                <a:cubicBezTo>
                  <a:pt x="92744" y="116864"/>
                  <a:pt x="92015" y="116731"/>
                  <a:pt x="91286" y="116773"/>
                </a:cubicBezTo>
                <a:close/>
                <a:moveTo>
                  <a:pt x="335232" y="116665"/>
                </a:moveTo>
                <a:lnTo>
                  <a:pt x="346257" y="118181"/>
                </a:lnTo>
                <a:cubicBezTo>
                  <a:pt x="343404" y="121124"/>
                  <a:pt x="339759" y="123176"/>
                  <a:pt x="335764" y="124090"/>
                </a:cubicBezTo>
                <a:cubicBezTo>
                  <a:pt x="330849" y="125139"/>
                  <a:pt x="324553" y="120556"/>
                  <a:pt x="324553" y="120556"/>
                </a:cubicBezTo>
                <a:close/>
                <a:moveTo>
                  <a:pt x="335212" y="116662"/>
                </a:moveTo>
                <a:lnTo>
                  <a:pt x="335239" y="116662"/>
                </a:lnTo>
                <a:lnTo>
                  <a:pt x="335232" y="116665"/>
                </a:lnTo>
                <a:close/>
                <a:moveTo>
                  <a:pt x="467033" y="103685"/>
                </a:moveTo>
                <a:cubicBezTo>
                  <a:pt x="466508" y="103326"/>
                  <a:pt x="465486" y="103795"/>
                  <a:pt x="465542" y="104016"/>
                </a:cubicBezTo>
                <a:cubicBezTo>
                  <a:pt x="465597" y="104237"/>
                  <a:pt x="464603" y="105397"/>
                  <a:pt x="464106" y="105838"/>
                </a:cubicBezTo>
                <a:cubicBezTo>
                  <a:pt x="462449" y="107274"/>
                  <a:pt x="462063" y="108241"/>
                  <a:pt x="461345" y="108765"/>
                </a:cubicBezTo>
                <a:cubicBezTo>
                  <a:pt x="460185" y="109676"/>
                  <a:pt x="458639" y="110891"/>
                  <a:pt x="458418" y="111140"/>
                </a:cubicBezTo>
                <a:cubicBezTo>
                  <a:pt x="457973" y="111587"/>
                  <a:pt x="457584" y="112090"/>
                  <a:pt x="457258" y="112631"/>
                </a:cubicBezTo>
                <a:cubicBezTo>
                  <a:pt x="457114" y="113051"/>
                  <a:pt x="456921" y="113448"/>
                  <a:pt x="456678" y="113818"/>
                </a:cubicBezTo>
                <a:cubicBezTo>
                  <a:pt x="456457" y="114094"/>
                  <a:pt x="455795" y="113818"/>
                  <a:pt x="455795" y="113818"/>
                </a:cubicBezTo>
                <a:cubicBezTo>
                  <a:pt x="455162" y="113644"/>
                  <a:pt x="454566" y="113365"/>
                  <a:pt x="454027" y="112990"/>
                </a:cubicBezTo>
                <a:cubicBezTo>
                  <a:pt x="453945" y="112937"/>
                  <a:pt x="453875" y="112866"/>
                  <a:pt x="453823" y="112786"/>
                </a:cubicBezTo>
                <a:cubicBezTo>
                  <a:pt x="453616" y="112465"/>
                  <a:pt x="453707" y="112037"/>
                  <a:pt x="454027" y="111830"/>
                </a:cubicBezTo>
                <a:cubicBezTo>
                  <a:pt x="454682" y="111179"/>
                  <a:pt x="455248" y="110447"/>
                  <a:pt x="455712" y="109649"/>
                </a:cubicBezTo>
                <a:cubicBezTo>
                  <a:pt x="455684" y="109235"/>
                  <a:pt x="455270" y="109235"/>
                  <a:pt x="455270" y="109235"/>
                </a:cubicBezTo>
                <a:cubicBezTo>
                  <a:pt x="453945" y="109599"/>
                  <a:pt x="452597" y="109886"/>
                  <a:pt x="451238" y="110091"/>
                </a:cubicBezTo>
                <a:cubicBezTo>
                  <a:pt x="450893" y="110071"/>
                  <a:pt x="450557" y="109986"/>
                  <a:pt x="450244" y="109842"/>
                </a:cubicBezTo>
                <a:cubicBezTo>
                  <a:pt x="449770" y="109770"/>
                  <a:pt x="449295" y="109961"/>
                  <a:pt x="449002" y="110339"/>
                </a:cubicBezTo>
                <a:cubicBezTo>
                  <a:pt x="448036" y="111996"/>
                  <a:pt x="447456" y="111692"/>
                  <a:pt x="446738" y="112382"/>
                </a:cubicBezTo>
                <a:cubicBezTo>
                  <a:pt x="446014" y="113169"/>
                  <a:pt x="445487" y="114117"/>
                  <a:pt x="445191" y="115144"/>
                </a:cubicBezTo>
                <a:cubicBezTo>
                  <a:pt x="445017" y="115641"/>
                  <a:pt x="445227" y="116187"/>
                  <a:pt x="445689" y="116441"/>
                </a:cubicBezTo>
                <a:cubicBezTo>
                  <a:pt x="446683" y="117132"/>
                  <a:pt x="448146" y="116883"/>
                  <a:pt x="449775" y="117132"/>
                </a:cubicBezTo>
                <a:cubicBezTo>
                  <a:pt x="450170" y="117173"/>
                  <a:pt x="450568" y="117173"/>
                  <a:pt x="450962" y="117132"/>
                </a:cubicBezTo>
                <a:cubicBezTo>
                  <a:pt x="451865" y="116908"/>
                  <a:pt x="452796" y="116825"/>
                  <a:pt x="453724" y="116883"/>
                </a:cubicBezTo>
                <a:cubicBezTo>
                  <a:pt x="454582" y="117198"/>
                  <a:pt x="455391" y="117634"/>
                  <a:pt x="456126" y="118181"/>
                </a:cubicBezTo>
                <a:cubicBezTo>
                  <a:pt x="456678" y="118540"/>
                  <a:pt x="457506" y="119175"/>
                  <a:pt x="457921" y="119479"/>
                </a:cubicBezTo>
                <a:cubicBezTo>
                  <a:pt x="458691" y="120042"/>
                  <a:pt x="459431" y="120650"/>
                  <a:pt x="460130" y="121301"/>
                </a:cubicBezTo>
                <a:cubicBezTo>
                  <a:pt x="460593" y="121696"/>
                  <a:pt x="461093" y="122047"/>
                  <a:pt x="461621" y="122350"/>
                </a:cubicBezTo>
                <a:cubicBezTo>
                  <a:pt x="462176" y="122585"/>
                  <a:pt x="462681" y="122925"/>
                  <a:pt x="463112" y="123345"/>
                </a:cubicBezTo>
                <a:cubicBezTo>
                  <a:pt x="463830" y="124330"/>
                  <a:pt x="464777" y="125128"/>
                  <a:pt x="465873" y="125664"/>
                </a:cubicBezTo>
                <a:cubicBezTo>
                  <a:pt x="466204" y="125774"/>
                  <a:pt x="467143" y="126851"/>
                  <a:pt x="467613" y="127072"/>
                </a:cubicBezTo>
                <a:cubicBezTo>
                  <a:pt x="468223" y="127448"/>
                  <a:pt x="468772" y="127912"/>
                  <a:pt x="469242" y="128453"/>
                </a:cubicBezTo>
                <a:cubicBezTo>
                  <a:pt x="468803" y="129011"/>
                  <a:pt x="468052" y="129212"/>
                  <a:pt x="467392" y="128950"/>
                </a:cubicBezTo>
                <a:cubicBezTo>
                  <a:pt x="467088" y="128757"/>
                  <a:pt x="465956" y="128563"/>
                  <a:pt x="465707" y="128315"/>
                </a:cubicBezTo>
                <a:cubicBezTo>
                  <a:pt x="465406" y="127909"/>
                  <a:pt x="465163" y="127464"/>
                  <a:pt x="464989" y="126989"/>
                </a:cubicBezTo>
                <a:cubicBezTo>
                  <a:pt x="464851" y="126768"/>
                  <a:pt x="464299" y="126437"/>
                  <a:pt x="463968" y="126023"/>
                </a:cubicBezTo>
                <a:cubicBezTo>
                  <a:pt x="463661" y="125531"/>
                  <a:pt x="463269" y="125101"/>
                  <a:pt x="462808" y="124753"/>
                </a:cubicBezTo>
                <a:cubicBezTo>
                  <a:pt x="462477" y="124559"/>
                  <a:pt x="461924" y="124559"/>
                  <a:pt x="461924" y="124559"/>
                </a:cubicBezTo>
                <a:cubicBezTo>
                  <a:pt x="460986" y="123952"/>
                  <a:pt x="461207" y="124062"/>
                  <a:pt x="460765" y="123952"/>
                </a:cubicBezTo>
                <a:cubicBezTo>
                  <a:pt x="460323" y="123842"/>
                  <a:pt x="459771" y="123068"/>
                  <a:pt x="459550" y="123068"/>
                </a:cubicBezTo>
                <a:cubicBezTo>
                  <a:pt x="458962" y="122732"/>
                  <a:pt x="458398" y="122353"/>
                  <a:pt x="457865" y="121936"/>
                </a:cubicBezTo>
                <a:cubicBezTo>
                  <a:pt x="457479" y="121688"/>
                  <a:pt x="456899" y="120997"/>
                  <a:pt x="456568" y="120804"/>
                </a:cubicBezTo>
                <a:cubicBezTo>
                  <a:pt x="456305" y="120721"/>
                  <a:pt x="456038" y="120655"/>
                  <a:pt x="455767" y="120611"/>
                </a:cubicBezTo>
                <a:cubicBezTo>
                  <a:pt x="455298" y="120473"/>
                  <a:pt x="454911" y="119313"/>
                  <a:pt x="454386" y="119313"/>
                </a:cubicBezTo>
                <a:cubicBezTo>
                  <a:pt x="452840" y="119203"/>
                  <a:pt x="451597" y="120500"/>
                  <a:pt x="451183" y="120500"/>
                </a:cubicBezTo>
                <a:cubicBezTo>
                  <a:pt x="450606" y="120650"/>
                  <a:pt x="450087" y="120967"/>
                  <a:pt x="449692" y="121412"/>
                </a:cubicBezTo>
                <a:cubicBezTo>
                  <a:pt x="449168" y="121798"/>
                  <a:pt x="448974" y="121992"/>
                  <a:pt x="449168" y="122544"/>
                </a:cubicBezTo>
                <a:cubicBezTo>
                  <a:pt x="449336" y="122944"/>
                  <a:pt x="449640" y="123275"/>
                  <a:pt x="450023" y="123483"/>
                </a:cubicBezTo>
                <a:cubicBezTo>
                  <a:pt x="450501" y="123806"/>
                  <a:pt x="451051" y="124007"/>
                  <a:pt x="451625" y="124062"/>
                </a:cubicBezTo>
                <a:cubicBezTo>
                  <a:pt x="452164" y="124029"/>
                  <a:pt x="452702" y="124154"/>
                  <a:pt x="453171" y="124421"/>
                </a:cubicBezTo>
                <a:cubicBezTo>
                  <a:pt x="453392" y="124670"/>
                  <a:pt x="454276" y="125139"/>
                  <a:pt x="453889" y="125388"/>
                </a:cubicBezTo>
                <a:cubicBezTo>
                  <a:pt x="453414" y="125642"/>
                  <a:pt x="452914" y="125846"/>
                  <a:pt x="452398" y="125995"/>
                </a:cubicBezTo>
                <a:cubicBezTo>
                  <a:pt x="452039" y="126106"/>
                  <a:pt x="451377" y="126713"/>
                  <a:pt x="451128" y="126879"/>
                </a:cubicBezTo>
                <a:cubicBezTo>
                  <a:pt x="450879" y="127045"/>
                  <a:pt x="450686" y="127045"/>
                  <a:pt x="450300" y="127045"/>
                </a:cubicBezTo>
                <a:cubicBezTo>
                  <a:pt x="449836" y="126964"/>
                  <a:pt x="449386" y="126804"/>
                  <a:pt x="448974" y="126575"/>
                </a:cubicBezTo>
                <a:cubicBezTo>
                  <a:pt x="448400" y="126147"/>
                  <a:pt x="447790" y="125769"/>
                  <a:pt x="447152" y="125443"/>
                </a:cubicBezTo>
                <a:cubicBezTo>
                  <a:pt x="446545" y="125222"/>
                  <a:pt x="445440" y="125167"/>
                  <a:pt x="445219" y="124918"/>
                </a:cubicBezTo>
                <a:cubicBezTo>
                  <a:pt x="444998" y="124670"/>
                  <a:pt x="444612" y="123593"/>
                  <a:pt x="444363" y="123345"/>
                </a:cubicBezTo>
                <a:cubicBezTo>
                  <a:pt x="443587" y="122720"/>
                  <a:pt x="442582" y="122461"/>
                  <a:pt x="441602" y="122627"/>
                </a:cubicBezTo>
                <a:cubicBezTo>
                  <a:pt x="440992" y="122892"/>
                  <a:pt x="440426" y="123245"/>
                  <a:pt x="439918" y="123676"/>
                </a:cubicBezTo>
                <a:cubicBezTo>
                  <a:pt x="439669" y="123897"/>
                  <a:pt x="438951" y="124504"/>
                  <a:pt x="439006" y="124780"/>
                </a:cubicBezTo>
                <a:cubicBezTo>
                  <a:pt x="439062" y="125056"/>
                  <a:pt x="439338" y="125443"/>
                  <a:pt x="439338" y="125719"/>
                </a:cubicBezTo>
                <a:cubicBezTo>
                  <a:pt x="439310" y="126768"/>
                  <a:pt x="440056" y="127210"/>
                  <a:pt x="440304" y="127459"/>
                </a:cubicBezTo>
                <a:cubicBezTo>
                  <a:pt x="440553" y="127707"/>
                  <a:pt x="441933" y="128094"/>
                  <a:pt x="442375" y="128508"/>
                </a:cubicBezTo>
                <a:cubicBezTo>
                  <a:pt x="443029" y="129118"/>
                  <a:pt x="443742" y="129665"/>
                  <a:pt x="444501" y="130137"/>
                </a:cubicBezTo>
                <a:cubicBezTo>
                  <a:pt x="445250" y="130593"/>
                  <a:pt x="445951" y="131120"/>
                  <a:pt x="446600" y="131711"/>
                </a:cubicBezTo>
                <a:cubicBezTo>
                  <a:pt x="447152" y="132429"/>
                  <a:pt x="446765" y="132871"/>
                  <a:pt x="446324" y="133009"/>
                </a:cubicBezTo>
                <a:cubicBezTo>
                  <a:pt x="444860" y="133368"/>
                  <a:pt x="442320" y="134942"/>
                  <a:pt x="440994" y="134196"/>
                </a:cubicBezTo>
                <a:cubicBezTo>
                  <a:pt x="440470" y="133865"/>
                  <a:pt x="439421" y="132954"/>
                  <a:pt x="438233" y="132098"/>
                </a:cubicBezTo>
                <a:cubicBezTo>
                  <a:pt x="437571" y="131518"/>
                  <a:pt x="436908" y="131076"/>
                  <a:pt x="436742" y="131518"/>
                </a:cubicBezTo>
                <a:cubicBezTo>
                  <a:pt x="436576" y="131960"/>
                  <a:pt x="437488" y="134500"/>
                  <a:pt x="436742" y="135245"/>
                </a:cubicBezTo>
                <a:cubicBezTo>
                  <a:pt x="436356" y="135604"/>
                  <a:pt x="435610" y="136212"/>
                  <a:pt x="435251" y="136571"/>
                </a:cubicBezTo>
                <a:cubicBezTo>
                  <a:pt x="435679" y="137427"/>
                  <a:pt x="436339" y="138145"/>
                  <a:pt x="437156" y="138642"/>
                </a:cubicBezTo>
                <a:cubicBezTo>
                  <a:pt x="437750" y="138885"/>
                  <a:pt x="438299" y="139222"/>
                  <a:pt x="438785" y="139636"/>
                </a:cubicBezTo>
                <a:cubicBezTo>
                  <a:pt x="439492" y="140069"/>
                  <a:pt x="440229" y="140447"/>
                  <a:pt x="440994" y="140768"/>
                </a:cubicBezTo>
                <a:cubicBezTo>
                  <a:pt x="442044" y="141375"/>
                  <a:pt x="443148" y="140216"/>
                  <a:pt x="444308" y="139829"/>
                </a:cubicBezTo>
                <a:cubicBezTo>
                  <a:pt x="444474" y="139801"/>
                  <a:pt x="445440" y="139939"/>
                  <a:pt x="445909" y="139470"/>
                </a:cubicBezTo>
                <a:cubicBezTo>
                  <a:pt x="446453" y="138970"/>
                  <a:pt x="447091" y="138586"/>
                  <a:pt x="447787" y="138338"/>
                </a:cubicBezTo>
                <a:cubicBezTo>
                  <a:pt x="448367" y="138007"/>
                  <a:pt x="448781" y="137620"/>
                  <a:pt x="449306" y="137233"/>
                </a:cubicBezTo>
                <a:cubicBezTo>
                  <a:pt x="449830" y="136847"/>
                  <a:pt x="450134" y="136184"/>
                  <a:pt x="450797" y="135632"/>
                </a:cubicBezTo>
                <a:cubicBezTo>
                  <a:pt x="451459" y="135080"/>
                  <a:pt x="453668" y="136709"/>
                  <a:pt x="454000" y="136957"/>
                </a:cubicBezTo>
                <a:cubicBezTo>
                  <a:pt x="454331" y="137206"/>
                  <a:pt x="454552" y="137206"/>
                  <a:pt x="455270" y="137648"/>
                </a:cubicBezTo>
                <a:cubicBezTo>
                  <a:pt x="455988" y="138089"/>
                  <a:pt x="456292" y="138421"/>
                  <a:pt x="456927" y="138863"/>
                </a:cubicBezTo>
                <a:cubicBezTo>
                  <a:pt x="457396" y="139064"/>
                  <a:pt x="457915" y="139122"/>
                  <a:pt x="458418" y="139028"/>
                </a:cubicBezTo>
                <a:cubicBezTo>
                  <a:pt x="458997" y="139001"/>
                  <a:pt x="459743" y="138338"/>
                  <a:pt x="460212" y="138034"/>
                </a:cubicBezTo>
                <a:cubicBezTo>
                  <a:pt x="460682" y="137730"/>
                  <a:pt x="460212" y="136957"/>
                  <a:pt x="460212" y="136957"/>
                </a:cubicBezTo>
                <a:cubicBezTo>
                  <a:pt x="459771" y="136046"/>
                  <a:pt x="459660" y="135356"/>
                  <a:pt x="459467" y="134997"/>
                </a:cubicBezTo>
                <a:cubicBezTo>
                  <a:pt x="458859" y="134058"/>
                  <a:pt x="459080" y="133147"/>
                  <a:pt x="458859" y="132898"/>
                </a:cubicBezTo>
                <a:cubicBezTo>
                  <a:pt x="458639" y="132650"/>
                  <a:pt x="458114" y="132843"/>
                  <a:pt x="457672" y="132484"/>
                </a:cubicBezTo>
                <a:cubicBezTo>
                  <a:pt x="457230" y="132125"/>
                  <a:pt x="456374" y="131932"/>
                  <a:pt x="455988" y="131683"/>
                </a:cubicBezTo>
                <a:cubicBezTo>
                  <a:pt x="455601" y="131435"/>
                  <a:pt x="455463" y="131076"/>
                  <a:pt x="455463" y="130855"/>
                </a:cubicBezTo>
                <a:cubicBezTo>
                  <a:pt x="455855" y="130325"/>
                  <a:pt x="456421" y="129952"/>
                  <a:pt x="457065" y="129806"/>
                </a:cubicBezTo>
                <a:cubicBezTo>
                  <a:pt x="457871" y="129717"/>
                  <a:pt x="458685" y="129717"/>
                  <a:pt x="459495" y="129806"/>
                </a:cubicBezTo>
                <a:cubicBezTo>
                  <a:pt x="460083" y="129958"/>
                  <a:pt x="460701" y="129958"/>
                  <a:pt x="461289" y="129806"/>
                </a:cubicBezTo>
                <a:cubicBezTo>
                  <a:pt x="462720" y="129604"/>
                  <a:pt x="464172" y="129908"/>
                  <a:pt x="465403" y="130662"/>
                </a:cubicBezTo>
                <a:cubicBezTo>
                  <a:pt x="465983" y="131104"/>
                  <a:pt x="466729" y="131628"/>
                  <a:pt x="466784" y="132098"/>
                </a:cubicBezTo>
                <a:cubicBezTo>
                  <a:pt x="466839" y="132567"/>
                  <a:pt x="467530" y="133313"/>
                  <a:pt x="467723" y="133313"/>
                </a:cubicBezTo>
                <a:cubicBezTo>
                  <a:pt x="468192" y="133332"/>
                  <a:pt x="468637" y="133531"/>
                  <a:pt x="468966" y="133865"/>
                </a:cubicBezTo>
                <a:cubicBezTo>
                  <a:pt x="469904" y="134917"/>
                  <a:pt x="471119" y="135682"/>
                  <a:pt x="472472" y="136074"/>
                </a:cubicBezTo>
                <a:cubicBezTo>
                  <a:pt x="473367" y="135834"/>
                  <a:pt x="474195" y="135400"/>
                  <a:pt x="474902" y="134804"/>
                </a:cubicBezTo>
                <a:cubicBezTo>
                  <a:pt x="475706" y="134157"/>
                  <a:pt x="476294" y="133279"/>
                  <a:pt x="476587" y="132291"/>
                </a:cubicBezTo>
                <a:cubicBezTo>
                  <a:pt x="476642" y="131711"/>
                  <a:pt x="476117" y="131683"/>
                  <a:pt x="476034" y="131048"/>
                </a:cubicBezTo>
                <a:cubicBezTo>
                  <a:pt x="475951" y="130413"/>
                  <a:pt x="475510" y="130275"/>
                  <a:pt x="475510" y="129999"/>
                </a:cubicBezTo>
                <a:cubicBezTo>
                  <a:pt x="475510" y="129723"/>
                  <a:pt x="475510" y="129060"/>
                  <a:pt x="475510" y="128757"/>
                </a:cubicBezTo>
                <a:cubicBezTo>
                  <a:pt x="475258" y="128431"/>
                  <a:pt x="474960" y="128144"/>
                  <a:pt x="474626" y="127901"/>
                </a:cubicBezTo>
                <a:cubicBezTo>
                  <a:pt x="473927" y="127867"/>
                  <a:pt x="473251" y="127649"/>
                  <a:pt x="472666" y="127265"/>
                </a:cubicBezTo>
                <a:cubicBezTo>
                  <a:pt x="472445" y="127017"/>
                  <a:pt x="471975" y="126713"/>
                  <a:pt x="472251" y="126382"/>
                </a:cubicBezTo>
                <a:cubicBezTo>
                  <a:pt x="472748" y="125923"/>
                  <a:pt x="473317" y="125551"/>
                  <a:pt x="473936" y="125277"/>
                </a:cubicBezTo>
                <a:lnTo>
                  <a:pt x="475344" y="124504"/>
                </a:lnTo>
                <a:cubicBezTo>
                  <a:pt x="475565" y="124366"/>
                  <a:pt x="476642" y="123924"/>
                  <a:pt x="476642" y="123924"/>
                </a:cubicBezTo>
                <a:cubicBezTo>
                  <a:pt x="477782" y="123096"/>
                  <a:pt x="479130" y="122599"/>
                  <a:pt x="480535" y="122489"/>
                </a:cubicBezTo>
                <a:cubicBezTo>
                  <a:pt x="481474" y="122516"/>
                  <a:pt x="483048" y="123345"/>
                  <a:pt x="483131" y="122820"/>
                </a:cubicBezTo>
                <a:cubicBezTo>
                  <a:pt x="483213" y="122295"/>
                  <a:pt x="484263" y="121909"/>
                  <a:pt x="484649" y="121633"/>
                </a:cubicBezTo>
                <a:cubicBezTo>
                  <a:pt x="485000" y="121412"/>
                  <a:pt x="485207" y="121025"/>
                  <a:pt x="485202" y="120611"/>
                </a:cubicBezTo>
                <a:cubicBezTo>
                  <a:pt x="485146" y="120028"/>
                  <a:pt x="485025" y="119454"/>
                  <a:pt x="484843" y="118899"/>
                </a:cubicBezTo>
                <a:cubicBezTo>
                  <a:pt x="484677" y="118432"/>
                  <a:pt x="484279" y="118084"/>
                  <a:pt x="483793" y="117988"/>
                </a:cubicBezTo>
                <a:cubicBezTo>
                  <a:pt x="483545" y="117850"/>
                  <a:pt x="483545" y="118098"/>
                  <a:pt x="483075" y="117988"/>
                </a:cubicBezTo>
                <a:cubicBezTo>
                  <a:pt x="482606" y="117877"/>
                  <a:pt x="479569" y="115475"/>
                  <a:pt x="478160" y="116276"/>
                </a:cubicBezTo>
                <a:cubicBezTo>
                  <a:pt x="477470" y="116662"/>
                  <a:pt x="477912" y="117794"/>
                  <a:pt x="477166" y="118457"/>
                </a:cubicBezTo>
                <a:cubicBezTo>
                  <a:pt x="476838" y="118717"/>
                  <a:pt x="476462" y="118913"/>
                  <a:pt x="476062" y="119037"/>
                </a:cubicBezTo>
                <a:cubicBezTo>
                  <a:pt x="475675" y="119258"/>
                  <a:pt x="475068" y="119451"/>
                  <a:pt x="474764" y="119258"/>
                </a:cubicBezTo>
                <a:cubicBezTo>
                  <a:pt x="474460" y="119065"/>
                  <a:pt x="474184" y="118733"/>
                  <a:pt x="473411" y="118733"/>
                </a:cubicBezTo>
                <a:cubicBezTo>
                  <a:pt x="472196" y="118927"/>
                  <a:pt x="472721" y="119589"/>
                  <a:pt x="472389" y="119865"/>
                </a:cubicBezTo>
                <a:cubicBezTo>
                  <a:pt x="472058" y="120141"/>
                  <a:pt x="471506" y="119865"/>
                  <a:pt x="471257" y="119865"/>
                </a:cubicBezTo>
                <a:cubicBezTo>
                  <a:pt x="470871" y="119923"/>
                  <a:pt x="470479" y="119865"/>
                  <a:pt x="470125" y="119700"/>
                </a:cubicBezTo>
                <a:cubicBezTo>
                  <a:pt x="469960" y="119562"/>
                  <a:pt x="469159" y="120583"/>
                  <a:pt x="469214" y="120970"/>
                </a:cubicBezTo>
                <a:cubicBezTo>
                  <a:pt x="469269" y="121356"/>
                  <a:pt x="470181" y="121467"/>
                  <a:pt x="469822" y="122295"/>
                </a:cubicBezTo>
                <a:cubicBezTo>
                  <a:pt x="469463" y="123124"/>
                  <a:pt x="468386" y="123124"/>
                  <a:pt x="467613" y="122295"/>
                </a:cubicBezTo>
                <a:cubicBezTo>
                  <a:pt x="466839" y="121467"/>
                  <a:pt x="468910" y="121274"/>
                  <a:pt x="468054" y="120749"/>
                </a:cubicBezTo>
                <a:cubicBezTo>
                  <a:pt x="467198" y="120224"/>
                  <a:pt x="467226" y="118954"/>
                  <a:pt x="467530" y="118899"/>
                </a:cubicBezTo>
                <a:cubicBezTo>
                  <a:pt x="467833" y="118844"/>
                  <a:pt x="469987" y="118540"/>
                  <a:pt x="469987" y="118540"/>
                </a:cubicBezTo>
                <a:cubicBezTo>
                  <a:pt x="472666" y="117712"/>
                  <a:pt x="473549" y="117850"/>
                  <a:pt x="474046" y="117325"/>
                </a:cubicBezTo>
                <a:cubicBezTo>
                  <a:pt x="474347" y="116880"/>
                  <a:pt x="474466" y="116337"/>
                  <a:pt x="474377" y="115806"/>
                </a:cubicBezTo>
                <a:cubicBezTo>
                  <a:pt x="474377" y="115420"/>
                  <a:pt x="475344" y="114702"/>
                  <a:pt x="475565" y="114702"/>
                </a:cubicBezTo>
                <a:cubicBezTo>
                  <a:pt x="476294" y="114462"/>
                  <a:pt x="477067" y="114387"/>
                  <a:pt x="477829" y="114481"/>
                </a:cubicBezTo>
                <a:cubicBezTo>
                  <a:pt x="478575" y="114564"/>
                  <a:pt x="479817" y="114288"/>
                  <a:pt x="479817" y="113597"/>
                </a:cubicBezTo>
                <a:cubicBezTo>
                  <a:pt x="480041" y="112891"/>
                  <a:pt x="479972" y="112126"/>
                  <a:pt x="479624" y="111471"/>
                </a:cubicBezTo>
                <a:cubicBezTo>
                  <a:pt x="479433" y="111239"/>
                  <a:pt x="479185" y="111060"/>
                  <a:pt x="478906" y="110947"/>
                </a:cubicBezTo>
                <a:cubicBezTo>
                  <a:pt x="478657" y="110891"/>
                  <a:pt x="478519" y="110367"/>
                  <a:pt x="478243" y="110367"/>
                </a:cubicBezTo>
                <a:cubicBezTo>
                  <a:pt x="477498" y="110063"/>
                  <a:pt x="476807" y="110698"/>
                  <a:pt x="476007" y="110947"/>
                </a:cubicBezTo>
                <a:cubicBezTo>
                  <a:pt x="475206" y="111195"/>
                  <a:pt x="473577" y="111527"/>
                  <a:pt x="473577" y="111195"/>
                </a:cubicBezTo>
                <a:cubicBezTo>
                  <a:pt x="473577" y="110864"/>
                  <a:pt x="473825" y="109870"/>
                  <a:pt x="473577" y="109621"/>
                </a:cubicBezTo>
                <a:cubicBezTo>
                  <a:pt x="473071" y="109414"/>
                  <a:pt x="472508" y="109414"/>
                  <a:pt x="472003" y="109621"/>
                </a:cubicBezTo>
                <a:cubicBezTo>
                  <a:pt x="471782" y="109842"/>
                  <a:pt x="471616" y="110809"/>
                  <a:pt x="471175" y="111306"/>
                </a:cubicBezTo>
                <a:cubicBezTo>
                  <a:pt x="470705" y="111681"/>
                  <a:pt x="470142" y="111919"/>
                  <a:pt x="469545" y="111996"/>
                </a:cubicBezTo>
                <a:cubicBezTo>
                  <a:pt x="468910" y="112162"/>
                  <a:pt x="467861" y="112935"/>
                  <a:pt x="468082" y="113349"/>
                </a:cubicBezTo>
                <a:cubicBezTo>
                  <a:pt x="468303" y="113763"/>
                  <a:pt x="468634" y="113404"/>
                  <a:pt x="469104" y="113763"/>
                </a:cubicBezTo>
                <a:cubicBezTo>
                  <a:pt x="469573" y="114122"/>
                  <a:pt x="470263" y="114122"/>
                  <a:pt x="470457" y="114426"/>
                </a:cubicBezTo>
                <a:cubicBezTo>
                  <a:pt x="470650" y="114730"/>
                  <a:pt x="470567" y="116276"/>
                  <a:pt x="469573" y="116414"/>
                </a:cubicBezTo>
                <a:cubicBezTo>
                  <a:pt x="469186" y="116469"/>
                  <a:pt x="467833" y="116939"/>
                  <a:pt x="467447" y="116276"/>
                </a:cubicBezTo>
                <a:cubicBezTo>
                  <a:pt x="467309" y="116055"/>
                  <a:pt x="467613" y="115751"/>
                  <a:pt x="467585" y="115254"/>
                </a:cubicBezTo>
                <a:cubicBezTo>
                  <a:pt x="467557" y="114757"/>
                  <a:pt x="466508" y="114232"/>
                  <a:pt x="466480" y="113929"/>
                </a:cubicBezTo>
                <a:cubicBezTo>
                  <a:pt x="466453" y="113625"/>
                  <a:pt x="466287" y="113487"/>
                  <a:pt x="466729" y="113100"/>
                </a:cubicBezTo>
                <a:cubicBezTo>
                  <a:pt x="467563" y="112283"/>
                  <a:pt x="468278" y="111353"/>
                  <a:pt x="468855" y="110339"/>
                </a:cubicBezTo>
                <a:cubicBezTo>
                  <a:pt x="468902" y="109983"/>
                  <a:pt x="469079" y="109660"/>
                  <a:pt x="469352" y="109428"/>
                </a:cubicBezTo>
                <a:cubicBezTo>
                  <a:pt x="469877" y="108959"/>
                  <a:pt x="470512" y="108213"/>
                  <a:pt x="470208" y="107965"/>
                </a:cubicBezTo>
                <a:cubicBezTo>
                  <a:pt x="469904" y="107697"/>
                  <a:pt x="469507" y="107567"/>
                  <a:pt x="469104" y="107606"/>
                </a:cubicBezTo>
                <a:cubicBezTo>
                  <a:pt x="468576" y="107636"/>
                  <a:pt x="468068" y="107818"/>
                  <a:pt x="467640" y="108130"/>
                </a:cubicBezTo>
                <a:cubicBezTo>
                  <a:pt x="467472" y="108431"/>
                  <a:pt x="467278" y="108718"/>
                  <a:pt x="467060" y="108986"/>
                </a:cubicBezTo>
                <a:cubicBezTo>
                  <a:pt x="466378" y="109704"/>
                  <a:pt x="465658" y="110386"/>
                  <a:pt x="464906" y="111030"/>
                </a:cubicBezTo>
                <a:cubicBezTo>
                  <a:pt x="464492" y="111388"/>
                  <a:pt x="463857" y="112521"/>
                  <a:pt x="463609" y="112714"/>
                </a:cubicBezTo>
                <a:cubicBezTo>
                  <a:pt x="463360" y="112907"/>
                  <a:pt x="461510" y="114481"/>
                  <a:pt x="461289" y="114730"/>
                </a:cubicBezTo>
                <a:cubicBezTo>
                  <a:pt x="460798" y="115102"/>
                  <a:pt x="460580" y="115735"/>
                  <a:pt x="460737" y="116331"/>
                </a:cubicBezTo>
                <a:cubicBezTo>
                  <a:pt x="460875" y="116607"/>
                  <a:pt x="461289" y="116580"/>
                  <a:pt x="461566" y="116607"/>
                </a:cubicBezTo>
                <a:cubicBezTo>
                  <a:pt x="461842" y="116635"/>
                  <a:pt x="462256" y="116745"/>
                  <a:pt x="462504" y="116469"/>
                </a:cubicBezTo>
                <a:cubicBezTo>
                  <a:pt x="462753" y="116193"/>
                  <a:pt x="463250" y="115641"/>
                  <a:pt x="463774" y="115917"/>
                </a:cubicBezTo>
                <a:cubicBezTo>
                  <a:pt x="464299" y="116193"/>
                  <a:pt x="464133" y="116745"/>
                  <a:pt x="463609" y="117021"/>
                </a:cubicBezTo>
                <a:cubicBezTo>
                  <a:pt x="463084" y="117297"/>
                  <a:pt x="463112" y="117684"/>
                  <a:pt x="463084" y="117988"/>
                </a:cubicBezTo>
                <a:cubicBezTo>
                  <a:pt x="463057" y="118291"/>
                  <a:pt x="463609" y="118209"/>
                  <a:pt x="464189" y="118512"/>
                </a:cubicBezTo>
                <a:cubicBezTo>
                  <a:pt x="464768" y="118816"/>
                  <a:pt x="465238" y="119009"/>
                  <a:pt x="464989" y="119534"/>
                </a:cubicBezTo>
                <a:cubicBezTo>
                  <a:pt x="464893" y="119783"/>
                  <a:pt x="464647" y="119940"/>
                  <a:pt x="464382" y="119921"/>
                </a:cubicBezTo>
                <a:cubicBezTo>
                  <a:pt x="464020" y="119885"/>
                  <a:pt x="463667" y="119791"/>
                  <a:pt x="463333" y="119644"/>
                </a:cubicBezTo>
                <a:cubicBezTo>
                  <a:pt x="462960" y="119479"/>
                  <a:pt x="462601" y="119286"/>
                  <a:pt x="462256" y="119065"/>
                </a:cubicBezTo>
                <a:cubicBezTo>
                  <a:pt x="461728" y="118584"/>
                  <a:pt x="461157" y="118159"/>
                  <a:pt x="460544" y="117794"/>
                </a:cubicBezTo>
                <a:cubicBezTo>
                  <a:pt x="460204" y="117521"/>
                  <a:pt x="459881" y="117226"/>
                  <a:pt x="459577" y="116911"/>
                </a:cubicBezTo>
                <a:cubicBezTo>
                  <a:pt x="459301" y="116662"/>
                  <a:pt x="458473" y="116441"/>
                  <a:pt x="458252" y="116055"/>
                </a:cubicBezTo>
                <a:cubicBezTo>
                  <a:pt x="458117" y="115710"/>
                  <a:pt x="458117" y="115323"/>
                  <a:pt x="458252" y="114978"/>
                </a:cubicBezTo>
                <a:cubicBezTo>
                  <a:pt x="458418" y="114619"/>
                  <a:pt x="459495" y="114453"/>
                  <a:pt x="459771" y="114288"/>
                </a:cubicBezTo>
                <a:cubicBezTo>
                  <a:pt x="460047" y="114122"/>
                  <a:pt x="460102" y="113901"/>
                  <a:pt x="460765" y="113404"/>
                </a:cubicBezTo>
                <a:cubicBezTo>
                  <a:pt x="461427" y="112907"/>
                  <a:pt x="461566" y="112189"/>
                  <a:pt x="461842" y="111913"/>
                </a:cubicBezTo>
                <a:cubicBezTo>
                  <a:pt x="462118" y="111637"/>
                  <a:pt x="463360" y="110339"/>
                  <a:pt x="463719" y="109953"/>
                </a:cubicBezTo>
                <a:cubicBezTo>
                  <a:pt x="464078" y="109566"/>
                  <a:pt x="464603" y="109235"/>
                  <a:pt x="464768" y="109069"/>
                </a:cubicBezTo>
                <a:cubicBezTo>
                  <a:pt x="464934" y="108903"/>
                  <a:pt x="465431" y="108379"/>
                  <a:pt x="465624" y="108379"/>
                </a:cubicBezTo>
                <a:cubicBezTo>
                  <a:pt x="465942" y="108257"/>
                  <a:pt x="466193" y="108006"/>
                  <a:pt x="466315" y="107688"/>
                </a:cubicBezTo>
                <a:cubicBezTo>
                  <a:pt x="466398" y="107302"/>
                  <a:pt x="467143" y="106971"/>
                  <a:pt x="467419" y="106501"/>
                </a:cubicBezTo>
                <a:cubicBezTo>
                  <a:pt x="467695" y="106032"/>
                  <a:pt x="468027" y="105866"/>
                  <a:pt x="468220" y="105452"/>
                </a:cubicBezTo>
                <a:cubicBezTo>
                  <a:pt x="468413" y="105038"/>
                  <a:pt x="468524" y="104789"/>
                  <a:pt x="468413" y="104623"/>
                </a:cubicBezTo>
                <a:cubicBezTo>
                  <a:pt x="468303" y="104458"/>
                  <a:pt x="467944" y="104651"/>
                  <a:pt x="467778" y="104458"/>
                </a:cubicBezTo>
                <a:cubicBezTo>
                  <a:pt x="467544" y="104187"/>
                  <a:pt x="467295" y="103928"/>
                  <a:pt x="467033" y="103685"/>
                </a:cubicBezTo>
                <a:close/>
                <a:moveTo>
                  <a:pt x="100923" y="101973"/>
                </a:moveTo>
                <a:cubicBezTo>
                  <a:pt x="100691" y="102224"/>
                  <a:pt x="100409" y="102420"/>
                  <a:pt x="100095" y="102553"/>
                </a:cubicBezTo>
                <a:cubicBezTo>
                  <a:pt x="99680" y="102635"/>
                  <a:pt x="99321" y="102414"/>
                  <a:pt x="98797" y="102912"/>
                </a:cubicBezTo>
                <a:cubicBezTo>
                  <a:pt x="98474" y="103362"/>
                  <a:pt x="98178" y="103834"/>
                  <a:pt x="97913" y="104320"/>
                </a:cubicBezTo>
                <a:cubicBezTo>
                  <a:pt x="97692" y="104541"/>
                  <a:pt x="97085" y="104817"/>
                  <a:pt x="96864" y="105065"/>
                </a:cubicBezTo>
                <a:cubicBezTo>
                  <a:pt x="96643" y="105314"/>
                  <a:pt x="96533" y="105949"/>
                  <a:pt x="96146" y="106308"/>
                </a:cubicBezTo>
                <a:cubicBezTo>
                  <a:pt x="95759" y="106667"/>
                  <a:pt x="94986" y="107026"/>
                  <a:pt x="94765" y="107302"/>
                </a:cubicBezTo>
                <a:cubicBezTo>
                  <a:pt x="94324" y="107799"/>
                  <a:pt x="94103" y="108130"/>
                  <a:pt x="94434" y="108738"/>
                </a:cubicBezTo>
                <a:cubicBezTo>
                  <a:pt x="94898" y="109304"/>
                  <a:pt x="95417" y="109820"/>
                  <a:pt x="95980" y="110284"/>
                </a:cubicBezTo>
                <a:cubicBezTo>
                  <a:pt x="96668" y="111159"/>
                  <a:pt x="97297" y="112082"/>
                  <a:pt x="97858" y="113045"/>
                </a:cubicBezTo>
                <a:cubicBezTo>
                  <a:pt x="98164" y="113666"/>
                  <a:pt x="98554" y="114244"/>
                  <a:pt x="99018" y="114757"/>
                </a:cubicBezTo>
                <a:cubicBezTo>
                  <a:pt x="99239" y="114978"/>
                  <a:pt x="100426" y="116165"/>
                  <a:pt x="101282" y="117132"/>
                </a:cubicBezTo>
                <a:cubicBezTo>
                  <a:pt x="101448" y="117325"/>
                  <a:pt x="101917" y="118126"/>
                  <a:pt x="102524" y="118871"/>
                </a:cubicBezTo>
                <a:cubicBezTo>
                  <a:pt x="103132" y="119617"/>
                  <a:pt x="102856" y="119727"/>
                  <a:pt x="103712" y="120639"/>
                </a:cubicBezTo>
                <a:cubicBezTo>
                  <a:pt x="103877" y="120804"/>
                  <a:pt x="104071" y="121688"/>
                  <a:pt x="104236" y="121909"/>
                </a:cubicBezTo>
                <a:cubicBezTo>
                  <a:pt x="105865" y="123842"/>
                  <a:pt x="105755" y="124228"/>
                  <a:pt x="106721" y="125112"/>
                </a:cubicBezTo>
                <a:cubicBezTo>
                  <a:pt x="107310" y="125708"/>
                  <a:pt x="107978" y="126222"/>
                  <a:pt x="108710" y="126630"/>
                </a:cubicBezTo>
                <a:cubicBezTo>
                  <a:pt x="109182" y="126895"/>
                  <a:pt x="109626" y="127210"/>
                  <a:pt x="110035" y="127569"/>
                </a:cubicBezTo>
                <a:lnTo>
                  <a:pt x="111333" y="128646"/>
                </a:lnTo>
                <a:cubicBezTo>
                  <a:pt x="111554" y="128867"/>
                  <a:pt x="113321" y="129806"/>
                  <a:pt x="113680" y="130054"/>
                </a:cubicBezTo>
                <a:cubicBezTo>
                  <a:pt x="114210" y="130590"/>
                  <a:pt x="114792" y="131070"/>
                  <a:pt x="115419" y="131490"/>
                </a:cubicBezTo>
                <a:cubicBezTo>
                  <a:pt x="116140" y="131741"/>
                  <a:pt x="116894" y="131879"/>
                  <a:pt x="117656" y="131904"/>
                </a:cubicBezTo>
                <a:cubicBezTo>
                  <a:pt x="118147" y="131838"/>
                  <a:pt x="118622" y="131689"/>
                  <a:pt x="119064" y="131462"/>
                </a:cubicBezTo>
                <a:cubicBezTo>
                  <a:pt x="119589" y="131159"/>
                  <a:pt x="120417" y="130054"/>
                  <a:pt x="120942" y="129668"/>
                </a:cubicBezTo>
                <a:cubicBezTo>
                  <a:pt x="121466" y="129281"/>
                  <a:pt x="122488" y="128729"/>
                  <a:pt x="122488" y="128729"/>
                </a:cubicBezTo>
                <a:cubicBezTo>
                  <a:pt x="122488" y="128729"/>
                  <a:pt x="123565" y="127680"/>
                  <a:pt x="123951" y="127238"/>
                </a:cubicBezTo>
                <a:cubicBezTo>
                  <a:pt x="124379" y="126672"/>
                  <a:pt x="124915" y="126194"/>
                  <a:pt x="125525" y="125830"/>
                </a:cubicBezTo>
                <a:cubicBezTo>
                  <a:pt x="125829" y="125692"/>
                  <a:pt x="126575" y="125581"/>
                  <a:pt x="126878" y="125250"/>
                </a:cubicBezTo>
                <a:cubicBezTo>
                  <a:pt x="127304" y="124728"/>
                  <a:pt x="127638" y="124140"/>
                  <a:pt x="127872" y="123510"/>
                </a:cubicBezTo>
                <a:cubicBezTo>
                  <a:pt x="128093" y="122930"/>
                  <a:pt x="128949" y="122461"/>
                  <a:pt x="129004" y="121853"/>
                </a:cubicBezTo>
                <a:cubicBezTo>
                  <a:pt x="129060" y="121246"/>
                  <a:pt x="128646" y="120749"/>
                  <a:pt x="128259" y="120114"/>
                </a:cubicBezTo>
                <a:cubicBezTo>
                  <a:pt x="127889" y="119263"/>
                  <a:pt x="127455" y="118441"/>
                  <a:pt x="126961" y="117656"/>
                </a:cubicBezTo>
                <a:cubicBezTo>
                  <a:pt x="126431" y="116864"/>
                  <a:pt x="125442" y="116516"/>
                  <a:pt x="124531" y="116800"/>
                </a:cubicBezTo>
                <a:cubicBezTo>
                  <a:pt x="124009" y="117118"/>
                  <a:pt x="123543" y="117518"/>
                  <a:pt x="123151" y="117988"/>
                </a:cubicBezTo>
                <a:cubicBezTo>
                  <a:pt x="122822" y="118256"/>
                  <a:pt x="122433" y="118446"/>
                  <a:pt x="122019" y="118540"/>
                </a:cubicBezTo>
                <a:cubicBezTo>
                  <a:pt x="121881" y="118568"/>
                  <a:pt x="121411" y="119230"/>
                  <a:pt x="120997" y="119230"/>
                </a:cubicBezTo>
                <a:cubicBezTo>
                  <a:pt x="120533" y="119551"/>
                  <a:pt x="120100" y="119910"/>
                  <a:pt x="119699" y="120307"/>
                </a:cubicBezTo>
                <a:cubicBezTo>
                  <a:pt x="119050" y="120912"/>
                  <a:pt x="118211" y="121274"/>
                  <a:pt x="117325" y="121329"/>
                </a:cubicBezTo>
                <a:cubicBezTo>
                  <a:pt x="116054" y="121274"/>
                  <a:pt x="115585" y="120473"/>
                  <a:pt x="114701" y="120031"/>
                </a:cubicBezTo>
                <a:cubicBezTo>
                  <a:pt x="114210" y="119774"/>
                  <a:pt x="113776" y="119415"/>
                  <a:pt x="113431" y="118982"/>
                </a:cubicBezTo>
                <a:cubicBezTo>
                  <a:pt x="112650" y="118073"/>
                  <a:pt x="112048" y="117024"/>
                  <a:pt x="111664" y="115889"/>
                </a:cubicBezTo>
                <a:cubicBezTo>
                  <a:pt x="112227" y="114887"/>
                  <a:pt x="112575" y="113777"/>
                  <a:pt x="112686" y="112631"/>
                </a:cubicBezTo>
                <a:cubicBezTo>
                  <a:pt x="112821" y="111913"/>
                  <a:pt x="112998" y="111203"/>
                  <a:pt x="113210" y="110505"/>
                </a:cubicBezTo>
                <a:cubicBezTo>
                  <a:pt x="113169" y="109933"/>
                  <a:pt x="113243" y="109362"/>
                  <a:pt x="113431" y="108821"/>
                </a:cubicBezTo>
                <a:cubicBezTo>
                  <a:pt x="113763" y="108185"/>
                  <a:pt x="113928" y="107882"/>
                  <a:pt x="114232" y="107357"/>
                </a:cubicBezTo>
                <a:cubicBezTo>
                  <a:pt x="114525" y="107015"/>
                  <a:pt x="114525" y="106512"/>
                  <a:pt x="114232" y="106170"/>
                </a:cubicBezTo>
                <a:cubicBezTo>
                  <a:pt x="113807" y="105775"/>
                  <a:pt x="113324" y="105449"/>
                  <a:pt x="112796" y="105203"/>
                </a:cubicBezTo>
                <a:cubicBezTo>
                  <a:pt x="111995" y="105038"/>
                  <a:pt x="111112" y="103878"/>
                  <a:pt x="110173" y="104513"/>
                </a:cubicBezTo>
                <a:cubicBezTo>
                  <a:pt x="109234" y="105148"/>
                  <a:pt x="108157" y="105121"/>
                  <a:pt x="107992" y="105645"/>
                </a:cubicBezTo>
                <a:cubicBezTo>
                  <a:pt x="107972" y="106197"/>
                  <a:pt x="107851" y="106739"/>
                  <a:pt x="107633" y="107247"/>
                </a:cubicBezTo>
                <a:cubicBezTo>
                  <a:pt x="107826" y="107937"/>
                  <a:pt x="107025" y="108434"/>
                  <a:pt x="106280" y="107937"/>
                </a:cubicBezTo>
                <a:cubicBezTo>
                  <a:pt x="105901" y="107528"/>
                  <a:pt x="105578" y="107073"/>
                  <a:pt x="105313" y="106584"/>
                </a:cubicBezTo>
                <a:cubicBezTo>
                  <a:pt x="104844" y="105535"/>
                  <a:pt x="105396" y="104403"/>
                  <a:pt x="104154" y="103132"/>
                </a:cubicBezTo>
                <a:cubicBezTo>
                  <a:pt x="103530" y="102622"/>
                  <a:pt x="102820" y="102227"/>
                  <a:pt x="102055" y="101973"/>
                </a:cubicBezTo>
                <a:cubicBezTo>
                  <a:pt x="101668" y="101973"/>
                  <a:pt x="101144" y="101807"/>
                  <a:pt x="100923" y="101973"/>
                </a:cubicBezTo>
                <a:close/>
                <a:moveTo>
                  <a:pt x="342447" y="90541"/>
                </a:moveTo>
                <a:cubicBezTo>
                  <a:pt x="342364" y="94749"/>
                  <a:pt x="341646" y="98919"/>
                  <a:pt x="340321" y="102912"/>
                </a:cubicBezTo>
                <a:cubicBezTo>
                  <a:pt x="339357" y="106070"/>
                  <a:pt x="336947" y="108583"/>
                  <a:pt x="333832" y="109677"/>
                </a:cubicBezTo>
                <a:cubicBezTo>
                  <a:pt x="333241" y="111192"/>
                  <a:pt x="332391" y="112592"/>
                  <a:pt x="331319" y="113818"/>
                </a:cubicBezTo>
                <a:cubicBezTo>
                  <a:pt x="324637" y="121771"/>
                  <a:pt x="312488" y="130413"/>
                  <a:pt x="298682" y="136378"/>
                </a:cubicBezTo>
                <a:cubicBezTo>
                  <a:pt x="301874" y="135417"/>
                  <a:pt x="305306" y="135640"/>
                  <a:pt x="308346" y="137013"/>
                </a:cubicBezTo>
                <a:lnTo>
                  <a:pt x="308456" y="136930"/>
                </a:lnTo>
                <a:cubicBezTo>
                  <a:pt x="312388" y="138854"/>
                  <a:pt x="315964" y="141431"/>
                  <a:pt x="319032" y="144551"/>
                </a:cubicBezTo>
                <a:cubicBezTo>
                  <a:pt x="319032" y="144551"/>
                  <a:pt x="315001" y="146677"/>
                  <a:pt x="306551" y="144772"/>
                </a:cubicBezTo>
                <a:cubicBezTo>
                  <a:pt x="302489" y="143664"/>
                  <a:pt x="299204" y="140677"/>
                  <a:pt x="297715" y="136736"/>
                </a:cubicBezTo>
                <a:lnTo>
                  <a:pt x="290785" y="139281"/>
                </a:lnTo>
                <a:lnTo>
                  <a:pt x="292268" y="146887"/>
                </a:lnTo>
                <a:cubicBezTo>
                  <a:pt x="293186" y="151606"/>
                  <a:pt x="294194" y="156797"/>
                  <a:pt x="294705" y="159461"/>
                </a:cubicBezTo>
                <a:cubicBezTo>
                  <a:pt x="323640" y="159624"/>
                  <a:pt x="352426" y="155284"/>
                  <a:pt x="380027" y="146594"/>
                </a:cubicBezTo>
                <a:lnTo>
                  <a:pt x="382981" y="145600"/>
                </a:lnTo>
                <a:lnTo>
                  <a:pt x="382981" y="148693"/>
                </a:lnTo>
                <a:cubicBezTo>
                  <a:pt x="382962" y="157399"/>
                  <a:pt x="379982" y="165842"/>
                  <a:pt x="374532" y="172632"/>
                </a:cubicBezTo>
                <a:cubicBezTo>
                  <a:pt x="369076" y="179198"/>
                  <a:pt x="361758" y="183964"/>
                  <a:pt x="353546" y="186300"/>
                </a:cubicBezTo>
                <a:cubicBezTo>
                  <a:pt x="352649" y="192579"/>
                  <a:pt x="349548" y="198336"/>
                  <a:pt x="344793" y="202536"/>
                </a:cubicBezTo>
                <a:cubicBezTo>
                  <a:pt x="343546" y="203591"/>
                  <a:pt x="342195" y="204516"/>
                  <a:pt x="340762" y="205298"/>
                </a:cubicBezTo>
                <a:cubicBezTo>
                  <a:pt x="359732" y="203144"/>
                  <a:pt x="374173" y="200438"/>
                  <a:pt x="381076" y="199140"/>
                </a:cubicBezTo>
                <a:lnTo>
                  <a:pt x="384251" y="198533"/>
                </a:lnTo>
                <a:lnTo>
                  <a:pt x="384086" y="198533"/>
                </a:lnTo>
                <a:cubicBezTo>
                  <a:pt x="387206" y="198008"/>
                  <a:pt x="390243" y="197345"/>
                  <a:pt x="392728" y="196738"/>
                </a:cubicBezTo>
                <a:cubicBezTo>
                  <a:pt x="389001" y="203782"/>
                  <a:pt x="384511" y="210392"/>
                  <a:pt x="379336" y="216453"/>
                </a:cubicBezTo>
                <a:cubicBezTo>
                  <a:pt x="370603" y="226838"/>
                  <a:pt x="359881" y="235370"/>
                  <a:pt x="347803" y="241552"/>
                </a:cubicBezTo>
                <a:cubicBezTo>
                  <a:pt x="337175" y="246931"/>
                  <a:pt x="325758" y="250576"/>
                  <a:pt x="313978" y="252349"/>
                </a:cubicBezTo>
                <a:cubicBezTo>
                  <a:pt x="312148" y="252606"/>
                  <a:pt x="310303" y="252724"/>
                  <a:pt x="308456" y="252708"/>
                </a:cubicBezTo>
                <a:cubicBezTo>
                  <a:pt x="305010" y="252694"/>
                  <a:pt x="301569" y="252445"/>
                  <a:pt x="298156" y="251962"/>
                </a:cubicBezTo>
                <a:lnTo>
                  <a:pt x="294898" y="251493"/>
                </a:lnTo>
                <a:lnTo>
                  <a:pt x="301222" y="277918"/>
                </a:lnTo>
                <a:lnTo>
                  <a:pt x="280153" y="279271"/>
                </a:lnTo>
                <a:lnTo>
                  <a:pt x="259058" y="277918"/>
                </a:lnTo>
                <a:lnTo>
                  <a:pt x="265381" y="251493"/>
                </a:lnTo>
                <a:lnTo>
                  <a:pt x="262123" y="251962"/>
                </a:lnTo>
                <a:cubicBezTo>
                  <a:pt x="258710" y="252445"/>
                  <a:pt x="255269" y="252694"/>
                  <a:pt x="251823" y="252708"/>
                </a:cubicBezTo>
                <a:cubicBezTo>
                  <a:pt x="249976" y="252727"/>
                  <a:pt x="248129" y="252606"/>
                  <a:pt x="246301" y="252349"/>
                </a:cubicBezTo>
                <a:cubicBezTo>
                  <a:pt x="234513" y="250582"/>
                  <a:pt x="223085" y="246937"/>
                  <a:pt x="212448" y="241552"/>
                </a:cubicBezTo>
                <a:cubicBezTo>
                  <a:pt x="200368" y="235373"/>
                  <a:pt x="189649" y="226838"/>
                  <a:pt x="180915" y="216453"/>
                </a:cubicBezTo>
                <a:cubicBezTo>
                  <a:pt x="175741" y="210392"/>
                  <a:pt x="171251" y="203782"/>
                  <a:pt x="167523" y="196738"/>
                </a:cubicBezTo>
                <a:cubicBezTo>
                  <a:pt x="170036" y="197345"/>
                  <a:pt x="173129" y="198008"/>
                  <a:pt x="176166" y="198533"/>
                </a:cubicBezTo>
                <a:lnTo>
                  <a:pt x="179369" y="199140"/>
                </a:lnTo>
                <a:cubicBezTo>
                  <a:pt x="186244" y="200438"/>
                  <a:pt x="200658" y="203144"/>
                  <a:pt x="219655" y="205270"/>
                </a:cubicBezTo>
                <a:cubicBezTo>
                  <a:pt x="218222" y="204544"/>
                  <a:pt x="216869" y="203663"/>
                  <a:pt x="215624" y="202647"/>
                </a:cubicBezTo>
                <a:cubicBezTo>
                  <a:pt x="210883" y="198439"/>
                  <a:pt x="207782" y="192687"/>
                  <a:pt x="206871" y="186411"/>
                </a:cubicBezTo>
                <a:cubicBezTo>
                  <a:pt x="198662" y="184067"/>
                  <a:pt x="191347" y="179303"/>
                  <a:pt x="185885" y="172743"/>
                </a:cubicBezTo>
                <a:cubicBezTo>
                  <a:pt x="180454" y="165942"/>
                  <a:pt x="177478" y="157506"/>
                  <a:pt x="177436" y="148803"/>
                </a:cubicBezTo>
                <a:lnTo>
                  <a:pt x="177436" y="145710"/>
                </a:lnTo>
                <a:lnTo>
                  <a:pt x="180363" y="146705"/>
                </a:lnTo>
                <a:cubicBezTo>
                  <a:pt x="208014" y="155372"/>
                  <a:pt x="236846" y="159674"/>
                  <a:pt x="265823" y="159461"/>
                </a:cubicBezTo>
                <a:cubicBezTo>
                  <a:pt x="266844" y="154132"/>
                  <a:pt x="269854" y="138697"/>
                  <a:pt x="270158" y="137151"/>
                </a:cubicBezTo>
                <a:lnTo>
                  <a:pt x="270158" y="136792"/>
                </a:lnTo>
                <a:cubicBezTo>
                  <a:pt x="270710" y="133948"/>
                  <a:pt x="272367" y="125360"/>
                  <a:pt x="280071" y="125360"/>
                </a:cubicBezTo>
                <a:lnTo>
                  <a:pt x="280430" y="125360"/>
                </a:lnTo>
                <a:cubicBezTo>
                  <a:pt x="284281" y="125360"/>
                  <a:pt x="286628" y="127528"/>
                  <a:pt x="288081" y="130041"/>
                </a:cubicBezTo>
                <a:lnTo>
                  <a:pt x="290062" y="135884"/>
                </a:lnTo>
                <a:lnTo>
                  <a:pt x="296721" y="133451"/>
                </a:lnTo>
                <a:cubicBezTo>
                  <a:pt x="294487" y="129938"/>
                  <a:pt x="293516" y="125772"/>
                  <a:pt x="293960" y="121633"/>
                </a:cubicBezTo>
                <a:cubicBezTo>
                  <a:pt x="294968" y="117286"/>
                  <a:pt x="297246" y="113335"/>
                  <a:pt x="300504" y="110284"/>
                </a:cubicBezTo>
                <a:cubicBezTo>
                  <a:pt x="301749" y="114420"/>
                  <a:pt x="302465" y="118697"/>
                  <a:pt x="302630" y="123013"/>
                </a:cubicBezTo>
                <a:cubicBezTo>
                  <a:pt x="302796" y="127818"/>
                  <a:pt x="297853" y="132484"/>
                  <a:pt x="296887" y="133340"/>
                </a:cubicBezTo>
                <a:lnTo>
                  <a:pt x="310272" y="125452"/>
                </a:lnTo>
                <a:lnTo>
                  <a:pt x="307739" y="114481"/>
                </a:lnTo>
                <a:cubicBezTo>
                  <a:pt x="308578" y="110110"/>
                  <a:pt x="310657" y="106076"/>
                  <a:pt x="313730" y="102856"/>
                </a:cubicBezTo>
                <a:cubicBezTo>
                  <a:pt x="314967" y="107045"/>
                  <a:pt x="315707" y="111364"/>
                  <a:pt x="315939" y="115724"/>
                </a:cubicBezTo>
                <a:lnTo>
                  <a:pt x="316022" y="115724"/>
                </a:lnTo>
                <a:cubicBezTo>
                  <a:pt x="316091" y="118430"/>
                  <a:pt x="314710" y="121108"/>
                  <a:pt x="313313" y="123110"/>
                </a:cubicBezTo>
                <a:lnTo>
                  <a:pt x="312385" y="124207"/>
                </a:lnTo>
                <a:lnTo>
                  <a:pt x="322704" y="118126"/>
                </a:lnTo>
                <a:cubicBezTo>
                  <a:pt x="320667" y="114661"/>
                  <a:pt x="319758" y="110646"/>
                  <a:pt x="320109" y="106639"/>
                </a:cubicBezTo>
                <a:cubicBezTo>
                  <a:pt x="320876" y="102511"/>
                  <a:pt x="322790" y="98684"/>
                  <a:pt x="325631" y="95594"/>
                </a:cubicBezTo>
                <a:cubicBezTo>
                  <a:pt x="326777" y="99617"/>
                  <a:pt x="327454" y="103759"/>
                  <a:pt x="327647" y="107937"/>
                </a:cubicBezTo>
                <a:cubicBezTo>
                  <a:pt x="327895" y="112576"/>
                  <a:pt x="323533" y="117325"/>
                  <a:pt x="322787" y="118098"/>
                </a:cubicBezTo>
                <a:cubicBezTo>
                  <a:pt x="325626" y="115840"/>
                  <a:pt x="328301" y="113388"/>
                  <a:pt x="330795" y="110753"/>
                </a:cubicBezTo>
                <a:cubicBezTo>
                  <a:pt x="331402" y="110091"/>
                  <a:pt x="332092" y="109235"/>
                  <a:pt x="332589" y="108600"/>
                </a:cubicBezTo>
                <a:cubicBezTo>
                  <a:pt x="331924" y="105214"/>
                  <a:pt x="332482" y="101699"/>
                  <a:pt x="334163" y="98687"/>
                </a:cubicBezTo>
                <a:cubicBezTo>
                  <a:pt x="336024" y="95186"/>
                  <a:pt x="338915" y="92342"/>
                  <a:pt x="342447" y="90541"/>
                </a:cubicBezTo>
                <a:close/>
                <a:moveTo>
                  <a:pt x="164762" y="89105"/>
                </a:moveTo>
                <a:cubicBezTo>
                  <a:pt x="164762" y="89105"/>
                  <a:pt x="163106" y="90127"/>
                  <a:pt x="163106" y="90127"/>
                </a:cubicBezTo>
                <a:cubicBezTo>
                  <a:pt x="162763" y="90608"/>
                  <a:pt x="162343" y="91027"/>
                  <a:pt x="161863" y="91370"/>
                </a:cubicBezTo>
                <a:cubicBezTo>
                  <a:pt x="161532" y="91563"/>
                  <a:pt x="160455" y="89906"/>
                  <a:pt x="159488" y="90486"/>
                </a:cubicBezTo>
                <a:cubicBezTo>
                  <a:pt x="159212" y="90652"/>
                  <a:pt x="158991" y="91314"/>
                  <a:pt x="158743" y="91729"/>
                </a:cubicBezTo>
                <a:cubicBezTo>
                  <a:pt x="158315" y="92830"/>
                  <a:pt x="158315" y="94051"/>
                  <a:pt x="158743" y="95153"/>
                </a:cubicBezTo>
                <a:cubicBezTo>
                  <a:pt x="158743" y="95539"/>
                  <a:pt x="158577" y="96340"/>
                  <a:pt x="158743" y="96616"/>
                </a:cubicBezTo>
                <a:cubicBezTo>
                  <a:pt x="158909" y="96892"/>
                  <a:pt x="159461" y="97168"/>
                  <a:pt x="159599" y="97417"/>
                </a:cubicBezTo>
                <a:cubicBezTo>
                  <a:pt x="159737" y="97665"/>
                  <a:pt x="159958" y="98438"/>
                  <a:pt x="160123" y="98714"/>
                </a:cubicBezTo>
                <a:cubicBezTo>
                  <a:pt x="160703" y="99874"/>
                  <a:pt x="161891" y="99736"/>
                  <a:pt x="162885" y="99156"/>
                </a:cubicBezTo>
                <a:cubicBezTo>
                  <a:pt x="163354" y="98853"/>
                  <a:pt x="163851" y="97748"/>
                  <a:pt x="164100" y="97500"/>
                </a:cubicBezTo>
                <a:cubicBezTo>
                  <a:pt x="164348" y="97251"/>
                  <a:pt x="164983" y="97223"/>
                  <a:pt x="165259" y="96671"/>
                </a:cubicBezTo>
                <a:cubicBezTo>
                  <a:pt x="165546" y="96249"/>
                  <a:pt x="165762" y="95782"/>
                  <a:pt x="165894" y="95291"/>
                </a:cubicBezTo>
                <a:lnTo>
                  <a:pt x="165894" y="95180"/>
                </a:lnTo>
                <a:cubicBezTo>
                  <a:pt x="165977" y="94517"/>
                  <a:pt x="165618" y="94131"/>
                  <a:pt x="165756" y="93551"/>
                </a:cubicBezTo>
                <a:cubicBezTo>
                  <a:pt x="165701" y="93247"/>
                  <a:pt x="166170" y="92778"/>
                  <a:pt x="166170" y="92557"/>
                </a:cubicBezTo>
                <a:cubicBezTo>
                  <a:pt x="166220" y="92137"/>
                  <a:pt x="166306" y="91720"/>
                  <a:pt x="166419" y="91314"/>
                </a:cubicBezTo>
                <a:cubicBezTo>
                  <a:pt x="166347" y="90897"/>
                  <a:pt x="166187" y="90503"/>
                  <a:pt x="165950" y="90155"/>
                </a:cubicBezTo>
                <a:cubicBezTo>
                  <a:pt x="165903" y="89771"/>
                  <a:pt x="165751" y="89406"/>
                  <a:pt x="165508" y="89105"/>
                </a:cubicBezTo>
                <a:cubicBezTo>
                  <a:pt x="165314" y="88857"/>
                  <a:pt x="164762" y="89105"/>
                  <a:pt x="164762" y="89105"/>
                </a:cubicBezTo>
                <a:close/>
                <a:moveTo>
                  <a:pt x="1135700" y="86645"/>
                </a:moveTo>
                <a:cubicBezTo>
                  <a:pt x="1138154" y="86735"/>
                  <a:pt x="1140599" y="86992"/>
                  <a:pt x="1143017" y="87415"/>
                </a:cubicBezTo>
                <a:cubicBezTo>
                  <a:pt x="1146030" y="87609"/>
                  <a:pt x="1149053" y="87609"/>
                  <a:pt x="1152066" y="87415"/>
                </a:cubicBezTo>
                <a:cubicBezTo>
                  <a:pt x="1154376" y="87415"/>
                  <a:pt x="1155820" y="90399"/>
                  <a:pt x="1156783" y="91169"/>
                </a:cubicBezTo>
                <a:cubicBezTo>
                  <a:pt x="1157746" y="91939"/>
                  <a:pt x="1163811" y="92228"/>
                  <a:pt x="1165255" y="93768"/>
                </a:cubicBezTo>
                <a:cubicBezTo>
                  <a:pt x="1166698" y="95308"/>
                  <a:pt x="1166506" y="100218"/>
                  <a:pt x="1168046" y="103394"/>
                </a:cubicBezTo>
                <a:cubicBezTo>
                  <a:pt x="1169587" y="106572"/>
                  <a:pt x="1174207" y="108208"/>
                  <a:pt x="1174592" y="117834"/>
                </a:cubicBezTo>
                <a:cubicBezTo>
                  <a:pt x="1174977" y="127461"/>
                  <a:pt x="1172378" y="127653"/>
                  <a:pt x="1166506" y="132660"/>
                </a:cubicBezTo>
                <a:cubicBezTo>
                  <a:pt x="1164869" y="134777"/>
                  <a:pt x="1165062" y="138146"/>
                  <a:pt x="1168046" y="137568"/>
                </a:cubicBezTo>
                <a:cubicBezTo>
                  <a:pt x="1173341" y="136509"/>
                  <a:pt x="1192401" y="132274"/>
                  <a:pt x="1196926" y="130830"/>
                </a:cubicBezTo>
                <a:cubicBezTo>
                  <a:pt x="1202304" y="129145"/>
                  <a:pt x="1207808" y="127889"/>
                  <a:pt x="1213387" y="127076"/>
                </a:cubicBezTo>
                <a:cubicBezTo>
                  <a:pt x="1215216" y="126883"/>
                  <a:pt x="1218200" y="129482"/>
                  <a:pt x="1220414" y="130060"/>
                </a:cubicBezTo>
                <a:cubicBezTo>
                  <a:pt x="1222628" y="130637"/>
                  <a:pt x="1226960" y="130445"/>
                  <a:pt x="1227730" y="132467"/>
                </a:cubicBezTo>
                <a:cubicBezTo>
                  <a:pt x="1229230" y="136301"/>
                  <a:pt x="1232495" y="139171"/>
                  <a:pt x="1236490" y="140168"/>
                </a:cubicBezTo>
                <a:lnTo>
                  <a:pt x="1236298" y="140168"/>
                </a:lnTo>
                <a:cubicBezTo>
                  <a:pt x="1238366" y="140685"/>
                  <a:pt x="1239921" y="142393"/>
                  <a:pt x="1240244" y="144499"/>
                </a:cubicBezTo>
                <a:cubicBezTo>
                  <a:pt x="1240244" y="146329"/>
                  <a:pt x="1239763" y="149409"/>
                  <a:pt x="1239763" y="153356"/>
                </a:cubicBezTo>
                <a:cubicBezTo>
                  <a:pt x="1239185" y="159517"/>
                  <a:pt x="1228597" y="163849"/>
                  <a:pt x="1223976" y="166737"/>
                </a:cubicBezTo>
                <a:cubicBezTo>
                  <a:pt x="1222436" y="167796"/>
                  <a:pt x="1220895" y="164234"/>
                  <a:pt x="1215505" y="164234"/>
                </a:cubicBezTo>
                <a:cubicBezTo>
                  <a:pt x="1213675" y="164330"/>
                  <a:pt x="1202990" y="165197"/>
                  <a:pt x="1201161" y="165197"/>
                </a:cubicBezTo>
                <a:lnTo>
                  <a:pt x="1189706" y="166545"/>
                </a:lnTo>
                <a:cubicBezTo>
                  <a:pt x="1187106" y="167122"/>
                  <a:pt x="1181715" y="168951"/>
                  <a:pt x="1179213" y="169721"/>
                </a:cubicBezTo>
                <a:cubicBezTo>
                  <a:pt x="1175633" y="170730"/>
                  <a:pt x="1172127" y="171985"/>
                  <a:pt x="1168719" y="173476"/>
                </a:cubicBezTo>
                <a:cubicBezTo>
                  <a:pt x="1167179" y="174438"/>
                  <a:pt x="1163426" y="172706"/>
                  <a:pt x="1159093" y="173476"/>
                </a:cubicBezTo>
                <a:cubicBezTo>
                  <a:pt x="1157169" y="173861"/>
                  <a:pt x="1150334" y="177999"/>
                  <a:pt x="1144461" y="179636"/>
                </a:cubicBezTo>
                <a:cubicBezTo>
                  <a:pt x="1132887" y="181661"/>
                  <a:pt x="1121467" y="184492"/>
                  <a:pt x="1110287" y="188107"/>
                </a:cubicBezTo>
                <a:cubicBezTo>
                  <a:pt x="1107784" y="190610"/>
                  <a:pt x="1102586" y="189551"/>
                  <a:pt x="1100661" y="190610"/>
                </a:cubicBezTo>
                <a:cubicBezTo>
                  <a:pt x="1098736" y="191670"/>
                  <a:pt x="1093634" y="191670"/>
                  <a:pt x="1091034" y="193017"/>
                </a:cubicBezTo>
                <a:cubicBezTo>
                  <a:pt x="1086703" y="195231"/>
                  <a:pt x="1084776" y="193980"/>
                  <a:pt x="1082370" y="195231"/>
                </a:cubicBezTo>
                <a:cubicBezTo>
                  <a:pt x="1080036" y="196101"/>
                  <a:pt x="1077534" y="196431"/>
                  <a:pt x="1075054" y="196193"/>
                </a:cubicBezTo>
                <a:cubicBezTo>
                  <a:pt x="1072380" y="196727"/>
                  <a:pt x="1069743" y="197434"/>
                  <a:pt x="1067161" y="198312"/>
                </a:cubicBezTo>
                <a:cubicBezTo>
                  <a:pt x="1064881" y="198838"/>
                  <a:pt x="1062510" y="198838"/>
                  <a:pt x="1060230" y="198312"/>
                </a:cubicBezTo>
                <a:cubicBezTo>
                  <a:pt x="1058411" y="198042"/>
                  <a:pt x="1056561" y="198042"/>
                  <a:pt x="1054742" y="198312"/>
                </a:cubicBezTo>
                <a:cubicBezTo>
                  <a:pt x="1052914" y="200718"/>
                  <a:pt x="1049448" y="200718"/>
                  <a:pt x="1045886" y="200718"/>
                </a:cubicBezTo>
                <a:cubicBezTo>
                  <a:pt x="1043273" y="201227"/>
                  <a:pt x="1040745" y="202103"/>
                  <a:pt x="1038377" y="203317"/>
                </a:cubicBezTo>
                <a:cubicBezTo>
                  <a:pt x="1037799" y="205051"/>
                  <a:pt x="1034720" y="206590"/>
                  <a:pt x="1031831" y="207072"/>
                </a:cubicBezTo>
                <a:cubicBezTo>
                  <a:pt x="1028944" y="207553"/>
                  <a:pt x="1030676" y="205243"/>
                  <a:pt x="1026537" y="203317"/>
                </a:cubicBezTo>
                <a:cubicBezTo>
                  <a:pt x="1024611" y="202740"/>
                  <a:pt x="1020280" y="204377"/>
                  <a:pt x="1016910" y="202740"/>
                </a:cubicBezTo>
                <a:cubicBezTo>
                  <a:pt x="1013541" y="201103"/>
                  <a:pt x="1013734" y="196386"/>
                  <a:pt x="1014408" y="192440"/>
                </a:cubicBezTo>
                <a:cubicBezTo>
                  <a:pt x="1014504" y="191573"/>
                  <a:pt x="1013927" y="187915"/>
                  <a:pt x="1013927" y="183968"/>
                </a:cubicBezTo>
                <a:cubicBezTo>
                  <a:pt x="1013512" y="181562"/>
                  <a:pt x="1014181" y="179096"/>
                  <a:pt x="1015755" y="177229"/>
                </a:cubicBezTo>
                <a:cubicBezTo>
                  <a:pt x="1021564" y="172926"/>
                  <a:pt x="1028080" y="169669"/>
                  <a:pt x="1035008" y="167603"/>
                </a:cubicBezTo>
                <a:cubicBezTo>
                  <a:pt x="1036837" y="167218"/>
                  <a:pt x="1038666" y="170491"/>
                  <a:pt x="1040111" y="170491"/>
                </a:cubicBezTo>
                <a:cubicBezTo>
                  <a:pt x="1041554" y="170491"/>
                  <a:pt x="1048293" y="166737"/>
                  <a:pt x="1051180" y="166737"/>
                </a:cubicBezTo>
                <a:cubicBezTo>
                  <a:pt x="1060129" y="165659"/>
                  <a:pt x="1068979" y="163890"/>
                  <a:pt x="1077653" y="161442"/>
                </a:cubicBezTo>
                <a:cubicBezTo>
                  <a:pt x="1082178" y="159902"/>
                  <a:pt x="1086317" y="162020"/>
                  <a:pt x="1088916" y="159902"/>
                </a:cubicBezTo>
                <a:cubicBezTo>
                  <a:pt x="1095691" y="157396"/>
                  <a:pt x="1102600" y="155275"/>
                  <a:pt x="1109613" y="153549"/>
                </a:cubicBezTo>
                <a:cubicBezTo>
                  <a:pt x="1112116" y="152971"/>
                  <a:pt x="1116736" y="151719"/>
                  <a:pt x="1118085" y="148639"/>
                </a:cubicBezTo>
                <a:cubicBezTo>
                  <a:pt x="1118229" y="146664"/>
                  <a:pt x="1117899" y="144684"/>
                  <a:pt x="1117122" y="142863"/>
                </a:cubicBezTo>
                <a:cubicBezTo>
                  <a:pt x="1115966" y="139879"/>
                  <a:pt x="1113656" y="140938"/>
                  <a:pt x="1111154" y="140938"/>
                </a:cubicBezTo>
                <a:cubicBezTo>
                  <a:pt x="1108774" y="140276"/>
                  <a:pt x="1106741" y="138725"/>
                  <a:pt x="1105474" y="136606"/>
                </a:cubicBezTo>
                <a:cubicBezTo>
                  <a:pt x="1105353" y="134529"/>
                  <a:pt x="1105820" y="132460"/>
                  <a:pt x="1106822" y="130637"/>
                </a:cubicBezTo>
                <a:cubicBezTo>
                  <a:pt x="1107592" y="128520"/>
                  <a:pt x="1108073" y="127653"/>
                  <a:pt x="1109036" y="124957"/>
                </a:cubicBezTo>
                <a:cubicBezTo>
                  <a:pt x="1109933" y="122627"/>
                  <a:pt x="1110704" y="120249"/>
                  <a:pt x="1111346" y="117834"/>
                </a:cubicBezTo>
                <a:cubicBezTo>
                  <a:pt x="1112598" y="113888"/>
                  <a:pt x="1105089" y="103010"/>
                  <a:pt x="1104126" y="100026"/>
                </a:cubicBezTo>
                <a:cubicBezTo>
                  <a:pt x="1103662" y="97768"/>
                  <a:pt x="1104475" y="95438"/>
                  <a:pt x="1106244" y="93961"/>
                </a:cubicBezTo>
                <a:cubicBezTo>
                  <a:pt x="1109517" y="90591"/>
                  <a:pt x="1113271" y="92131"/>
                  <a:pt x="1117122" y="92131"/>
                </a:cubicBezTo>
                <a:cubicBezTo>
                  <a:pt x="1119388" y="91737"/>
                  <a:pt x="1121549" y="90885"/>
                  <a:pt x="1123475" y="89629"/>
                </a:cubicBezTo>
                <a:cubicBezTo>
                  <a:pt x="1124727" y="88955"/>
                  <a:pt x="1126749" y="89917"/>
                  <a:pt x="1129540" y="88955"/>
                </a:cubicBezTo>
                <a:cubicBezTo>
                  <a:pt x="1132332" y="87993"/>
                  <a:pt x="1132332" y="86645"/>
                  <a:pt x="1135700" y="86645"/>
                </a:cubicBezTo>
                <a:close/>
                <a:moveTo>
                  <a:pt x="2406203" y="84911"/>
                </a:moveTo>
                <a:cubicBezTo>
                  <a:pt x="2410631" y="85200"/>
                  <a:pt x="2413808" y="89339"/>
                  <a:pt x="2416408" y="92805"/>
                </a:cubicBezTo>
                <a:cubicBezTo>
                  <a:pt x="2419006" y="96270"/>
                  <a:pt x="2415445" y="102335"/>
                  <a:pt x="2412075" y="105319"/>
                </a:cubicBezTo>
                <a:cubicBezTo>
                  <a:pt x="2408485" y="108292"/>
                  <a:pt x="2405620" y="112046"/>
                  <a:pt x="2403701" y="116293"/>
                </a:cubicBezTo>
                <a:cubicBezTo>
                  <a:pt x="2403123" y="117545"/>
                  <a:pt x="2403123" y="125438"/>
                  <a:pt x="2403701" y="125920"/>
                </a:cubicBezTo>
                <a:cubicBezTo>
                  <a:pt x="2404278" y="126401"/>
                  <a:pt x="2408610" y="129385"/>
                  <a:pt x="2408899" y="133717"/>
                </a:cubicBezTo>
                <a:cubicBezTo>
                  <a:pt x="2409188" y="138049"/>
                  <a:pt x="2405048" y="141418"/>
                  <a:pt x="2397539" y="156724"/>
                </a:cubicBezTo>
                <a:cubicBezTo>
                  <a:pt x="2397828" y="156917"/>
                  <a:pt x="2390801" y="166543"/>
                  <a:pt x="2388972" y="169142"/>
                </a:cubicBezTo>
                <a:cubicBezTo>
                  <a:pt x="2387142" y="171742"/>
                  <a:pt x="2393592" y="176169"/>
                  <a:pt x="2399368" y="174629"/>
                </a:cubicBezTo>
                <a:cubicBezTo>
                  <a:pt x="2402449" y="173763"/>
                  <a:pt x="2397539" y="182811"/>
                  <a:pt x="2404471" y="182811"/>
                </a:cubicBezTo>
                <a:cubicBezTo>
                  <a:pt x="2409765" y="182811"/>
                  <a:pt x="2416119" y="178095"/>
                  <a:pt x="2414097" y="173185"/>
                </a:cubicBezTo>
                <a:cubicBezTo>
                  <a:pt x="2412364" y="171549"/>
                  <a:pt x="2408995" y="173185"/>
                  <a:pt x="2405722" y="170394"/>
                </a:cubicBezTo>
                <a:cubicBezTo>
                  <a:pt x="2402449" y="167602"/>
                  <a:pt x="2402546" y="160767"/>
                  <a:pt x="2403797" y="160767"/>
                </a:cubicBezTo>
                <a:cubicBezTo>
                  <a:pt x="2406017" y="159903"/>
                  <a:pt x="2407928" y="158395"/>
                  <a:pt x="2409284" y="156435"/>
                </a:cubicBezTo>
                <a:cubicBezTo>
                  <a:pt x="2410343" y="155376"/>
                  <a:pt x="2413711" y="152970"/>
                  <a:pt x="2413711" y="151237"/>
                </a:cubicBezTo>
                <a:cubicBezTo>
                  <a:pt x="2413711" y="149504"/>
                  <a:pt x="2408707" y="148253"/>
                  <a:pt x="2412942" y="142092"/>
                </a:cubicBezTo>
                <a:cubicBezTo>
                  <a:pt x="2415638" y="138145"/>
                  <a:pt x="2419006" y="138530"/>
                  <a:pt x="2420739" y="138145"/>
                </a:cubicBezTo>
                <a:cubicBezTo>
                  <a:pt x="2422472" y="137760"/>
                  <a:pt x="2424205" y="133621"/>
                  <a:pt x="2425167" y="131503"/>
                </a:cubicBezTo>
                <a:cubicBezTo>
                  <a:pt x="2426267" y="129202"/>
                  <a:pt x="2426951" y="126725"/>
                  <a:pt x="2427189" y="124187"/>
                </a:cubicBezTo>
                <a:cubicBezTo>
                  <a:pt x="2427285" y="118123"/>
                  <a:pt x="2420450" y="115426"/>
                  <a:pt x="2421606" y="110709"/>
                </a:cubicBezTo>
                <a:cubicBezTo>
                  <a:pt x="2424012" y="101179"/>
                  <a:pt x="2447213" y="97522"/>
                  <a:pt x="2449619" y="95885"/>
                </a:cubicBezTo>
                <a:cubicBezTo>
                  <a:pt x="2450292" y="95404"/>
                  <a:pt x="2450870" y="93286"/>
                  <a:pt x="2452122" y="92324"/>
                </a:cubicBezTo>
                <a:cubicBezTo>
                  <a:pt x="2454529" y="90498"/>
                  <a:pt x="2457739" y="90130"/>
                  <a:pt x="2460497" y="91361"/>
                </a:cubicBezTo>
                <a:cubicBezTo>
                  <a:pt x="2463695" y="92946"/>
                  <a:pt x="2466726" y="94849"/>
                  <a:pt x="2469546" y="97040"/>
                </a:cubicBezTo>
                <a:cubicBezTo>
                  <a:pt x="2471384" y="98725"/>
                  <a:pt x="2472253" y="101220"/>
                  <a:pt x="2471856" y="103682"/>
                </a:cubicBezTo>
                <a:cubicBezTo>
                  <a:pt x="2471470" y="106570"/>
                  <a:pt x="2469931" y="114657"/>
                  <a:pt x="2470797" y="115330"/>
                </a:cubicBezTo>
                <a:cubicBezTo>
                  <a:pt x="2471663" y="116004"/>
                  <a:pt x="2462615" y="120914"/>
                  <a:pt x="2458475" y="124957"/>
                </a:cubicBezTo>
                <a:cubicBezTo>
                  <a:pt x="2453221" y="131710"/>
                  <a:pt x="2449895" y="139761"/>
                  <a:pt x="2448849" y="148253"/>
                </a:cubicBezTo>
                <a:cubicBezTo>
                  <a:pt x="2448656" y="149023"/>
                  <a:pt x="2446249" y="154799"/>
                  <a:pt x="2445960" y="156339"/>
                </a:cubicBezTo>
                <a:cubicBezTo>
                  <a:pt x="2445671" y="157880"/>
                  <a:pt x="2444613" y="162211"/>
                  <a:pt x="2443554" y="165966"/>
                </a:cubicBezTo>
                <a:cubicBezTo>
                  <a:pt x="2442235" y="169872"/>
                  <a:pt x="2441584" y="173972"/>
                  <a:pt x="2441629" y="178095"/>
                </a:cubicBezTo>
                <a:cubicBezTo>
                  <a:pt x="2441918" y="180501"/>
                  <a:pt x="2445190" y="179828"/>
                  <a:pt x="2447212" y="179828"/>
                </a:cubicBezTo>
                <a:cubicBezTo>
                  <a:pt x="2451323" y="178891"/>
                  <a:pt x="2455091" y="176823"/>
                  <a:pt x="2458090" y="173859"/>
                </a:cubicBezTo>
                <a:cubicBezTo>
                  <a:pt x="2460575" y="173441"/>
                  <a:pt x="2463113" y="173441"/>
                  <a:pt x="2465598" y="173859"/>
                </a:cubicBezTo>
                <a:cubicBezTo>
                  <a:pt x="2467524" y="174437"/>
                  <a:pt x="2469545" y="177614"/>
                  <a:pt x="2471663" y="178288"/>
                </a:cubicBezTo>
                <a:cubicBezTo>
                  <a:pt x="2473781" y="178961"/>
                  <a:pt x="2476765" y="179154"/>
                  <a:pt x="2478498" y="180309"/>
                </a:cubicBezTo>
                <a:cubicBezTo>
                  <a:pt x="2480231" y="181464"/>
                  <a:pt x="2483985" y="180309"/>
                  <a:pt x="2486296" y="183100"/>
                </a:cubicBezTo>
                <a:lnTo>
                  <a:pt x="2486874" y="183004"/>
                </a:lnTo>
                <a:cubicBezTo>
                  <a:pt x="2490076" y="188364"/>
                  <a:pt x="2491525" y="194591"/>
                  <a:pt x="2491013" y="200813"/>
                </a:cubicBezTo>
                <a:cubicBezTo>
                  <a:pt x="2490856" y="206451"/>
                  <a:pt x="2489337" y="211967"/>
                  <a:pt x="2486585" y="216890"/>
                </a:cubicBezTo>
                <a:cubicBezTo>
                  <a:pt x="2479290" y="221334"/>
                  <a:pt x="2470865" y="223574"/>
                  <a:pt x="2462326" y="223340"/>
                </a:cubicBezTo>
                <a:cubicBezTo>
                  <a:pt x="2459495" y="223331"/>
                  <a:pt x="2456783" y="224479"/>
                  <a:pt x="2454817" y="226516"/>
                </a:cubicBezTo>
                <a:cubicBezTo>
                  <a:pt x="2451622" y="227528"/>
                  <a:pt x="2448153" y="227216"/>
                  <a:pt x="2445190" y="225650"/>
                </a:cubicBezTo>
                <a:cubicBezTo>
                  <a:pt x="2441239" y="224683"/>
                  <a:pt x="2437110" y="224683"/>
                  <a:pt x="2433157" y="225650"/>
                </a:cubicBezTo>
                <a:cubicBezTo>
                  <a:pt x="2424728" y="227945"/>
                  <a:pt x="2417390" y="233166"/>
                  <a:pt x="2412460" y="240378"/>
                </a:cubicBezTo>
                <a:cubicBezTo>
                  <a:pt x="2410630" y="243659"/>
                  <a:pt x="2408017" y="246436"/>
                  <a:pt x="2404856" y="248464"/>
                </a:cubicBezTo>
                <a:cubicBezTo>
                  <a:pt x="2400269" y="251550"/>
                  <a:pt x="2396180" y="255316"/>
                  <a:pt x="2392726" y="259631"/>
                </a:cubicBezTo>
                <a:cubicBezTo>
                  <a:pt x="2390669" y="263072"/>
                  <a:pt x="2389983" y="267161"/>
                  <a:pt x="2390801" y="271087"/>
                </a:cubicBezTo>
                <a:cubicBezTo>
                  <a:pt x="2391186" y="272242"/>
                  <a:pt x="2393785" y="272915"/>
                  <a:pt x="2396577" y="272242"/>
                </a:cubicBezTo>
                <a:cubicBezTo>
                  <a:pt x="2399966" y="270679"/>
                  <a:pt x="2403437" y="269298"/>
                  <a:pt x="2406973" y="268102"/>
                </a:cubicBezTo>
                <a:cubicBezTo>
                  <a:pt x="2409765" y="267717"/>
                  <a:pt x="2411498" y="264252"/>
                  <a:pt x="2413808" y="264444"/>
                </a:cubicBezTo>
                <a:cubicBezTo>
                  <a:pt x="2416119" y="264637"/>
                  <a:pt x="2419199" y="268968"/>
                  <a:pt x="2425745" y="270509"/>
                </a:cubicBezTo>
                <a:cubicBezTo>
                  <a:pt x="2427767" y="271087"/>
                  <a:pt x="2431521" y="273493"/>
                  <a:pt x="2437393" y="275322"/>
                </a:cubicBezTo>
                <a:cubicBezTo>
                  <a:pt x="2438163" y="275514"/>
                  <a:pt x="2442784" y="276478"/>
                  <a:pt x="2441918" y="279943"/>
                </a:cubicBezTo>
                <a:cubicBezTo>
                  <a:pt x="2441767" y="284148"/>
                  <a:pt x="2440751" y="288277"/>
                  <a:pt x="2438933" y="292072"/>
                </a:cubicBezTo>
                <a:cubicBezTo>
                  <a:pt x="2436912" y="294478"/>
                  <a:pt x="2434506" y="297463"/>
                  <a:pt x="2432002" y="298041"/>
                </a:cubicBezTo>
                <a:cubicBezTo>
                  <a:pt x="2427477" y="298907"/>
                  <a:pt x="2424782" y="299003"/>
                  <a:pt x="2419776" y="300351"/>
                </a:cubicBezTo>
                <a:cubicBezTo>
                  <a:pt x="2417274" y="301025"/>
                  <a:pt x="2415445" y="302468"/>
                  <a:pt x="2411498" y="303143"/>
                </a:cubicBezTo>
                <a:cubicBezTo>
                  <a:pt x="2407551" y="303817"/>
                  <a:pt x="2392245" y="306704"/>
                  <a:pt x="2392245" y="311806"/>
                </a:cubicBezTo>
                <a:cubicBezTo>
                  <a:pt x="2392768" y="316216"/>
                  <a:pt x="2393057" y="320651"/>
                  <a:pt x="2393111" y="325091"/>
                </a:cubicBezTo>
                <a:cubicBezTo>
                  <a:pt x="2392891" y="328906"/>
                  <a:pt x="2392408" y="332701"/>
                  <a:pt x="2391667" y="336450"/>
                </a:cubicBezTo>
                <a:cubicBezTo>
                  <a:pt x="2390024" y="340593"/>
                  <a:pt x="2389111" y="344991"/>
                  <a:pt x="2388972" y="349446"/>
                </a:cubicBezTo>
                <a:cubicBezTo>
                  <a:pt x="2389261" y="353489"/>
                  <a:pt x="2384544" y="357340"/>
                  <a:pt x="2383966" y="358110"/>
                </a:cubicBezTo>
                <a:cubicBezTo>
                  <a:pt x="2380885" y="364752"/>
                  <a:pt x="2381367" y="374571"/>
                  <a:pt x="2374339" y="376785"/>
                </a:cubicBezTo>
                <a:cubicBezTo>
                  <a:pt x="2369768" y="378757"/>
                  <a:pt x="2365074" y="380430"/>
                  <a:pt x="2360285" y="381790"/>
                </a:cubicBezTo>
                <a:cubicBezTo>
                  <a:pt x="2356408" y="382300"/>
                  <a:pt x="2352618" y="383336"/>
                  <a:pt x="2349022" y="384871"/>
                </a:cubicBezTo>
                <a:cubicBezTo>
                  <a:pt x="2343489" y="386481"/>
                  <a:pt x="2337612" y="386481"/>
                  <a:pt x="2332080" y="384871"/>
                </a:cubicBezTo>
                <a:cubicBezTo>
                  <a:pt x="2330057" y="383235"/>
                  <a:pt x="2331021" y="377844"/>
                  <a:pt x="2331021" y="374667"/>
                </a:cubicBezTo>
                <a:cubicBezTo>
                  <a:pt x="2330925" y="368794"/>
                  <a:pt x="2316099" y="362634"/>
                  <a:pt x="2314655" y="359168"/>
                </a:cubicBezTo>
                <a:cubicBezTo>
                  <a:pt x="2313211" y="355703"/>
                  <a:pt x="2318314" y="355800"/>
                  <a:pt x="2323415" y="354836"/>
                </a:cubicBezTo>
                <a:cubicBezTo>
                  <a:pt x="2332176" y="353296"/>
                  <a:pt x="2340454" y="352334"/>
                  <a:pt x="2344594" y="350986"/>
                </a:cubicBezTo>
                <a:cubicBezTo>
                  <a:pt x="2353258" y="347809"/>
                  <a:pt x="2356916" y="330097"/>
                  <a:pt x="2361247" y="322106"/>
                </a:cubicBezTo>
                <a:cubicBezTo>
                  <a:pt x="2362596" y="319604"/>
                  <a:pt x="2362210" y="315560"/>
                  <a:pt x="2356627" y="315560"/>
                </a:cubicBezTo>
                <a:cubicBezTo>
                  <a:pt x="2351354" y="316006"/>
                  <a:pt x="2346133" y="316941"/>
                  <a:pt x="2341032" y="318353"/>
                </a:cubicBezTo>
                <a:cubicBezTo>
                  <a:pt x="2335763" y="319736"/>
                  <a:pt x="2330384" y="320670"/>
                  <a:pt x="2324956" y="321144"/>
                </a:cubicBezTo>
                <a:cubicBezTo>
                  <a:pt x="2321394" y="321336"/>
                  <a:pt x="2313885" y="325861"/>
                  <a:pt x="2311768" y="325861"/>
                </a:cubicBezTo>
                <a:cubicBezTo>
                  <a:pt x="2307917" y="325957"/>
                  <a:pt x="2304548" y="327497"/>
                  <a:pt x="2299927" y="322974"/>
                </a:cubicBezTo>
                <a:cubicBezTo>
                  <a:pt x="2298223" y="321977"/>
                  <a:pt x="2296416" y="321170"/>
                  <a:pt x="2294536" y="320566"/>
                </a:cubicBezTo>
                <a:cubicBezTo>
                  <a:pt x="2291937" y="319219"/>
                  <a:pt x="2293285" y="313924"/>
                  <a:pt x="2293285" y="311903"/>
                </a:cubicBezTo>
                <a:cubicBezTo>
                  <a:pt x="2293567" y="307836"/>
                  <a:pt x="2294375" y="303824"/>
                  <a:pt x="2295691" y="299966"/>
                </a:cubicBezTo>
                <a:cubicBezTo>
                  <a:pt x="2299044" y="295097"/>
                  <a:pt x="2304279" y="291852"/>
                  <a:pt x="2310130" y="291013"/>
                </a:cubicBezTo>
                <a:cubicBezTo>
                  <a:pt x="2312153" y="291013"/>
                  <a:pt x="2318507" y="293708"/>
                  <a:pt x="2320624" y="293708"/>
                </a:cubicBezTo>
                <a:cubicBezTo>
                  <a:pt x="2322741" y="293708"/>
                  <a:pt x="2327459" y="289184"/>
                  <a:pt x="2330828" y="287355"/>
                </a:cubicBezTo>
                <a:cubicBezTo>
                  <a:pt x="2334920" y="285851"/>
                  <a:pt x="2339141" y="284723"/>
                  <a:pt x="2343439" y="283986"/>
                </a:cubicBezTo>
                <a:cubicBezTo>
                  <a:pt x="2346174" y="283145"/>
                  <a:pt x="2348745" y="281842"/>
                  <a:pt x="2351044" y="280135"/>
                </a:cubicBezTo>
                <a:cubicBezTo>
                  <a:pt x="2353161" y="278884"/>
                  <a:pt x="2352969" y="277825"/>
                  <a:pt x="2353739" y="275707"/>
                </a:cubicBezTo>
                <a:cubicBezTo>
                  <a:pt x="2354509" y="273589"/>
                  <a:pt x="2354124" y="268102"/>
                  <a:pt x="2355086" y="266081"/>
                </a:cubicBezTo>
                <a:cubicBezTo>
                  <a:pt x="2356636" y="263018"/>
                  <a:pt x="2357830" y="259788"/>
                  <a:pt x="2358649" y="256455"/>
                </a:cubicBezTo>
                <a:cubicBezTo>
                  <a:pt x="2359130" y="253759"/>
                  <a:pt x="2353354" y="255780"/>
                  <a:pt x="2351333" y="255780"/>
                </a:cubicBezTo>
                <a:cubicBezTo>
                  <a:pt x="2348149" y="256657"/>
                  <a:pt x="2345321" y="258508"/>
                  <a:pt x="2343246" y="261075"/>
                </a:cubicBezTo>
                <a:cubicBezTo>
                  <a:pt x="2340650" y="263403"/>
                  <a:pt x="2337502" y="265027"/>
                  <a:pt x="2334100" y="265792"/>
                </a:cubicBezTo>
                <a:cubicBezTo>
                  <a:pt x="2331607" y="266657"/>
                  <a:pt x="2328893" y="266657"/>
                  <a:pt x="2326400" y="265792"/>
                </a:cubicBezTo>
                <a:cubicBezTo>
                  <a:pt x="2323511" y="264252"/>
                  <a:pt x="2323511" y="262230"/>
                  <a:pt x="2323512" y="258765"/>
                </a:cubicBezTo>
                <a:cubicBezTo>
                  <a:pt x="2323212" y="255137"/>
                  <a:pt x="2323946" y="251499"/>
                  <a:pt x="2325630" y="248271"/>
                </a:cubicBezTo>
                <a:cubicBezTo>
                  <a:pt x="2327362" y="246250"/>
                  <a:pt x="2326689" y="235468"/>
                  <a:pt x="2333716" y="229018"/>
                </a:cubicBezTo>
                <a:cubicBezTo>
                  <a:pt x="2336026" y="226997"/>
                  <a:pt x="2342476" y="229789"/>
                  <a:pt x="2345075" y="228248"/>
                </a:cubicBezTo>
                <a:cubicBezTo>
                  <a:pt x="2346438" y="227248"/>
                  <a:pt x="2347852" y="226316"/>
                  <a:pt x="2349310" y="225457"/>
                </a:cubicBezTo>
                <a:cubicBezTo>
                  <a:pt x="2351621" y="224495"/>
                  <a:pt x="2357013" y="225168"/>
                  <a:pt x="2359804" y="224495"/>
                </a:cubicBezTo>
                <a:cubicBezTo>
                  <a:pt x="2363851" y="223796"/>
                  <a:pt x="2367841" y="222799"/>
                  <a:pt x="2371741" y="221510"/>
                </a:cubicBezTo>
                <a:cubicBezTo>
                  <a:pt x="2373185" y="221029"/>
                  <a:pt x="2378960" y="221029"/>
                  <a:pt x="2380693" y="219970"/>
                </a:cubicBezTo>
                <a:cubicBezTo>
                  <a:pt x="2382426" y="218911"/>
                  <a:pt x="2381848" y="219200"/>
                  <a:pt x="2388201" y="217275"/>
                </a:cubicBezTo>
                <a:cubicBezTo>
                  <a:pt x="2387624" y="217083"/>
                  <a:pt x="2390801" y="215156"/>
                  <a:pt x="2392630" y="214098"/>
                </a:cubicBezTo>
                <a:cubicBezTo>
                  <a:pt x="2396108" y="213569"/>
                  <a:pt x="2399645" y="213569"/>
                  <a:pt x="2403123" y="214098"/>
                </a:cubicBezTo>
                <a:cubicBezTo>
                  <a:pt x="2406300" y="214771"/>
                  <a:pt x="2410150" y="214098"/>
                  <a:pt x="2411691" y="214098"/>
                </a:cubicBezTo>
                <a:cubicBezTo>
                  <a:pt x="2414499" y="215308"/>
                  <a:pt x="2417495" y="216024"/>
                  <a:pt x="2420546" y="216215"/>
                </a:cubicBezTo>
                <a:cubicBezTo>
                  <a:pt x="2422569" y="216119"/>
                  <a:pt x="2428056" y="211499"/>
                  <a:pt x="2430173" y="211499"/>
                </a:cubicBezTo>
                <a:cubicBezTo>
                  <a:pt x="2434075" y="209660"/>
                  <a:pt x="2436277" y="205452"/>
                  <a:pt x="2435564" y="201198"/>
                </a:cubicBezTo>
                <a:cubicBezTo>
                  <a:pt x="2431249" y="201072"/>
                  <a:pt x="2426939" y="201558"/>
                  <a:pt x="2422761" y="202642"/>
                </a:cubicBezTo>
                <a:cubicBezTo>
                  <a:pt x="2419873" y="203798"/>
                  <a:pt x="2411209" y="203605"/>
                  <a:pt x="2409284" y="204568"/>
                </a:cubicBezTo>
                <a:cubicBezTo>
                  <a:pt x="2402487" y="206921"/>
                  <a:pt x="2395241" y="207679"/>
                  <a:pt x="2388105" y="206782"/>
                </a:cubicBezTo>
                <a:cubicBezTo>
                  <a:pt x="2384422" y="206964"/>
                  <a:pt x="2380801" y="207812"/>
                  <a:pt x="2377420" y="209284"/>
                </a:cubicBezTo>
                <a:cubicBezTo>
                  <a:pt x="2373938" y="210368"/>
                  <a:pt x="2370359" y="211110"/>
                  <a:pt x="2366734" y="211499"/>
                </a:cubicBezTo>
                <a:cubicBezTo>
                  <a:pt x="2360925" y="211941"/>
                  <a:pt x="2355142" y="212680"/>
                  <a:pt x="2349406" y="213713"/>
                </a:cubicBezTo>
                <a:cubicBezTo>
                  <a:pt x="2346423" y="214387"/>
                  <a:pt x="2340069" y="215349"/>
                  <a:pt x="2336122" y="216409"/>
                </a:cubicBezTo>
                <a:cubicBezTo>
                  <a:pt x="2330614" y="217764"/>
                  <a:pt x="2325330" y="219903"/>
                  <a:pt x="2320431" y="222761"/>
                </a:cubicBezTo>
                <a:cubicBezTo>
                  <a:pt x="2316611" y="226532"/>
                  <a:pt x="2313367" y="230847"/>
                  <a:pt x="2310805" y="235564"/>
                </a:cubicBezTo>
                <a:cubicBezTo>
                  <a:pt x="2309442" y="237536"/>
                  <a:pt x="2307895" y="239374"/>
                  <a:pt x="2306184" y="241052"/>
                </a:cubicBezTo>
                <a:cubicBezTo>
                  <a:pt x="2298387" y="246732"/>
                  <a:pt x="2293574" y="255010"/>
                  <a:pt x="2286161" y="256359"/>
                </a:cubicBezTo>
                <a:cubicBezTo>
                  <a:pt x="2283137" y="257292"/>
                  <a:pt x="2279874" y="255962"/>
                  <a:pt x="2278364" y="253181"/>
                </a:cubicBezTo>
                <a:cubicBezTo>
                  <a:pt x="2275023" y="247583"/>
                  <a:pt x="2273014" y="241293"/>
                  <a:pt x="2272492" y="234794"/>
                </a:cubicBezTo>
                <a:cubicBezTo>
                  <a:pt x="2272492" y="228922"/>
                  <a:pt x="2275860" y="227479"/>
                  <a:pt x="2272492" y="216312"/>
                </a:cubicBezTo>
                <a:cubicBezTo>
                  <a:pt x="2271989" y="213468"/>
                  <a:pt x="2273100" y="210578"/>
                  <a:pt x="2275379" y="208803"/>
                </a:cubicBezTo>
                <a:cubicBezTo>
                  <a:pt x="2277338" y="207976"/>
                  <a:pt x="2279132" y="206801"/>
                  <a:pt x="2280674" y="205338"/>
                </a:cubicBezTo>
                <a:cubicBezTo>
                  <a:pt x="2285357" y="198453"/>
                  <a:pt x="2289664" y="191319"/>
                  <a:pt x="2293574" y="183967"/>
                </a:cubicBezTo>
                <a:cubicBezTo>
                  <a:pt x="2293574" y="183967"/>
                  <a:pt x="2295691" y="182715"/>
                  <a:pt x="2297231" y="183967"/>
                </a:cubicBezTo>
                <a:cubicBezTo>
                  <a:pt x="2298908" y="189328"/>
                  <a:pt x="2299784" y="194908"/>
                  <a:pt x="2299831" y="200524"/>
                </a:cubicBezTo>
                <a:cubicBezTo>
                  <a:pt x="2299795" y="201105"/>
                  <a:pt x="2299880" y="201686"/>
                  <a:pt x="2300079" y="202233"/>
                </a:cubicBezTo>
                <a:cubicBezTo>
                  <a:pt x="2300881" y="204430"/>
                  <a:pt x="2303313" y="205562"/>
                  <a:pt x="2305510" y="204760"/>
                </a:cubicBezTo>
                <a:cubicBezTo>
                  <a:pt x="2309418" y="203946"/>
                  <a:pt x="2313159" y="202482"/>
                  <a:pt x="2316580" y="200428"/>
                </a:cubicBezTo>
                <a:cubicBezTo>
                  <a:pt x="2317255" y="199947"/>
                  <a:pt x="2320335" y="198600"/>
                  <a:pt x="2320335" y="196675"/>
                </a:cubicBezTo>
                <a:cubicBezTo>
                  <a:pt x="2319671" y="194004"/>
                  <a:pt x="2318702" y="191420"/>
                  <a:pt x="2317447" y="188973"/>
                </a:cubicBezTo>
                <a:cubicBezTo>
                  <a:pt x="2316418" y="185328"/>
                  <a:pt x="2315773" y="181586"/>
                  <a:pt x="2315521" y="177806"/>
                </a:cubicBezTo>
                <a:cubicBezTo>
                  <a:pt x="2315521" y="175784"/>
                  <a:pt x="2316388" y="163848"/>
                  <a:pt x="2317255" y="154895"/>
                </a:cubicBezTo>
                <a:cubicBezTo>
                  <a:pt x="2317833" y="149889"/>
                  <a:pt x="2315618" y="143921"/>
                  <a:pt x="2315618" y="130637"/>
                </a:cubicBezTo>
                <a:cubicBezTo>
                  <a:pt x="2315834" y="125913"/>
                  <a:pt x="2315080" y="121196"/>
                  <a:pt x="2313404" y="116774"/>
                </a:cubicBezTo>
                <a:cubicBezTo>
                  <a:pt x="2310998" y="115330"/>
                  <a:pt x="2314271" y="109650"/>
                  <a:pt x="2318025" y="108784"/>
                </a:cubicBezTo>
                <a:cubicBezTo>
                  <a:pt x="2320234" y="108593"/>
                  <a:pt x="2322457" y="108593"/>
                  <a:pt x="2324667" y="108784"/>
                </a:cubicBezTo>
                <a:cubicBezTo>
                  <a:pt x="2326111" y="108688"/>
                  <a:pt x="2325918" y="105704"/>
                  <a:pt x="2328036" y="106570"/>
                </a:cubicBezTo>
                <a:cubicBezTo>
                  <a:pt x="2330153" y="107437"/>
                  <a:pt x="2329769" y="107822"/>
                  <a:pt x="2330925" y="110903"/>
                </a:cubicBezTo>
                <a:cubicBezTo>
                  <a:pt x="2332080" y="113983"/>
                  <a:pt x="2331213" y="115619"/>
                  <a:pt x="2332080" y="118796"/>
                </a:cubicBezTo>
                <a:cubicBezTo>
                  <a:pt x="2332946" y="121972"/>
                  <a:pt x="2331598" y="126593"/>
                  <a:pt x="2332946" y="128422"/>
                </a:cubicBezTo>
                <a:cubicBezTo>
                  <a:pt x="2333787" y="130357"/>
                  <a:pt x="2333787" y="132553"/>
                  <a:pt x="2332946" y="134487"/>
                </a:cubicBezTo>
                <a:cubicBezTo>
                  <a:pt x="2332545" y="136683"/>
                  <a:pt x="2332545" y="138933"/>
                  <a:pt x="2332946" y="141129"/>
                </a:cubicBezTo>
                <a:cubicBezTo>
                  <a:pt x="2333716" y="143633"/>
                  <a:pt x="2332657" y="146231"/>
                  <a:pt x="2332946" y="149504"/>
                </a:cubicBezTo>
                <a:cubicBezTo>
                  <a:pt x="2333235" y="152777"/>
                  <a:pt x="2333908" y="163559"/>
                  <a:pt x="2333908" y="165869"/>
                </a:cubicBezTo>
                <a:cubicBezTo>
                  <a:pt x="2333908" y="168179"/>
                  <a:pt x="2336603" y="171838"/>
                  <a:pt x="2336026" y="176844"/>
                </a:cubicBezTo>
                <a:cubicBezTo>
                  <a:pt x="2336026" y="178865"/>
                  <a:pt x="2336026" y="183004"/>
                  <a:pt x="2336026" y="184930"/>
                </a:cubicBezTo>
                <a:cubicBezTo>
                  <a:pt x="2335448" y="189069"/>
                  <a:pt x="2331887" y="192246"/>
                  <a:pt x="2332753" y="194556"/>
                </a:cubicBezTo>
                <a:cubicBezTo>
                  <a:pt x="2333592" y="196689"/>
                  <a:pt x="2335259" y="198391"/>
                  <a:pt x="2337374" y="199273"/>
                </a:cubicBezTo>
                <a:cubicBezTo>
                  <a:pt x="2339973" y="199851"/>
                  <a:pt x="2344401" y="196771"/>
                  <a:pt x="2346518" y="196771"/>
                </a:cubicBezTo>
                <a:cubicBezTo>
                  <a:pt x="2349159" y="196838"/>
                  <a:pt x="2351800" y="196678"/>
                  <a:pt x="2354412" y="196288"/>
                </a:cubicBezTo>
                <a:cubicBezTo>
                  <a:pt x="2358614" y="195043"/>
                  <a:pt x="2362940" y="194269"/>
                  <a:pt x="2367312" y="193978"/>
                </a:cubicBezTo>
                <a:cubicBezTo>
                  <a:pt x="2369238" y="193882"/>
                  <a:pt x="2372607" y="191572"/>
                  <a:pt x="2374339" y="191572"/>
                </a:cubicBezTo>
                <a:cubicBezTo>
                  <a:pt x="2376376" y="190697"/>
                  <a:pt x="2378235" y="189457"/>
                  <a:pt x="2379826" y="187914"/>
                </a:cubicBezTo>
                <a:cubicBezTo>
                  <a:pt x="2380988" y="186866"/>
                  <a:pt x="2381304" y="185170"/>
                  <a:pt x="2380596" y="183775"/>
                </a:cubicBezTo>
                <a:cubicBezTo>
                  <a:pt x="2379249" y="180405"/>
                  <a:pt x="2376458" y="181753"/>
                  <a:pt x="2372895" y="183004"/>
                </a:cubicBezTo>
                <a:cubicBezTo>
                  <a:pt x="2370970" y="183775"/>
                  <a:pt x="2367120" y="187144"/>
                  <a:pt x="2365868" y="185892"/>
                </a:cubicBezTo>
                <a:cubicBezTo>
                  <a:pt x="2363663" y="184561"/>
                  <a:pt x="2362796" y="181795"/>
                  <a:pt x="2363847" y="179443"/>
                </a:cubicBezTo>
                <a:cubicBezTo>
                  <a:pt x="2364328" y="177325"/>
                  <a:pt x="2362403" y="173282"/>
                  <a:pt x="2359611" y="174148"/>
                </a:cubicBezTo>
                <a:cubicBezTo>
                  <a:pt x="2356820" y="175014"/>
                  <a:pt x="2356627" y="179058"/>
                  <a:pt x="2356820" y="182042"/>
                </a:cubicBezTo>
                <a:cubicBezTo>
                  <a:pt x="2357013" y="185026"/>
                  <a:pt x="2354797" y="185700"/>
                  <a:pt x="2353450" y="186759"/>
                </a:cubicBezTo>
                <a:cubicBezTo>
                  <a:pt x="2352103" y="187817"/>
                  <a:pt x="2350851" y="190128"/>
                  <a:pt x="2348733" y="189261"/>
                </a:cubicBezTo>
                <a:cubicBezTo>
                  <a:pt x="2345523" y="187421"/>
                  <a:pt x="2343652" y="183904"/>
                  <a:pt x="2343920" y="180213"/>
                </a:cubicBezTo>
                <a:cubicBezTo>
                  <a:pt x="2343824" y="178191"/>
                  <a:pt x="2344594" y="163463"/>
                  <a:pt x="2344594" y="161537"/>
                </a:cubicBezTo>
                <a:cubicBezTo>
                  <a:pt x="2344979" y="157591"/>
                  <a:pt x="2342476" y="152200"/>
                  <a:pt x="2342476" y="148830"/>
                </a:cubicBezTo>
                <a:cubicBezTo>
                  <a:pt x="2342793" y="142834"/>
                  <a:pt x="2342793" y="136826"/>
                  <a:pt x="2342476" y="130830"/>
                </a:cubicBezTo>
                <a:cubicBezTo>
                  <a:pt x="2342145" y="128783"/>
                  <a:pt x="2341696" y="126758"/>
                  <a:pt x="2341128" y="124765"/>
                </a:cubicBezTo>
                <a:cubicBezTo>
                  <a:pt x="2341414" y="121537"/>
                  <a:pt x="2342692" y="118476"/>
                  <a:pt x="2344787" y="116004"/>
                </a:cubicBezTo>
                <a:cubicBezTo>
                  <a:pt x="2346361" y="114152"/>
                  <a:pt x="2348546" y="112923"/>
                  <a:pt x="2350948" y="112539"/>
                </a:cubicBezTo>
                <a:cubicBezTo>
                  <a:pt x="2353258" y="112058"/>
                  <a:pt x="2353932" y="118026"/>
                  <a:pt x="2353931" y="122165"/>
                </a:cubicBezTo>
                <a:cubicBezTo>
                  <a:pt x="2353844" y="124365"/>
                  <a:pt x="2354563" y="126521"/>
                  <a:pt x="2355952" y="128230"/>
                </a:cubicBezTo>
                <a:cubicBezTo>
                  <a:pt x="2357774" y="134850"/>
                  <a:pt x="2358744" y="141676"/>
                  <a:pt x="2358841" y="148541"/>
                </a:cubicBezTo>
                <a:cubicBezTo>
                  <a:pt x="2358745" y="152296"/>
                  <a:pt x="2359322" y="151815"/>
                  <a:pt x="2361536" y="153259"/>
                </a:cubicBezTo>
                <a:cubicBezTo>
                  <a:pt x="2363751" y="154702"/>
                  <a:pt x="2370393" y="151911"/>
                  <a:pt x="2372030" y="153259"/>
                </a:cubicBezTo>
                <a:cubicBezTo>
                  <a:pt x="2373666" y="154606"/>
                  <a:pt x="2374436" y="158265"/>
                  <a:pt x="2375977" y="158265"/>
                </a:cubicBezTo>
                <a:cubicBezTo>
                  <a:pt x="2380885" y="158938"/>
                  <a:pt x="2384255" y="151237"/>
                  <a:pt x="2385603" y="149311"/>
                </a:cubicBezTo>
                <a:cubicBezTo>
                  <a:pt x="2389165" y="144306"/>
                  <a:pt x="2381559" y="137376"/>
                  <a:pt x="2380500" y="137183"/>
                </a:cubicBezTo>
                <a:cubicBezTo>
                  <a:pt x="2379441" y="136990"/>
                  <a:pt x="2376361" y="139782"/>
                  <a:pt x="2372030" y="140455"/>
                </a:cubicBezTo>
                <a:cubicBezTo>
                  <a:pt x="2367697" y="141129"/>
                  <a:pt x="2369527" y="144210"/>
                  <a:pt x="2366061" y="143247"/>
                </a:cubicBezTo>
                <a:cubicBezTo>
                  <a:pt x="2362596" y="142284"/>
                  <a:pt x="2364136" y="134679"/>
                  <a:pt x="2366061" y="131215"/>
                </a:cubicBezTo>
                <a:cubicBezTo>
                  <a:pt x="2368023" y="128339"/>
                  <a:pt x="2369276" y="125041"/>
                  <a:pt x="2369719" y="121588"/>
                </a:cubicBezTo>
                <a:cubicBezTo>
                  <a:pt x="2369334" y="117449"/>
                  <a:pt x="2365676" y="112443"/>
                  <a:pt x="2365676" y="110903"/>
                </a:cubicBezTo>
                <a:cubicBezTo>
                  <a:pt x="2365676" y="109362"/>
                  <a:pt x="2370393" y="104260"/>
                  <a:pt x="2372414" y="104164"/>
                </a:cubicBezTo>
                <a:cubicBezTo>
                  <a:pt x="2374436" y="104067"/>
                  <a:pt x="2377902" y="110228"/>
                  <a:pt x="2379827" y="110228"/>
                </a:cubicBezTo>
                <a:cubicBezTo>
                  <a:pt x="2381751" y="110228"/>
                  <a:pt x="2386565" y="102719"/>
                  <a:pt x="2388780" y="98388"/>
                </a:cubicBezTo>
                <a:cubicBezTo>
                  <a:pt x="2390223" y="95692"/>
                  <a:pt x="2391090" y="87991"/>
                  <a:pt x="2395422" y="86066"/>
                </a:cubicBezTo>
                <a:cubicBezTo>
                  <a:pt x="2397155" y="86066"/>
                  <a:pt x="2399561" y="86932"/>
                  <a:pt x="2400812" y="86066"/>
                </a:cubicBezTo>
                <a:cubicBezTo>
                  <a:pt x="2402485" y="85236"/>
                  <a:pt x="2404338" y="84839"/>
                  <a:pt x="2406203" y="84911"/>
                </a:cubicBezTo>
                <a:close/>
                <a:moveTo>
                  <a:pt x="269992" y="75523"/>
                </a:moveTo>
                <a:cubicBezTo>
                  <a:pt x="230560" y="77441"/>
                  <a:pt x="191258" y="90749"/>
                  <a:pt x="157279" y="116193"/>
                </a:cubicBezTo>
                <a:lnTo>
                  <a:pt x="157252" y="116193"/>
                </a:lnTo>
                <a:cubicBezTo>
                  <a:pt x="105562" y="154883"/>
                  <a:pt x="75166" y="215699"/>
                  <a:pt x="75244" y="280265"/>
                </a:cubicBezTo>
                <a:cubicBezTo>
                  <a:pt x="75238" y="290710"/>
                  <a:pt x="76025" y="301139"/>
                  <a:pt x="77591" y="311466"/>
                </a:cubicBezTo>
                <a:cubicBezTo>
                  <a:pt x="77729" y="312322"/>
                  <a:pt x="77922" y="313151"/>
                  <a:pt x="78060" y="314007"/>
                </a:cubicBezTo>
                <a:cubicBezTo>
                  <a:pt x="78695" y="317845"/>
                  <a:pt x="79441" y="321627"/>
                  <a:pt x="80269" y="325383"/>
                </a:cubicBezTo>
                <a:cubicBezTo>
                  <a:pt x="81484" y="330684"/>
                  <a:pt x="82809" y="335958"/>
                  <a:pt x="84411" y="341094"/>
                </a:cubicBezTo>
                <a:cubicBezTo>
                  <a:pt x="86178" y="346617"/>
                  <a:pt x="88221" y="352139"/>
                  <a:pt x="90430" y="357661"/>
                </a:cubicBezTo>
                <a:cubicBezTo>
                  <a:pt x="90734" y="358379"/>
                  <a:pt x="91010" y="359152"/>
                  <a:pt x="91314" y="359870"/>
                </a:cubicBezTo>
                <a:cubicBezTo>
                  <a:pt x="97703" y="375065"/>
                  <a:pt x="105899" y="389435"/>
                  <a:pt x="115723" y="402669"/>
                </a:cubicBezTo>
                <a:lnTo>
                  <a:pt x="115861" y="402835"/>
                </a:lnTo>
                <a:cubicBezTo>
                  <a:pt x="115930" y="402929"/>
                  <a:pt x="115999" y="403020"/>
                  <a:pt x="116068" y="403114"/>
                </a:cubicBezTo>
                <a:cubicBezTo>
                  <a:pt x="133031" y="425766"/>
                  <a:pt x="153782" y="443909"/>
                  <a:pt x="176782" y="457320"/>
                </a:cubicBezTo>
                <a:lnTo>
                  <a:pt x="220102" y="472393"/>
                </a:lnTo>
                <a:lnTo>
                  <a:pt x="216839" y="467171"/>
                </a:lnTo>
                <a:cubicBezTo>
                  <a:pt x="214414" y="465887"/>
                  <a:pt x="211822" y="464959"/>
                  <a:pt x="209135" y="464410"/>
                </a:cubicBezTo>
                <a:lnTo>
                  <a:pt x="207949" y="463320"/>
                </a:lnTo>
                <a:lnTo>
                  <a:pt x="219766" y="465321"/>
                </a:lnTo>
                <a:cubicBezTo>
                  <a:pt x="222706" y="466550"/>
                  <a:pt x="224639" y="469546"/>
                  <a:pt x="225837" y="472235"/>
                </a:cubicBezTo>
                <a:lnTo>
                  <a:pt x="226632" y="474665"/>
                </a:lnTo>
                <a:lnTo>
                  <a:pt x="238268" y="478713"/>
                </a:lnTo>
                <a:lnTo>
                  <a:pt x="241414" y="478713"/>
                </a:lnTo>
                <a:lnTo>
                  <a:pt x="241355" y="479787"/>
                </a:lnTo>
                <a:lnTo>
                  <a:pt x="250994" y="483141"/>
                </a:lnTo>
                <a:cubicBezTo>
                  <a:pt x="263975" y="485005"/>
                  <a:pt x="277134" y="485632"/>
                  <a:pt x="290277" y="484992"/>
                </a:cubicBezTo>
                <a:lnTo>
                  <a:pt x="324271" y="480012"/>
                </a:lnTo>
                <a:lnTo>
                  <a:pt x="324250" y="480011"/>
                </a:lnTo>
                <a:lnTo>
                  <a:pt x="325824" y="479514"/>
                </a:lnTo>
                <a:lnTo>
                  <a:pt x="315939" y="479514"/>
                </a:lnTo>
                <a:cubicBezTo>
                  <a:pt x="315939" y="479514"/>
                  <a:pt x="316436" y="469297"/>
                  <a:pt x="310416" y="466978"/>
                </a:cubicBezTo>
                <a:cubicBezTo>
                  <a:pt x="305932" y="465150"/>
                  <a:pt x="300951" y="464943"/>
                  <a:pt x="296334" y="466398"/>
                </a:cubicBezTo>
                <a:cubicBezTo>
                  <a:pt x="291309" y="468110"/>
                  <a:pt x="290039" y="476670"/>
                  <a:pt x="289293" y="477167"/>
                </a:cubicBezTo>
                <a:lnTo>
                  <a:pt x="288656" y="478637"/>
                </a:lnTo>
                <a:lnTo>
                  <a:pt x="288658" y="478603"/>
                </a:lnTo>
                <a:lnTo>
                  <a:pt x="288575" y="478824"/>
                </a:lnTo>
                <a:lnTo>
                  <a:pt x="288656" y="478637"/>
                </a:lnTo>
                <a:lnTo>
                  <a:pt x="288437" y="482883"/>
                </a:lnTo>
                <a:cubicBezTo>
                  <a:pt x="286770" y="483106"/>
                  <a:pt x="285080" y="483106"/>
                  <a:pt x="283412" y="482883"/>
                </a:cubicBezTo>
                <a:cubicBezTo>
                  <a:pt x="282694" y="482634"/>
                  <a:pt x="286173" y="482468"/>
                  <a:pt x="285538" y="482109"/>
                </a:cubicBezTo>
                <a:cubicBezTo>
                  <a:pt x="284903" y="481751"/>
                  <a:pt x="284047" y="481944"/>
                  <a:pt x="283771" y="481806"/>
                </a:cubicBezTo>
                <a:cubicBezTo>
                  <a:pt x="283025" y="481419"/>
                  <a:pt x="284489" y="481419"/>
                  <a:pt x="284544" y="480977"/>
                </a:cubicBezTo>
                <a:cubicBezTo>
                  <a:pt x="284599" y="480536"/>
                  <a:pt x="282114" y="480977"/>
                  <a:pt x="281783" y="480977"/>
                </a:cubicBezTo>
                <a:cubicBezTo>
                  <a:pt x="281451" y="480977"/>
                  <a:pt x="282860" y="480259"/>
                  <a:pt x="282860" y="480259"/>
                </a:cubicBezTo>
                <a:lnTo>
                  <a:pt x="278110" y="480259"/>
                </a:lnTo>
                <a:lnTo>
                  <a:pt x="279077" y="479514"/>
                </a:lnTo>
                <a:lnTo>
                  <a:pt x="269330" y="479514"/>
                </a:lnTo>
                <a:cubicBezTo>
                  <a:pt x="269330" y="479514"/>
                  <a:pt x="269854" y="469297"/>
                  <a:pt x="263807" y="466978"/>
                </a:cubicBezTo>
                <a:cubicBezTo>
                  <a:pt x="259323" y="465150"/>
                  <a:pt x="254342" y="464943"/>
                  <a:pt x="249725" y="466398"/>
                </a:cubicBezTo>
                <a:cubicBezTo>
                  <a:pt x="244700" y="468110"/>
                  <a:pt x="243429" y="476670"/>
                  <a:pt x="242684" y="477167"/>
                </a:cubicBezTo>
                <a:cubicBezTo>
                  <a:pt x="241938" y="477664"/>
                  <a:pt x="241441" y="476780"/>
                  <a:pt x="241441" y="476780"/>
                </a:cubicBezTo>
                <a:cubicBezTo>
                  <a:pt x="241441" y="476780"/>
                  <a:pt x="242518" y="469932"/>
                  <a:pt x="244534" y="467889"/>
                </a:cubicBezTo>
                <a:cubicBezTo>
                  <a:pt x="247646" y="464741"/>
                  <a:pt x="251926" y="463021"/>
                  <a:pt x="256352" y="463140"/>
                </a:cubicBezTo>
                <a:cubicBezTo>
                  <a:pt x="263476" y="462643"/>
                  <a:pt x="269937" y="464465"/>
                  <a:pt x="272919" y="467475"/>
                </a:cubicBezTo>
                <a:cubicBezTo>
                  <a:pt x="275901" y="470485"/>
                  <a:pt x="276095" y="478189"/>
                  <a:pt x="276095" y="478189"/>
                </a:cubicBezTo>
                <a:lnTo>
                  <a:pt x="287139" y="477912"/>
                </a:lnTo>
                <a:cubicBezTo>
                  <a:pt x="287139" y="477912"/>
                  <a:pt x="289266" y="469932"/>
                  <a:pt x="291281" y="467889"/>
                </a:cubicBezTo>
                <a:cubicBezTo>
                  <a:pt x="294390" y="464736"/>
                  <a:pt x="298670" y="463016"/>
                  <a:pt x="303099" y="463140"/>
                </a:cubicBezTo>
                <a:cubicBezTo>
                  <a:pt x="310223" y="462643"/>
                  <a:pt x="316684" y="464465"/>
                  <a:pt x="319667" y="467475"/>
                </a:cubicBezTo>
                <a:cubicBezTo>
                  <a:pt x="322649" y="470485"/>
                  <a:pt x="322842" y="478189"/>
                  <a:pt x="322842" y="478189"/>
                </a:cubicBezTo>
                <a:lnTo>
                  <a:pt x="333186" y="477930"/>
                </a:lnTo>
                <a:lnTo>
                  <a:pt x="333973" y="477650"/>
                </a:lnTo>
                <a:lnTo>
                  <a:pt x="335565" y="472773"/>
                </a:lnTo>
                <a:cubicBezTo>
                  <a:pt x="336655" y="470001"/>
                  <a:pt x="338250" y="466826"/>
                  <a:pt x="340265" y="465211"/>
                </a:cubicBezTo>
                <a:cubicBezTo>
                  <a:pt x="344297" y="461980"/>
                  <a:pt x="351835" y="462588"/>
                  <a:pt x="351835" y="462588"/>
                </a:cubicBezTo>
                <a:lnTo>
                  <a:pt x="351835" y="466674"/>
                </a:lnTo>
                <a:cubicBezTo>
                  <a:pt x="351835" y="466674"/>
                  <a:pt x="343551" y="465984"/>
                  <a:pt x="340348" y="468331"/>
                </a:cubicBezTo>
                <a:cubicBezTo>
                  <a:pt x="338747" y="469505"/>
                  <a:pt x="337594" y="471686"/>
                  <a:pt x="336831" y="473722"/>
                </a:cubicBezTo>
                <a:lnTo>
                  <a:pt x="335996" y="476930"/>
                </a:lnTo>
                <a:lnTo>
                  <a:pt x="367429" y="465749"/>
                </a:lnTo>
                <a:cubicBezTo>
                  <a:pt x="379746" y="459937"/>
                  <a:pt x="391663" y="452804"/>
                  <a:pt x="402989" y="444322"/>
                </a:cubicBezTo>
                <a:cubicBezTo>
                  <a:pt x="493601" y="376474"/>
                  <a:pt x="512052" y="248013"/>
                  <a:pt x="444200" y="157404"/>
                </a:cubicBezTo>
                <a:cubicBezTo>
                  <a:pt x="401793" y="100771"/>
                  <a:pt x="335712" y="72327"/>
                  <a:pt x="269992" y="75523"/>
                </a:cubicBezTo>
                <a:close/>
                <a:moveTo>
                  <a:pt x="181412" y="74250"/>
                </a:moveTo>
                <a:cubicBezTo>
                  <a:pt x="181145" y="74510"/>
                  <a:pt x="180860" y="74750"/>
                  <a:pt x="180556" y="74968"/>
                </a:cubicBezTo>
                <a:cubicBezTo>
                  <a:pt x="180308" y="75106"/>
                  <a:pt x="179562" y="75023"/>
                  <a:pt x="179286" y="75272"/>
                </a:cubicBezTo>
                <a:cubicBezTo>
                  <a:pt x="178925" y="75520"/>
                  <a:pt x="178521" y="75708"/>
                  <a:pt x="178099" y="75824"/>
                </a:cubicBezTo>
                <a:cubicBezTo>
                  <a:pt x="177795" y="75824"/>
                  <a:pt x="177160" y="75437"/>
                  <a:pt x="176663" y="75824"/>
                </a:cubicBezTo>
                <a:cubicBezTo>
                  <a:pt x="176166" y="76211"/>
                  <a:pt x="175752" y="75962"/>
                  <a:pt x="175448" y="76211"/>
                </a:cubicBezTo>
                <a:lnTo>
                  <a:pt x="175365" y="76100"/>
                </a:lnTo>
                <a:cubicBezTo>
                  <a:pt x="175117" y="76708"/>
                  <a:pt x="175890" y="77343"/>
                  <a:pt x="175945" y="77978"/>
                </a:cubicBezTo>
                <a:cubicBezTo>
                  <a:pt x="175956" y="78381"/>
                  <a:pt x="176136" y="78762"/>
                  <a:pt x="176442" y="79027"/>
                </a:cubicBezTo>
                <a:cubicBezTo>
                  <a:pt x="177011" y="79339"/>
                  <a:pt x="177489" y="79795"/>
                  <a:pt x="177823" y="80352"/>
                </a:cubicBezTo>
                <a:cubicBezTo>
                  <a:pt x="178099" y="80767"/>
                  <a:pt x="179231" y="81070"/>
                  <a:pt x="179397" y="81346"/>
                </a:cubicBezTo>
                <a:cubicBezTo>
                  <a:pt x="179562" y="81623"/>
                  <a:pt x="180888" y="82175"/>
                  <a:pt x="181274" y="82451"/>
                </a:cubicBezTo>
                <a:cubicBezTo>
                  <a:pt x="181661" y="82727"/>
                  <a:pt x="181827" y="83390"/>
                  <a:pt x="182075" y="83638"/>
                </a:cubicBezTo>
                <a:cubicBezTo>
                  <a:pt x="182387" y="84094"/>
                  <a:pt x="182975" y="84268"/>
                  <a:pt x="183483" y="84052"/>
                </a:cubicBezTo>
                <a:cubicBezTo>
                  <a:pt x="183759" y="83887"/>
                  <a:pt x="184036" y="83086"/>
                  <a:pt x="184284" y="82837"/>
                </a:cubicBezTo>
                <a:cubicBezTo>
                  <a:pt x="184533" y="82589"/>
                  <a:pt x="185057" y="82423"/>
                  <a:pt x="185333" y="82175"/>
                </a:cubicBezTo>
                <a:cubicBezTo>
                  <a:pt x="185736" y="81838"/>
                  <a:pt x="186057" y="81413"/>
                  <a:pt x="186272" y="80932"/>
                </a:cubicBezTo>
                <a:cubicBezTo>
                  <a:pt x="186388" y="80518"/>
                  <a:pt x="186463" y="80093"/>
                  <a:pt x="186493" y="79662"/>
                </a:cubicBezTo>
                <a:cubicBezTo>
                  <a:pt x="186576" y="79165"/>
                  <a:pt x="186355" y="78475"/>
                  <a:pt x="186355" y="78033"/>
                </a:cubicBezTo>
                <a:cubicBezTo>
                  <a:pt x="186546" y="77561"/>
                  <a:pt x="186604" y="77044"/>
                  <a:pt x="186521" y="76542"/>
                </a:cubicBezTo>
                <a:cubicBezTo>
                  <a:pt x="186421" y="76114"/>
                  <a:pt x="186222" y="75716"/>
                  <a:pt x="185941" y="75382"/>
                </a:cubicBezTo>
                <a:cubicBezTo>
                  <a:pt x="185582" y="75170"/>
                  <a:pt x="185204" y="74996"/>
                  <a:pt x="184809" y="74858"/>
                </a:cubicBezTo>
                <a:cubicBezTo>
                  <a:pt x="184174" y="74554"/>
                  <a:pt x="181909" y="73808"/>
                  <a:pt x="181412" y="74250"/>
                </a:cubicBezTo>
                <a:close/>
                <a:moveTo>
                  <a:pt x="166778" y="70522"/>
                </a:moveTo>
                <a:cubicBezTo>
                  <a:pt x="166999" y="70467"/>
                  <a:pt x="166999" y="71268"/>
                  <a:pt x="167027" y="71847"/>
                </a:cubicBezTo>
                <a:cubicBezTo>
                  <a:pt x="166924" y="72469"/>
                  <a:pt x="166739" y="73071"/>
                  <a:pt x="166474" y="73642"/>
                </a:cubicBezTo>
                <a:cubicBezTo>
                  <a:pt x="166060" y="74443"/>
                  <a:pt x="166033" y="74995"/>
                  <a:pt x="165701" y="75630"/>
                </a:cubicBezTo>
                <a:cubicBezTo>
                  <a:pt x="165359" y="76160"/>
                  <a:pt x="164931" y="76627"/>
                  <a:pt x="164431" y="77011"/>
                </a:cubicBezTo>
                <a:cubicBezTo>
                  <a:pt x="163956" y="77290"/>
                  <a:pt x="163346" y="77143"/>
                  <a:pt x="163050" y="76680"/>
                </a:cubicBezTo>
                <a:cubicBezTo>
                  <a:pt x="162774" y="76252"/>
                  <a:pt x="162774" y="75699"/>
                  <a:pt x="163050" y="75271"/>
                </a:cubicBezTo>
                <a:cubicBezTo>
                  <a:pt x="163495" y="74545"/>
                  <a:pt x="163995" y="73852"/>
                  <a:pt x="164542" y="73200"/>
                </a:cubicBezTo>
                <a:cubicBezTo>
                  <a:pt x="164746" y="72905"/>
                  <a:pt x="164906" y="72579"/>
                  <a:pt x="165011" y="72234"/>
                </a:cubicBezTo>
                <a:cubicBezTo>
                  <a:pt x="165121" y="71847"/>
                  <a:pt x="165591" y="71737"/>
                  <a:pt x="165839" y="71268"/>
                </a:cubicBezTo>
                <a:cubicBezTo>
                  <a:pt x="166099" y="70958"/>
                  <a:pt x="166419" y="70707"/>
                  <a:pt x="166778" y="70522"/>
                </a:cubicBezTo>
                <a:close/>
                <a:moveTo>
                  <a:pt x="169153" y="62874"/>
                </a:moveTo>
                <a:cubicBezTo>
                  <a:pt x="168766" y="62874"/>
                  <a:pt x="168076" y="63619"/>
                  <a:pt x="167800" y="63619"/>
                </a:cubicBezTo>
                <a:cubicBezTo>
                  <a:pt x="167314" y="63650"/>
                  <a:pt x="166833" y="63735"/>
                  <a:pt x="166364" y="63868"/>
                </a:cubicBezTo>
                <a:cubicBezTo>
                  <a:pt x="166063" y="64009"/>
                  <a:pt x="165834" y="64268"/>
                  <a:pt x="165729" y="64586"/>
                </a:cubicBezTo>
                <a:cubicBezTo>
                  <a:pt x="165563" y="64834"/>
                  <a:pt x="165417" y="65091"/>
                  <a:pt x="165287" y="65359"/>
                </a:cubicBezTo>
                <a:cubicBezTo>
                  <a:pt x="165102" y="65668"/>
                  <a:pt x="164947" y="65991"/>
                  <a:pt x="164817" y="66325"/>
                </a:cubicBezTo>
                <a:cubicBezTo>
                  <a:pt x="164574" y="66828"/>
                  <a:pt x="164238" y="67278"/>
                  <a:pt x="163823" y="67651"/>
                </a:cubicBezTo>
                <a:cubicBezTo>
                  <a:pt x="163299" y="68175"/>
                  <a:pt x="163271" y="68341"/>
                  <a:pt x="162995" y="68507"/>
                </a:cubicBezTo>
                <a:cubicBezTo>
                  <a:pt x="162622" y="68868"/>
                  <a:pt x="162296" y="69277"/>
                  <a:pt x="162029" y="69722"/>
                </a:cubicBezTo>
                <a:cubicBezTo>
                  <a:pt x="161587" y="70357"/>
                  <a:pt x="160869" y="70799"/>
                  <a:pt x="160593" y="71213"/>
                </a:cubicBezTo>
                <a:cubicBezTo>
                  <a:pt x="160121" y="72027"/>
                  <a:pt x="159469" y="72726"/>
                  <a:pt x="158688" y="73256"/>
                </a:cubicBezTo>
                <a:cubicBezTo>
                  <a:pt x="158384" y="73115"/>
                  <a:pt x="158069" y="72994"/>
                  <a:pt x="157749" y="72897"/>
                </a:cubicBezTo>
                <a:cubicBezTo>
                  <a:pt x="157031" y="72759"/>
                  <a:pt x="156782" y="72649"/>
                  <a:pt x="156285" y="72897"/>
                </a:cubicBezTo>
                <a:cubicBezTo>
                  <a:pt x="155948" y="73311"/>
                  <a:pt x="155636" y="73745"/>
                  <a:pt x="155347" y="74195"/>
                </a:cubicBezTo>
                <a:cubicBezTo>
                  <a:pt x="155347" y="74996"/>
                  <a:pt x="154629" y="75879"/>
                  <a:pt x="155512" y="77426"/>
                </a:cubicBezTo>
                <a:cubicBezTo>
                  <a:pt x="155678" y="77702"/>
                  <a:pt x="156120" y="78281"/>
                  <a:pt x="156948" y="79552"/>
                </a:cubicBezTo>
                <a:cubicBezTo>
                  <a:pt x="157464" y="80225"/>
                  <a:pt x="158019" y="80869"/>
                  <a:pt x="158605" y="81484"/>
                </a:cubicBezTo>
                <a:cubicBezTo>
                  <a:pt x="159074" y="82064"/>
                  <a:pt x="159792" y="82644"/>
                  <a:pt x="159958" y="82920"/>
                </a:cubicBezTo>
                <a:cubicBezTo>
                  <a:pt x="160123" y="83196"/>
                  <a:pt x="160648" y="83997"/>
                  <a:pt x="160786" y="83997"/>
                </a:cubicBezTo>
                <a:cubicBezTo>
                  <a:pt x="160924" y="83997"/>
                  <a:pt x="161007" y="84080"/>
                  <a:pt x="161394" y="84411"/>
                </a:cubicBezTo>
                <a:cubicBezTo>
                  <a:pt x="161780" y="84743"/>
                  <a:pt x="161891" y="85074"/>
                  <a:pt x="162360" y="85323"/>
                </a:cubicBezTo>
                <a:cubicBezTo>
                  <a:pt x="162611" y="85436"/>
                  <a:pt x="162885" y="85494"/>
                  <a:pt x="163161" y="85488"/>
                </a:cubicBezTo>
                <a:cubicBezTo>
                  <a:pt x="163708" y="85289"/>
                  <a:pt x="164235" y="85038"/>
                  <a:pt x="164735" y="84743"/>
                </a:cubicBezTo>
                <a:cubicBezTo>
                  <a:pt x="164983" y="84577"/>
                  <a:pt x="165149" y="84273"/>
                  <a:pt x="165535" y="84025"/>
                </a:cubicBezTo>
                <a:cubicBezTo>
                  <a:pt x="165922" y="83776"/>
                  <a:pt x="166695" y="83693"/>
                  <a:pt x="166916" y="83638"/>
                </a:cubicBezTo>
                <a:cubicBezTo>
                  <a:pt x="167137" y="83583"/>
                  <a:pt x="167744" y="83914"/>
                  <a:pt x="167744" y="84135"/>
                </a:cubicBezTo>
                <a:cubicBezTo>
                  <a:pt x="168045" y="84930"/>
                  <a:pt x="168396" y="85704"/>
                  <a:pt x="168794" y="86455"/>
                </a:cubicBezTo>
                <a:cubicBezTo>
                  <a:pt x="169061" y="87029"/>
                  <a:pt x="169384" y="87573"/>
                  <a:pt x="169760" y="88084"/>
                </a:cubicBezTo>
                <a:cubicBezTo>
                  <a:pt x="169926" y="88332"/>
                  <a:pt x="170450" y="88995"/>
                  <a:pt x="170450" y="89271"/>
                </a:cubicBezTo>
                <a:cubicBezTo>
                  <a:pt x="171168" y="90541"/>
                  <a:pt x="170947" y="91176"/>
                  <a:pt x="169981" y="91784"/>
                </a:cubicBezTo>
                <a:cubicBezTo>
                  <a:pt x="169705" y="91949"/>
                  <a:pt x="168711" y="91673"/>
                  <a:pt x="167800" y="92253"/>
                </a:cubicBezTo>
                <a:cubicBezTo>
                  <a:pt x="167662" y="92336"/>
                  <a:pt x="166557" y="93220"/>
                  <a:pt x="166888" y="93496"/>
                </a:cubicBezTo>
                <a:cubicBezTo>
                  <a:pt x="167220" y="93772"/>
                  <a:pt x="169346" y="93938"/>
                  <a:pt x="169981" y="94297"/>
                </a:cubicBezTo>
                <a:cubicBezTo>
                  <a:pt x="170616" y="94655"/>
                  <a:pt x="170920" y="95042"/>
                  <a:pt x="171417" y="95180"/>
                </a:cubicBezTo>
                <a:cubicBezTo>
                  <a:pt x="171966" y="95227"/>
                  <a:pt x="172519" y="95172"/>
                  <a:pt x="173046" y="95014"/>
                </a:cubicBezTo>
                <a:cubicBezTo>
                  <a:pt x="173460" y="94987"/>
                  <a:pt x="173874" y="95153"/>
                  <a:pt x="174150" y="95153"/>
                </a:cubicBezTo>
                <a:cubicBezTo>
                  <a:pt x="174426" y="95153"/>
                  <a:pt x="175117" y="95014"/>
                  <a:pt x="175338" y="95014"/>
                </a:cubicBezTo>
                <a:cubicBezTo>
                  <a:pt x="175611" y="95136"/>
                  <a:pt x="175920" y="95136"/>
                  <a:pt x="176194" y="95014"/>
                </a:cubicBezTo>
                <a:cubicBezTo>
                  <a:pt x="176470" y="94849"/>
                  <a:pt x="176553" y="94214"/>
                  <a:pt x="177133" y="93496"/>
                </a:cubicBezTo>
                <a:cubicBezTo>
                  <a:pt x="177712" y="92778"/>
                  <a:pt x="177409" y="91591"/>
                  <a:pt x="177712" y="91176"/>
                </a:cubicBezTo>
                <a:cubicBezTo>
                  <a:pt x="178154" y="90320"/>
                  <a:pt x="178207" y="89313"/>
                  <a:pt x="177851" y="88415"/>
                </a:cubicBezTo>
                <a:cubicBezTo>
                  <a:pt x="176580" y="85911"/>
                  <a:pt x="175131" y="83503"/>
                  <a:pt x="173515" y="81208"/>
                </a:cubicBezTo>
                <a:cubicBezTo>
                  <a:pt x="173016" y="80808"/>
                  <a:pt x="172601" y="80311"/>
                  <a:pt x="172300" y="79745"/>
                </a:cubicBezTo>
                <a:cubicBezTo>
                  <a:pt x="171969" y="79193"/>
                  <a:pt x="172300" y="78392"/>
                  <a:pt x="172549" y="78392"/>
                </a:cubicBezTo>
                <a:cubicBezTo>
                  <a:pt x="172894" y="78334"/>
                  <a:pt x="173184" y="78105"/>
                  <a:pt x="173322" y="77784"/>
                </a:cubicBezTo>
                <a:cubicBezTo>
                  <a:pt x="173452" y="77091"/>
                  <a:pt x="173535" y="76390"/>
                  <a:pt x="173570" y="75686"/>
                </a:cubicBezTo>
                <a:cubicBezTo>
                  <a:pt x="173460" y="73701"/>
                  <a:pt x="173460" y="71707"/>
                  <a:pt x="173570" y="69722"/>
                </a:cubicBezTo>
                <a:cubicBezTo>
                  <a:pt x="173601" y="69134"/>
                  <a:pt x="173601" y="68543"/>
                  <a:pt x="173570" y="67955"/>
                </a:cubicBezTo>
                <a:cubicBezTo>
                  <a:pt x="173709" y="67065"/>
                  <a:pt x="173913" y="66190"/>
                  <a:pt x="174178" y="65331"/>
                </a:cubicBezTo>
                <a:cubicBezTo>
                  <a:pt x="174065" y="64859"/>
                  <a:pt x="173791" y="64439"/>
                  <a:pt x="173405" y="64144"/>
                </a:cubicBezTo>
                <a:cubicBezTo>
                  <a:pt x="173129" y="63978"/>
                  <a:pt x="172466" y="63122"/>
                  <a:pt x="171914" y="62874"/>
                </a:cubicBezTo>
                <a:cubicBezTo>
                  <a:pt x="170994" y="62783"/>
                  <a:pt x="170072" y="62783"/>
                  <a:pt x="169153" y="62874"/>
                </a:cubicBezTo>
                <a:close/>
                <a:moveTo>
                  <a:pt x="405513" y="59201"/>
                </a:moveTo>
                <a:cubicBezTo>
                  <a:pt x="405181" y="59119"/>
                  <a:pt x="404850" y="59036"/>
                  <a:pt x="404602" y="59505"/>
                </a:cubicBezTo>
                <a:cubicBezTo>
                  <a:pt x="404397" y="60171"/>
                  <a:pt x="404080" y="60797"/>
                  <a:pt x="403663" y="61355"/>
                </a:cubicBezTo>
                <a:cubicBezTo>
                  <a:pt x="403273" y="62054"/>
                  <a:pt x="402798" y="62703"/>
                  <a:pt x="402254" y="63288"/>
                </a:cubicBezTo>
                <a:cubicBezTo>
                  <a:pt x="401183" y="63981"/>
                  <a:pt x="400302" y="64931"/>
                  <a:pt x="399687" y="66049"/>
                </a:cubicBezTo>
                <a:cubicBezTo>
                  <a:pt x="398237" y="66080"/>
                  <a:pt x="396798" y="65806"/>
                  <a:pt x="395462" y="65249"/>
                </a:cubicBezTo>
                <a:cubicBezTo>
                  <a:pt x="394689" y="64862"/>
                  <a:pt x="393778" y="63951"/>
                  <a:pt x="393336" y="63951"/>
                </a:cubicBezTo>
                <a:cubicBezTo>
                  <a:pt x="392935" y="63860"/>
                  <a:pt x="392521" y="63860"/>
                  <a:pt x="392121" y="63951"/>
                </a:cubicBezTo>
                <a:cubicBezTo>
                  <a:pt x="391652" y="63978"/>
                  <a:pt x="391265" y="63730"/>
                  <a:pt x="390851" y="63730"/>
                </a:cubicBezTo>
                <a:cubicBezTo>
                  <a:pt x="390425" y="63882"/>
                  <a:pt x="389992" y="64012"/>
                  <a:pt x="389553" y="64116"/>
                </a:cubicBezTo>
                <a:cubicBezTo>
                  <a:pt x="388954" y="64180"/>
                  <a:pt x="388457" y="64608"/>
                  <a:pt x="388310" y="65193"/>
                </a:cubicBezTo>
                <a:cubicBezTo>
                  <a:pt x="387841" y="66254"/>
                  <a:pt x="388026" y="67488"/>
                  <a:pt x="388780" y="68369"/>
                </a:cubicBezTo>
                <a:cubicBezTo>
                  <a:pt x="389415" y="68866"/>
                  <a:pt x="389442" y="69446"/>
                  <a:pt x="389884" y="69943"/>
                </a:cubicBezTo>
                <a:cubicBezTo>
                  <a:pt x="390138" y="70227"/>
                  <a:pt x="390478" y="70420"/>
                  <a:pt x="390851" y="70495"/>
                </a:cubicBezTo>
                <a:cubicBezTo>
                  <a:pt x="391243" y="70572"/>
                  <a:pt x="391629" y="70674"/>
                  <a:pt x="392010" y="70799"/>
                </a:cubicBezTo>
                <a:lnTo>
                  <a:pt x="392784" y="71240"/>
                </a:lnTo>
                <a:cubicBezTo>
                  <a:pt x="393060" y="71406"/>
                  <a:pt x="393916" y="71406"/>
                  <a:pt x="393805" y="71765"/>
                </a:cubicBezTo>
                <a:cubicBezTo>
                  <a:pt x="393695" y="72124"/>
                  <a:pt x="392949" y="72676"/>
                  <a:pt x="392590" y="72925"/>
                </a:cubicBezTo>
                <a:cubicBezTo>
                  <a:pt x="391502" y="73966"/>
                  <a:pt x="390191" y="74742"/>
                  <a:pt x="388752" y="75189"/>
                </a:cubicBezTo>
                <a:cubicBezTo>
                  <a:pt x="386229" y="75951"/>
                  <a:pt x="383666" y="76578"/>
                  <a:pt x="381076" y="77067"/>
                </a:cubicBezTo>
                <a:cubicBezTo>
                  <a:pt x="380827" y="77067"/>
                  <a:pt x="380358" y="77067"/>
                  <a:pt x="380137" y="77067"/>
                </a:cubicBezTo>
                <a:cubicBezTo>
                  <a:pt x="379635" y="77160"/>
                  <a:pt x="379127" y="77224"/>
                  <a:pt x="378618" y="77260"/>
                </a:cubicBezTo>
                <a:cubicBezTo>
                  <a:pt x="377945" y="77398"/>
                  <a:pt x="377249" y="77398"/>
                  <a:pt x="376575" y="77260"/>
                </a:cubicBezTo>
                <a:lnTo>
                  <a:pt x="376575" y="77149"/>
                </a:lnTo>
                <a:cubicBezTo>
                  <a:pt x="375719" y="76984"/>
                  <a:pt x="375139" y="77232"/>
                  <a:pt x="375222" y="77481"/>
                </a:cubicBezTo>
                <a:cubicBezTo>
                  <a:pt x="375305" y="77729"/>
                  <a:pt x="375692" y="78061"/>
                  <a:pt x="376051" y="78447"/>
                </a:cubicBezTo>
                <a:cubicBezTo>
                  <a:pt x="376410" y="78834"/>
                  <a:pt x="375885" y="79634"/>
                  <a:pt x="376051" y="80049"/>
                </a:cubicBezTo>
                <a:cubicBezTo>
                  <a:pt x="376216" y="80463"/>
                  <a:pt x="376161" y="80960"/>
                  <a:pt x="376437" y="81208"/>
                </a:cubicBezTo>
                <a:cubicBezTo>
                  <a:pt x="376854" y="81446"/>
                  <a:pt x="377315" y="81606"/>
                  <a:pt x="377790" y="81678"/>
                </a:cubicBezTo>
                <a:cubicBezTo>
                  <a:pt x="378602" y="81973"/>
                  <a:pt x="379433" y="82213"/>
                  <a:pt x="380275" y="82396"/>
                </a:cubicBezTo>
                <a:cubicBezTo>
                  <a:pt x="380938" y="82396"/>
                  <a:pt x="382678" y="82396"/>
                  <a:pt x="383395" y="82396"/>
                </a:cubicBezTo>
                <a:cubicBezTo>
                  <a:pt x="384829" y="82666"/>
                  <a:pt x="386297" y="82666"/>
                  <a:pt x="387730" y="82396"/>
                </a:cubicBezTo>
                <a:cubicBezTo>
                  <a:pt x="389857" y="81733"/>
                  <a:pt x="391099" y="81650"/>
                  <a:pt x="392618" y="81181"/>
                </a:cubicBezTo>
                <a:cubicBezTo>
                  <a:pt x="394136" y="80711"/>
                  <a:pt x="396345" y="78585"/>
                  <a:pt x="396649" y="79137"/>
                </a:cubicBezTo>
                <a:cubicBezTo>
                  <a:pt x="396953" y="79690"/>
                  <a:pt x="397367" y="81843"/>
                  <a:pt x="398196" y="83666"/>
                </a:cubicBezTo>
                <a:cubicBezTo>
                  <a:pt x="398427" y="84444"/>
                  <a:pt x="398613" y="85240"/>
                  <a:pt x="398748" y="86040"/>
                </a:cubicBezTo>
                <a:cubicBezTo>
                  <a:pt x="398853" y="87440"/>
                  <a:pt x="399046" y="88835"/>
                  <a:pt x="399328" y="90210"/>
                </a:cubicBezTo>
                <a:cubicBezTo>
                  <a:pt x="400010" y="91682"/>
                  <a:pt x="400010" y="93377"/>
                  <a:pt x="399328" y="94849"/>
                </a:cubicBezTo>
                <a:cubicBezTo>
                  <a:pt x="399339" y="95487"/>
                  <a:pt x="399618" y="96089"/>
                  <a:pt x="400101" y="96505"/>
                </a:cubicBezTo>
                <a:cubicBezTo>
                  <a:pt x="400681" y="97085"/>
                  <a:pt x="401647" y="97113"/>
                  <a:pt x="402199" y="98135"/>
                </a:cubicBezTo>
                <a:cubicBezTo>
                  <a:pt x="402561" y="98579"/>
                  <a:pt x="403000" y="98952"/>
                  <a:pt x="403497" y="99239"/>
                </a:cubicBezTo>
                <a:cubicBezTo>
                  <a:pt x="404105" y="99708"/>
                  <a:pt x="404822" y="99902"/>
                  <a:pt x="405181" y="100178"/>
                </a:cubicBezTo>
                <a:cubicBezTo>
                  <a:pt x="405676" y="100551"/>
                  <a:pt x="406192" y="100893"/>
                  <a:pt x="406728" y="101200"/>
                </a:cubicBezTo>
                <a:cubicBezTo>
                  <a:pt x="406949" y="101282"/>
                  <a:pt x="407225" y="101531"/>
                  <a:pt x="407528" y="101476"/>
                </a:cubicBezTo>
                <a:cubicBezTo>
                  <a:pt x="407832" y="101420"/>
                  <a:pt x="408274" y="101282"/>
                  <a:pt x="408578" y="101282"/>
                </a:cubicBezTo>
                <a:cubicBezTo>
                  <a:pt x="409298" y="101605"/>
                  <a:pt x="410121" y="101605"/>
                  <a:pt x="410842" y="101282"/>
                </a:cubicBezTo>
                <a:cubicBezTo>
                  <a:pt x="411284" y="101117"/>
                  <a:pt x="411477" y="100482"/>
                  <a:pt x="411643" y="100233"/>
                </a:cubicBezTo>
                <a:cubicBezTo>
                  <a:pt x="411808" y="99985"/>
                  <a:pt x="412443" y="100012"/>
                  <a:pt x="412443" y="99626"/>
                </a:cubicBezTo>
                <a:cubicBezTo>
                  <a:pt x="412443" y="99239"/>
                  <a:pt x="411919" y="98880"/>
                  <a:pt x="411670" y="98549"/>
                </a:cubicBezTo>
                <a:cubicBezTo>
                  <a:pt x="410649" y="97334"/>
                  <a:pt x="410013" y="96588"/>
                  <a:pt x="409296" y="95788"/>
                </a:cubicBezTo>
                <a:cubicBezTo>
                  <a:pt x="409019" y="95456"/>
                  <a:pt x="408826" y="94655"/>
                  <a:pt x="408467" y="94158"/>
                </a:cubicBezTo>
                <a:cubicBezTo>
                  <a:pt x="407959" y="93634"/>
                  <a:pt x="407506" y="93062"/>
                  <a:pt x="407114" y="92446"/>
                </a:cubicBezTo>
                <a:cubicBezTo>
                  <a:pt x="406620" y="91102"/>
                  <a:pt x="406001" y="89807"/>
                  <a:pt x="405264" y="88581"/>
                </a:cubicBezTo>
                <a:cubicBezTo>
                  <a:pt x="404381" y="87255"/>
                  <a:pt x="404602" y="84494"/>
                  <a:pt x="404215" y="83500"/>
                </a:cubicBezTo>
                <a:cubicBezTo>
                  <a:pt x="403362" y="81435"/>
                  <a:pt x="402804" y="79259"/>
                  <a:pt x="402558" y="77039"/>
                </a:cubicBezTo>
                <a:cubicBezTo>
                  <a:pt x="402514" y="76269"/>
                  <a:pt x="402818" y="75517"/>
                  <a:pt x="403387" y="74996"/>
                </a:cubicBezTo>
                <a:cubicBezTo>
                  <a:pt x="403828" y="74673"/>
                  <a:pt x="404325" y="74430"/>
                  <a:pt x="404850" y="74278"/>
                </a:cubicBezTo>
                <a:cubicBezTo>
                  <a:pt x="405861" y="74305"/>
                  <a:pt x="406863" y="74463"/>
                  <a:pt x="407832" y="74747"/>
                </a:cubicBezTo>
                <a:cubicBezTo>
                  <a:pt x="408357" y="74913"/>
                  <a:pt x="408909" y="75189"/>
                  <a:pt x="409544" y="75465"/>
                </a:cubicBezTo>
                <a:cubicBezTo>
                  <a:pt x="410160" y="75744"/>
                  <a:pt x="410828" y="75885"/>
                  <a:pt x="411505" y="75879"/>
                </a:cubicBezTo>
                <a:cubicBezTo>
                  <a:pt x="412482" y="76103"/>
                  <a:pt x="413482" y="76224"/>
                  <a:pt x="414487" y="76238"/>
                </a:cubicBezTo>
                <a:cubicBezTo>
                  <a:pt x="415149" y="76072"/>
                  <a:pt x="415453" y="75824"/>
                  <a:pt x="415950" y="76072"/>
                </a:cubicBezTo>
                <a:cubicBezTo>
                  <a:pt x="416447" y="76321"/>
                  <a:pt x="416558" y="76155"/>
                  <a:pt x="416806" y="75714"/>
                </a:cubicBezTo>
                <a:cubicBezTo>
                  <a:pt x="417248" y="74637"/>
                  <a:pt x="417607" y="73146"/>
                  <a:pt x="416806" y="72510"/>
                </a:cubicBezTo>
                <a:cubicBezTo>
                  <a:pt x="416005" y="71875"/>
                  <a:pt x="415315" y="71406"/>
                  <a:pt x="415288" y="70854"/>
                </a:cubicBezTo>
                <a:cubicBezTo>
                  <a:pt x="415260" y="70302"/>
                  <a:pt x="413437" y="69777"/>
                  <a:pt x="413134" y="69611"/>
                </a:cubicBezTo>
                <a:cubicBezTo>
                  <a:pt x="412830" y="69446"/>
                  <a:pt x="411836" y="69777"/>
                  <a:pt x="411146" y="69777"/>
                </a:cubicBezTo>
                <a:cubicBezTo>
                  <a:pt x="410657" y="69744"/>
                  <a:pt x="410176" y="69650"/>
                  <a:pt x="409710" y="69501"/>
                </a:cubicBezTo>
                <a:cubicBezTo>
                  <a:pt x="409296" y="69363"/>
                  <a:pt x="408440" y="69363"/>
                  <a:pt x="408440" y="69363"/>
                </a:cubicBezTo>
                <a:cubicBezTo>
                  <a:pt x="408108" y="69382"/>
                  <a:pt x="407780" y="69294"/>
                  <a:pt x="407501" y="69114"/>
                </a:cubicBezTo>
                <a:cubicBezTo>
                  <a:pt x="407280" y="68921"/>
                  <a:pt x="408219" y="68120"/>
                  <a:pt x="408219" y="67955"/>
                </a:cubicBezTo>
                <a:cubicBezTo>
                  <a:pt x="409047" y="67264"/>
                  <a:pt x="409793" y="66712"/>
                  <a:pt x="410207" y="66408"/>
                </a:cubicBezTo>
                <a:cubicBezTo>
                  <a:pt x="410621" y="66104"/>
                  <a:pt x="410345" y="65773"/>
                  <a:pt x="410621" y="65193"/>
                </a:cubicBezTo>
                <a:cubicBezTo>
                  <a:pt x="410897" y="64613"/>
                  <a:pt x="411284" y="64448"/>
                  <a:pt x="410897" y="63868"/>
                </a:cubicBezTo>
                <a:cubicBezTo>
                  <a:pt x="410408" y="63219"/>
                  <a:pt x="410118" y="62443"/>
                  <a:pt x="410069" y="61631"/>
                </a:cubicBezTo>
                <a:cubicBezTo>
                  <a:pt x="410069" y="61328"/>
                  <a:pt x="408384" y="60665"/>
                  <a:pt x="408108" y="60389"/>
                </a:cubicBezTo>
                <a:cubicBezTo>
                  <a:pt x="407832" y="60113"/>
                  <a:pt x="407170" y="60306"/>
                  <a:pt x="406838" y="60113"/>
                </a:cubicBezTo>
                <a:cubicBezTo>
                  <a:pt x="406507" y="59919"/>
                  <a:pt x="406590" y="59505"/>
                  <a:pt x="405513" y="59201"/>
                </a:cubicBezTo>
                <a:close/>
                <a:moveTo>
                  <a:pt x="224819" y="54922"/>
                </a:moveTo>
                <a:lnTo>
                  <a:pt x="224902" y="55032"/>
                </a:lnTo>
                <a:lnTo>
                  <a:pt x="224838" y="54959"/>
                </a:lnTo>
                <a:close/>
                <a:moveTo>
                  <a:pt x="158936" y="49675"/>
                </a:moveTo>
                <a:cubicBezTo>
                  <a:pt x="158577" y="49537"/>
                  <a:pt x="158025" y="50034"/>
                  <a:pt x="157528" y="50034"/>
                </a:cubicBezTo>
                <a:cubicBezTo>
                  <a:pt x="157031" y="50034"/>
                  <a:pt x="156865" y="49841"/>
                  <a:pt x="156534" y="50034"/>
                </a:cubicBezTo>
                <a:cubicBezTo>
                  <a:pt x="156122" y="50324"/>
                  <a:pt x="155689" y="50584"/>
                  <a:pt x="155236" y="50807"/>
                </a:cubicBezTo>
                <a:cubicBezTo>
                  <a:pt x="154863" y="50954"/>
                  <a:pt x="154504" y="51130"/>
                  <a:pt x="154159" y="51332"/>
                </a:cubicBezTo>
                <a:cubicBezTo>
                  <a:pt x="153690" y="51636"/>
                  <a:pt x="153690" y="51939"/>
                  <a:pt x="153496" y="52160"/>
                </a:cubicBezTo>
                <a:cubicBezTo>
                  <a:pt x="153303" y="52381"/>
                  <a:pt x="152806" y="52602"/>
                  <a:pt x="152668" y="52768"/>
                </a:cubicBezTo>
                <a:cubicBezTo>
                  <a:pt x="152530" y="52933"/>
                  <a:pt x="152530" y="53348"/>
                  <a:pt x="152005" y="53679"/>
                </a:cubicBezTo>
                <a:cubicBezTo>
                  <a:pt x="151481" y="54010"/>
                  <a:pt x="150791" y="54093"/>
                  <a:pt x="150625" y="54839"/>
                </a:cubicBezTo>
                <a:cubicBezTo>
                  <a:pt x="150506" y="55198"/>
                  <a:pt x="150578" y="55595"/>
                  <a:pt x="150818" y="55888"/>
                </a:cubicBezTo>
                <a:cubicBezTo>
                  <a:pt x="151232" y="56219"/>
                  <a:pt x="153193" y="57131"/>
                  <a:pt x="153358" y="57793"/>
                </a:cubicBezTo>
                <a:cubicBezTo>
                  <a:pt x="153483" y="58180"/>
                  <a:pt x="153574" y="58577"/>
                  <a:pt x="153635" y="58981"/>
                </a:cubicBezTo>
                <a:cubicBezTo>
                  <a:pt x="153828" y="59450"/>
                  <a:pt x="153828" y="59616"/>
                  <a:pt x="153828" y="59975"/>
                </a:cubicBezTo>
                <a:cubicBezTo>
                  <a:pt x="153814" y="60323"/>
                  <a:pt x="153922" y="60665"/>
                  <a:pt x="154132" y="60941"/>
                </a:cubicBezTo>
                <a:cubicBezTo>
                  <a:pt x="154499" y="61115"/>
                  <a:pt x="154924" y="61115"/>
                  <a:pt x="155291" y="60941"/>
                </a:cubicBezTo>
                <a:cubicBezTo>
                  <a:pt x="155678" y="60720"/>
                  <a:pt x="156147" y="60582"/>
                  <a:pt x="156313" y="60720"/>
                </a:cubicBezTo>
                <a:cubicBezTo>
                  <a:pt x="156479" y="60858"/>
                  <a:pt x="156838" y="60858"/>
                  <a:pt x="156920" y="61438"/>
                </a:cubicBezTo>
                <a:cubicBezTo>
                  <a:pt x="157003" y="62018"/>
                  <a:pt x="156644" y="62266"/>
                  <a:pt x="156147" y="62874"/>
                </a:cubicBezTo>
                <a:cubicBezTo>
                  <a:pt x="155650" y="63481"/>
                  <a:pt x="153911" y="65110"/>
                  <a:pt x="153745" y="65635"/>
                </a:cubicBezTo>
                <a:cubicBezTo>
                  <a:pt x="153579" y="66160"/>
                  <a:pt x="152834" y="66243"/>
                  <a:pt x="152309" y="66795"/>
                </a:cubicBezTo>
                <a:cubicBezTo>
                  <a:pt x="151288" y="67877"/>
                  <a:pt x="150191" y="68882"/>
                  <a:pt x="149023" y="69805"/>
                </a:cubicBezTo>
                <a:cubicBezTo>
                  <a:pt x="148637" y="70081"/>
                  <a:pt x="148057" y="71130"/>
                  <a:pt x="147781" y="71268"/>
                </a:cubicBezTo>
                <a:cubicBezTo>
                  <a:pt x="147505" y="71406"/>
                  <a:pt x="147035" y="71047"/>
                  <a:pt x="146814" y="71268"/>
                </a:cubicBezTo>
                <a:lnTo>
                  <a:pt x="146814" y="71158"/>
                </a:lnTo>
                <a:cubicBezTo>
                  <a:pt x="145953" y="72052"/>
                  <a:pt x="145268" y="73101"/>
                  <a:pt x="144799" y="74250"/>
                </a:cubicBezTo>
                <a:cubicBezTo>
                  <a:pt x="144741" y="74637"/>
                  <a:pt x="144851" y="75029"/>
                  <a:pt x="145102" y="75327"/>
                </a:cubicBezTo>
                <a:cubicBezTo>
                  <a:pt x="145489" y="75879"/>
                  <a:pt x="145903" y="76376"/>
                  <a:pt x="145903" y="76514"/>
                </a:cubicBezTo>
                <a:cubicBezTo>
                  <a:pt x="146152" y="77122"/>
                  <a:pt x="146621" y="77784"/>
                  <a:pt x="147118" y="77729"/>
                </a:cubicBezTo>
                <a:cubicBezTo>
                  <a:pt x="147615" y="77674"/>
                  <a:pt x="147808" y="77149"/>
                  <a:pt x="148554" y="77011"/>
                </a:cubicBezTo>
                <a:cubicBezTo>
                  <a:pt x="149299" y="76873"/>
                  <a:pt x="149189" y="77343"/>
                  <a:pt x="149603" y="77011"/>
                </a:cubicBezTo>
                <a:cubicBezTo>
                  <a:pt x="150017" y="76680"/>
                  <a:pt x="150211" y="76238"/>
                  <a:pt x="150211" y="75934"/>
                </a:cubicBezTo>
                <a:cubicBezTo>
                  <a:pt x="150445" y="75562"/>
                  <a:pt x="150733" y="75228"/>
                  <a:pt x="151067" y="74940"/>
                </a:cubicBezTo>
                <a:cubicBezTo>
                  <a:pt x="151536" y="74609"/>
                  <a:pt x="152116" y="74305"/>
                  <a:pt x="152116" y="73864"/>
                </a:cubicBezTo>
                <a:cubicBezTo>
                  <a:pt x="152337" y="73659"/>
                  <a:pt x="152588" y="73491"/>
                  <a:pt x="152861" y="73367"/>
                </a:cubicBezTo>
                <a:cubicBezTo>
                  <a:pt x="153226" y="73226"/>
                  <a:pt x="153554" y="73010"/>
                  <a:pt x="153828" y="72731"/>
                </a:cubicBezTo>
                <a:cubicBezTo>
                  <a:pt x="154121" y="72389"/>
                  <a:pt x="154433" y="72066"/>
                  <a:pt x="154767" y="71765"/>
                </a:cubicBezTo>
                <a:cubicBezTo>
                  <a:pt x="155139" y="71588"/>
                  <a:pt x="155462" y="71323"/>
                  <a:pt x="155705" y="70992"/>
                </a:cubicBezTo>
                <a:cubicBezTo>
                  <a:pt x="155954" y="70633"/>
                  <a:pt x="156506" y="70384"/>
                  <a:pt x="156755" y="69970"/>
                </a:cubicBezTo>
                <a:cubicBezTo>
                  <a:pt x="157003" y="69556"/>
                  <a:pt x="157583" y="69363"/>
                  <a:pt x="157859" y="68838"/>
                </a:cubicBezTo>
                <a:cubicBezTo>
                  <a:pt x="158135" y="68313"/>
                  <a:pt x="158991" y="68258"/>
                  <a:pt x="158991" y="67678"/>
                </a:cubicBezTo>
                <a:cubicBezTo>
                  <a:pt x="160259" y="66215"/>
                  <a:pt x="161625" y="64843"/>
                  <a:pt x="163078" y="63564"/>
                </a:cubicBezTo>
                <a:cubicBezTo>
                  <a:pt x="163636" y="62899"/>
                  <a:pt x="164155" y="62197"/>
                  <a:pt x="164624" y="61466"/>
                </a:cubicBezTo>
                <a:cubicBezTo>
                  <a:pt x="165176" y="60996"/>
                  <a:pt x="165839" y="60913"/>
                  <a:pt x="166088" y="60665"/>
                </a:cubicBezTo>
                <a:cubicBezTo>
                  <a:pt x="166430" y="60160"/>
                  <a:pt x="166819" y="59690"/>
                  <a:pt x="167247" y="59257"/>
                </a:cubicBezTo>
                <a:cubicBezTo>
                  <a:pt x="167523" y="58925"/>
                  <a:pt x="168131" y="58235"/>
                  <a:pt x="168462" y="57931"/>
                </a:cubicBezTo>
                <a:lnTo>
                  <a:pt x="169953" y="56772"/>
                </a:lnTo>
                <a:cubicBezTo>
                  <a:pt x="170230" y="56606"/>
                  <a:pt x="171638" y="55584"/>
                  <a:pt x="171886" y="55391"/>
                </a:cubicBezTo>
                <a:cubicBezTo>
                  <a:pt x="172632" y="55032"/>
                  <a:pt x="173322" y="55308"/>
                  <a:pt x="173322" y="55032"/>
                </a:cubicBezTo>
                <a:cubicBezTo>
                  <a:pt x="173709" y="54231"/>
                  <a:pt x="174675" y="52381"/>
                  <a:pt x="174399" y="51801"/>
                </a:cubicBezTo>
                <a:cubicBezTo>
                  <a:pt x="174123" y="51222"/>
                  <a:pt x="173874" y="50780"/>
                  <a:pt x="173709" y="50504"/>
                </a:cubicBezTo>
                <a:cubicBezTo>
                  <a:pt x="173474" y="50258"/>
                  <a:pt x="173129" y="50153"/>
                  <a:pt x="172797" y="50227"/>
                </a:cubicBezTo>
                <a:cubicBezTo>
                  <a:pt x="172146" y="50437"/>
                  <a:pt x="171433" y="50316"/>
                  <a:pt x="170892" y="49896"/>
                </a:cubicBezTo>
                <a:cubicBezTo>
                  <a:pt x="170616" y="49675"/>
                  <a:pt x="170147" y="49979"/>
                  <a:pt x="169677" y="50172"/>
                </a:cubicBezTo>
                <a:cubicBezTo>
                  <a:pt x="169208" y="50366"/>
                  <a:pt x="168656" y="50172"/>
                  <a:pt x="168407" y="50366"/>
                </a:cubicBezTo>
                <a:cubicBezTo>
                  <a:pt x="167695" y="50948"/>
                  <a:pt x="167029" y="51583"/>
                  <a:pt x="166419" y="52271"/>
                </a:cubicBezTo>
                <a:cubicBezTo>
                  <a:pt x="165894" y="52878"/>
                  <a:pt x="163299" y="55281"/>
                  <a:pt x="162940" y="55640"/>
                </a:cubicBezTo>
                <a:cubicBezTo>
                  <a:pt x="162581" y="55998"/>
                  <a:pt x="162305" y="55529"/>
                  <a:pt x="162305" y="55087"/>
                </a:cubicBezTo>
                <a:cubicBezTo>
                  <a:pt x="162829" y="53900"/>
                  <a:pt x="163188" y="53817"/>
                  <a:pt x="162305" y="52326"/>
                </a:cubicBezTo>
                <a:cubicBezTo>
                  <a:pt x="161421" y="50835"/>
                  <a:pt x="160455" y="51028"/>
                  <a:pt x="160151" y="50835"/>
                </a:cubicBezTo>
                <a:cubicBezTo>
                  <a:pt x="159847" y="50642"/>
                  <a:pt x="159295" y="49813"/>
                  <a:pt x="158936" y="49675"/>
                </a:cubicBezTo>
                <a:close/>
                <a:moveTo>
                  <a:pt x="246315" y="41874"/>
                </a:moveTo>
                <a:cubicBezTo>
                  <a:pt x="246575" y="41883"/>
                  <a:pt x="246779" y="42098"/>
                  <a:pt x="246771" y="42358"/>
                </a:cubicBezTo>
                <a:cubicBezTo>
                  <a:pt x="246829" y="43095"/>
                  <a:pt x="246544" y="43818"/>
                  <a:pt x="245998" y="44318"/>
                </a:cubicBezTo>
                <a:cubicBezTo>
                  <a:pt x="245467" y="44481"/>
                  <a:pt x="244899" y="44481"/>
                  <a:pt x="244368" y="44318"/>
                </a:cubicBezTo>
                <a:cubicBezTo>
                  <a:pt x="244186" y="44061"/>
                  <a:pt x="244101" y="43749"/>
                  <a:pt x="244120" y="43434"/>
                </a:cubicBezTo>
                <a:cubicBezTo>
                  <a:pt x="244103" y="43078"/>
                  <a:pt x="244211" y="42728"/>
                  <a:pt x="244424" y="42440"/>
                </a:cubicBezTo>
                <a:cubicBezTo>
                  <a:pt x="245001" y="42217"/>
                  <a:pt x="245589" y="42032"/>
                  <a:pt x="246191" y="41888"/>
                </a:cubicBezTo>
                <a:cubicBezTo>
                  <a:pt x="246232" y="41877"/>
                  <a:pt x="246274" y="41874"/>
                  <a:pt x="246315" y="41874"/>
                </a:cubicBezTo>
                <a:close/>
                <a:moveTo>
                  <a:pt x="251354" y="39570"/>
                </a:moveTo>
                <a:cubicBezTo>
                  <a:pt x="251603" y="39376"/>
                  <a:pt x="252155" y="39266"/>
                  <a:pt x="252293" y="39763"/>
                </a:cubicBezTo>
                <a:cubicBezTo>
                  <a:pt x="252384" y="40152"/>
                  <a:pt x="252431" y="40550"/>
                  <a:pt x="252431" y="40950"/>
                </a:cubicBezTo>
                <a:cubicBezTo>
                  <a:pt x="252207" y="41624"/>
                  <a:pt x="251672" y="42146"/>
                  <a:pt x="250995" y="42358"/>
                </a:cubicBezTo>
                <a:cubicBezTo>
                  <a:pt x="250802" y="42441"/>
                  <a:pt x="250001" y="41972"/>
                  <a:pt x="250001" y="41668"/>
                </a:cubicBezTo>
                <a:cubicBezTo>
                  <a:pt x="250001" y="41364"/>
                  <a:pt x="249311" y="40260"/>
                  <a:pt x="250001" y="40232"/>
                </a:cubicBezTo>
                <a:cubicBezTo>
                  <a:pt x="250691" y="40205"/>
                  <a:pt x="250940" y="39763"/>
                  <a:pt x="251354" y="39570"/>
                </a:cubicBezTo>
                <a:close/>
                <a:moveTo>
                  <a:pt x="244810" y="35924"/>
                </a:moveTo>
                <a:cubicBezTo>
                  <a:pt x="245776" y="35565"/>
                  <a:pt x="246135" y="36173"/>
                  <a:pt x="246163" y="37084"/>
                </a:cubicBezTo>
                <a:cubicBezTo>
                  <a:pt x="246190" y="37995"/>
                  <a:pt x="245251" y="38354"/>
                  <a:pt x="244589" y="39044"/>
                </a:cubicBezTo>
                <a:cubicBezTo>
                  <a:pt x="244257" y="39376"/>
                  <a:pt x="244257" y="39044"/>
                  <a:pt x="243871" y="38740"/>
                </a:cubicBezTo>
                <a:cubicBezTo>
                  <a:pt x="243484" y="38437"/>
                  <a:pt x="243484" y="37691"/>
                  <a:pt x="243484" y="37222"/>
                </a:cubicBezTo>
                <a:cubicBezTo>
                  <a:pt x="243291" y="36145"/>
                  <a:pt x="244561" y="36366"/>
                  <a:pt x="244810" y="35924"/>
                </a:cubicBezTo>
                <a:close/>
                <a:moveTo>
                  <a:pt x="322400" y="34792"/>
                </a:moveTo>
                <a:cubicBezTo>
                  <a:pt x="321572" y="34986"/>
                  <a:pt x="320826" y="34847"/>
                  <a:pt x="320578" y="35704"/>
                </a:cubicBezTo>
                <a:cubicBezTo>
                  <a:pt x="320495" y="36007"/>
                  <a:pt x="320302" y="37112"/>
                  <a:pt x="320302" y="37443"/>
                </a:cubicBezTo>
                <a:cubicBezTo>
                  <a:pt x="320177" y="38053"/>
                  <a:pt x="320177" y="38683"/>
                  <a:pt x="320302" y="39293"/>
                </a:cubicBezTo>
                <a:cubicBezTo>
                  <a:pt x="320735" y="40050"/>
                  <a:pt x="320962" y="40906"/>
                  <a:pt x="320964" y="41778"/>
                </a:cubicBezTo>
                <a:cubicBezTo>
                  <a:pt x="320854" y="42634"/>
                  <a:pt x="320550" y="43380"/>
                  <a:pt x="321102" y="43766"/>
                </a:cubicBezTo>
                <a:cubicBezTo>
                  <a:pt x="321740" y="44064"/>
                  <a:pt x="322444" y="44189"/>
                  <a:pt x="323146" y="44125"/>
                </a:cubicBezTo>
                <a:cubicBezTo>
                  <a:pt x="323687" y="44092"/>
                  <a:pt x="324234" y="44092"/>
                  <a:pt x="324775" y="44125"/>
                </a:cubicBezTo>
                <a:cubicBezTo>
                  <a:pt x="325078" y="44318"/>
                  <a:pt x="324940" y="45036"/>
                  <a:pt x="324775" y="45644"/>
                </a:cubicBezTo>
                <a:cubicBezTo>
                  <a:pt x="324628" y="46268"/>
                  <a:pt x="324366" y="46859"/>
                  <a:pt x="324002" y="47383"/>
                </a:cubicBezTo>
                <a:cubicBezTo>
                  <a:pt x="323311" y="48488"/>
                  <a:pt x="322262" y="51636"/>
                  <a:pt x="319501" y="52022"/>
                </a:cubicBezTo>
                <a:cubicBezTo>
                  <a:pt x="318120" y="52188"/>
                  <a:pt x="316243" y="52685"/>
                  <a:pt x="315028" y="52685"/>
                </a:cubicBezTo>
                <a:cubicBezTo>
                  <a:pt x="314613" y="52685"/>
                  <a:pt x="313923" y="52685"/>
                  <a:pt x="313481" y="52685"/>
                </a:cubicBezTo>
                <a:cubicBezTo>
                  <a:pt x="312184" y="52795"/>
                  <a:pt x="310030" y="53154"/>
                  <a:pt x="309422" y="53154"/>
                </a:cubicBezTo>
                <a:cubicBezTo>
                  <a:pt x="308815" y="53154"/>
                  <a:pt x="308014" y="52547"/>
                  <a:pt x="307683" y="52547"/>
                </a:cubicBezTo>
                <a:cubicBezTo>
                  <a:pt x="306482" y="52544"/>
                  <a:pt x="305300" y="52859"/>
                  <a:pt x="304259" y="53458"/>
                </a:cubicBezTo>
                <a:cubicBezTo>
                  <a:pt x="304322" y="54118"/>
                  <a:pt x="304217" y="54783"/>
                  <a:pt x="303955" y="55391"/>
                </a:cubicBezTo>
                <a:lnTo>
                  <a:pt x="303955" y="55281"/>
                </a:lnTo>
                <a:cubicBezTo>
                  <a:pt x="303652" y="55805"/>
                  <a:pt x="303464" y="56388"/>
                  <a:pt x="303403" y="56992"/>
                </a:cubicBezTo>
                <a:cubicBezTo>
                  <a:pt x="304231" y="58318"/>
                  <a:pt x="305225" y="60168"/>
                  <a:pt x="305529" y="60306"/>
                </a:cubicBezTo>
                <a:cubicBezTo>
                  <a:pt x="305833" y="60444"/>
                  <a:pt x="310693" y="59588"/>
                  <a:pt x="313454" y="59367"/>
                </a:cubicBezTo>
                <a:cubicBezTo>
                  <a:pt x="315536" y="59218"/>
                  <a:pt x="317629" y="59301"/>
                  <a:pt x="319694" y="59616"/>
                </a:cubicBezTo>
                <a:cubicBezTo>
                  <a:pt x="320661" y="59781"/>
                  <a:pt x="322124" y="60416"/>
                  <a:pt x="323035" y="60527"/>
                </a:cubicBezTo>
                <a:cubicBezTo>
                  <a:pt x="323946" y="60637"/>
                  <a:pt x="325493" y="60831"/>
                  <a:pt x="326073" y="60831"/>
                </a:cubicBezTo>
                <a:cubicBezTo>
                  <a:pt x="327133" y="60839"/>
                  <a:pt x="328188" y="61016"/>
                  <a:pt x="329193" y="61355"/>
                </a:cubicBezTo>
                <a:cubicBezTo>
                  <a:pt x="329773" y="61576"/>
                  <a:pt x="331291" y="61742"/>
                  <a:pt x="332202" y="62101"/>
                </a:cubicBezTo>
                <a:cubicBezTo>
                  <a:pt x="333114" y="62460"/>
                  <a:pt x="334688" y="63012"/>
                  <a:pt x="335433" y="63205"/>
                </a:cubicBezTo>
                <a:cubicBezTo>
                  <a:pt x="336179" y="63399"/>
                  <a:pt x="336814" y="63371"/>
                  <a:pt x="337476" y="63537"/>
                </a:cubicBezTo>
                <a:cubicBezTo>
                  <a:pt x="338117" y="63777"/>
                  <a:pt x="338744" y="64056"/>
                  <a:pt x="339354" y="64365"/>
                </a:cubicBezTo>
                <a:cubicBezTo>
                  <a:pt x="339658" y="64448"/>
                  <a:pt x="340182" y="64475"/>
                  <a:pt x="341176" y="64696"/>
                </a:cubicBezTo>
                <a:cubicBezTo>
                  <a:pt x="341563" y="64779"/>
                  <a:pt x="342005" y="64310"/>
                  <a:pt x="342336" y="63978"/>
                </a:cubicBezTo>
                <a:cubicBezTo>
                  <a:pt x="342654" y="63716"/>
                  <a:pt x="342908" y="63385"/>
                  <a:pt x="343082" y="63012"/>
                </a:cubicBezTo>
                <a:cubicBezTo>
                  <a:pt x="343148" y="62777"/>
                  <a:pt x="343148" y="62529"/>
                  <a:pt x="343082" y="62294"/>
                </a:cubicBezTo>
                <a:cubicBezTo>
                  <a:pt x="343082" y="62239"/>
                  <a:pt x="343082" y="61935"/>
                  <a:pt x="343082" y="61797"/>
                </a:cubicBezTo>
                <a:cubicBezTo>
                  <a:pt x="343151" y="61366"/>
                  <a:pt x="343151" y="60930"/>
                  <a:pt x="343082" y="60499"/>
                </a:cubicBezTo>
                <a:cubicBezTo>
                  <a:pt x="342944" y="59422"/>
                  <a:pt x="342060" y="58981"/>
                  <a:pt x="341591" y="58539"/>
                </a:cubicBezTo>
                <a:cubicBezTo>
                  <a:pt x="341212" y="58133"/>
                  <a:pt x="340806" y="57755"/>
                  <a:pt x="340376" y="57407"/>
                </a:cubicBezTo>
                <a:cubicBezTo>
                  <a:pt x="339948" y="57120"/>
                  <a:pt x="339495" y="56868"/>
                  <a:pt x="339023" y="56661"/>
                </a:cubicBezTo>
                <a:cubicBezTo>
                  <a:pt x="338578" y="56562"/>
                  <a:pt x="338125" y="56498"/>
                  <a:pt x="337670" y="56468"/>
                </a:cubicBezTo>
                <a:cubicBezTo>
                  <a:pt x="337173" y="56468"/>
                  <a:pt x="336814" y="56827"/>
                  <a:pt x="336151" y="56661"/>
                </a:cubicBezTo>
                <a:cubicBezTo>
                  <a:pt x="334389" y="56159"/>
                  <a:pt x="332603" y="55764"/>
                  <a:pt x="330794" y="55474"/>
                </a:cubicBezTo>
                <a:cubicBezTo>
                  <a:pt x="330463" y="55004"/>
                  <a:pt x="331015" y="53845"/>
                  <a:pt x="331374" y="52464"/>
                </a:cubicBezTo>
                <a:cubicBezTo>
                  <a:pt x="331512" y="52078"/>
                  <a:pt x="331595" y="51581"/>
                  <a:pt x="331871" y="51387"/>
                </a:cubicBezTo>
                <a:cubicBezTo>
                  <a:pt x="332144" y="51114"/>
                  <a:pt x="332335" y="50769"/>
                  <a:pt x="332423" y="50393"/>
                </a:cubicBezTo>
                <a:cubicBezTo>
                  <a:pt x="332550" y="50023"/>
                  <a:pt x="332779" y="49697"/>
                  <a:pt x="333086" y="49454"/>
                </a:cubicBezTo>
                <a:cubicBezTo>
                  <a:pt x="333406" y="49203"/>
                  <a:pt x="333655" y="48869"/>
                  <a:pt x="333804" y="48488"/>
                </a:cubicBezTo>
                <a:cubicBezTo>
                  <a:pt x="334218" y="46942"/>
                  <a:pt x="333362" y="47190"/>
                  <a:pt x="333804" y="45892"/>
                </a:cubicBezTo>
                <a:cubicBezTo>
                  <a:pt x="334246" y="44595"/>
                  <a:pt x="335571" y="44871"/>
                  <a:pt x="337200" y="44595"/>
                </a:cubicBezTo>
                <a:cubicBezTo>
                  <a:pt x="337800" y="44520"/>
                  <a:pt x="338374" y="44313"/>
                  <a:pt x="338885" y="43987"/>
                </a:cubicBezTo>
                <a:cubicBezTo>
                  <a:pt x="339561" y="43471"/>
                  <a:pt x="340329" y="43084"/>
                  <a:pt x="341149" y="42855"/>
                </a:cubicBezTo>
                <a:cubicBezTo>
                  <a:pt x="342695" y="42275"/>
                  <a:pt x="343662" y="42524"/>
                  <a:pt x="344076" y="41254"/>
                </a:cubicBezTo>
                <a:cubicBezTo>
                  <a:pt x="344159" y="41060"/>
                  <a:pt x="343744" y="40508"/>
                  <a:pt x="343744" y="40149"/>
                </a:cubicBezTo>
                <a:cubicBezTo>
                  <a:pt x="343835" y="39647"/>
                  <a:pt x="343835" y="39133"/>
                  <a:pt x="343744" y="38630"/>
                </a:cubicBezTo>
                <a:cubicBezTo>
                  <a:pt x="343496" y="37940"/>
                  <a:pt x="342971" y="37498"/>
                  <a:pt x="342640" y="36808"/>
                </a:cubicBezTo>
                <a:cubicBezTo>
                  <a:pt x="342455" y="36432"/>
                  <a:pt x="342143" y="36140"/>
                  <a:pt x="341756" y="35980"/>
                </a:cubicBezTo>
                <a:cubicBezTo>
                  <a:pt x="341425" y="35980"/>
                  <a:pt x="341149" y="36173"/>
                  <a:pt x="340514" y="35980"/>
                </a:cubicBezTo>
                <a:cubicBezTo>
                  <a:pt x="340064" y="35811"/>
                  <a:pt x="339580" y="35753"/>
                  <a:pt x="339105" y="35814"/>
                </a:cubicBezTo>
                <a:cubicBezTo>
                  <a:pt x="337358" y="36292"/>
                  <a:pt x="335560" y="36571"/>
                  <a:pt x="333749" y="36642"/>
                </a:cubicBezTo>
                <a:lnTo>
                  <a:pt x="332893" y="36642"/>
                </a:lnTo>
                <a:lnTo>
                  <a:pt x="331678" y="36642"/>
                </a:lnTo>
                <a:cubicBezTo>
                  <a:pt x="329358" y="36587"/>
                  <a:pt x="325244" y="36118"/>
                  <a:pt x="324940" y="36118"/>
                </a:cubicBezTo>
                <a:cubicBezTo>
                  <a:pt x="324140" y="35786"/>
                  <a:pt x="322731" y="34792"/>
                  <a:pt x="322400" y="34792"/>
                </a:cubicBezTo>
                <a:close/>
                <a:moveTo>
                  <a:pt x="234925" y="32887"/>
                </a:moveTo>
                <a:cubicBezTo>
                  <a:pt x="234483" y="33218"/>
                  <a:pt x="233986" y="33356"/>
                  <a:pt x="232743" y="33356"/>
                </a:cubicBezTo>
                <a:cubicBezTo>
                  <a:pt x="230314" y="33577"/>
                  <a:pt x="227884" y="36780"/>
                  <a:pt x="225509" y="38161"/>
                </a:cubicBezTo>
                <a:cubicBezTo>
                  <a:pt x="224932" y="38352"/>
                  <a:pt x="224341" y="38498"/>
                  <a:pt x="223742" y="38603"/>
                </a:cubicBezTo>
                <a:cubicBezTo>
                  <a:pt x="223245" y="38824"/>
                  <a:pt x="222610" y="39238"/>
                  <a:pt x="222499" y="39624"/>
                </a:cubicBezTo>
                <a:cubicBezTo>
                  <a:pt x="222389" y="40011"/>
                  <a:pt x="222444" y="40453"/>
                  <a:pt x="222002" y="40701"/>
                </a:cubicBezTo>
                <a:cubicBezTo>
                  <a:pt x="221560" y="40950"/>
                  <a:pt x="221201" y="41005"/>
                  <a:pt x="221229" y="41336"/>
                </a:cubicBezTo>
                <a:cubicBezTo>
                  <a:pt x="221257" y="41668"/>
                  <a:pt x="221505" y="43048"/>
                  <a:pt x="221919" y="43131"/>
                </a:cubicBezTo>
                <a:cubicBezTo>
                  <a:pt x="222334" y="43214"/>
                  <a:pt x="222637" y="43131"/>
                  <a:pt x="222803" y="43545"/>
                </a:cubicBezTo>
                <a:cubicBezTo>
                  <a:pt x="222969" y="43960"/>
                  <a:pt x="223521" y="44484"/>
                  <a:pt x="223935" y="44484"/>
                </a:cubicBezTo>
                <a:cubicBezTo>
                  <a:pt x="224490" y="44534"/>
                  <a:pt x="225040" y="44655"/>
                  <a:pt x="225564" y="44843"/>
                </a:cubicBezTo>
                <a:cubicBezTo>
                  <a:pt x="226089" y="44981"/>
                  <a:pt x="227055" y="45036"/>
                  <a:pt x="227055" y="45892"/>
                </a:cubicBezTo>
                <a:cubicBezTo>
                  <a:pt x="227055" y="46748"/>
                  <a:pt x="227359" y="47991"/>
                  <a:pt x="227055" y="48654"/>
                </a:cubicBezTo>
                <a:cubicBezTo>
                  <a:pt x="226752" y="49316"/>
                  <a:pt x="225896" y="50283"/>
                  <a:pt x="225564" y="50283"/>
                </a:cubicBezTo>
                <a:cubicBezTo>
                  <a:pt x="225233" y="50283"/>
                  <a:pt x="224653" y="50283"/>
                  <a:pt x="224322" y="50283"/>
                </a:cubicBezTo>
                <a:cubicBezTo>
                  <a:pt x="223352" y="50490"/>
                  <a:pt x="222695" y="51396"/>
                  <a:pt x="222803" y="52381"/>
                </a:cubicBezTo>
                <a:cubicBezTo>
                  <a:pt x="222886" y="53044"/>
                  <a:pt x="224184" y="54204"/>
                  <a:pt x="224184" y="54204"/>
                </a:cubicBezTo>
                <a:lnTo>
                  <a:pt x="224838" y="54959"/>
                </a:lnTo>
                <a:lnTo>
                  <a:pt x="225316" y="55860"/>
                </a:lnTo>
                <a:cubicBezTo>
                  <a:pt x="225481" y="56247"/>
                  <a:pt x="225316" y="56661"/>
                  <a:pt x="225316" y="57213"/>
                </a:cubicBezTo>
                <a:cubicBezTo>
                  <a:pt x="225371" y="57561"/>
                  <a:pt x="225371" y="57915"/>
                  <a:pt x="225316" y="58263"/>
                </a:cubicBezTo>
                <a:cubicBezTo>
                  <a:pt x="225158" y="58746"/>
                  <a:pt x="224860" y="59168"/>
                  <a:pt x="224460" y="59478"/>
                </a:cubicBezTo>
                <a:cubicBezTo>
                  <a:pt x="224184" y="59698"/>
                  <a:pt x="223466" y="60582"/>
                  <a:pt x="223190" y="60720"/>
                </a:cubicBezTo>
                <a:cubicBezTo>
                  <a:pt x="222121" y="61308"/>
                  <a:pt x="221334" y="62305"/>
                  <a:pt x="221008" y="63481"/>
                </a:cubicBezTo>
                <a:cubicBezTo>
                  <a:pt x="221110" y="64354"/>
                  <a:pt x="221381" y="65199"/>
                  <a:pt x="221809" y="65966"/>
                </a:cubicBezTo>
                <a:cubicBezTo>
                  <a:pt x="222124" y="66452"/>
                  <a:pt x="222527" y="66872"/>
                  <a:pt x="222996" y="67209"/>
                </a:cubicBezTo>
                <a:cubicBezTo>
                  <a:pt x="223438" y="67596"/>
                  <a:pt x="223300" y="68507"/>
                  <a:pt x="223852" y="68507"/>
                </a:cubicBezTo>
                <a:cubicBezTo>
                  <a:pt x="224410" y="68532"/>
                  <a:pt x="224965" y="68606"/>
                  <a:pt x="225509" y="68728"/>
                </a:cubicBezTo>
                <a:cubicBezTo>
                  <a:pt x="225896" y="68921"/>
                  <a:pt x="226641" y="68534"/>
                  <a:pt x="226641" y="68534"/>
                </a:cubicBezTo>
                <a:cubicBezTo>
                  <a:pt x="227249" y="68313"/>
                  <a:pt x="227884" y="66712"/>
                  <a:pt x="229099" y="65773"/>
                </a:cubicBezTo>
                <a:cubicBezTo>
                  <a:pt x="230314" y="64834"/>
                  <a:pt x="233020" y="63288"/>
                  <a:pt x="234455" y="62073"/>
                </a:cubicBezTo>
                <a:cubicBezTo>
                  <a:pt x="236096" y="61024"/>
                  <a:pt x="237172" y="59287"/>
                  <a:pt x="237382" y="57351"/>
                </a:cubicBezTo>
                <a:cubicBezTo>
                  <a:pt x="237299" y="56868"/>
                  <a:pt x="237101" y="56415"/>
                  <a:pt x="236802" y="56026"/>
                </a:cubicBezTo>
                <a:cubicBezTo>
                  <a:pt x="236419" y="55695"/>
                  <a:pt x="235949" y="55474"/>
                  <a:pt x="235449" y="55391"/>
                </a:cubicBezTo>
                <a:lnTo>
                  <a:pt x="234069" y="55584"/>
                </a:lnTo>
                <a:cubicBezTo>
                  <a:pt x="233876" y="55529"/>
                  <a:pt x="233682" y="54507"/>
                  <a:pt x="233682" y="54204"/>
                </a:cubicBezTo>
                <a:cubicBezTo>
                  <a:pt x="234447" y="52644"/>
                  <a:pt x="235538" y="51268"/>
                  <a:pt x="236885" y="50172"/>
                </a:cubicBezTo>
                <a:cubicBezTo>
                  <a:pt x="237051" y="50007"/>
                  <a:pt x="237078" y="49951"/>
                  <a:pt x="237051" y="49399"/>
                </a:cubicBezTo>
                <a:cubicBezTo>
                  <a:pt x="237023" y="48847"/>
                  <a:pt x="236775" y="48709"/>
                  <a:pt x="236029" y="47687"/>
                </a:cubicBezTo>
                <a:cubicBezTo>
                  <a:pt x="235643" y="47135"/>
                  <a:pt x="235864" y="46583"/>
                  <a:pt x="235449" y="46583"/>
                </a:cubicBezTo>
                <a:cubicBezTo>
                  <a:pt x="235035" y="46583"/>
                  <a:pt x="234566" y="47135"/>
                  <a:pt x="234207" y="46804"/>
                </a:cubicBezTo>
                <a:cubicBezTo>
                  <a:pt x="233848" y="46472"/>
                  <a:pt x="233848" y="45506"/>
                  <a:pt x="233848" y="45174"/>
                </a:cubicBezTo>
                <a:cubicBezTo>
                  <a:pt x="233533" y="44412"/>
                  <a:pt x="233483" y="43565"/>
                  <a:pt x="233710" y="42772"/>
                </a:cubicBezTo>
                <a:cubicBezTo>
                  <a:pt x="234193" y="41933"/>
                  <a:pt x="234737" y="41129"/>
                  <a:pt x="235339" y="40370"/>
                </a:cubicBezTo>
                <a:cubicBezTo>
                  <a:pt x="235919" y="39680"/>
                  <a:pt x="236278" y="39210"/>
                  <a:pt x="236278" y="38686"/>
                </a:cubicBezTo>
                <a:cubicBezTo>
                  <a:pt x="236084" y="37471"/>
                  <a:pt x="236609" y="37029"/>
                  <a:pt x="236609" y="36477"/>
                </a:cubicBezTo>
                <a:cubicBezTo>
                  <a:pt x="236609" y="35924"/>
                  <a:pt x="236940" y="35124"/>
                  <a:pt x="236609" y="34544"/>
                </a:cubicBezTo>
                <a:cubicBezTo>
                  <a:pt x="236278" y="33964"/>
                  <a:pt x="235367" y="32556"/>
                  <a:pt x="234925" y="32887"/>
                </a:cubicBezTo>
                <a:close/>
                <a:moveTo>
                  <a:pt x="253287" y="32445"/>
                </a:moveTo>
                <a:cubicBezTo>
                  <a:pt x="253452" y="32556"/>
                  <a:pt x="253618" y="33467"/>
                  <a:pt x="253618" y="33798"/>
                </a:cubicBezTo>
                <a:cubicBezTo>
                  <a:pt x="253497" y="34566"/>
                  <a:pt x="253127" y="35273"/>
                  <a:pt x="252569" y="35814"/>
                </a:cubicBezTo>
                <a:cubicBezTo>
                  <a:pt x="251942" y="35994"/>
                  <a:pt x="251285" y="36049"/>
                  <a:pt x="250636" y="35980"/>
                </a:cubicBezTo>
                <a:cubicBezTo>
                  <a:pt x="250056" y="35842"/>
                  <a:pt x="249918" y="34903"/>
                  <a:pt x="249890" y="34351"/>
                </a:cubicBezTo>
                <a:cubicBezTo>
                  <a:pt x="249835" y="33301"/>
                  <a:pt x="251989" y="33053"/>
                  <a:pt x="253287" y="32445"/>
                </a:cubicBezTo>
                <a:close/>
                <a:moveTo>
                  <a:pt x="254695" y="26950"/>
                </a:moveTo>
                <a:cubicBezTo>
                  <a:pt x="252406" y="27922"/>
                  <a:pt x="250167" y="29010"/>
                  <a:pt x="247985" y="30209"/>
                </a:cubicBezTo>
                <a:cubicBezTo>
                  <a:pt x="247406" y="30485"/>
                  <a:pt x="246770" y="30236"/>
                  <a:pt x="245693" y="30761"/>
                </a:cubicBezTo>
                <a:cubicBezTo>
                  <a:pt x="244617" y="31286"/>
                  <a:pt x="243926" y="31865"/>
                  <a:pt x="242932" y="32390"/>
                </a:cubicBezTo>
                <a:cubicBezTo>
                  <a:pt x="242601" y="32583"/>
                  <a:pt x="241497" y="33053"/>
                  <a:pt x="241276" y="33191"/>
                </a:cubicBezTo>
                <a:cubicBezTo>
                  <a:pt x="240864" y="33373"/>
                  <a:pt x="240425" y="33483"/>
                  <a:pt x="239978" y="33522"/>
                </a:cubicBezTo>
                <a:cubicBezTo>
                  <a:pt x="239232" y="33605"/>
                  <a:pt x="238984" y="32777"/>
                  <a:pt x="238459" y="32859"/>
                </a:cubicBezTo>
                <a:cubicBezTo>
                  <a:pt x="237934" y="32942"/>
                  <a:pt x="237465" y="34268"/>
                  <a:pt x="237686" y="35234"/>
                </a:cubicBezTo>
                <a:cubicBezTo>
                  <a:pt x="237761" y="35996"/>
                  <a:pt x="237761" y="36764"/>
                  <a:pt x="237686" y="37526"/>
                </a:cubicBezTo>
                <a:lnTo>
                  <a:pt x="237603" y="37415"/>
                </a:lnTo>
                <a:cubicBezTo>
                  <a:pt x="237570" y="37924"/>
                  <a:pt x="237598" y="38434"/>
                  <a:pt x="237686" y="38934"/>
                </a:cubicBezTo>
                <a:cubicBezTo>
                  <a:pt x="237824" y="39652"/>
                  <a:pt x="238432" y="40177"/>
                  <a:pt x="238432" y="40563"/>
                </a:cubicBezTo>
                <a:cubicBezTo>
                  <a:pt x="238594" y="41905"/>
                  <a:pt x="238917" y="43222"/>
                  <a:pt x="239398" y="44484"/>
                </a:cubicBezTo>
                <a:cubicBezTo>
                  <a:pt x="239591" y="45092"/>
                  <a:pt x="238901" y="46030"/>
                  <a:pt x="238901" y="47052"/>
                </a:cubicBezTo>
                <a:cubicBezTo>
                  <a:pt x="239011" y="47615"/>
                  <a:pt x="239238" y="48151"/>
                  <a:pt x="239564" y="48626"/>
                </a:cubicBezTo>
                <a:cubicBezTo>
                  <a:pt x="239702" y="48847"/>
                  <a:pt x="240558" y="49068"/>
                  <a:pt x="240558" y="49979"/>
                </a:cubicBezTo>
                <a:cubicBezTo>
                  <a:pt x="240558" y="50310"/>
                  <a:pt x="240861" y="50669"/>
                  <a:pt x="241027" y="50945"/>
                </a:cubicBezTo>
                <a:cubicBezTo>
                  <a:pt x="241193" y="51222"/>
                  <a:pt x="241165" y="51553"/>
                  <a:pt x="241552" y="51553"/>
                </a:cubicBezTo>
                <a:cubicBezTo>
                  <a:pt x="241855" y="51594"/>
                  <a:pt x="242159" y="51594"/>
                  <a:pt x="242463" y="51553"/>
                </a:cubicBezTo>
                <a:cubicBezTo>
                  <a:pt x="242794" y="51498"/>
                  <a:pt x="243291" y="51166"/>
                  <a:pt x="243512" y="51166"/>
                </a:cubicBezTo>
                <a:cubicBezTo>
                  <a:pt x="243901" y="51017"/>
                  <a:pt x="244280" y="50843"/>
                  <a:pt x="244644" y="50642"/>
                </a:cubicBezTo>
                <a:cubicBezTo>
                  <a:pt x="245086" y="50310"/>
                  <a:pt x="245583" y="50227"/>
                  <a:pt x="245583" y="50642"/>
                </a:cubicBezTo>
                <a:cubicBezTo>
                  <a:pt x="245660" y="51155"/>
                  <a:pt x="245660" y="51674"/>
                  <a:pt x="245583" y="52188"/>
                </a:cubicBezTo>
                <a:cubicBezTo>
                  <a:pt x="245451" y="52470"/>
                  <a:pt x="245238" y="52710"/>
                  <a:pt x="244976" y="52878"/>
                </a:cubicBezTo>
                <a:cubicBezTo>
                  <a:pt x="244749" y="52975"/>
                  <a:pt x="244503" y="53022"/>
                  <a:pt x="244258" y="53016"/>
                </a:cubicBezTo>
                <a:cubicBezTo>
                  <a:pt x="243926" y="53072"/>
                  <a:pt x="243816" y="53210"/>
                  <a:pt x="243485" y="53265"/>
                </a:cubicBezTo>
                <a:cubicBezTo>
                  <a:pt x="243153" y="53320"/>
                  <a:pt x="243319" y="53044"/>
                  <a:pt x="242739" y="53127"/>
                </a:cubicBezTo>
                <a:cubicBezTo>
                  <a:pt x="242159" y="53210"/>
                  <a:pt x="242159" y="53541"/>
                  <a:pt x="242159" y="54176"/>
                </a:cubicBezTo>
                <a:cubicBezTo>
                  <a:pt x="242159" y="54811"/>
                  <a:pt x="242159" y="55225"/>
                  <a:pt x="242159" y="55474"/>
                </a:cubicBezTo>
                <a:cubicBezTo>
                  <a:pt x="242159" y="55722"/>
                  <a:pt x="241994" y="56164"/>
                  <a:pt x="242159" y="56551"/>
                </a:cubicBezTo>
                <a:cubicBezTo>
                  <a:pt x="242325" y="56937"/>
                  <a:pt x="242656" y="56937"/>
                  <a:pt x="243319" y="56937"/>
                </a:cubicBezTo>
                <a:cubicBezTo>
                  <a:pt x="243733" y="57117"/>
                  <a:pt x="244202" y="57117"/>
                  <a:pt x="244617" y="56937"/>
                </a:cubicBezTo>
                <a:cubicBezTo>
                  <a:pt x="244865" y="56882"/>
                  <a:pt x="245583" y="57131"/>
                  <a:pt x="245252" y="57766"/>
                </a:cubicBezTo>
                <a:cubicBezTo>
                  <a:pt x="244227" y="58310"/>
                  <a:pt x="243241" y="58917"/>
                  <a:pt x="242297" y="59588"/>
                </a:cubicBezTo>
                <a:cubicBezTo>
                  <a:pt x="241565" y="60077"/>
                  <a:pt x="240776" y="60474"/>
                  <a:pt x="239950" y="60775"/>
                </a:cubicBezTo>
                <a:cubicBezTo>
                  <a:pt x="239481" y="60913"/>
                  <a:pt x="239370" y="60499"/>
                  <a:pt x="239039" y="60499"/>
                </a:cubicBezTo>
                <a:cubicBezTo>
                  <a:pt x="238708" y="60499"/>
                  <a:pt x="238432" y="61134"/>
                  <a:pt x="238432" y="61134"/>
                </a:cubicBezTo>
                <a:cubicBezTo>
                  <a:pt x="238106" y="61515"/>
                  <a:pt x="237957" y="62018"/>
                  <a:pt x="238017" y="62515"/>
                </a:cubicBezTo>
                <a:cubicBezTo>
                  <a:pt x="238017" y="62763"/>
                  <a:pt x="238017" y="63316"/>
                  <a:pt x="238017" y="63647"/>
                </a:cubicBezTo>
                <a:cubicBezTo>
                  <a:pt x="238073" y="64779"/>
                  <a:pt x="238652" y="65331"/>
                  <a:pt x="238763" y="66022"/>
                </a:cubicBezTo>
                <a:cubicBezTo>
                  <a:pt x="238873" y="66712"/>
                  <a:pt x="240199" y="66850"/>
                  <a:pt x="240723" y="66712"/>
                </a:cubicBezTo>
                <a:cubicBezTo>
                  <a:pt x="241681" y="66375"/>
                  <a:pt x="242606" y="65950"/>
                  <a:pt x="243485" y="65442"/>
                </a:cubicBezTo>
                <a:cubicBezTo>
                  <a:pt x="244426" y="65304"/>
                  <a:pt x="245351" y="65072"/>
                  <a:pt x="246246" y="64751"/>
                </a:cubicBezTo>
                <a:cubicBezTo>
                  <a:pt x="247088" y="64249"/>
                  <a:pt x="248032" y="63940"/>
                  <a:pt x="249007" y="63840"/>
                </a:cubicBezTo>
                <a:cubicBezTo>
                  <a:pt x="249755" y="63680"/>
                  <a:pt x="250484" y="63448"/>
                  <a:pt x="251188" y="63150"/>
                </a:cubicBezTo>
                <a:cubicBezTo>
                  <a:pt x="251823" y="62929"/>
                  <a:pt x="252481" y="62772"/>
                  <a:pt x="253149" y="62681"/>
                </a:cubicBezTo>
                <a:cubicBezTo>
                  <a:pt x="253916" y="62681"/>
                  <a:pt x="254684" y="62617"/>
                  <a:pt x="255441" y="62487"/>
                </a:cubicBezTo>
                <a:cubicBezTo>
                  <a:pt x="255772" y="62377"/>
                  <a:pt x="257235" y="62211"/>
                  <a:pt x="259582" y="61742"/>
                </a:cubicBezTo>
                <a:cubicBezTo>
                  <a:pt x="261929" y="61272"/>
                  <a:pt x="261543" y="61742"/>
                  <a:pt x="262206" y="61742"/>
                </a:cubicBezTo>
                <a:cubicBezTo>
                  <a:pt x="263780" y="61383"/>
                  <a:pt x="264663" y="59174"/>
                  <a:pt x="264415" y="57351"/>
                </a:cubicBezTo>
                <a:cubicBezTo>
                  <a:pt x="264221" y="56054"/>
                  <a:pt x="263034" y="55501"/>
                  <a:pt x="262537" y="55087"/>
                </a:cubicBezTo>
                <a:cubicBezTo>
                  <a:pt x="262040" y="54673"/>
                  <a:pt x="261267" y="55446"/>
                  <a:pt x="260659" y="55391"/>
                </a:cubicBezTo>
                <a:cubicBezTo>
                  <a:pt x="260052" y="55336"/>
                  <a:pt x="258947" y="56136"/>
                  <a:pt x="258533" y="56136"/>
                </a:cubicBezTo>
                <a:cubicBezTo>
                  <a:pt x="257948" y="56225"/>
                  <a:pt x="257357" y="56280"/>
                  <a:pt x="256766" y="56302"/>
                </a:cubicBezTo>
                <a:cubicBezTo>
                  <a:pt x="255998" y="56520"/>
                  <a:pt x="255242" y="56780"/>
                  <a:pt x="254502" y="57075"/>
                </a:cubicBezTo>
                <a:cubicBezTo>
                  <a:pt x="254170" y="57131"/>
                  <a:pt x="253563" y="57131"/>
                  <a:pt x="253563" y="56523"/>
                </a:cubicBezTo>
                <a:cubicBezTo>
                  <a:pt x="253530" y="56117"/>
                  <a:pt x="253671" y="55714"/>
                  <a:pt x="253950" y="55419"/>
                </a:cubicBezTo>
                <a:cubicBezTo>
                  <a:pt x="254447" y="55004"/>
                  <a:pt x="255275" y="54811"/>
                  <a:pt x="255634" y="54535"/>
                </a:cubicBezTo>
                <a:cubicBezTo>
                  <a:pt x="256136" y="54159"/>
                  <a:pt x="256589" y="53723"/>
                  <a:pt x="256987" y="53237"/>
                </a:cubicBezTo>
                <a:cubicBezTo>
                  <a:pt x="257139" y="52958"/>
                  <a:pt x="257197" y="52641"/>
                  <a:pt x="257153" y="52326"/>
                </a:cubicBezTo>
                <a:cubicBezTo>
                  <a:pt x="256763" y="51685"/>
                  <a:pt x="256509" y="50970"/>
                  <a:pt x="256407" y="50227"/>
                </a:cubicBezTo>
                <a:cubicBezTo>
                  <a:pt x="256338" y="49841"/>
                  <a:pt x="256001" y="49559"/>
                  <a:pt x="255606" y="49565"/>
                </a:cubicBezTo>
                <a:cubicBezTo>
                  <a:pt x="255007" y="49526"/>
                  <a:pt x="254416" y="49424"/>
                  <a:pt x="253839" y="49261"/>
                </a:cubicBezTo>
                <a:cubicBezTo>
                  <a:pt x="253397" y="49206"/>
                  <a:pt x="252873" y="49703"/>
                  <a:pt x="252707" y="50007"/>
                </a:cubicBezTo>
                <a:cubicBezTo>
                  <a:pt x="252541" y="50310"/>
                  <a:pt x="251713" y="50973"/>
                  <a:pt x="251216" y="50476"/>
                </a:cubicBezTo>
                <a:cubicBezTo>
                  <a:pt x="250937" y="50012"/>
                  <a:pt x="250857" y="49454"/>
                  <a:pt x="250995" y="48930"/>
                </a:cubicBezTo>
                <a:cubicBezTo>
                  <a:pt x="251188" y="48322"/>
                  <a:pt x="252569" y="48488"/>
                  <a:pt x="252900" y="48046"/>
                </a:cubicBezTo>
                <a:cubicBezTo>
                  <a:pt x="253232" y="47604"/>
                  <a:pt x="254032" y="47604"/>
                  <a:pt x="254198" y="47411"/>
                </a:cubicBezTo>
                <a:cubicBezTo>
                  <a:pt x="254571" y="47135"/>
                  <a:pt x="255051" y="47055"/>
                  <a:pt x="255496" y="47190"/>
                </a:cubicBezTo>
                <a:cubicBezTo>
                  <a:pt x="255800" y="47301"/>
                  <a:pt x="256380" y="46389"/>
                  <a:pt x="256380" y="46003"/>
                </a:cubicBezTo>
                <a:cubicBezTo>
                  <a:pt x="256932" y="43435"/>
                  <a:pt x="257871" y="41557"/>
                  <a:pt x="258616" y="38962"/>
                </a:cubicBezTo>
                <a:cubicBezTo>
                  <a:pt x="258726" y="38575"/>
                  <a:pt x="259803" y="37554"/>
                  <a:pt x="259803" y="37139"/>
                </a:cubicBezTo>
                <a:cubicBezTo>
                  <a:pt x="260055" y="36107"/>
                  <a:pt x="260425" y="35104"/>
                  <a:pt x="260908" y="34157"/>
                </a:cubicBezTo>
                <a:cubicBezTo>
                  <a:pt x="261162" y="33594"/>
                  <a:pt x="261220" y="32962"/>
                  <a:pt x="261073" y="32362"/>
                </a:cubicBezTo>
                <a:cubicBezTo>
                  <a:pt x="261046" y="32142"/>
                  <a:pt x="261709" y="31009"/>
                  <a:pt x="261709" y="30374"/>
                </a:cubicBezTo>
                <a:cubicBezTo>
                  <a:pt x="261488" y="29551"/>
                  <a:pt x="260991" y="28831"/>
                  <a:pt x="260300" y="28331"/>
                </a:cubicBezTo>
                <a:cubicBezTo>
                  <a:pt x="260052" y="28165"/>
                  <a:pt x="259803" y="27254"/>
                  <a:pt x="259582" y="27116"/>
                </a:cubicBezTo>
                <a:cubicBezTo>
                  <a:pt x="258519" y="27025"/>
                  <a:pt x="257448" y="27100"/>
                  <a:pt x="256407" y="27337"/>
                </a:cubicBezTo>
                <a:cubicBezTo>
                  <a:pt x="255882" y="27392"/>
                  <a:pt x="255330" y="26950"/>
                  <a:pt x="254695" y="26950"/>
                </a:cubicBezTo>
                <a:close/>
                <a:moveTo>
                  <a:pt x="280209" y="9941"/>
                </a:moveTo>
                <a:cubicBezTo>
                  <a:pt x="429430" y="10002"/>
                  <a:pt x="550366" y="130988"/>
                  <a:pt x="550366" y="280209"/>
                </a:cubicBezTo>
                <a:cubicBezTo>
                  <a:pt x="550366" y="280245"/>
                  <a:pt x="550366" y="280284"/>
                  <a:pt x="550366" y="280320"/>
                </a:cubicBezTo>
                <a:cubicBezTo>
                  <a:pt x="550306" y="429586"/>
                  <a:pt x="429254" y="550538"/>
                  <a:pt x="279988" y="550477"/>
                </a:cubicBezTo>
                <a:cubicBezTo>
                  <a:pt x="130722" y="550416"/>
                  <a:pt x="9770" y="429365"/>
                  <a:pt x="9830" y="280099"/>
                </a:cubicBezTo>
                <a:cubicBezTo>
                  <a:pt x="9891" y="130833"/>
                  <a:pt x="130943" y="9881"/>
                  <a:pt x="280209" y="9941"/>
                </a:cubicBezTo>
                <a:close/>
                <a:moveTo>
                  <a:pt x="280209" y="6268"/>
                </a:moveTo>
                <a:cubicBezTo>
                  <a:pt x="128916" y="6268"/>
                  <a:pt x="6268" y="128916"/>
                  <a:pt x="6268" y="280209"/>
                </a:cubicBezTo>
                <a:cubicBezTo>
                  <a:pt x="6268" y="431501"/>
                  <a:pt x="128916" y="554149"/>
                  <a:pt x="280209" y="554149"/>
                </a:cubicBezTo>
                <a:cubicBezTo>
                  <a:pt x="431427" y="553967"/>
                  <a:pt x="553967" y="431427"/>
                  <a:pt x="554149" y="280209"/>
                </a:cubicBezTo>
                <a:cubicBezTo>
                  <a:pt x="554149" y="128916"/>
                  <a:pt x="431501" y="6268"/>
                  <a:pt x="280209" y="6268"/>
                </a:cubicBezTo>
                <a:close/>
                <a:moveTo>
                  <a:pt x="280209" y="0"/>
                </a:moveTo>
                <a:cubicBezTo>
                  <a:pt x="434886" y="183"/>
                  <a:pt x="560235" y="125531"/>
                  <a:pt x="560417" y="280209"/>
                </a:cubicBezTo>
                <a:cubicBezTo>
                  <a:pt x="560417" y="434964"/>
                  <a:pt x="434964" y="560417"/>
                  <a:pt x="280209" y="560417"/>
                </a:cubicBezTo>
                <a:cubicBezTo>
                  <a:pt x="125454" y="560417"/>
                  <a:pt x="0" y="434964"/>
                  <a:pt x="0" y="280209"/>
                </a:cubicBezTo>
                <a:cubicBezTo>
                  <a:pt x="0" y="125453"/>
                  <a:pt x="125454" y="0"/>
                  <a:pt x="280209" y="0"/>
                </a:cubicBezTo>
                <a:close/>
              </a:path>
            </a:pathLst>
          </a:custGeom>
          <a:solidFill>
            <a:schemeClr val="bg1"/>
          </a:solidFill>
          <a:ln w="2721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任意多边形: 形状 43"/>
          <p:cNvSpPr/>
          <p:nvPr/>
        </p:nvSpPr>
        <p:spPr>
          <a:xfrm>
            <a:off x="-326451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45" name="任意多边形: 形状 44"/>
          <p:cNvSpPr/>
          <p:nvPr/>
        </p:nvSpPr>
        <p:spPr>
          <a:xfrm>
            <a:off x="892686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PA-矩形 7"/>
          <p:cNvSpPr/>
          <p:nvPr>
            <p:custDataLst>
              <p:tags r:id="rId3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50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5723340" y="1294827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>
            <a:off x="5723340" y="5613415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框 7"/>
          <p:cNvSpPr txBox="1"/>
          <p:nvPr/>
        </p:nvSpPr>
        <p:spPr>
          <a:xfrm rot="16200000">
            <a:off x="-1538864" y="2653429"/>
            <a:ext cx="5229637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8000" b="1" i="0" u="none" strike="noStrike" kern="1200" cap="none" spc="50" normalizeH="0" baseline="0" noProof="0" dirty="0">
                <a:ln>
                  <a:noFill/>
                </a:ln>
                <a:solidFill>
                  <a:prstClr val="white">
                    <a:lumMod val="8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Contents</a:t>
            </a:r>
            <a:r>
              <a:rPr kumimoji="0" lang="en-US" altLang="zh-CN" sz="4400" b="1" i="0" u="none" strike="noStrike" kern="1200" cap="none" spc="5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■</a:t>
            </a:r>
            <a:endParaRPr kumimoji="0" lang="zh-CN" altLang="en-US" sz="4400" b="1" i="0" u="none" strike="noStrike" kern="1200" cap="none" spc="5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1" name="任意多边形: 形状 100"/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982890" y="4088467"/>
            <a:ext cx="1107996" cy="178510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6000" b="1" i="0" u="none" strike="noStrike" kern="1200" cap="none" spc="60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目录</a:t>
            </a:r>
            <a:endParaRPr kumimoji="0" lang="zh-CN" altLang="en-US" sz="6000" b="1" i="0" u="none" strike="noStrike" kern="1200" cap="none" spc="60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9519824" y="6600901"/>
            <a:ext cx="252344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Arial" panose="020B0604020202020204" pitchFamily="34" charset="0"/>
              </a:rPr>
              <a:t>BEIJING INSTITUTE OF TECHNOLOGY</a:t>
            </a:r>
            <a:endParaRPr kumimoji="0" lang="zh-CN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84" name="矩形 83"/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4" name="任意多边形: 形状 143"/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74" name="组合 73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5" name="组合 7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8" name="任意多边形: 形状 9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6" name="组合 7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5" name="任意多边形: 形状 9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77" name="任意多边形: 形状 7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2" name="任意多边形: 形状 9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0" name="任意多边形: 形状 8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1" name="组合 8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3" name="组合 8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5" name="任意多边形: 形状 8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任意多边形: 形状 99"/>
          <p:cNvSpPr/>
          <p:nvPr/>
        </p:nvSpPr>
        <p:spPr>
          <a:xfrm>
            <a:off x="6525194" y="-68677"/>
            <a:ext cx="7064419" cy="6800529"/>
          </a:xfrm>
          <a:custGeom>
            <a:avLst/>
            <a:gdLst>
              <a:gd name="connsiteX0" fmla="*/ 0 w 7064419"/>
              <a:gd name="connsiteY0" fmla="*/ 5015682 h 6800529"/>
              <a:gd name="connsiteX1" fmla="*/ 680113 w 7064419"/>
              <a:gd name="connsiteY1" fmla="*/ 5121238 h 6800529"/>
              <a:gd name="connsiteX2" fmla="*/ 2304827 w 7064419"/>
              <a:gd name="connsiteY2" fmla="*/ 5108643 h 6800529"/>
              <a:gd name="connsiteX3" fmla="*/ 2541128 w 7064419"/>
              <a:gd name="connsiteY3" fmla="*/ 5147027 h 6800529"/>
              <a:gd name="connsiteX4" fmla="*/ 3058709 w 7064419"/>
              <a:gd name="connsiteY4" fmla="*/ 5207001 h 6800529"/>
              <a:gd name="connsiteX5" fmla="*/ 2896777 w 7064419"/>
              <a:gd name="connsiteY5" fmla="*/ 5849330 h 6800529"/>
              <a:gd name="connsiteX6" fmla="*/ 3532509 w 7064419"/>
              <a:gd name="connsiteY6" fmla="*/ 5957285 h 6800529"/>
              <a:gd name="connsiteX7" fmla="*/ 4168841 w 7064419"/>
              <a:gd name="connsiteY7" fmla="*/ 5851129 h 6800529"/>
              <a:gd name="connsiteX8" fmla="*/ 4009908 w 7064419"/>
              <a:gd name="connsiteY8" fmla="*/ 5208801 h 6800529"/>
              <a:gd name="connsiteX9" fmla="*/ 4527489 w 7064419"/>
              <a:gd name="connsiteY9" fmla="*/ 5148826 h 6800529"/>
              <a:gd name="connsiteX10" fmla="*/ 4763790 w 7064419"/>
              <a:gd name="connsiteY10" fmla="*/ 5110442 h 6800529"/>
              <a:gd name="connsiteX11" fmla="*/ 6388504 w 7064419"/>
              <a:gd name="connsiteY11" fmla="*/ 5123037 h 6800529"/>
              <a:gd name="connsiteX12" fmla="*/ 6387304 w 7064419"/>
              <a:gd name="connsiteY12" fmla="*/ 5123037 h 6800529"/>
              <a:gd name="connsiteX13" fmla="*/ 7064419 w 7064419"/>
              <a:gd name="connsiteY13" fmla="*/ 5015682 h 6800529"/>
              <a:gd name="connsiteX14" fmla="*/ 6638598 w 7064419"/>
              <a:gd name="connsiteY14" fmla="*/ 5490682 h 6800529"/>
              <a:gd name="connsiteX15" fmla="*/ 3958329 w 7064419"/>
              <a:gd name="connsiteY15" fmla="*/ 5981874 h 6800529"/>
              <a:gd name="connsiteX16" fmla="*/ 4133455 w 7064419"/>
              <a:gd name="connsiteY16" fmla="*/ 6670384 h 6800529"/>
              <a:gd name="connsiteX17" fmla="*/ 3533709 w 7064419"/>
              <a:gd name="connsiteY17" fmla="*/ 6800529 h 6800529"/>
              <a:gd name="connsiteX18" fmla="*/ 2933962 w 7064419"/>
              <a:gd name="connsiteY18" fmla="*/ 6670384 h 6800529"/>
              <a:gd name="connsiteX19" fmla="*/ 3106089 w 7064419"/>
              <a:gd name="connsiteY19" fmla="*/ 5981874 h 6800529"/>
              <a:gd name="connsiteX20" fmla="*/ 425820 w 7064419"/>
              <a:gd name="connsiteY20" fmla="*/ 5490682 h 6800529"/>
              <a:gd name="connsiteX21" fmla="*/ 0 w 7064419"/>
              <a:gd name="connsiteY21" fmla="*/ 5015682 h 6800529"/>
              <a:gd name="connsiteX22" fmla="*/ 392834 w 7064419"/>
              <a:gd name="connsiteY22" fmla="*/ 4174837 h 6800529"/>
              <a:gd name="connsiteX23" fmla="*/ 768276 w 7064419"/>
              <a:gd name="connsiteY23" fmla="*/ 4215620 h 6800529"/>
              <a:gd name="connsiteX24" fmla="*/ 1093938 w 7064419"/>
              <a:gd name="connsiteY24" fmla="*/ 4215620 h 6800529"/>
              <a:gd name="connsiteX25" fmla="*/ 1466981 w 7064419"/>
              <a:gd name="connsiteY25" fmla="*/ 4212021 h 6800529"/>
              <a:gd name="connsiteX26" fmla="*/ 2030143 w 7064419"/>
              <a:gd name="connsiteY26" fmla="*/ 4226415 h 6800529"/>
              <a:gd name="connsiteX27" fmla="*/ 2638886 w 7064419"/>
              <a:gd name="connsiteY27" fmla="*/ 4367956 h 6800529"/>
              <a:gd name="connsiteX28" fmla="*/ 3069504 w 7064419"/>
              <a:gd name="connsiteY28" fmla="*/ 4397943 h 6800529"/>
              <a:gd name="connsiteX29" fmla="*/ 2924366 w 7064419"/>
              <a:gd name="connsiteY29" fmla="*/ 5015682 h 6800529"/>
              <a:gd name="connsiteX30" fmla="*/ 3524112 w 7064419"/>
              <a:gd name="connsiteY30" fmla="*/ 5086452 h 6800529"/>
              <a:gd name="connsiteX31" fmla="*/ 3538506 w 7064419"/>
              <a:gd name="connsiteY31" fmla="*/ 5086452 h 6800529"/>
              <a:gd name="connsiteX32" fmla="*/ 4138253 w 7064419"/>
              <a:gd name="connsiteY32" fmla="*/ 5015082 h 6800529"/>
              <a:gd name="connsiteX33" fmla="*/ 3996713 w 7064419"/>
              <a:gd name="connsiteY33" fmla="*/ 4399142 h 6800529"/>
              <a:gd name="connsiteX34" fmla="*/ 4426731 w 7064419"/>
              <a:gd name="connsiteY34" fmla="*/ 4369755 h 6800529"/>
              <a:gd name="connsiteX35" fmla="*/ 5035475 w 7064419"/>
              <a:gd name="connsiteY35" fmla="*/ 4228214 h 6800529"/>
              <a:gd name="connsiteX36" fmla="*/ 5598637 w 7064419"/>
              <a:gd name="connsiteY36" fmla="*/ 4213821 h 6800529"/>
              <a:gd name="connsiteX37" fmla="*/ 5971680 w 7064419"/>
              <a:gd name="connsiteY37" fmla="*/ 4217419 h 6800529"/>
              <a:gd name="connsiteX38" fmla="*/ 6297342 w 7064419"/>
              <a:gd name="connsiteY38" fmla="*/ 4217419 h 6800529"/>
              <a:gd name="connsiteX39" fmla="*/ 6296143 w 7064419"/>
              <a:gd name="connsiteY39" fmla="*/ 4216220 h 6800529"/>
              <a:gd name="connsiteX40" fmla="*/ 6671584 w 7064419"/>
              <a:gd name="connsiteY40" fmla="*/ 4175437 h 6800529"/>
              <a:gd name="connsiteX41" fmla="*/ 6311736 w 7064419"/>
              <a:gd name="connsiteY41" fmla="*/ 4529887 h 6800529"/>
              <a:gd name="connsiteX42" fmla="*/ 5788157 w 7064419"/>
              <a:gd name="connsiteY42" fmla="*/ 4769786 h 6800529"/>
              <a:gd name="connsiteX43" fmla="*/ 4514894 w 7064419"/>
              <a:gd name="connsiteY43" fmla="*/ 5052266 h 6800529"/>
              <a:gd name="connsiteX44" fmla="*/ 3944535 w 7064419"/>
              <a:gd name="connsiteY44" fmla="*/ 5116439 h 6800529"/>
              <a:gd name="connsiteX45" fmla="*/ 3888758 w 7064419"/>
              <a:gd name="connsiteY45" fmla="*/ 5121837 h 6800529"/>
              <a:gd name="connsiteX46" fmla="*/ 4049491 w 7064419"/>
              <a:gd name="connsiteY46" fmla="*/ 5771363 h 6800529"/>
              <a:gd name="connsiteX47" fmla="*/ 3532509 w 7064419"/>
              <a:gd name="connsiteY47" fmla="*/ 5858926 h 6800529"/>
              <a:gd name="connsiteX48" fmla="*/ 3016127 w 7064419"/>
              <a:gd name="connsiteY48" fmla="*/ 5771363 h 6800529"/>
              <a:gd name="connsiteX49" fmla="*/ 3175660 w 7064419"/>
              <a:gd name="connsiteY49" fmla="*/ 5121237 h 6800529"/>
              <a:gd name="connsiteX50" fmla="*/ 3119883 w 7064419"/>
              <a:gd name="connsiteY50" fmla="*/ 5115840 h 6800529"/>
              <a:gd name="connsiteX51" fmla="*/ 2549524 w 7064419"/>
              <a:gd name="connsiteY51" fmla="*/ 5051667 h 6800529"/>
              <a:gd name="connsiteX52" fmla="*/ 1276261 w 7064419"/>
              <a:gd name="connsiteY52" fmla="*/ 4769186 h 6800529"/>
              <a:gd name="connsiteX53" fmla="*/ 752682 w 7064419"/>
              <a:gd name="connsiteY53" fmla="*/ 4529287 h 6800529"/>
              <a:gd name="connsiteX54" fmla="*/ 392834 w 7064419"/>
              <a:gd name="connsiteY54" fmla="*/ 4174837 h 6800529"/>
              <a:gd name="connsiteX55" fmla="*/ 6312935 w 7064419"/>
              <a:gd name="connsiteY55" fmla="*/ 3244030 h 6800529"/>
              <a:gd name="connsiteX56" fmla="*/ 5959085 w 7064419"/>
              <a:gd name="connsiteY56" fmla="*/ 3633266 h 6800529"/>
              <a:gd name="connsiteX57" fmla="*/ 5436105 w 7064419"/>
              <a:gd name="connsiteY57" fmla="*/ 3971523 h 6800529"/>
              <a:gd name="connsiteX58" fmla="*/ 4406340 w 7064419"/>
              <a:gd name="connsiteY58" fmla="*/ 4271396 h 6800529"/>
              <a:gd name="connsiteX59" fmla="*/ 3961927 w 7064419"/>
              <a:gd name="connsiteY59" fmla="*/ 4299585 h 6800529"/>
              <a:gd name="connsiteX60" fmla="*/ 3932540 w 7064419"/>
              <a:gd name="connsiteY60" fmla="*/ 4299585 h 6800529"/>
              <a:gd name="connsiteX61" fmla="*/ 3872565 w 7064419"/>
              <a:gd name="connsiteY61" fmla="*/ 4299585 h 6800529"/>
              <a:gd name="connsiteX62" fmla="*/ 4018903 w 7064419"/>
              <a:gd name="connsiteY62" fmla="*/ 4931118 h 6800529"/>
              <a:gd name="connsiteX63" fmla="*/ 3536107 w 7064419"/>
              <a:gd name="connsiteY63" fmla="*/ 4991093 h 6800529"/>
              <a:gd name="connsiteX64" fmla="*/ 3529510 w 7064419"/>
              <a:gd name="connsiteY64" fmla="*/ 4991093 h 6800529"/>
              <a:gd name="connsiteX65" fmla="*/ 3523512 w 7064419"/>
              <a:gd name="connsiteY65" fmla="*/ 4991093 h 6800529"/>
              <a:gd name="connsiteX66" fmla="*/ 3043715 w 7064419"/>
              <a:gd name="connsiteY66" fmla="*/ 4931118 h 6800529"/>
              <a:gd name="connsiteX67" fmla="*/ 3190653 w 7064419"/>
              <a:gd name="connsiteY67" fmla="*/ 4300184 h 6800529"/>
              <a:gd name="connsiteX68" fmla="*/ 3130678 w 7064419"/>
              <a:gd name="connsiteY68" fmla="*/ 4300184 h 6800529"/>
              <a:gd name="connsiteX69" fmla="*/ 3100691 w 7064419"/>
              <a:gd name="connsiteY69" fmla="*/ 4300184 h 6800529"/>
              <a:gd name="connsiteX70" fmla="*/ 2656278 w 7064419"/>
              <a:gd name="connsiteY70" fmla="*/ 4271996 h 6800529"/>
              <a:gd name="connsiteX71" fmla="*/ 1626513 w 7064419"/>
              <a:gd name="connsiteY71" fmla="*/ 3972123 h 6800529"/>
              <a:gd name="connsiteX72" fmla="*/ 1102934 w 7064419"/>
              <a:gd name="connsiteY72" fmla="*/ 3633266 h 6800529"/>
              <a:gd name="connsiteX73" fmla="*/ 749683 w 7064419"/>
              <a:gd name="connsiteY73" fmla="*/ 3244630 h 6800529"/>
              <a:gd name="connsiteX74" fmla="*/ 1120926 w 7064419"/>
              <a:gd name="connsiteY74" fmla="*/ 3286612 h 6800529"/>
              <a:gd name="connsiteX75" fmla="*/ 1264866 w 7064419"/>
              <a:gd name="connsiteY75" fmla="*/ 3293210 h 6800529"/>
              <a:gd name="connsiteX76" fmla="*/ 1940780 w 7064419"/>
              <a:gd name="connsiteY76" fmla="*/ 3328594 h 6800529"/>
              <a:gd name="connsiteX77" fmla="*/ 2016348 w 7064419"/>
              <a:gd name="connsiteY77" fmla="*/ 3368777 h 6800529"/>
              <a:gd name="connsiteX78" fmla="*/ 2781026 w 7064419"/>
              <a:gd name="connsiteY78" fmla="*/ 3612874 h 6800529"/>
              <a:gd name="connsiteX79" fmla="*/ 2917768 w 7064419"/>
              <a:gd name="connsiteY79" fmla="*/ 3621870 h 6800529"/>
              <a:gd name="connsiteX80" fmla="*/ 3085097 w 7064419"/>
              <a:gd name="connsiteY80" fmla="*/ 3612874 h 6800529"/>
              <a:gd name="connsiteX81" fmla="*/ 2953753 w 7064419"/>
              <a:gd name="connsiteY81" fmla="*/ 4162242 h 6800529"/>
              <a:gd name="connsiteX82" fmla="*/ 3532509 w 7064419"/>
              <a:gd name="connsiteY82" fmla="*/ 4198227 h 6800529"/>
              <a:gd name="connsiteX83" fmla="*/ 4111864 w 7064419"/>
              <a:gd name="connsiteY83" fmla="*/ 4159843 h 6800529"/>
              <a:gd name="connsiteX84" fmla="*/ 3979920 w 7064419"/>
              <a:gd name="connsiteY84" fmla="*/ 3610475 h 6800529"/>
              <a:gd name="connsiteX85" fmla="*/ 4147849 w 7064419"/>
              <a:gd name="connsiteY85" fmla="*/ 3619471 h 6800529"/>
              <a:gd name="connsiteX86" fmla="*/ 4284591 w 7064419"/>
              <a:gd name="connsiteY86" fmla="*/ 3610475 h 6800529"/>
              <a:gd name="connsiteX87" fmla="*/ 5048669 w 7064419"/>
              <a:gd name="connsiteY87" fmla="*/ 3366379 h 6800529"/>
              <a:gd name="connsiteX88" fmla="*/ 5124836 w 7064419"/>
              <a:gd name="connsiteY88" fmla="*/ 3326195 h 6800529"/>
              <a:gd name="connsiteX89" fmla="*/ 5800751 w 7064419"/>
              <a:gd name="connsiteY89" fmla="*/ 3290810 h 6800529"/>
              <a:gd name="connsiteX90" fmla="*/ 5944691 w 7064419"/>
              <a:gd name="connsiteY90" fmla="*/ 3284213 h 6800529"/>
              <a:gd name="connsiteX91" fmla="*/ 5942292 w 7064419"/>
              <a:gd name="connsiteY91" fmla="*/ 3286012 h 6800529"/>
              <a:gd name="connsiteX92" fmla="*/ 6312935 w 7064419"/>
              <a:gd name="connsiteY92" fmla="*/ 3244030 h 6800529"/>
              <a:gd name="connsiteX93" fmla="*/ 3527711 w 7064419"/>
              <a:gd name="connsiteY93" fmla="*/ 855838 h 6800529"/>
              <a:gd name="connsiteX94" fmla="*/ 3407762 w 7064419"/>
              <a:gd name="connsiteY94" fmla="*/ 1025566 h 6800529"/>
              <a:gd name="connsiteX95" fmla="*/ 3407762 w 7064419"/>
              <a:gd name="connsiteY95" fmla="*/ 1033963 h 6800529"/>
              <a:gd name="connsiteX96" fmla="*/ 3306405 w 7064419"/>
              <a:gd name="connsiteY96" fmla="*/ 1557543 h 6800529"/>
              <a:gd name="connsiteX97" fmla="*/ 3298608 w 7064419"/>
              <a:gd name="connsiteY97" fmla="*/ 1596525 h 6800529"/>
              <a:gd name="connsiteX98" fmla="*/ 3223040 w 7064419"/>
              <a:gd name="connsiteY98" fmla="*/ 1596525 h 6800529"/>
              <a:gd name="connsiteX99" fmla="*/ 1400409 w 7064419"/>
              <a:gd name="connsiteY99" fmla="*/ 1333236 h 6800529"/>
              <a:gd name="connsiteX100" fmla="*/ 1559342 w 7064419"/>
              <a:gd name="connsiteY100" fmla="*/ 1724872 h 6800529"/>
              <a:gd name="connsiteX101" fmla="*/ 1995358 w 7064419"/>
              <a:gd name="connsiteY101" fmla="*/ 1995358 h 6800529"/>
              <a:gd name="connsiteX102" fmla="*/ 2031343 w 7064419"/>
              <a:gd name="connsiteY102" fmla="*/ 2002554 h 6800529"/>
              <a:gd name="connsiteX103" fmla="*/ 2031343 w 7064419"/>
              <a:gd name="connsiteY103" fmla="*/ 2039139 h 6800529"/>
              <a:gd name="connsiteX104" fmla="*/ 2190276 w 7064419"/>
              <a:gd name="connsiteY104" fmla="*/ 2357004 h 6800529"/>
              <a:gd name="connsiteX105" fmla="*/ 2525534 w 7064419"/>
              <a:gd name="connsiteY105" fmla="*/ 2463161 h 6800529"/>
              <a:gd name="connsiteX106" fmla="*/ 2570515 w 7064419"/>
              <a:gd name="connsiteY106" fmla="*/ 2463161 h 6800529"/>
              <a:gd name="connsiteX107" fmla="*/ 2608299 w 7064419"/>
              <a:gd name="connsiteY107" fmla="*/ 2458961 h 6800529"/>
              <a:gd name="connsiteX108" fmla="*/ 2621493 w 7064419"/>
              <a:gd name="connsiteY108" fmla="*/ 2494946 h 6800529"/>
              <a:gd name="connsiteX109" fmla="*/ 2872188 w 7064419"/>
              <a:gd name="connsiteY109" fmla="*/ 2702459 h 6800529"/>
              <a:gd name="connsiteX110" fmla="*/ 3000533 w 7064419"/>
              <a:gd name="connsiteY110" fmla="*/ 2721650 h 6800529"/>
              <a:gd name="connsiteX111" fmla="*/ 3166663 w 7064419"/>
              <a:gd name="connsiteY111" fmla="*/ 2692863 h 6800529"/>
              <a:gd name="connsiteX112" fmla="*/ 3254826 w 7064419"/>
              <a:gd name="connsiteY112" fmla="*/ 2656278 h 6800529"/>
              <a:gd name="connsiteX113" fmla="*/ 3125281 w 7064419"/>
              <a:gd name="connsiteY113" fmla="*/ 3186455 h 6800529"/>
              <a:gd name="connsiteX114" fmla="*/ 3939737 w 7064419"/>
              <a:gd name="connsiteY114" fmla="*/ 3186455 h 6800529"/>
              <a:gd name="connsiteX115" fmla="*/ 3810192 w 7064419"/>
              <a:gd name="connsiteY115" fmla="*/ 2655678 h 6800529"/>
              <a:gd name="connsiteX116" fmla="*/ 3898355 w 7064419"/>
              <a:gd name="connsiteY116" fmla="*/ 2692863 h 6800529"/>
              <a:gd name="connsiteX117" fmla="*/ 4065084 w 7064419"/>
              <a:gd name="connsiteY117" fmla="*/ 2721052 h 6800529"/>
              <a:gd name="connsiteX118" fmla="*/ 4193430 w 7064419"/>
              <a:gd name="connsiteY118" fmla="*/ 2701859 h 6800529"/>
              <a:gd name="connsiteX119" fmla="*/ 4444124 w 7064419"/>
              <a:gd name="connsiteY119" fmla="*/ 2494346 h 6800529"/>
              <a:gd name="connsiteX120" fmla="*/ 4457319 w 7064419"/>
              <a:gd name="connsiteY120" fmla="*/ 2458961 h 6800529"/>
              <a:gd name="connsiteX121" fmla="*/ 4497502 w 7064419"/>
              <a:gd name="connsiteY121" fmla="*/ 2466158 h 6800529"/>
              <a:gd name="connsiteX122" fmla="*/ 4542483 w 7064419"/>
              <a:gd name="connsiteY122" fmla="*/ 2466158 h 6800529"/>
              <a:gd name="connsiteX123" fmla="*/ 4877741 w 7064419"/>
              <a:gd name="connsiteY123" fmla="*/ 2360003 h 6800529"/>
              <a:gd name="connsiteX124" fmla="*/ 5036674 w 7064419"/>
              <a:gd name="connsiteY124" fmla="*/ 2039739 h 6800529"/>
              <a:gd name="connsiteX125" fmla="*/ 5036674 w 7064419"/>
              <a:gd name="connsiteY125" fmla="*/ 2003154 h 6800529"/>
              <a:gd name="connsiteX126" fmla="*/ 5072659 w 7064419"/>
              <a:gd name="connsiteY126" fmla="*/ 1995957 h 6800529"/>
              <a:gd name="connsiteX127" fmla="*/ 5505677 w 7064419"/>
              <a:gd name="connsiteY127" fmla="*/ 1724872 h 6800529"/>
              <a:gd name="connsiteX128" fmla="*/ 5664609 w 7064419"/>
              <a:gd name="connsiteY128" fmla="*/ 1333236 h 6800529"/>
              <a:gd name="connsiteX129" fmla="*/ 3841978 w 7064419"/>
              <a:gd name="connsiteY129" fmla="*/ 1596525 h 6800529"/>
              <a:gd name="connsiteX130" fmla="*/ 3767610 w 7064419"/>
              <a:gd name="connsiteY130" fmla="*/ 1596525 h 6800529"/>
              <a:gd name="connsiteX131" fmla="*/ 3759813 w 7064419"/>
              <a:gd name="connsiteY131" fmla="*/ 1557543 h 6800529"/>
              <a:gd name="connsiteX132" fmla="*/ 3658456 w 7064419"/>
              <a:gd name="connsiteY132" fmla="*/ 1033963 h 6800529"/>
              <a:gd name="connsiteX133" fmla="*/ 3658456 w 7064419"/>
              <a:gd name="connsiteY133" fmla="*/ 1025566 h 6800529"/>
              <a:gd name="connsiteX134" fmla="*/ 3538507 w 7064419"/>
              <a:gd name="connsiteY134" fmla="*/ 855838 h 6800529"/>
              <a:gd name="connsiteX135" fmla="*/ 4343586 w 7064419"/>
              <a:gd name="connsiteY135" fmla="*/ 822000 h 6800529"/>
              <a:gd name="connsiteX136" fmla="*/ 4470513 w 7064419"/>
              <a:gd name="connsiteY136" fmla="*/ 834847 h 6800529"/>
              <a:gd name="connsiteX137" fmla="*/ 4705014 w 7064419"/>
              <a:gd name="connsiteY137" fmla="*/ 986583 h 6800529"/>
              <a:gd name="connsiteX138" fmla="*/ 4426731 w 7064419"/>
              <a:gd name="connsiteY138" fmla="*/ 1002176 h 6800529"/>
              <a:gd name="connsiteX139" fmla="*/ 4219219 w 7064419"/>
              <a:gd name="connsiteY139" fmla="*/ 850440 h 6800529"/>
              <a:gd name="connsiteX140" fmla="*/ 4343586 w 7064419"/>
              <a:gd name="connsiteY140" fmla="*/ 822000 h 6800529"/>
              <a:gd name="connsiteX141" fmla="*/ 4727204 w 7064419"/>
              <a:gd name="connsiteY141" fmla="*/ 566760 h 6800529"/>
              <a:gd name="connsiteX142" fmla="*/ 4967103 w 7064419"/>
              <a:gd name="connsiteY142" fmla="*/ 599746 h 6800529"/>
              <a:gd name="connsiteX143" fmla="*/ 4741598 w 7064419"/>
              <a:gd name="connsiteY143" fmla="*/ 729291 h 6800529"/>
              <a:gd name="connsiteX144" fmla="*/ 4498101 w 7064419"/>
              <a:gd name="connsiteY144" fmla="*/ 651924 h 6800529"/>
              <a:gd name="connsiteX145" fmla="*/ 4728404 w 7064419"/>
              <a:gd name="connsiteY145" fmla="*/ 567360 h 6800529"/>
              <a:gd name="connsiteX146" fmla="*/ 4261202 w 7064419"/>
              <a:gd name="connsiteY146" fmla="*/ 268086 h 6800529"/>
              <a:gd name="connsiteX147" fmla="*/ 4308581 w 7064419"/>
              <a:gd name="connsiteY147" fmla="*/ 546968 h 6800529"/>
              <a:gd name="connsiteX148" fmla="*/ 4310980 w 7064419"/>
              <a:gd name="connsiteY148" fmla="*/ 546968 h 6800529"/>
              <a:gd name="connsiteX149" fmla="*/ 4191031 w 7064419"/>
              <a:gd name="connsiteY149" fmla="*/ 779670 h 6800529"/>
              <a:gd name="connsiteX150" fmla="*/ 4131056 w 7064419"/>
              <a:gd name="connsiteY150" fmla="*/ 519980 h 6800529"/>
              <a:gd name="connsiteX151" fmla="*/ 4261202 w 7064419"/>
              <a:gd name="connsiteY151" fmla="*/ 268086 h 6800529"/>
              <a:gd name="connsiteX152" fmla="*/ 4884338 w 7064419"/>
              <a:gd name="connsiteY152" fmla="*/ 0 h 6800529"/>
              <a:gd name="connsiteX153" fmla="*/ 4838757 w 7064419"/>
              <a:gd name="connsiteY153" fmla="*/ 269286 h 6800529"/>
              <a:gd name="connsiteX154" fmla="*/ 4697816 w 7064419"/>
              <a:gd name="connsiteY154" fmla="*/ 415625 h 6800529"/>
              <a:gd name="connsiteX155" fmla="*/ 4643239 w 7064419"/>
              <a:gd name="connsiteY155" fmla="*/ 506186 h 6800529"/>
              <a:gd name="connsiteX156" fmla="*/ 3934338 w 7064419"/>
              <a:gd name="connsiteY156" fmla="*/ 995580 h 6800529"/>
              <a:gd name="connsiteX157" fmla="*/ 4143650 w 7064419"/>
              <a:gd name="connsiteY157" fmla="*/ 1009974 h 6800529"/>
              <a:gd name="connsiteX158" fmla="*/ 4144850 w 7064419"/>
              <a:gd name="connsiteY158" fmla="*/ 1008774 h 6800529"/>
              <a:gd name="connsiteX159" fmla="*/ 4375152 w 7064419"/>
              <a:gd name="connsiteY159" fmla="*/ 1174304 h 6800529"/>
              <a:gd name="connsiteX160" fmla="*/ 4103467 w 7064419"/>
              <a:gd name="connsiteY160" fmla="*/ 1178503 h 6800529"/>
              <a:gd name="connsiteX161" fmla="*/ 3912148 w 7064419"/>
              <a:gd name="connsiteY161" fmla="*/ 1003976 h 6800529"/>
              <a:gd name="connsiteX162" fmla="*/ 3762450 w 7064419"/>
              <a:gd name="connsiteY162" fmla="*/ 1058958 h 6800529"/>
              <a:gd name="connsiteX163" fmla="*/ 3768191 w 7064419"/>
              <a:gd name="connsiteY163" fmla="*/ 1088381 h 6800529"/>
              <a:gd name="connsiteX164" fmla="*/ 3847976 w 7064419"/>
              <a:gd name="connsiteY164" fmla="*/ 1499367 h 6800529"/>
              <a:gd name="connsiteX165" fmla="*/ 5701194 w 7064419"/>
              <a:gd name="connsiteY165" fmla="*/ 1221084 h 6800529"/>
              <a:gd name="connsiteX166" fmla="*/ 5765367 w 7064419"/>
              <a:gd name="connsiteY166" fmla="*/ 1199493 h 6800529"/>
              <a:gd name="connsiteX167" fmla="*/ 5765367 w 7064419"/>
              <a:gd name="connsiteY167" fmla="*/ 1263066 h 6800529"/>
              <a:gd name="connsiteX168" fmla="*/ 5581844 w 7064419"/>
              <a:gd name="connsiteY168" fmla="*/ 1783047 h 6800529"/>
              <a:gd name="connsiteX169" fmla="*/ 5126037 w 7064419"/>
              <a:gd name="connsiteY169" fmla="*/ 2079922 h 6800529"/>
              <a:gd name="connsiteX170" fmla="*/ 4935917 w 7064419"/>
              <a:gd name="connsiteY170" fmla="*/ 2432573 h 6800529"/>
              <a:gd name="connsiteX171" fmla="*/ 4848353 w 7064419"/>
              <a:gd name="connsiteY171" fmla="*/ 2492547 h 6800529"/>
              <a:gd name="connsiteX172" fmla="*/ 5723984 w 7064419"/>
              <a:gd name="connsiteY172" fmla="*/ 2358804 h 6800529"/>
              <a:gd name="connsiteX173" fmla="*/ 5792955 w 7064419"/>
              <a:gd name="connsiteY173" fmla="*/ 2345609 h 6800529"/>
              <a:gd name="connsiteX174" fmla="*/ 5788157 w 7064419"/>
              <a:gd name="connsiteY174" fmla="*/ 2345609 h 6800529"/>
              <a:gd name="connsiteX175" fmla="*/ 5975878 w 7064419"/>
              <a:gd name="connsiteY175" fmla="*/ 2306626 h 6800529"/>
              <a:gd name="connsiteX176" fmla="*/ 5685001 w 7064419"/>
              <a:gd name="connsiteY176" fmla="*/ 2734845 h 6800529"/>
              <a:gd name="connsiteX177" fmla="*/ 5000090 w 7064419"/>
              <a:gd name="connsiteY177" fmla="*/ 3280616 h 6800529"/>
              <a:gd name="connsiteX178" fmla="*/ 4265400 w 7064419"/>
              <a:gd name="connsiteY178" fmla="*/ 3514516 h 6800529"/>
              <a:gd name="connsiteX179" fmla="*/ 4145451 w 7064419"/>
              <a:gd name="connsiteY179" fmla="*/ 3522912 h 6800529"/>
              <a:gd name="connsiteX180" fmla="*/ 3921745 w 7064419"/>
              <a:gd name="connsiteY180" fmla="*/ 3506719 h 6800529"/>
              <a:gd name="connsiteX181" fmla="*/ 3850975 w 7064419"/>
              <a:gd name="connsiteY181" fmla="*/ 3495924 h 6800529"/>
              <a:gd name="connsiteX182" fmla="*/ 3988317 w 7064419"/>
              <a:gd name="connsiteY182" fmla="*/ 4070481 h 6800529"/>
              <a:gd name="connsiteX183" fmla="*/ 3530110 w 7064419"/>
              <a:gd name="connsiteY183" fmla="*/ 4099269 h 6800529"/>
              <a:gd name="connsiteX184" fmla="*/ 3072503 w 7064419"/>
              <a:gd name="connsiteY184" fmla="*/ 4070481 h 6800529"/>
              <a:gd name="connsiteX185" fmla="*/ 3209845 w 7064419"/>
              <a:gd name="connsiteY185" fmla="*/ 3495924 h 6800529"/>
              <a:gd name="connsiteX186" fmla="*/ 3139075 w 7064419"/>
              <a:gd name="connsiteY186" fmla="*/ 3506719 h 6800529"/>
              <a:gd name="connsiteX187" fmla="*/ 2915370 w 7064419"/>
              <a:gd name="connsiteY187" fmla="*/ 3522912 h 6800529"/>
              <a:gd name="connsiteX188" fmla="*/ 2795420 w 7064419"/>
              <a:gd name="connsiteY188" fmla="*/ 3514516 h 6800529"/>
              <a:gd name="connsiteX189" fmla="*/ 2060730 w 7064419"/>
              <a:gd name="connsiteY189" fmla="*/ 3280616 h 6800529"/>
              <a:gd name="connsiteX190" fmla="*/ 1375819 w 7064419"/>
              <a:gd name="connsiteY190" fmla="*/ 2734845 h 6800529"/>
              <a:gd name="connsiteX191" fmla="*/ 1084942 w 7064419"/>
              <a:gd name="connsiteY191" fmla="*/ 2306626 h 6800529"/>
              <a:gd name="connsiteX192" fmla="*/ 1272663 w 7064419"/>
              <a:gd name="connsiteY192" fmla="*/ 2345609 h 6800529"/>
              <a:gd name="connsiteX193" fmla="*/ 1341634 w 7064419"/>
              <a:gd name="connsiteY193" fmla="*/ 2358804 h 6800529"/>
              <a:gd name="connsiteX194" fmla="*/ 2217264 w 7064419"/>
              <a:gd name="connsiteY194" fmla="*/ 2491947 h 6800529"/>
              <a:gd name="connsiteX195" fmla="*/ 2129701 w 7064419"/>
              <a:gd name="connsiteY195" fmla="*/ 2434971 h 6800529"/>
              <a:gd name="connsiteX196" fmla="*/ 1939581 w 7064419"/>
              <a:gd name="connsiteY196" fmla="*/ 2082320 h 6800529"/>
              <a:gd name="connsiteX197" fmla="*/ 1483774 w 7064419"/>
              <a:gd name="connsiteY197" fmla="*/ 1785447 h 6800529"/>
              <a:gd name="connsiteX198" fmla="*/ 1300251 w 7064419"/>
              <a:gd name="connsiteY198" fmla="*/ 1265466 h 6800529"/>
              <a:gd name="connsiteX199" fmla="*/ 1300251 w 7064419"/>
              <a:gd name="connsiteY199" fmla="*/ 1199493 h 6800529"/>
              <a:gd name="connsiteX200" fmla="*/ 1368022 w 7064419"/>
              <a:gd name="connsiteY200" fmla="*/ 1219885 h 6800529"/>
              <a:gd name="connsiteX201" fmla="*/ 3221240 w 7064419"/>
              <a:gd name="connsiteY201" fmla="*/ 1499367 h 6800529"/>
              <a:gd name="connsiteX202" fmla="*/ 3315401 w 7064419"/>
              <a:gd name="connsiteY202" fmla="*/ 1014771 h 6800529"/>
              <a:gd name="connsiteX203" fmla="*/ 3315401 w 7064419"/>
              <a:gd name="connsiteY203" fmla="*/ 1006974 h 6800529"/>
              <a:gd name="connsiteX204" fmla="*/ 3530710 w 7064419"/>
              <a:gd name="connsiteY204" fmla="*/ 758679 h 6800529"/>
              <a:gd name="connsiteX205" fmla="*/ 3538507 w 7064419"/>
              <a:gd name="connsiteY205" fmla="*/ 758679 h 6800529"/>
              <a:gd name="connsiteX206" fmla="*/ 3747984 w 7064419"/>
              <a:gd name="connsiteY206" fmla="*/ 979086 h 6800529"/>
              <a:gd name="connsiteX207" fmla="*/ 3749442 w 7064419"/>
              <a:gd name="connsiteY207" fmla="*/ 986059 h 6800529"/>
              <a:gd name="connsiteX208" fmla="*/ 3797671 w 7064419"/>
              <a:gd name="connsiteY208" fmla="*/ 969791 h 6800529"/>
              <a:gd name="connsiteX209" fmla="*/ 3890557 w 7064419"/>
              <a:gd name="connsiteY209" fmla="*/ 932606 h 6800529"/>
              <a:gd name="connsiteX210" fmla="*/ 3830582 w 7064419"/>
              <a:gd name="connsiteY210" fmla="*/ 675915 h 6800529"/>
              <a:gd name="connsiteX211" fmla="*/ 3972722 w 7064419"/>
              <a:gd name="connsiteY211" fmla="*/ 429419 h 6800529"/>
              <a:gd name="connsiteX212" fmla="*/ 4018303 w 7064419"/>
              <a:gd name="connsiteY212" fmla="*/ 705902 h 6800529"/>
              <a:gd name="connsiteX213" fmla="*/ 3894156 w 7064419"/>
              <a:gd name="connsiteY213" fmla="*/ 930807 h 6800529"/>
              <a:gd name="connsiteX214" fmla="*/ 4454919 w 7064419"/>
              <a:gd name="connsiteY214" fmla="*/ 599747 h 6800529"/>
              <a:gd name="connsiteX215" fmla="*/ 4399142 w 7064419"/>
              <a:gd name="connsiteY215" fmla="*/ 350852 h 6800529"/>
              <a:gd name="connsiteX216" fmla="*/ 4519092 w 7064419"/>
              <a:gd name="connsiteY216" fmla="*/ 110953 h 6800529"/>
              <a:gd name="connsiteX217" fmla="*/ 4563473 w 7064419"/>
              <a:gd name="connsiteY217" fmla="*/ 379040 h 6800529"/>
              <a:gd name="connsiteX218" fmla="*/ 4457918 w 7064419"/>
              <a:gd name="connsiteY218" fmla="*/ 599747 h 6800529"/>
              <a:gd name="connsiteX219" fmla="*/ 4630645 w 7064419"/>
              <a:gd name="connsiteY219" fmla="*/ 442013 h 6800529"/>
              <a:gd name="connsiteX220" fmla="*/ 4670228 w 7064419"/>
              <a:gd name="connsiteY220" fmla="*/ 395233 h 6800529"/>
              <a:gd name="connsiteX221" fmla="*/ 4704414 w 7064419"/>
              <a:gd name="connsiteY221" fmla="*/ 179924 h 6800529"/>
              <a:gd name="connsiteX222" fmla="*/ 4884338 w 7064419"/>
              <a:gd name="connsiteY222" fmla="*/ 0 h 6800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064419" h="6800529">
                <a:moveTo>
                  <a:pt x="0" y="5015682"/>
                </a:moveTo>
                <a:cubicBezTo>
                  <a:pt x="223387" y="5069659"/>
                  <a:pt x="450875" y="5104966"/>
                  <a:pt x="680113" y="5121238"/>
                </a:cubicBezTo>
                <a:cubicBezTo>
                  <a:pt x="1117928" y="5138630"/>
                  <a:pt x="1737467" y="5101446"/>
                  <a:pt x="2304827" y="5108643"/>
                </a:cubicBezTo>
                <a:cubicBezTo>
                  <a:pt x="2395989" y="5125436"/>
                  <a:pt x="2477554" y="5138630"/>
                  <a:pt x="2541128" y="5147027"/>
                </a:cubicBezTo>
                <a:cubicBezTo>
                  <a:pt x="2693463" y="5168018"/>
                  <a:pt x="2947156" y="5195007"/>
                  <a:pt x="3058709" y="5207001"/>
                </a:cubicBezTo>
                <a:lnTo>
                  <a:pt x="2896777" y="5849330"/>
                </a:lnTo>
                <a:lnTo>
                  <a:pt x="3532509" y="5957285"/>
                </a:lnTo>
                <a:lnTo>
                  <a:pt x="4168841" y="5851129"/>
                </a:lnTo>
                <a:lnTo>
                  <a:pt x="4009908" y="5208801"/>
                </a:lnTo>
                <a:cubicBezTo>
                  <a:pt x="4121461" y="5195007"/>
                  <a:pt x="4375153" y="5168018"/>
                  <a:pt x="4527489" y="5148826"/>
                </a:cubicBezTo>
                <a:cubicBezTo>
                  <a:pt x="4591063" y="5140429"/>
                  <a:pt x="4672628" y="5127235"/>
                  <a:pt x="4763790" y="5110442"/>
                </a:cubicBezTo>
                <a:cubicBezTo>
                  <a:pt x="5331150" y="5103245"/>
                  <a:pt x="5950689" y="5140429"/>
                  <a:pt x="6388504" y="5123037"/>
                </a:cubicBezTo>
                <a:lnTo>
                  <a:pt x="6387304" y="5123037"/>
                </a:lnTo>
                <a:cubicBezTo>
                  <a:pt x="6615568" y="5106010"/>
                  <a:pt x="6842092" y="5070103"/>
                  <a:pt x="7064419" y="5015682"/>
                </a:cubicBezTo>
                <a:cubicBezTo>
                  <a:pt x="7064419" y="5015682"/>
                  <a:pt x="6865903" y="5334747"/>
                  <a:pt x="6638598" y="5490682"/>
                </a:cubicBezTo>
                <a:cubicBezTo>
                  <a:pt x="5763807" y="5743457"/>
                  <a:pt x="4865908" y="5908009"/>
                  <a:pt x="3958329" y="5981874"/>
                </a:cubicBezTo>
                <a:lnTo>
                  <a:pt x="4133455" y="6670384"/>
                </a:lnTo>
                <a:lnTo>
                  <a:pt x="3533709" y="6800529"/>
                </a:lnTo>
                <a:lnTo>
                  <a:pt x="2933962" y="6670384"/>
                </a:lnTo>
                <a:lnTo>
                  <a:pt x="3106089" y="5981874"/>
                </a:lnTo>
                <a:cubicBezTo>
                  <a:pt x="2198510" y="5908009"/>
                  <a:pt x="1300611" y="5743457"/>
                  <a:pt x="425820" y="5490682"/>
                </a:cubicBezTo>
                <a:cubicBezTo>
                  <a:pt x="198516" y="5337746"/>
                  <a:pt x="0" y="5015682"/>
                  <a:pt x="0" y="5015682"/>
                </a:cubicBezTo>
                <a:close/>
                <a:moveTo>
                  <a:pt x="392834" y="4174837"/>
                </a:moveTo>
                <a:cubicBezTo>
                  <a:pt x="516767" y="4197921"/>
                  <a:pt x="642275" y="4211559"/>
                  <a:pt x="768276" y="4215620"/>
                </a:cubicBezTo>
                <a:cubicBezTo>
                  <a:pt x="857638" y="4219218"/>
                  <a:pt x="967391" y="4215620"/>
                  <a:pt x="1093938" y="4215620"/>
                </a:cubicBezTo>
                <a:cubicBezTo>
                  <a:pt x="1206091" y="4212021"/>
                  <a:pt x="1333237" y="4212021"/>
                  <a:pt x="1466981" y="4212021"/>
                </a:cubicBezTo>
                <a:cubicBezTo>
                  <a:pt x="1622315" y="4212021"/>
                  <a:pt x="1818432" y="4214420"/>
                  <a:pt x="2030143" y="4226415"/>
                </a:cubicBezTo>
                <a:cubicBezTo>
                  <a:pt x="2229949" y="4286090"/>
                  <a:pt x="2433251" y="4333356"/>
                  <a:pt x="2638886" y="4367956"/>
                </a:cubicBezTo>
                <a:cubicBezTo>
                  <a:pt x="2781506" y="4388389"/>
                  <a:pt x="2925427" y="4398416"/>
                  <a:pt x="3069504" y="4397943"/>
                </a:cubicBezTo>
                <a:lnTo>
                  <a:pt x="2924366" y="5015682"/>
                </a:lnTo>
                <a:lnTo>
                  <a:pt x="3524112" y="5086452"/>
                </a:lnTo>
                <a:lnTo>
                  <a:pt x="3538506" y="5086452"/>
                </a:lnTo>
                <a:lnTo>
                  <a:pt x="4138253" y="5015082"/>
                </a:lnTo>
                <a:lnTo>
                  <a:pt x="3996713" y="4399142"/>
                </a:lnTo>
                <a:cubicBezTo>
                  <a:pt x="4140574" y="4399784"/>
                  <a:pt x="4284291" y="4389960"/>
                  <a:pt x="4426731" y="4369755"/>
                </a:cubicBezTo>
                <a:cubicBezTo>
                  <a:pt x="4632367" y="4335155"/>
                  <a:pt x="4835669" y="4287889"/>
                  <a:pt x="5035475" y="4228214"/>
                </a:cubicBezTo>
                <a:cubicBezTo>
                  <a:pt x="5247185" y="4213821"/>
                  <a:pt x="5443303" y="4213821"/>
                  <a:pt x="5598637" y="4213821"/>
                </a:cubicBezTo>
                <a:cubicBezTo>
                  <a:pt x="5731781" y="4213821"/>
                  <a:pt x="5859527" y="4217419"/>
                  <a:pt x="5971680" y="4217419"/>
                </a:cubicBezTo>
                <a:cubicBezTo>
                  <a:pt x="6097626" y="4217419"/>
                  <a:pt x="6207980" y="4217419"/>
                  <a:pt x="6297342" y="4217419"/>
                </a:cubicBezTo>
                <a:lnTo>
                  <a:pt x="6296143" y="4216220"/>
                </a:lnTo>
                <a:cubicBezTo>
                  <a:pt x="6422150" y="4212159"/>
                  <a:pt x="6547677" y="4198521"/>
                  <a:pt x="6671584" y="4175437"/>
                </a:cubicBezTo>
                <a:cubicBezTo>
                  <a:pt x="6569867" y="4310770"/>
                  <a:pt x="6448598" y="4430221"/>
                  <a:pt x="6311736" y="4529887"/>
                </a:cubicBezTo>
                <a:cubicBezTo>
                  <a:pt x="6144587" y="4625103"/>
                  <a:pt x="5969400" y="4705379"/>
                  <a:pt x="5788157" y="4769786"/>
                </a:cubicBezTo>
                <a:cubicBezTo>
                  <a:pt x="5370122" y="4890707"/>
                  <a:pt x="4944847" y="4985059"/>
                  <a:pt x="4514894" y="5052266"/>
                </a:cubicBezTo>
                <a:cubicBezTo>
                  <a:pt x="4318177" y="5077456"/>
                  <a:pt x="3948134" y="5116439"/>
                  <a:pt x="3944535" y="5116439"/>
                </a:cubicBezTo>
                <a:lnTo>
                  <a:pt x="3888758" y="5121837"/>
                </a:lnTo>
                <a:lnTo>
                  <a:pt x="4049491" y="5771363"/>
                </a:lnTo>
                <a:lnTo>
                  <a:pt x="3532509" y="5858926"/>
                </a:lnTo>
                <a:lnTo>
                  <a:pt x="3016127" y="5771363"/>
                </a:lnTo>
                <a:lnTo>
                  <a:pt x="3175660" y="5121237"/>
                </a:lnTo>
                <a:lnTo>
                  <a:pt x="3119883" y="5115840"/>
                </a:lnTo>
                <a:cubicBezTo>
                  <a:pt x="3116285" y="5115240"/>
                  <a:pt x="2746241" y="5076856"/>
                  <a:pt x="2549524" y="5051667"/>
                </a:cubicBezTo>
                <a:cubicBezTo>
                  <a:pt x="2119571" y="4984459"/>
                  <a:pt x="1694297" y="4890107"/>
                  <a:pt x="1276261" y="4769186"/>
                </a:cubicBezTo>
                <a:cubicBezTo>
                  <a:pt x="1095018" y="4704779"/>
                  <a:pt x="919808" y="4624503"/>
                  <a:pt x="752682" y="4529287"/>
                </a:cubicBezTo>
                <a:cubicBezTo>
                  <a:pt x="615832" y="4429621"/>
                  <a:pt x="494555" y="4310170"/>
                  <a:pt x="392834" y="4174837"/>
                </a:cubicBezTo>
                <a:close/>
                <a:moveTo>
                  <a:pt x="6312935" y="3244030"/>
                </a:moveTo>
                <a:cubicBezTo>
                  <a:pt x="6214936" y="3390596"/>
                  <a:pt x="6095647" y="3521773"/>
                  <a:pt x="5959085" y="3633266"/>
                </a:cubicBezTo>
                <a:cubicBezTo>
                  <a:pt x="5800373" y="3768497"/>
                  <a:pt x="5624534" y="3882227"/>
                  <a:pt x="5436105" y="3971523"/>
                </a:cubicBezTo>
                <a:cubicBezTo>
                  <a:pt x="5107846" y="4117190"/>
                  <a:pt x="4761486" y="4218055"/>
                  <a:pt x="4406340" y="4271396"/>
                </a:cubicBezTo>
                <a:cubicBezTo>
                  <a:pt x="4259078" y="4291530"/>
                  <a:pt x="4110551" y="4300952"/>
                  <a:pt x="3961927" y="4299585"/>
                </a:cubicBezTo>
                <a:lnTo>
                  <a:pt x="3932540" y="4299585"/>
                </a:lnTo>
                <a:lnTo>
                  <a:pt x="3872565" y="4299585"/>
                </a:lnTo>
                <a:lnTo>
                  <a:pt x="4018903" y="4931118"/>
                </a:lnTo>
                <a:lnTo>
                  <a:pt x="3536107" y="4991093"/>
                </a:lnTo>
                <a:lnTo>
                  <a:pt x="3529510" y="4991093"/>
                </a:lnTo>
                <a:lnTo>
                  <a:pt x="3523512" y="4991093"/>
                </a:lnTo>
                <a:lnTo>
                  <a:pt x="3043715" y="4931118"/>
                </a:lnTo>
                <a:lnTo>
                  <a:pt x="3190653" y="4300184"/>
                </a:lnTo>
                <a:lnTo>
                  <a:pt x="3130678" y="4300184"/>
                </a:lnTo>
                <a:lnTo>
                  <a:pt x="3100691" y="4300184"/>
                </a:lnTo>
                <a:cubicBezTo>
                  <a:pt x="2952068" y="4301516"/>
                  <a:pt x="2803540" y="4292094"/>
                  <a:pt x="2656278" y="4271996"/>
                </a:cubicBezTo>
                <a:cubicBezTo>
                  <a:pt x="2301168" y="4218504"/>
                  <a:pt x="1954826" y="4117645"/>
                  <a:pt x="1626513" y="3972123"/>
                </a:cubicBezTo>
                <a:cubicBezTo>
                  <a:pt x="1437982" y="3882436"/>
                  <a:pt x="1261975" y="3768521"/>
                  <a:pt x="1102934" y="3633266"/>
                </a:cubicBezTo>
                <a:cubicBezTo>
                  <a:pt x="966719" y="3521791"/>
                  <a:pt x="847688" y="3390837"/>
                  <a:pt x="749683" y="3244630"/>
                </a:cubicBezTo>
                <a:cubicBezTo>
                  <a:pt x="881028" y="3264421"/>
                  <a:pt x="1072947" y="3286612"/>
                  <a:pt x="1120926" y="3286612"/>
                </a:cubicBezTo>
                <a:lnTo>
                  <a:pt x="1264866" y="3293210"/>
                </a:lnTo>
                <a:cubicBezTo>
                  <a:pt x="1439392" y="3301607"/>
                  <a:pt x="1665497" y="3311801"/>
                  <a:pt x="1940780" y="3328594"/>
                </a:cubicBezTo>
                <a:lnTo>
                  <a:pt x="2016348" y="3368777"/>
                </a:lnTo>
                <a:cubicBezTo>
                  <a:pt x="2256655" y="3490244"/>
                  <a:pt x="2514786" y="3572643"/>
                  <a:pt x="2781026" y="3612874"/>
                </a:cubicBezTo>
                <a:cubicBezTo>
                  <a:pt x="2826318" y="3619262"/>
                  <a:pt x="2872025" y="3622266"/>
                  <a:pt x="2917768" y="3621870"/>
                </a:cubicBezTo>
                <a:cubicBezTo>
                  <a:pt x="2973664" y="3621799"/>
                  <a:pt x="3029519" y="3618800"/>
                  <a:pt x="3085097" y="3612874"/>
                </a:cubicBezTo>
                <a:lnTo>
                  <a:pt x="2953753" y="4162242"/>
                </a:lnTo>
                <a:lnTo>
                  <a:pt x="3532509" y="4198227"/>
                </a:lnTo>
                <a:lnTo>
                  <a:pt x="4111864" y="4159843"/>
                </a:lnTo>
                <a:lnTo>
                  <a:pt x="3979920" y="3610475"/>
                </a:lnTo>
                <a:cubicBezTo>
                  <a:pt x="4035702" y="3616383"/>
                  <a:pt x="4091755" y="3619382"/>
                  <a:pt x="4147849" y="3619471"/>
                </a:cubicBezTo>
                <a:cubicBezTo>
                  <a:pt x="4193591" y="3619867"/>
                  <a:pt x="4239298" y="3616863"/>
                  <a:pt x="4284591" y="3610475"/>
                </a:cubicBezTo>
                <a:cubicBezTo>
                  <a:pt x="4550663" y="3570334"/>
                  <a:pt x="4808608" y="3487929"/>
                  <a:pt x="5048669" y="3366379"/>
                </a:cubicBezTo>
                <a:lnTo>
                  <a:pt x="5124836" y="3326195"/>
                </a:lnTo>
                <a:cubicBezTo>
                  <a:pt x="5399521" y="3309402"/>
                  <a:pt x="5626225" y="3299207"/>
                  <a:pt x="5800751" y="3290810"/>
                </a:cubicBezTo>
                <a:lnTo>
                  <a:pt x="5944691" y="3284213"/>
                </a:lnTo>
                <a:lnTo>
                  <a:pt x="5942292" y="3286012"/>
                </a:lnTo>
                <a:cubicBezTo>
                  <a:pt x="5990271" y="3283613"/>
                  <a:pt x="6182190" y="3263822"/>
                  <a:pt x="6312935" y="3244030"/>
                </a:cubicBezTo>
                <a:close/>
                <a:moveTo>
                  <a:pt x="3527711" y="855838"/>
                </a:moveTo>
                <a:cubicBezTo>
                  <a:pt x="3450944" y="855838"/>
                  <a:pt x="3423955" y="941602"/>
                  <a:pt x="3407762" y="1025566"/>
                </a:cubicBezTo>
                <a:lnTo>
                  <a:pt x="3407762" y="1033963"/>
                </a:lnTo>
                <a:cubicBezTo>
                  <a:pt x="3399365" y="1077744"/>
                  <a:pt x="3306405" y="1557543"/>
                  <a:pt x="3306405" y="1557543"/>
                </a:cubicBezTo>
                <a:lnTo>
                  <a:pt x="3298608" y="1596525"/>
                </a:lnTo>
                <a:lnTo>
                  <a:pt x="3223040" y="1596525"/>
                </a:lnTo>
                <a:cubicBezTo>
                  <a:pt x="2605858" y="1598852"/>
                  <a:pt x="1991705" y="1510139"/>
                  <a:pt x="1400409" y="1333236"/>
                </a:cubicBezTo>
                <a:cubicBezTo>
                  <a:pt x="1413915" y="1476522"/>
                  <a:pt x="1469176" y="1612695"/>
                  <a:pt x="1559342" y="1724872"/>
                </a:cubicBezTo>
                <a:cubicBezTo>
                  <a:pt x="1672412" y="1858885"/>
                  <a:pt x="1825066" y="1953585"/>
                  <a:pt x="1995358" y="1995358"/>
                </a:cubicBezTo>
                <a:lnTo>
                  <a:pt x="2031343" y="2002554"/>
                </a:lnTo>
                <a:lnTo>
                  <a:pt x="2031343" y="2039139"/>
                </a:lnTo>
                <a:cubicBezTo>
                  <a:pt x="2044531" y="2160714"/>
                  <a:pt x="2100931" y="2273508"/>
                  <a:pt x="2190276" y="2357004"/>
                </a:cubicBezTo>
                <a:cubicBezTo>
                  <a:pt x="2287195" y="2428531"/>
                  <a:pt x="2405111" y="2465870"/>
                  <a:pt x="2525534" y="2463161"/>
                </a:cubicBezTo>
                <a:cubicBezTo>
                  <a:pt x="2553122" y="2463161"/>
                  <a:pt x="2570515" y="2463161"/>
                  <a:pt x="2570515" y="2463161"/>
                </a:cubicBezTo>
                <a:lnTo>
                  <a:pt x="2608299" y="2458961"/>
                </a:lnTo>
                <a:lnTo>
                  <a:pt x="2621493" y="2494946"/>
                </a:lnTo>
                <a:cubicBezTo>
                  <a:pt x="2671506" y="2596807"/>
                  <a:pt x="2762776" y="2672357"/>
                  <a:pt x="2872188" y="2702459"/>
                </a:cubicBezTo>
                <a:cubicBezTo>
                  <a:pt x="2913750" y="2715329"/>
                  <a:pt x="2957028" y="2721800"/>
                  <a:pt x="3000533" y="2721650"/>
                </a:cubicBezTo>
                <a:cubicBezTo>
                  <a:pt x="3057144" y="2721572"/>
                  <a:pt x="3113328" y="2711833"/>
                  <a:pt x="3166663" y="2692863"/>
                </a:cubicBezTo>
                <a:lnTo>
                  <a:pt x="3254826" y="2656278"/>
                </a:lnTo>
                <a:lnTo>
                  <a:pt x="3125281" y="3186455"/>
                </a:lnTo>
                <a:lnTo>
                  <a:pt x="3939737" y="3186455"/>
                </a:lnTo>
                <a:lnTo>
                  <a:pt x="3810192" y="2655678"/>
                </a:lnTo>
                <a:lnTo>
                  <a:pt x="3898355" y="2692863"/>
                </a:lnTo>
                <a:cubicBezTo>
                  <a:pt x="3951918" y="2711701"/>
                  <a:pt x="4008306" y="2721231"/>
                  <a:pt x="4065084" y="2721052"/>
                </a:cubicBezTo>
                <a:cubicBezTo>
                  <a:pt x="4108590" y="2721201"/>
                  <a:pt x="4151867" y="2714729"/>
                  <a:pt x="4193430" y="2701859"/>
                </a:cubicBezTo>
                <a:cubicBezTo>
                  <a:pt x="4302878" y="2671831"/>
                  <a:pt x="4394171" y="2596261"/>
                  <a:pt x="4444124" y="2494346"/>
                </a:cubicBezTo>
                <a:lnTo>
                  <a:pt x="4457319" y="2458961"/>
                </a:lnTo>
                <a:lnTo>
                  <a:pt x="4497502" y="2466158"/>
                </a:lnTo>
                <a:cubicBezTo>
                  <a:pt x="4497502" y="2466158"/>
                  <a:pt x="4514894" y="2466158"/>
                  <a:pt x="4542483" y="2466158"/>
                </a:cubicBezTo>
                <a:cubicBezTo>
                  <a:pt x="4662906" y="2468869"/>
                  <a:pt x="4780822" y="2431529"/>
                  <a:pt x="4877741" y="2360003"/>
                </a:cubicBezTo>
                <a:cubicBezTo>
                  <a:pt x="4967601" y="2275901"/>
                  <a:pt x="5024044" y="2162166"/>
                  <a:pt x="5036674" y="2039739"/>
                </a:cubicBezTo>
                <a:lnTo>
                  <a:pt x="5036674" y="2003154"/>
                </a:lnTo>
                <a:lnTo>
                  <a:pt x="5072659" y="1995957"/>
                </a:lnTo>
                <a:cubicBezTo>
                  <a:pt x="5241746" y="1952992"/>
                  <a:pt x="5393158" y="1858201"/>
                  <a:pt x="5505677" y="1724872"/>
                </a:cubicBezTo>
                <a:cubicBezTo>
                  <a:pt x="5595842" y="1612695"/>
                  <a:pt x="5651103" y="1476522"/>
                  <a:pt x="5664609" y="1333236"/>
                </a:cubicBezTo>
                <a:cubicBezTo>
                  <a:pt x="5073313" y="1510139"/>
                  <a:pt x="4459160" y="1598852"/>
                  <a:pt x="3841978" y="1596525"/>
                </a:cubicBezTo>
                <a:lnTo>
                  <a:pt x="3767610" y="1596525"/>
                </a:lnTo>
                <a:lnTo>
                  <a:pt x="3759813" y="1557543"/>
                </a:lnTo>
                <a:cubicBezTo>
                  <a:pt x="3759813" y="1557543"/>
                  <a:pt x="3666253" y="1075345"/>
                  <a:pt x="3658456" y="1033963"/>
                </a:cubicBezTo>
                <a:lnTo>
                  <a:pt x="3658456" y="1025566"/>
                </a:lnTo>
                <a:cubicBezTo>
                  <a:pt x="3642863" y="941602"/>
                  <a:pt x="3615274" y="855838"/>
                  <a:pt x="3538507" y="855838"/>
                </a:cubicBezTo>
                <a:close/>
                <a:moveTo>
                  <a:pt x="4343586" y="822000"/>
                </a:moveTo>
                <a:cubicBezTo>
                  <a:pt x="4386034" y="819366"/>
                  <a:pt x="4428909" y="823614"/>
                  <a:pt x="4470513" y="834847"/>
                </a:cubicBezTo>
                <a:cubicBezTo>
                  <a:pt x="4559738" y="865847"/>
                  <a:pt x="4640175" y="917894"/>
                  <a:pt x="4705014" y="986583"/>
                </a:cubicBezTo>
                <a:cubicBezTo>
                  <a:pt x="4613654" y="1006422"/>
                  <a:pt x="4519734" y="1011688"/>
                  <a:pt x="4426731" y="1002176"/>
                </a:cubicBezTo>
                <a:cubicBezTo>
                  <a:pt x="4311580" y="989581"/>
                  <a:pt x="4219219" y="850440"/>
                  <a:pt x="4219219" y="850440"/>
                </a:cubicBezTo>
                <a:cubicBezTo>
                  <a:pt x="4259117" y="834148"/>
                  <a:pt x="4301138" y="824633"/>
                  <a:pt x="4343586" y="822000"/>
                </a:cubicBezTo>
                <a:close/>
                <a:moveTo>
                  <a:pt x="4727204" y="566760"/>
                </a:moveTo>
                <a:cubicBezTo>
                  <a:pt x="4807984" y="570702"/>
                  <a:pt x="4888260" y="581739"/>
                  <a:pt x="4967103" y="599746"/>
                </a:cubicBezTo>
                <a:cubicBezTo>
                  <a:pt x="4906109" y="663913"/>
                  <a:pt x="4827752" y="708924"/>
                  <a:pt x="4741598" y="729291"/>
                </a:cubicBezTo>
                <a:cubicBezTo>
                  <a:pt x="4634843" y="751482"/>
                  <a:pt x="4498101" y="651924"/>
                  <a:pt x="4498101" y="651924"/>
                </a:cubicBezTo>
                <a:cubicBezTo>
                  <a:pt x="4562592" y="597629"/>
                  <a:pt x="4644098" y="567700"/>
                  <a:pt x="4728404" y="567360"/>
                </a:cubicBezTo>
                <a:close/>
                <a:moveTo>
                  <a:pt x="4261202" y="268086"/>
                </a:moveTo>
                <a:cubicBezTo>
                  <a:pt x="4288058" y="358824"/>
                  <a:pt x="4303969" y="452451"/>
                  <a:pt x="4308581" y="546968"/>
                </a:cubicBezTo>
                <a:lnTo>
                  <a:pt x="4310980" y="546968"/>
                </a:lnTo>
                <a:cubicBezTo>
                  <a:pt x="4310980" y="664519"/>
                  <a:pt x="4191031" y="779670"/>
                  <a:pt x="4191031" y="779670"/>
                </a:cubicBezTo>
                <a:cubicBezTo>
                  <a:pt x="4143843" y="701721"/>
                  <a:pt x="4122828" y="610727"/>
                  <a:pt x="4131056" y="519980"/>
                </a:cubicBezTo>
                <a:cubicBezTo>
                  <a:pt x="4149396" y="425276"/>
                  <a:pt x="4194570" y="337840"/>
                  <a:pt x="4261202" y="268086"/>
                </a:cubicBezTo>
                <a:close/>
                <a:moveTo>
                  <a:pt x="4884338" y="0"/>
                </a:moveTo>
                <a:cubicBezTo>
                  <a:pt x="4882874" y="91553"/>
                  <a:pt x="4867503" y="182351"/>
                  <a:pt x="4838757" y="269286"/>
                </a:cubicBezTo>
                <a:cubicBezTo>
                  <a:pt x="4817490" y="337566"/>
                  <a:pt x="4765246" y="391806"/>
                  <a:pt x="4697816" y="415625"/>
                </a:cubicBezTo>
                <a:cubicBezTo>
                  <a:pt x="4684850" y="448668"/>
                  <a:pt x="4666396" y="479285"/>
                  <a:pt x="4643239" y="506186"/>
                </a:cubicBezTo>
                <a:cubicBezTo>
                  <a:pt x="4498101" y="678913"/>
                  <a:pt x="4234212" y="866034"/>
                  <a:pt x="3934338" y="995580"/>
                </a:cubicBezTo>
                <a:cubicBezTo>
                  <a:pt x="4003568" y="975020"/>
                  <a:pt x="4077888" y="980130"/>
                  <a:pt x="4143650" y="1009974"/>
                </a:cubicBezTo>
                <a:lnTo>
                  <a:pt x="4144850" y="1008774"/>
                </a:lnTo>
                <a:cubicBezTo>
                  <a:pt x="4230446" y="1050493"/>
                  <a:pt x="4308329" y="1106467"/>
                  <a:pt x="4375152" y="1174304"/>
                </a:cubicBezTo>
                <a:cubicBezTo>
                  <a:pt x="4375152" y="1174304"/>
                  <a:pt x="4287589" y="1219885"/>
                  <a:pt x="4103467" y="1178503"/>
                </a:cubicBezTo>
                <a:cubicBezTo>
                  <a:pt x="4015364" y="1154441"/>
                  <a:pt x="3944180" y="1089506"/>
                  <a:pt x="3912148" y="1003976"/>
                </a:cubicBezTo>
                <a:lnTo>
                  <a:pt x="3762450" y="1058958"/>
                </a:lnTo>
                <a:lnTo>
                  <a:pt x="3768191" y="1088381"/>
                </a:lnTo>
                <a:cubicBezTo>
                  <a:pt x="3790400" y="1202267"/>
                  <a:pt x="3831333" y="1412553"/>
                  <a:pt x="3847976" y="1499367"/>
                </a:cubicBezTo>
                <a:cubicBezTo>
                  <a:pt x="4476409" y="1503301"/>
                  <a:pt x="5101633" y="1409417"/>
                  <a:pt x="5701194" y="1221084"/>
                </a:cubicBezTo>
                <a:lnTo>
                  <a:pt x="5765367" y="1199493"/>
                </a:lnTo>
                <a:lnTo>
                  <a:pt x="5765367" y="1263066"/>
                </a:lnTo>
                <a:cubicBezTo>
                  <a:pt x="5764473" y="1452113"/>
                  <a:pt x="5699809" y="1635324"/>
                  <a:pt x="5581844" y="1783047"/>
                </a:cubicBezTo>
                <a:cubicBezTo>
                  <a:pt x="5463382" y="1925769"/>
                  <a:pt x="5304467" y="2029273"/>
                  <a:pt x="5126037" y="2079922"/>
                </a:cubicBezTo>
                <a:cubicBezTo>
                  <a:pt x="5106263" y="2216226"/>
                  <a:pt x="5038917" y="2341141"/>
                  <a:pt x="4935917" y="2432573"/>
                </a:cubicBezTo>
                <a:cubicBezTo>
                  <a:pt x="4908832" y="2455477"/>
                  <a:pt x="4879493" y="2475568"/>
                  <a:pt x="4848353" y="2492547"/>
                </a:cubicBezTo>
                <a:cubicBezTo>
                  <a:pt x="5260380" y="2445767"/>
                  <a:pt x="5574048" y="2386992"/>
                  <a:pt x="5723984" y="2358804"/>
                </a:cubicBezTo>
                <a:lnTo>
                  <a:pt x="5792955" y="2345609"/>
                </a:lnTo>
                <a:lnTo>
                  <a:pt x="5788157" y="2345609"/>
                </a:lnTo>
                <a:cubicBezTo>
                  <a:pt x="5855929" y="2334214"/>
                  <a:pt x="5921301" y="2319820"/>
                  <a:pt x="5975878" y="2306626"/>
                </a:cubicBezTo>
                <a:cubicBezTo>
                  <a:pt x="5894942" y="2459615"/>
                  <a:pt x="5797393" y="2603219"/>
                  <a:pt x="5685001" y="2734845"/>
                </a:cubicBezTo>
                <a:cubicBezTo>
                  <a:pt x="5495043" y="2960278"/>
                  <a:pt x="5262245" y="3145780"/>
                  <a:pt x="5000090" y="3280616"/>
                </a:cubicBezTo>
                <a:cubicBezTo>
                  <a:pt x="4769121" y="3396990"/>
                  <a:pt x="4521138" y="3475946"/>
                  <a:pt x="4265400" y="3514516"/>
                </a:cubicBezTo>
                <a:cubicBezTo>
                  <a:pt x="4225685" y="3520303"/>
                  <a:pt x="4185585" y="3523110"/>
                  <a:pt x="4145451" y="3522912"/>
                </a:cubicBezTo>
                <a:cubicBezTo>
                  <a:pt x="4070614" y="3522247"/>
                  <a:pt x="3995898" y="3516837"/>
                  <a:pt x="3921745" y="3506719"/>
                </a:cubicBezTo>
                <a:lnTo>
                  <a:pt x="3850975" y="3495924"/>
                </a:lnTo>
                <a:lnTo>
                  <a:pt x="3988317" y="4070481"/>
                </a:lnTo>
                <a:lnTo>
                  <a:pt x="3530110" y="4099269"/>
                </a:lnTo>
                <a:lnTo>
                  <a:pt x="3072503" y="4070481"/>
                </a:lnTo>
                <a:lnTo>
                  <a:pt x="3209845" y="3495924"/>
                </a:lnTo>
                <a:lnTo>
                  <a:pt x="3139075" y="3506719"/>
                </a:lnTo>
                <a:cubicBezTo>
                  <a:pt x="3064922" y="3516837"/>
                  <a:pt x="2990206" y="3522247"/>
                  <a:pt x="2915370" y="3522912"/>
                </a:cubicBezTo>
                <a:cubicBezTo>
                  <a:pt x="2875234" y="3523110"/>
                  <a:pt x="2835135" y="3520303"/>
                  <a:pt x="2795420" y="3514516"/>
                </a:cubicBezTo>
                <a:cubicBezTo>
                  <a:pt x="2539682" y="3475940"/>
                  <a:pt x="2291699" y="3396990"/>
                  <a:pt x="2060730" y="3280616"/>
                </a:cubicBezTo>
                <a:cubicBezTo>
                  <a:pt x="1798437" y="3145995"/>
                  <a:pt x="1565603" y="2960458"/>
                  <a:pt x="1375819" y="2734845"/>
                </a:cubicBezTo>
                <a:cubicBezTo>
                  <a:pt x="1263427" y="2603219"/>
                  <a:pt x="1165878" y="2459615"/>
                  <a:pt x="1084942" y="2306626"/>
                </a:cubicBezTo>
                <a:cubicBezTo>
                  <a:pt x="1139519" y="2319820"/>
                  <a:pt x="1206691" y="2334214"/>
                  <a:pt x="1272663" y="2345609"/>
                </a:cubicBezTo>
                <a:lnTo>
                  <a:pt x="1341634" y="2358804"/>
                </a:lnTo>
                <a:cubicBezTo>
                  <a:pt x="1491570" y="2386992"/>
                  <a:pt x="1804638" y="2445767"/>
                  <a:pt x="2217264" y="2491947"/>
                </a:cubicBezTo>
                <a:cubicBezTo>
                  <a:pt x="2186113" y="2476162"/>
                  <a:pt x="2156756" y="2457060"/>
                  <a:pt x="2129701" y="2434971"/>
                </a:cubicBezTo>
                <a:cubicBezTo>
                  <a:pt x="2026695" y="2343541"/>
                  <a:pt x="1959355" y="2218625"/>
                  <a:pt x="1939581" y="2082320"/>
                </a:cubicBezTo>
                <a:cubicBezTo>
                  <a:pt x="1761151" y="2031673"/>
                  <a:pt x="1602236" y="1928167"/>
                  <a:pt x="1483774" y="1785447"/>
                </a:cubicBezTo>
                <a:cubicBezTo>
                  <a:pt x="1365809" y="1637722"/>
                  <a:pt x="1301145" y="1454511"/>
                  <a:pt x="1300251" y="1265466"/>
                </a:cubicBezTo>
                <a:lnTo>
                  <a:pt x="1300251" y="1199493"/>
                </a:lnTo>
                <a:lnTo>
                  <a:pt x="1368022" y="1219885"/>
                </a:lnTo>
                <a:cubicBezTo>
                  <a:pt x="1967524" y="1408625"/>
                  <a:pt x="2592742" y="1502911"/>
                  <a:pt x="3221240" y="1499367"/>
                </a:cubicBezTo>
                <a:cubicBezTo>
                  <a:pt x="3243431" y="1383615"/>
                  <a:pt x="3308803" y="1048357"/>
                  <a:pt x="3315401" y="1014771"/>
                </a:cubicBezTo>
                <a:lnTo>
                  <a:pt x="3315401" y="1006974"/>
                </a:lnTo>
                <a:cubicBezTo>
                  <a:pt x="3326796" y="945200"/>
                  <a:pt x="3363381" y="758679"/>
                  <a:pt x="3530710" y="758679"/>
                </a:cubicBezTo>
                <a:lnTo>
                  <a:pt x="3538507" y="758679"/>
                </a:lnTo>
                <a:cubicBezTo>
                  <a:pt x="3684920" y="758679"/>
                  <a:pt x="3730772" y="902863"/>
                  <a:pt x="3747984" y="979086"/>
                </a:cubicBezTo>
                <a:lnTo>
                  <a:pt x="3749442" y="986059"/>
                </a:lnTo>
                <a:lnTo>
                  <a:pt x="3797671" y="969791"/>
                </a:lnTo>
                <a:cubicBezTo>
                  <a:pt x="3829233" y="958246"/>
                  <a:pt x="3860570" y="945801"/>
                  <a:pt x="3890557" y="932606"/>
                </a:cubicBezTo>
                <a:cubicBezTo>
                  <a:pt x="3842050" y="856313"/>
                  <a:pt x="3820902" y="765805"/>
                  <a:pt x="3830582" y="675915"/>
                </a:cubicBezTo>
                <a:cubicBezTo>
                  <a:pt x="3852503" y="581485"/>
                  <a:pt x="3901976" y="495693"/>
                  <a:pt x="3972722" y="429419"/>
                </a:cubicBezTo>
                <a:cubicBezTo>
                  <a:pt x="3999747" y="519236"/>
                  <a:pt x="4015064" y="612162"/>
                  <a:pt x="4018303" y="705902"/>
                </a:cubicBezTo>
                <a:cubicBezTo>
                  <a:pt x="4021901" y="810858"/>
                  <a:pt x="3915147" y="911615"/>
                  <a:pt x="3894156" y="930807"/>
                </a:cubicBezTo>
                <a:cubicBezTo>
                  <a:pt x="4094765" y="845475"/>
                  <a:pt x="4283296" y="734168"/>
                  <a:pt x="4454919" y="599747"/>
                </a:cubicBezTo>
                <a:cubicBezTo>
                  <a:pt x="4410963" y="524575"/>
                  <a:pt x="4391472" y="437594"/>
                  <a:pt x="4399142" y="350852"/>
                </a:cubicBezTo>
                <a:cubicBezTo>
                  <a:pt x="4415881" y="261235"/>
                  <a:pt x="4457444" y="178116"/>
                  <a:pt x="4519092" y="110953"/>
                </a:cubicBezTo>
                <a:cubicBezTo>
                  <a:pt x="4543993" y="198346"/>
                  <a:pt x="4558879" y="288285"/>
                  <a:pt x="4563473" y="379040"/>
                </a:cubicBezTo>
                <a:cubicBezTo>
                  <a:pt x="4568871" y="479798"/>
                  <a:pt x="4474111" y="582954"/>
                  <a:pt x="4457918" y="599747"/>
                </a:cubicBezTo>
                <a:cubicBezTo>
                  <a:pt x="4519379" y="551587"/>
                  <a:pt x="4577117" y="498859"/>
                  <a:pt x="4630645" y="442013"/>
                </a:cubicBezTo>
                <a:cubicBezTo>
                  <a:pt x="4644703" y="427172"/>
                  <a:pt x="4657915" y="411554"/>
                  <a:pt x="4670228" y="395233"/>
                </a:cubicBezTo>
                <a:cubicBezTo>
                  <a:pt x="4655780" y="321680"/>
                  <a:pt x="4667895" y="245386"/>
                  <a:pt x="4704414" y="179924"/>
                </a:cubicBezTo>
                <a:cubicBezTo>
                  <a:pt x="4744333" y="102780"/>
                  <a:pt x="4807192" y="39918"/>
                  <a:pt x="4884338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989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65" name="矩形 64"/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25" name="组合 124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26" name="组合 12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27" name="组合 12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28" name="任意多边形: 形状 12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0" name="组合 12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1" name="任意多边形: 形状 14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1" name="组合 13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39" name="任意多边形: 形状 13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4" name="任意多边形: 形状 13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30" name="任意多边形: 形状 29"/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31" name="任意多边形: 形状 30"/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任意多边形: 形状 22"/>
          <p:cNvSpPr/>
          <p:nvPr/>
        </p:nvSpPr>
        <p:spPr>
          <a:xfrm>
            <a:off x="0" y="1"/>
            <a:ext cx="4880907" cy="6857999"/>
          </a:xfrm>
          <a:custGeom>
            <a:avLst/>
            <a:gdLst>
              <a:gd name="connsiteX0" fmla="*/ 0 w 4880907"/>
              <a:gd name="connsiteY0" fmla="*/ 0 h 6857999"/>
              <a:gd name="connsiteX1" fmla="*/ 3726289 w 4880907"/>
              <a:gd name="connsiteY1" fmla="*/ 0 h 6857999"/>
              <a:gd name="connsiteX2" fmla="*/ 3751180 w 4880907"/>
              <a:gd name="connsiteY2" fmla="*/ 30346 h 6857999"/>
              <a:gd name="connsiteX3" fmla="*/ 4880907 w 4880907"/>
              <a:gd name="connsiteY3" fmla="*/ 3429000 h 6857999"/>
              <a:gd name="connsiteX4" fmla="*/ 3751180 w 4880907"/>
              <a:gd name="connsiteY4" fmla="*/ 6827654 h 6857999"/>
              <a:gd name="connsiteX5" fmla="*/ 3726289 w 4880907"/>
              <a:gd name="connsiteY5" fmla="*/ 6857999 h 6857999"/>
              <a:gd name="connsiteX6" fmla="*/ 0 w 4880907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80907" h="6857999">
                <a:moveTo>
                  <a:pt x="0" y="0"/>
                </a:moveTo>
                <a:lnTo>
                  <a:pt x="3726289" y="0"/>
                </a:lnTo>
                <a:lnTo>
                  <a:pt x="3751180" y="30346"/>
                </a:lnTo>
                <a:cubicBezTo>
                  <a:pt x="4453099" y="927993"/>
                  <a:pt x="4880907" y="2120426"/>
                  <a:pt x="4880907" y="3429000"/>
                </a:cubicBezTo>
                <a:cubicBezTo>
                  <a:pt x="4880907" y="4737574"/>
                  <a:pt x="4453099" y="5930008"/>
                  <a:pt x="3751180" y="6827654"/>
                </a:cubicBezTo>
                <a:lnTo>
                  <a:pt x="3726289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9" name="任意多边形: 形状 18"/>
          <p:cNvSpPr/>
          <p:nvPr/>
        </p:nvSpPr>
        <p:spPr>
          <a:xfrm>
            <a:off x="0" y="1"/>
            <a:ext cx="4697938" cy="6857999"/>
          </a:xfrm>
          <a:custGeom>
            <a:avLst/>
            <a:gdLst>
              <a:gd name="connsiteX0" fmla="*/ 0 w 4697938"/>
              <a:gd name="connsiteY0" fmla="*/ 0 h 6857999"/>
              <a:gd name="connsiteX1" fmla="*/ 3514742 w 4697938"/>
              <a:gd name="connsiteY1" fmla="*/ 0 h 6857999"/>
              <a:gd name="connsiteX2" fmla="*/ 3568211 w 4697938"/>
              <a:gd name="connsiteY2" fmla="*/ 64531 h 6857999"/>
              <a:gd name="connsiteX3" fmla="*/ 4697938 w 4697938"/>
              <a:gd name="connsiteY3" fmla="*/ 3429000 h 6857999"/>
              <a:gd name="connsiteX4" fmla="*/ 3568211 w 4697938"/>
              <a:gd name="connsiteY4" fmla="*/ 6793470 h 6857999"/>
              <a:gd name="connsiteX5" fmla="*/ 3514742 w 4697938"/>
              <a:gd name="connsiteY5" fmla="*/ 6857999 h 6857999"/>
              <a:gd name="connsiteX6" fmla="*/ 0 w 4697938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97938" h="6857999">
                <a:moveTo>
                  <a:pt x="0" y="0"/>
                </a:moveTo>
                <a:lnTo>
                  <a:pt x="3514742" y="0"/>
                </a:lnTo>
                <a:lnTo>
                  <a:pt x="3568211" y="64531"/>
                </a:lnTo>
                <a:cubicBezTo>
                  <a:pt x="4270130" y="953148"/>
                  <a:pt x="4697938" y="2133589"/>
                  <a:pt x="4697938" y="3429000"/>
                </a:cubicBezTo>
                <a:cubicBezTo>
                  <a:pt x="4697938" y="4724412"/>
                  <a:pt x="4270130" y="5904852"/>
                  <a:pt x="3568211" y="6793470"/>
                </a:cubicBezTo>
                <a:lnTo>
                  <a:pt x="3514742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132" name="图片 131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0" y="0"/>
            <a:ext cx="4658906" cy="6857998"/>
          </a:xfrm>
          <a:custGeom>
            <a:avLst/>
            <a:gdLst>
              <a:gd name="connsiteX0" fmla="*/ 0 w 4658906"/>
              <a:gd name="connsiteY0" fmla="*/ 0 h 6857998"/>
              <a:gd name="connsiteX1" fmla="*/ 3456845 w 4658906"/>
              <a:gd name="connsiteY1" fmla="*/ 0 h 6857998"/>
              <a:gd name="connsiteX2" fmla="*/ 3529179 w 4658906"/>
              <a:gd name="connsiteY2" fmla="*/ 86722 h 6857998"/>
              <a:gd name="connsiteX3" fmla="*/ 4658906 w 4658906"/>
              <a:gd name="connsiteY3" fmla="*/ 3428999 h 6857998"/>
              <a:gd name="connsiteX4" fmla="*/ 3529179 w 4658906"/>
              <a:gd name="connsiteY4" fmla="*/ 6771276 h 6857998"/>
              <a:gd name="connsiteX5" fmla="*/ 3456844 w 4658906"/>
              <a:gd name="connsiteY5" fmla="*/ 6857998 h 6857998"/>
              <a:gd name="connsiteX6" fmla="*/ 0 w 4658906"/>
              <a:gd name="connsiteY6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8">
                <a:moveTo>
                  <a:pt x="0" y="0"/>
                </a:moveTo>
                <a:lnTo>
                  <a:pt x="3456845" y="0"/>
                </a:lnTo>
                <a:lnTo>
                  <a:pt x="3529179" y="86722"/>
                </a:lnTo>
                <a:cubicBezTo>
                  <a:pt x="4231098" y="969479"/>
                  <a:pt x="4658906" y="2142132"/>
                  <a:pt x="4658906" y="3428999"/>
                </a:cubicBezTo>
                <a:cubicBezTo>
                  <a:pt x="4658906" y="4715866"/>
                  <a:pt x="4231098" y="5888520"/>
                  <a:pt x="3529179" y="6771276"/>
                </a:cubicBezTo>
                <a:lnTo>
                  <a:pt x="3456844" y="6857998"/>
                </a:lnTo>
                <a:lnTo>
                  <a:pt x="0" y="6857998"/>
                </a:lnTo>
                <a:close/>
              </a:path>
            </a:pathLst>
          </a:custGeom>
        </p:spPr>
      </p:pic>
      <p:sp>
        <p:nvSpPr>
          <p:cNvPr id="17" name="任意多边形: 形状 16"/>
          <p:cNvSpPr/>
          <p:nvPr/>
        </p:nvSpPr>
        <p:spPr>
          <a:xfrm>
            <a:off x="0" y="1"/>
            <a:ext cx="4658906" cy="6857999"/>
          </a:xfrm>
          <a:custGeom>
            <a:avLst/>
            <a:gdLst>
              <a:gd name="connsiteX0" fmla="*/ 0 w 4658906"/>
              <a:gd name="connsiteY0" fmla="*/ 0 h 6857999"/>
              <a:gd name="connsiteX1" fmla="*/ 3456844 w 4658906"/>
              <a:gd name="connsiteY1" fmla="*/ 0 h 6857999"/>
              <a:gd name="connsiteX2" fmla="*/ 3529179 w 4658906"/>
              <a:gd name="connsiteY2" fmla="*/ 86723 h 6857999"/>
              <a:gd name="connsiteX3" fmla="*/ 4658906 w 4658906"/>
              <a:gd name="connsiteY3" fmla="*/ 3429000 h 6857999"/>
              <a:gd name="connsiteX4" fmla="*/ 3529179 w 4658906"/>
              <a:gd name="connsiteY4" fmla="*/ 6771277 h 6857999"/>
              <a:gd name="connsiteX5" fmla="*/ 3456844 w 4658906"/>
              <a:gd name="connsiteY5" fmla="*/ 6857999 h 6857999"/>
              <a:gd name="connsiteX6" fmla="*/ 0 w 465890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9">
                <a:moveTo>
                  <a:pt x="0" y="0"/>
                </a:moveTo>
                <a:lnTo>
                  <a:pt x="3456844" y="0"/>
                </a:lnTo>
                <a:lnTo>
                  <a:pt x="3529179" y="86723"/>
                </a:lnTo>
                <a:cubicBezTo>
                  <a:pt x="4231098" y="969480"/>
                  <a:pt x="4658906" y="2142133"/>
                  <a:pt x="4658906" y="3429000"/>
                </a:cubicBezTo>
                <a:cubicBezTo>
                  <a:pt x="4658906" y="4715867"/>
                  <a:pt x="4231098" y="5888521"/>
                  <a:pt x="3529179" y="6771277"/>
                </a:cubicBezTo>
                <a:lnTo>
                  <a:pt x="3456844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1">
              <a:alpha val="85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30" name="组合 129"/>
          <p:cNvGrpSpPr>
            <a:grpSpLocks noChangeAspect="1"/>
          </p:cNvGrpSpPr>
          <p:nvPr/>
        </p:nvGrpSpPr>
        <p:grpSpPr>
          <a:xfrm>
            <a:off x="9842400" y="248400"/>
            <a:ext cx="1958913" cy="432000"/>
            <a:chOff x="468000" y="514800"/>
            <a:chExt cx="2301723" cy="507600"/>
          </a:xfrm>
        </p:grpSpPr>
        <p:sp>
          <p:nvSpPr>
            <p:cNvPr id="131" name="任意多边形: 形状 13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3" name="组合 13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1886246" y="2354788"/>
              <a:chExt cx="1379954" cy="1379953"/>
            </a:xfrm>
          </p:grpSpPr>
          <p:sp>
            <p:nvSpPr>
              <p:cNvPr id="134" name="任意多边形: 形状 133"/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135" name="图形 4"/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26" name="任意多边形: 形状 325"/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7" name="任意多边形: 形状 326"/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8" name="任意多边形: 形状 327"/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9" name="任意多边形: 形状 328"/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0" name="任意多边形: 形状 329"/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1" name="任意多边形: 形状 330"/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2" name="任意多边形: 形状 331"/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3" name="任意多边形: 形状 332"/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4" name="任意多边形: 形状 333"/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5" name="任意多边形: 形状 334"/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6" name="任意多边形: 形状 335"/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7" name="任意多边形: 形状 336"/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136" name="任意多边形: 形状 135"/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4" name="任意多边形: 形状 143"/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7" name="任意多边形: 形状 146"/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0" name="任意多边形: 形状 149"/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2" name="任意多边形: 形状 151"/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5" name="任意多边形: 形状 274"/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6" name="任意多边形: 形状 275"/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7" name="任意多边形: 形状 276"/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8" name="任意多边形: 形状 277"/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9" name="任意多边形: 形状 278"/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0" name="任意多边形: 形状 279"/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1" name="任意多边形: 形状 280"/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2" name="任意多边形: 形状 281"/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3" name="任意多边形: 形状 282"/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4" name="任意多边形: 形状 283"/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5" name="任意多边形: 形状 284"/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6" name="任意多边形: 形状 285"/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7" name="任意多边形: 形状 286"/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8" name="任意多边形: 形状 287"/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9" name="任意多边形: 形状 288"/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0" name="任意多边形: 形状 289"/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1" name="任意多边形: 形状 290"/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2" name="任意多边形: 形状 291"/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3" name="任意多边形: 形状 292"/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4" name="任意多边形: 形状 293"/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5" name="任意多边形: 形状 294"/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6" name="任意多边形: 形状 295"/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3" name="任意多边形: 形状 302"/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0" name="任意多边形: 形状 309"/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1" name="任意多边形: 形状 310"/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2" name="任意多边形: 形状 311"/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3" name="任意多边形: 形状 312"/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8" name="任意多边形: 形状 317"/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0" name="任意多边形: 形状 319"/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任意多边形: 形状 10"/>
          <p:cNvSpPr/>
          <p:nvPr/>
        </p:nvSpPr>
        <p:spPr>
          <a:xfrm>
            <a:off x="9135876" y="4450222"/>
            <a:ext cx="4372966" cy="4372956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2"/>
          <a:srcRect t="-74" b="12515"/>
          <a:stretch>
            <a:fillRect/>
          </a:stretch>
        </p:blipFill>
        <p:spPr>
          <a:xfrm>
            <a:off x="0" y="0"/>
            <a:ext cx="12191999" cy="4400550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0" y="4398806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63500" dir="5400000" algn="t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0" y="0"/>
            <a:ext cx="12192001" cy="4400549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-71956" y="4398806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: 圆角 162"/>
          <p:cNvSpPr/>
          <p:nvPr/>
        </p:nvSpPr>
        <p:spPr>
          <a:xfrm>
            <a:off x="1664486" y="3107981"/>
            <a:ext cx="8945408" cy="3014890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8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9" name="矩形: 圆角 163"/>
          <p:cNvSpPr/>
          <p:nvPr/>
        </p:nvSpPr>
        <p:spPr>
          <a:xfrm>
            <a:off x="1463942" y="3222979"/>
            <a:ext cx="9346497" cy="2899892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94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0" name="矩形: 圆角 164"/>
          <p:cNvSpPr/>
          <p:nvPr/>
        </p:nvSpPr>
        <p:spPr>
          <a:xfrm>
            <a:off x="1200150" y="3365257"/>
            <a:ext cx="9791700" cy="2757614"/>
          </a:xfrm>
          <a:prstGeom prst="roundRect">
            <a:avLst>
              <a:gd name="adj" fmla="val 3205"/>
            </a:avLst>
          </a:prstGeom>
          <a:gradFill flip="none" rotWithShape="1">
            <a:gsLst>
              <a:gs pos="0">
                <a:sysClr val="window" lastClr="FFFFFF"/>
              </a:gs>
              <a:gs pos="100000">
                <a:srgbClr val="F8F8F8"/>
              </a:gs>
            </a:gsLst>
            <a:lin ang="54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317500" sx="102000" sy="102000" algn="ctr" rotWithShape="0">
              <a:sysClr val="window" lastClr="FFFFFF">
                <a:lumMod val="75000"/>
                <a:alpha val="40000"/>
              </a:sysClr>
            </a:outerShdw>
          </a:effectLst>
        </p:spPr>
        <p:txBody>
          <a:bodyPr rot="0" spcFirstLastPara="0" vertOverflow="overflow" horzOverflow="overflow" vert="horz" wrap="square" lIns="540000" tIns="72000" rIns="540000" bIns="72000" numCol="1" spcCol="0" rtlCol="0" fromWordArt="0" anchor="ctr" anchorCtr="0" forceAA="0" compatLnSpc="1">
            <a:noAutofit/>
          </a:bodyPr>
          <a:lstStyle/>
          <a:p>
            <a:pPr marL="0" marR="0" lvl="0" indent="45720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00" name="任意多边形: 形状 99"/>
          <p:cNvSpPr/>
          <p:nvPr/>
        </p:nvSpPr>
        <p:spPr>
          <a:xfrm>
            <a:off x="9833693" y="244400"/>
            <a:ext cx="1972510" cy="443727"/>
          </a:xfrm>
          <a:custGeom>
            <a:avLst/>
            <a:gdLst>
              <a:gd name="connsiteX0" fmla="*/ 259556 w 1972510"/>
              <a:gd name="connsiteY0" fmla="*/ 400811 h 443727"/>
              <a:gd name="connsiteX1" fmla="*/ 262026 w 1972510"/>
              <a:gd name="connsiteY1" fmla="*/ 406058 h 443727"/>
              <a:gd name="connsiteX2" fmla="*/ 261676 w 1972510"/>
              <a:gd name="connsiteY2" fmla="*/ 411699 h 443727"/>
              <a:gd name="connsiteX3" fmla="*/ 260911 w 1972510"/>
              <a:gd name="connsiteY3" fmla="*/ 412840 h 443727"/>
              <a:gd name="connsiteX4" fmla="*/ 253871 w 1972510"/>
              <a:gd name="connsiteY4" fmla="*/ 413229 h 443727"/>
              <a:gd name="connsiteX5" fmla="*/ 251423 w 1972510"/>
              <a:gd name="connsiteY5" fmla="*/ 408113 h 443727"/>
              <a:gd name="connsiteX6" fmla="*/ 251772 w 1972510"/>
              <a:gd name="connsiteY6" fmla="*/ 402320 h 443727"/>
              <a:gd name="connsiteX7" fmla="*/ 252634 w 1972510"/>
              <a:gd name="connsiteY7" fmla="*/ 401045 h 443727"/>
              <a:gd name="connsiteX8" fmla="*/ 259556 w 1972510"/>
              <a:gd name="connsiteY8" fmla="*/ 400811 h 443727"/>
              <a:gd name="connsiteX9" fmla="*/ 229822 w 1972510"/>
              <a:gd name="connsiteY9" fmla="*/ 399390 h 443727"/>
              <a:gd name="connsiteX10" fmla="*/ 215196 w 1972510"/>
              <a:gd name="connsiteY10" fmla="*/ 399652 h 443727"/>
              <a:gd name="connsiteX11" fmla="*/ 215589 w 1972510"/>
              <a:gd name="connsiteY11" fmla="*/ 421252 h 443727"/>
              <a:gd name="connsiteX12" fmla="*/ 230281 w 1972510"/>
              <a:gd name="connsiteY12" fmla="*/ 420968 h 443727"/>
              <a:gd name="connsiteX13" fmla="*/ 230281 w 1972510"/>
              <a:gd name="connsiteY13" fmla="*/ 419044 h 443727"/>
              <a:gd name="connsiteX14" fmla="*/ 230281 w 1972510"/>
              <a:gd name="connsiteY14" fmla="*/ 417142 h 443727"/>
              <a:gd name="connsiteX15" fmla="*/ 219350 w 1972510"/>
              <a:gd name="connsiteY15" fmla="*/ 417339 h 443727"/>
              <a:gd name="connsiteX16" fmla="*/ 219350 w 1972510"/>
              <a:gd name="connsiteY16" fmla="*/ 411720 h 443727"/>
              <a:gd name="connsiteX17" fmla="*/ 229057 w 1972510"/>
              <a:gd name="connsiteY17" fmla="*/ 411545 h 443727"/>
              <a:gd name="connsiteX18" fmla="*/ 229057 w 1972510"/>
              <a:gd name="connsiteY18" fmla="*/ 409687 h 443727"/>
              <a:gd name="connsiteX19" fmla="*/ 229057 w 1972510"/>
              <a:gd name="connsiteY19" fmla="*/ 407829 h 443727"/>
              <a:gd name="connsiteX20" fmla="*/ 219350 w 1972510"/>
              <a:gd name="connsiteY20" fmla="*/ 408004 h 443727"/>
              <a:gd name="connsiteX21" fmla="*/ 219350 w 1972510"/>
              <a:gd name="connsiteY21" fmla="*/ 403412 h 443727"/>
              <a:gd name="connsiteX22" fmla="*/ 229822 w 1972510"/>
              <a:gd name="connsiteY22" fmla="*/ 403237 h 443727"/>
              <a:gd name="connsiteX23" fmla="*/ 229822 w 1972510"/>
              <a:gd name="connsiteY23" fmla="*/ 401314 h 443727"/>
              <a:gd name="connsiteX24" fmla="*/ 193967 w 1972510"/>
              <a:gd name="connsiteY24" fmla="*/ 397728 h 443727"/>
              <a:gd name="connsiteX25" fmla="*/ 193727 w 1972510"/>
              <a:gd name="connsiteY25" fmla="*/ 399630 h 443727"/>
              <a:gd name="connsiteX26" fmla="*/ 193508 w 1972510"/>
              <a:gd name="connsiteY26" fmla="*/ 401532 h 443727"/>
              <a:gd name="connsiteX27" fmla="*/ 199455 w 1972510"/>
              <a:gd name="connsiteY27" fmla="*/ 402254 h 443727"/>
              <a:gd name="connsiteX28" fmla="*/ 197268 w 1972510"/>
              <a:gd name="connsiteY28" fmla="*/ 419875 h 443727"/>
              <a:gd name="connsiteX29" fmla="*/ 199455 w 1972510"/>
              <a:gd name="connsiteY29" fmla="*/ 420137 h 443727"/>
              <a:gd name="connsiteX30" fmla="*/ 201488 w 1972510"/>
              <a:gd name="connsiteY30" fmla="*/ 420378 h 443727"/>
              <a:gd name="connsiteX31" fmla="*/ 203674 w 1972510"/>
              <a:gd name="connsiteY31" fmla="*/ 402757 h 443727"/>
              <a:gd name="connsiteX32" fmla="*/ 209643 w 1972510"/>
              <a:gd name="connsiteY32" fmla="*/ 403500 h 443727"/>
              <a:gd name="connsiteX33" fmla="*/ 209861 w 1972510"/>
              <a:gd name="connsiteY33" fmla="*/ 401576 h 443727"/>
              <a:gd name="connsiteX34" fmla="*/ 209992 w 1972510"/>
              <a:gd name="connsiteY34" fmla="*/ 399696 h 443727"/>
              <a:gd name="connsiteX35" fmla="*/ 261252 w 1972510"/>
              <a:gd name="connsiteY35" fmla="*/ 397046 h 443727"/>
              <a:gd name="connsiteX36" fmla="*/ 248384 w 1972510"/>
              <a:gd name="connsiteY36" fmla="*/ 400264 h 443727"/>
              <a:gd name="connsiteX37" fmla="*/ 247443 w 1972510"/>
              <a:gd name="connsiteY37" fmla="*/ 409009 h 443727"/>
              <a:gd name="connsiteX38" fmla="*/ 251554 w 1972510"/>
              <a:gd name="connsiteY38" fmla="*/ 416596 h 443727"/>
              <a:gd name="connsiteX39" fmla="*/ 252181 w 1972510"/>
              <a:gd name="connsiteY39" fmla="*/ 417020 h 443727"/>
              <a:gd name="connsiteX40" fmla="*/ 265240 w 1972510"/>
              <a:gd name="connsiteY40" fmla="*/ 413928 h 443727"/>
              <a:gd name="connsiteX41" fmla="*/ 266180 w 1972510"/>
              <a:gd name="connsiteY41" fmla="*/ 405358 h 443727"/>
              <a:gd name="connsiteX42" fmla="*/ 262070 w 1972510"/>
              <a:gd name="connsiteY42" fmla="*/ 397597 h 443727"/>
              <a:gd name="connsiteX43" fmla="*/ 261252 w 1972510"/>
              <a:gd name="connsiteY43" fmla="*/ 397046 h 443727"/>
              <a:gd name="connsiteX44" fmla="*/ 812669 w 1972510"/>
              <a:gd name="connsiteY44" fmla="*/ 394746 h 443727"/>
              <a:gd name="connsiteX45" fmla="*/ 813115 w 1972510"/>
              <a:gd name="connsiteY45" fmla="*/ 394944 h 443727"/>
              <a:gd name="connsiteX46" fmla="*/ 812582 w 1972510"/>
              <a:gd name="connsiteY46" fmla="*/ 394792 h 443727"/>
              <a:gd name="connsiteX47" fmla="*/ 173766 w 1972510"/>
              <a:gd name="connsiteY47" fmla="*/ 393093 h 443727"/>
              <a:gd name="connsiteX48" fmla="*/ 170508 w 1972510"/>
              <a:gd name="connsiteY48" fmla="*/ 406211 h 443727"/>
              <a:gd name="connsiteX49" fmla="*/ 170836 w 1972510"/>
              <a:gd name="connsiteY49" fmla="*/ 413076 h 443727"/>
              <a:gd name="connsiteX50" fmla="*/ 176193 w 1972510"/>
              <a:gd name="connsiteY50" fmla="*/ 416618 h 443727"/>
              <a:gd name="connsiteX51" fmla="*/ 182642 w 1972510"/>
              <a:gd name="connsiteY51" fmla="*/ 416115 h 443727"/>
              <a:gd name="connsiteX52" fmla="*/ 186075 w 1972510"/>
              <a:gd name="connsiteY52" fmla="*/ 410081 h 443727"/>
              <a:gd name="connsiteX53" fmla="*/ 189245 w 1972510"/>
              <a:gd name="connsiteY53" fmla="*/ 396963 h 443727"/>
              <a:gd name="connsiteX54" fmla="*/ 187233 w 1972510"/>
              <a:gd name="connsiteY54" fmla="*/ 396460 h 443727"/>
              <a:gd name="connsiteX55" fmla="*/ 185222 w 1972510"/>
              <a:gd name="connsiteY55" fmla="*/ 395979 h 443727"/>
              <a:gd name="connsiteX56" fmla="*/ 181921 w 1972510"/>
              <a:gd name="connsiteY56" fmla="*/ 409097 h 443727"/>
              <a:gd name="connsiteX57" fmla="*/ 180193 w 1972510"/>
              <a:gd name="connsiteY57" fmla="*/ 412354 h 443727"/>
              <a:gd name="connsiteX58" fmla="*/ 177045 w 1972510"/>
              <a:gd name="connsiteY58" fmla="*/ 412660 h 443727"/>
              <a:gd name="connsiteX59" fmla="*/ 174509 w 1972510"/>
              <a:gd name="connsiteY59" fmla="*/ 410846 h 443727"/>
              <a:gd name="connsiteX60" fmla="*/ 174509 w 1972510"/>
              <a:gd name="connsiteY60" fmla="*/ 407216 h 443727"/>
              <a:gd name="connsiteX61" fmla="*/ 177789 w 1972510"/>
              <a:gd name="connsiteY61" fmla="*/ 394099 h 443727"/>
              <a:gd name="connsiteX62" fmla="*/ 175777 w 1972510"/>
              <a:gd name="connsiteY62" fmla="*/ 393596 h 443727"/>
              <a:gd name="connsiteX63" fmla="*/ 283473 w 1972510"/>
              <a:gd name="connsiteY63" fmla="*/ 388808 h 443727"/>
              <a:gd name="connsiteX64" fmla="*/ 270028 w 1972510"/>
              <a:gd name="connsiteY64" fmla="*/ 393181 h 443727"/>
              <a:gd name="connsiteX65" fmla="*/ 276587 w 1972510"/>
              <a:gd name="connsiteY65" fmla="*/ 413710 h 443727"/>
              <a:gd name="connsiteX66" fmla="*/ 278576 w 1972510"/>
              <a:gd name="connsiteY66" fmla="*/ 413054 h 443727"/>
              <a:gd name="connsiteX67" fmla="*/ 280544 w 1972510"/>
              <a:gd name="connsiteY67" fmla="*/ 412420 h 443727"/>
              <a:gd name="connsiteX68" fmla="*/ 277811 w 1972510"/>
              <a:gd name="connsiteY68" fmla="*/ 403740 h 443727"/>
              <a:gd name="connsiteX69" fmla="*/ 286097 w 1972510"/>
              <a:gd name="connsiteY69" fmla="*/ 401051 h 443727"/>
              <a:gd name="connsiteX70" fmla="*/ 285529 w 1972510"/>
              <a:gd name="connsiteY70" fmla="*/ 399280 h 443727"/>
              <a:gd name="connsiteX71" fmla="*/ 284938 w 1972510"/>
              <a:gd name="connsiteY71" fmla="*/ 397509 h 443727"/>
              <a:gd name="connsiteX72" fmla="*/ 276674 w 1972510"/>
              <a:gd name="connsiteY72" fmla="*/ 400199 h 443727"/>
              <a:gd name="connsiteX73" fmla="*/ 275165 w 1972510"/>
              <a:gd name="connsiteY73" fmla="*/ 395542 h 443727"/>
              <a:gd name="connsiteX74" fmla="*/ 284654 w 1972510"/>
              <a:gd name="connsiteY74" fmla="*/ 392459 h 443727"/>
              <a:gd name="connsiteX75" fmla="*/ 284064 w 1972510"/>
              <a:gd name="connsiteY75" fmla="*/ 390623 h 443727"/>
              <a:gd name="connsiteX76" fmla="*/ 153936 w 1972510"/>
              <a:gd name="connsiteY76" fmla="*/ 386338 h 443727"/>
              <a:gd name="connsiteX77" fmla="*/ 153302 w 1972510"/>
              <a:gd name="connsiteY77" fmla="*/ 388152 h 443727"/>
              <a:gd name="connsiteX78" fmla="*/ 152690 w 1972510"/>
              <a:gd name="connsiteY78" fmla="*/ 389967 h 443727"/>
              <a:gd name="connsiteX79" fmla="*/ 158353 w 1972510"/>
              <a:gd name="connsiteY79" fmla="*/ 391913 h 443727"/>
              <a:gd name="connsiteX80" fmla="*/ 152581 w 1972510"/>
              <a:gd name="connsiteY80" fmla="*/ 408703 h 443727"/>
              <a:gd name="connsiteX81" fmla="*/ 154548 w 1972510"/>
              <a:gd name="connsiteY81" fmla="*/ 409381 h 443727"/>
              <a:gd name="connsiteX82" fmla="*/ 156494 w 1972510"/>
              <a:gd name="connsiteY82" fmla="*/ 410059 h 443727"/>
              <a:gd name="connsiteX83" fmla="*/ 162266 w 1972510"/>
              <a:gd name="connsiteY83" fmla="*/ 393268 h 443727"/>
              <a:gd name="connsiteX84" fmla="*/ 167950 w 1972510"/>
              <a:gd name="connsiteY84" fmla="*/ 395214 h 443727"/>
              <a:gd name="connsiteX85" fmla="*/ 168584 w 1972510"/>
              <a:gd name="connsiteY85" fmla="*/ 393399 h 443727"/>
              <a:gd name="connsiteX86" fmla="*/ 169240 w 1972510"/>
              <a:gd name="connsiteY86" fmla="*/ 391607 h 443727"/>
              <a:gd name="connsiteX87" fmla="*/ 146087 w 1972510"/>
              <a:gd name="connsiteY87" fmla="*/ 382490 h 443727"/>
              <a:gd name="connsiteX88" fmla="*/ 136971 w 1972510"/>
              <a:gd name="connsiteY88" fmla="*/ 402057 h 443727"/>
              <a:gd name="connsiteX89" fmla="*/ 138851 w 1972510"/>
              <a:gd name="connsiteY89" fmla="*/ 402931 h 443727"/>
              <a:gd name="connsiteX90" fmla="*/ 140709 w 1972510"/>
              <a:gd name="connsiteY90" fmla="*/ 403806 h 443727"/>
              <a:gd name="connsiteX91" fmla="*/ 149848 w 1972510"/>
              <a:gd name="connsiteY91" fmla="*/ 384239 h 443727"/>
              <a:gd name="connsiteX92" fmla="*/ 147946 w 1972510"/>
              <a:gd name="connsiteY92" fmla="*/ 383364 h 443727"/>
              <a:gd name="connsiteX93" fmla="*/ 309862 w 1972510"/>
              <a:gd name="connsiteY93" fmla="*/ 376018 h 443727"/>
              <a:gd name="connsiteX94" fmla="*/ 295607 w 1972510"/>
              <a:gd name="connsiteY94" fmla="*/ 383583 h 443727"/>
              <a:gd name="connsiteX95" fmla="*/ 296504 w 1972510"/>
              <a:gd name="connsiteY95" fmla="*/ 385288 h 443727"/>
              <a:gd name="connsiteX96" fmla="*/ 297400 w 1972510"/>
              <a:gd name="connsiteY96" fmla="*/ 386972 h 443727"/>
              <a:gd name="connsiteX97" fmla="*/ 302691 w 1972510"/>
              <a:gd name="connsiteY97" fmla="*/ 384151 h 443727"/>
              <a:gd name="connsiteX98" fmla="*/ 311042 w 1972510"/>
              <a:gd name="connsiteY98" fmla="*/ 399827 h 443727"/>
              <a:gd name="connsiteX99" fmla="*/ 312879 w 1972510"/>
              <a:gd name="connsiteY99" fmla="*/ 398865 h 443727"/>
              <a:gd name="connsiteX100" fmla="*/ 314693 w 1972510"/>
              <a:gd name="connsiteY100" fmla="*/ 397881 h 443727"/>
              <a:gd name="connsiteX101" fmla="*/ 306364 w 1972510"/>
              <a:gd name="connsiteY101" fmla="*/ 382205 h 443727"/>
              <a:gd name="connsiteX102" fmla="*/ 311655 w 1972510"/>
              <a:gd name="connsiteY102" fmla="*/ 379385 h 443727"/>
              <a:gd name="connsiteX103" fmla="*/ 310758 w 1972510"/>
              <a:gd name="connsiteY103" fmla="*/ 377702 h 443727"/>
              <a:gd name="connsiteX104" fmla="*/ 127504 w 1972510"/>
              <a:gd name="connsiteY104" fmla="*/ 372389 h 443727"/>
              <a:gd name="connsiteX105" fmla="*/ 126651 w 1972510"/>
              <a:gd name="connsiteY105" fmla="*/ 374182 h 443727"/>
              <a:gd name="connsiteX106" fmla="*/ 125733 w 1972510"/>
              <a:gd name="connsiteY106" fmla="*/ 375865 h 443727"/>
              <a:gd name="connsiteX107" fmla="*/ 130980 w 1972510"/>
              <a:gd name="connsiteY107" fmla="*/ 378773 h 443727"/>
              <a:gd name="connsiteX108" fmla="*/ 122366 w 1972510"/>
              <a:gd name="connsiteY108" fmla="*/ 394296 h 443727"/>
              <a:gd name="connsiteX109" fmla="*/ 124181 w 1972510"/>
              <a:gd name="connsiteY109" fmla="*/ 395301 h 443727"/>
              <a:gd name="connsiteX110" fmla="*/ 125996 w 1972510"/>
              <a:gd name="connsiteY110" fmla="*/ 396307 h 443727"/>
              <a:gd name="connsiteX111" fmla="*/ 134522 w 1972510"/>
              <a:gd name="connsiteY111" fmla="*/ 380653 h 443727"/>
              <a:gd name="connsiteX112" fmla="*/ 139769 w 1972510"/>
              <a:gd name="connsiteY112" fmla="*/ 383561 h 443727"/>
              <a:gd name="connsiteX113" fmla="*/ 140687 w 1972510"/>
              <a:gd name="connsiteY113" fmla="*/ 381899 h 443727"/>
              <a:gd name="connsiteX114" fmla="*/ 141628 w 1972510"/>
              <a:gd name="connsiteY114" fmla="*/ 380216 h 443727"/>
              <a:gd name="connsiteX115" fmla="*/ 234633 w 1972510"/>
              <a:gd name="connsiteY115" fmla="*/ 369284 h 443727"/>
              <a:gd name="connsiteX116" fmla="*/ 229058 w 1972510"/>
              <a:gd name="connsiteY116" fmla="*/ 377811 h 443727"/>
              <a:gd name="connsiteX117" fmla="*/ 228554 w 1972510"/>
              <a:gd name="connsiteY117" fmla="*/ 378974 h 443727"/>
              <a:gd name="connsiteX118" fmla="*/ 228555 w 1972510"/>
              <a:gd name="connsiteY118" fmla="*/ 378948 h 443727"/>
              <a:gd name="connsiteX119" fmla="*/ 228489 w 1972510"/>
              <a:gd name="connsiteY119" fmla="*/ 379123 h 443727"/>
              <a:gd name="connsiteX120" fmla="*/ 228554 w 1972510"/>
              <a:gd name="connsiteY120" fmla="*/ 378974 h 443727"/>
              <a:gd name="connsiteX121" fmla="*/ 228446 w 1972510"/>
              <a:gd name="connsiteY121" fmla="*/ 381068 h 443727"/>
              <a:gd name="connsiteX122" fmla="*/ 256666 w 1972510"/>
              <a:gd name="connsiteY122" fmla="*/ 379669 h 443727"/>
              <a:gd name="connsiteX123" fmla="*/ 250155 w 1972510"/>
              <a:gd name="connsiteY123" fmla="*/ 379669 h 443727"/>
              <a:gd name="connsiteX124" fmla="*/ 245783 w 1972510"/>
              <a:gd name="connsiteY124" fmla="*/ 369743 h 443727"/>
              <a:gd name="connsiteX125" fmla="*/ 234633 w 1972510"/>
              <a:gd name="connsiteY125" fmla="*/ 369284 h 443727"/>
              <a:gd name="connsiteX126" fmla="*/ 263251 w 1972510"/>
              <a:gd name="connsiteY126" fmla="*/ 369241 h 443727"/>
              <a:gd name="connsiteX127" fmla="*/ 263251 w 1972510"/>
              <a:gd name="connsiteY127" fmla="*/ 369307 h 443727"/>
              <a:gd name="connsiteX128" fmla="*/ 264103 w 1972510"/>
              <a:gd name="connsiteY128" fmla="*/ 371165 h 443727"/>
              <a:gd name="connsiteX129" fmla="*/ 263229 w 1972510"/>
              <a:gd name="connsiteY129" fmla="*/ 376675 h 443727"/>
              <a:gd name="connsiteX130" fmla="*/ 262704 w 1972510"/>
              <a:gd name="connsiteY130" fmla="*/ 371428 h 443727"/>
              <a:gd name="connsiteX131" fmla="*/ 263251 w 1972510"/>
              <a:gd name="connsiteY131" fmla="*/ 369241 h 443727"/>
              <a:gd name="connsiteX132" fmla="*/ 226325 w 1972510"/>
              <a:gd name="connsiteY132" fmla="*/ 369241 h 443727"/>
              <a:gd name="connsiteX133" fmla="*/ 226325 w 1972510"/>
              <a:gd name="connsiteY133" fmla="*/ 369307 h 443727"/>
              <a:gd name="connsiteX134" fmla="*/ 227178 w 1972510"/>
              <a:gd name="connsiteY134" fmla="*/ 371165 h 443727"/>
              <a:gd name="connsiteX135" fmla="*/ 226303 w 1972510"/>
              <a:gd name="connsiteY135" fmla="*/ 376675 h 443727"/>
              <a:gd name="connsiteX136" fmla="*/ 225778 w 1972510"/>
              <a:gd name="connsiteY136" fmla="*/ 371428 h 443727"/>
              <a:gd name="connsiteX137" fmla="*/ 226325 w 1972510"/>
              <a:gd name="connsiteY137" fmla="*/ 369241 h 443727"/>
              <a:gd name="connsiteX138" fmla="*/ 182512 w 1972510"/>
              <a:gd name="connsiteY138" fmla="*/ 369022 h 443727"/>
              <a:gd name="connsiteX139" fmla="*/ 183692 w 1972510"/>
              <a:gd name="connsiteY139" fmla="*/ 369197 h 443727"/>
              <a:gd name="connsiteX140" fmla="*/ 183845 w 1972510"/>
              <a:gd name="connsiteY140" fmla="*/ 376281 h 443727"/>
              <a:gd name="connsiteX141" fmla="*/ 182512 w 1972510"/>
              <a:gd name="connsiteY141" fmla="*/ 376281 h 443727"/>
              <a:gd name="connsiteX142" fmla="*/ 182512 w 1972510"/>
              <a:gd name="connsiteY142" fmla="*/ 369066 h 443727"/>
              <a:gd name="connsiteX143" fmla="*/ 257130 w 1972510"/>
              <a:gd name="connsiteY143" fmla="*/ 368913 h 443727"/>
              <a:gd name="connsiteX144" fmla="*/ 257938 w 1972510"/>
              <a:gd name="connsiteY144" fmla="*/ 371100 h 443727"/>
              <a:gd name="connsiteX145" fmla="*/ 257239 w 1972510"/>
              <a:gd name="connsiteY145" fmla="*/ 376500 h 443727"/>
              <a:gd name="connsiteX146" fmla="*/ 256211 w 1972510"/>
              <a:gd name="connsiteY146" fmla="*/ 371274 h 443727"/>
              <a:gd name="connsiteX147" fmla="*/ 257130 w 1972510"/>
              <a:gd name="connsiteY147" fmla="*/ 368979 h 443727"/>
              <a:gd name="connsiteX148" fmla="*/ 220203 w 1972510"/>
              <a:gd name="connsiteY148" fmla="*/ 368913 h 443727"/>
              <a:gd name="connsiteX149" fmla="*/ 221012 w 1972510"/>
              <a:gd name="connsiteY149" fmla="*/ 371100 h 443727"/>
              <a:gd name="connsiteX150" fmla="*/ 220334 w 1972510"/>
              <a:gd name="connsiteY150" fmla="*/ 376609 h 443727"/>
              <a:gd name="connsiteX151" fmla="*/ 219284 w 1972510"/>
              <a:gd name="connsiteY151" fmla="*/ 371274 h 443727"/>
              <a:gd name="connsiteX152" fmla="*/ 220203 w 1972510"/>
              <a:gd name="connsiteY152" fmla="*/ 368979 h 443727"/>
              <a:gd name="connsiteX153" fmla="*/ 547487 w 1972510"/>
              <a:gd name="connsiteY153" fmla="*/ 368573 h 443727"/>
              <a:gd name="connsiteX154" fmla="*/ 547564 w 1972510"/>
              <a:gd name="connsiteY154" fmla="*/ 383741 h 443727"/>
              <a:gd name="connsiteX155" fmla="*/ 560902 w 1972510"/>
              <a:gd name="connsiteY155" fmla="*/ 383741 h 443727"/>
              <a:gd name="connsiteX156" fmla="*/ 567381 w 1972510"/>
              <a:gd name="connsiteY156" fmla="*/ 381759 h 443727"/>
              <a:gd name="connsiteX157" fmla="*/ 569515 w 1972510"/>
              <a:gd name="connsiteY157" fmla="*/ 375662 h 443727"/>
              <a:gd name="connsiteX158" fmla="*/ 567304 w 1972510"/>
              <a:gd name="connsiteY158" fmla="*/ 370326 h 443727"/>
              <a:gd name="connsiteX159" fmla="*/ 560674 w 1972510"/>
              <a:gd name="connsiteY159" fmla="*/ 368573 h 443727"/>
              <a:gd name="connsiteX160" fmla="*/ 188939 w 1972510"/>
              <a:gd name="connsiteY160" fmla="*/ 368520 h 443727"/>
              <a:gd name="connsiteX161" fmla="*/ 189552 w 1972510"/>
              <a:gd name="connsiteY161" fmla="*/ 371100 h 443727"/>
              <a:gd name="connsiteX162" fmla="*/ 188939 w 1972510"/>
              <a:gd name="connsiteY162" fmla="*/ 376238 h 443727"/>
              <a:gd name="connsiteX163" fmla="*/ 188284 w 1972510"/>
              <a:gd name="connsiteY163" fmla="*/ 371100 h 443727"/>
              <a:gd name="connsiteX164" fmla="*/ 188939 w 1972510"/>
              <a:gd name="connsiteY164" fmla="*/ 368520 h 443727"/>
              <a:gd name="connsiteX165" fmla="*/ 185354 w 1972510"/>
              <a:gd name="connsiteY165" fmla="*/ 368017 h 443727"/>
              <a:gd name="connsiteX166" fmla="*/ 185359 w 1972510"/>
              <a:gd name="connsiteY166" fmla="*/ 368164 h 443727"/>
              <a:gd name="connsiteX167" fmla="*/ 185354 w 1972510"/>
              <a:gd name="connsiteY167" fmla="*/ 368170 h 443727"/>
              <a:gd name="connsiteX168" fmla="*/ 185712 w 1972510"/>
              <a:gd name="connsiteY168" fmla="*/ 367730 h 443727"/>
              <a:gd name="connsiteX169" fmla="*/ 186884 w 1972510"/>
              <a:gd name="connsiteY169" fmla="*/ 368017 h 443727"/>
              <a:gd name="connsiteX170" fmla="*/ 187146 w 1972510"/>
              <a:gd name="connsiteY170" fmla="*/ 376762 h 443727"/>
              <a:gd name="connsiteX171" fmla="*/ 185638 w 1972510"/>
              <a:gd name="connsiteY171" fmla="*/ 376762 h 443727"/>
              <a:gd name="connsiteX172" fmla="*/ 185359 w 1972510"/>
              <a:gd name="connsiteY172" fmla="*/ 368164 h 443727"/>
              <a:gd name="connsiteX173" fmla="*/ 260453 w 1972510"/>
              <a:gd name="connsiteY173" fmla="*/ 367404 h 443727"/>
              <a:gd name="connsiteX174" fmla="*/ 261240 w 1972510"/>
              <a:gd name="connsiteY174" fmla="*/ 370684 h 443727"/>
              <a:gd name="connsiteX175" fmla="*/ 260322 w 1972510"/>
              <a:gd name="connsiteY175" fmla="*/ 377046 h 443727"/>
              <a:gd name="connsiteX176" fmla="*/ 259382 w 1972510"/>
              <a:gd name="connsiteY176" fmla="*/ 370596 h 443727"/>
              <a:gd name="connsiteX177" fmla="*/ 260453 w 1972510"/>
              <a:gd name="connsiteY177" fmla="*/ 367404 h 443727"/>
              <a:gd name="connsiteX178" fmla="*/ 223526 w 1972510"/>
              <a:gd name="connsiteY178" fmla="*/ 367404 h 443727"/>
              <a:gd name="connsiteX179" fmla="*/ 224313 w 1972510"/>
              <a:gd name="connsiteY179" fmla="*/ 370684 h 443727"/>
              <a:gd name="connsiteX180" fmla="*/ 223395 w 1972510"/>
              <a:gd name="connsiteY180" fmla="*/ 377046 h 443727"/>
              <a:gd name="connsiteX181" fmla="*/ 222455 w 1972510"/>
              <a:gd name="connsiteY181" fmla="*/ 370596 h 443727"/>
              <a:gd name="connsiteX182" fmla="*/ 223526 w 1972510"/>
              <a:gd name="connsiteY182" fmla="*/ 367404 h 443727"/>
              <a:gd name="connsiteX183" fmla="*/ 164518 w 1972510"/>
              <a:gd name="connsiteY183" fmla="*/ 366726 h 443727"/>
              <a:gd name="connsiteX184" fmla="*/ 164650 w 1972510"/>
              <a:gd name="connsiteY184" fmla="*/ 366848 h 443727"/>
              <a:gd name="connsiteX185" fmla="*/ 164452 w 1972510"/>
              <a:gd name="connsiteY185" fmla="*/ 366814 h 443727"/>
              <a:gd name="connsiteX186" fmla="*/ 326499 w 1972510"/>
              <a:gd name="connsiteY186" fmla="*/ 365546 h 443727"/>
              <a:gd name="connsiteX187" fmla="*/ 314234 w 1972510"/>
              <a:gd name="connsiteY187" fmla="*/ 373504 h 443727"/>
              <a:gd name="connsiteX188" fmla="*/ 325997 w 1972510"/>
              <a:gd name="connsiteY188" fmla="*/ 391607 h 443727"/>
              <a:gd name="connsiteX189" fmla="*/ 338590 w 1972510"/>
              <a:gd name="connsiteY189" fmla="*/ 383342 h 443727"/>
              <a:gd name="connsiteX190" fmla="*/ 337540 w 1972510"/>
              <a:gd name="connsiteY190" fmla="*/ 381725 h 443727"/>
              <a:gd name="connsiteX191" fmla="*/ 336513 w 1972510"/>
              <a:gd name="connsiteY191" fmla="*/ 380129 h 443727"/>
              <a:gd name="connsiteX192" fmla="*/ 327352 w 1972510"/>
              <a:gd name="connsiteY192" fmla="*/ 386075 h 443727"/>
              <a:gd name="connsiteX193" fmla="*/ 324269 w 1972510"/>
              <a:gd name="connsiteY193" fmla="*/ 381375 h 443727"/>
              <a:gd name="connsiteX194" fmla="*/ 332490 w 1972510"/>
              <a:gd name="connsiteY194" fmla="*/ 376128 h 443727"/>
              <a:gd name="connsiteX195" fmla="*/ 331484 w 1972510"/>
              <a:gd name="connsiteY195" fmla="*/ 374554 h 443727"/>
              <a:gd name="connsiteX196" fmla="*/ 330478 w 1972510"/>
              <a:gd name="connsiteY196" fmla="*/ 373001 h 443727"/>
              <a:gd name="connsiteX197" fmla="*/ 322324 w 1972510"/>
              <a:gd name="connsiteY197" fmla="*/ 378292 h 443727"/>
              <a:gd name="connsiteX198" fmla="*/ 319831 w 1972510"/>
              <a:gd name="connsiteY198" fmla="*/ 374444 h 443727"/>
              <a:gd name="connsiteX199" fmla="*/ 328576 w 1972510"/>
              <a:gd name="connsiteY199" fmla="*/ 368760 h 443727"/>
              <a:gd name="connsiteX200" fmla="*/ 327549 w 1972510"/>
              <a:gd name="connsiteY200" fmla="*/ 367142 h 443727"/>
              <a:gd name="connsiteX201" fmla="*/ 112309 w 1972510"/>
              <a:gd name="connsiteY201" fmla="*/ 363360 h 443727"/>
              <a:gd name="connsiteX202" fmla="*/ 107696 w 1972510"/>
              <a:gd name="connsiteY202" fmla="*/ 366158 h 443727"/>
              <a:gd name="connsiteX203" fmla="*/ 106538 w 1972510"/>
              <a:gd name="connsiteY203" fmla="*/ 370421 h 443727"/>
              <a:gd name="connsiteX204" fmla="*/ 110189 w 1972510"/>
              <a:gd name="connsiteY204" fmla="*/ 376150 h 443727"/>
              <a:gd name="connsiteX205" fmla="*/ 112200 w 1972510"/>
              <a:gd name="connsiteY205" fmla="*/ 379079 h 443727"/>
              <a:gd name="connsiteX206" fmla="*/ 111807 w 1972510"/>
              <a:gd name="connsiteY206" fmla="*/ 381003 h 443727"/>
              <a:gd name="connsiteX207" fmla="*/ 109773 w 1972510"/>
              <a:gd name="connsiteY207" fmla="*/ 381921 h 443727"/>
              <a:gd name="connsiteX208" fmla="*/ 106844 w 1972510"/>
              <a:gd name="connsiteY208" fmla="*/ 380653 h 443727"/>
              <a:gd name="connsiteX209" fmla="*/ 104964 w 1972510"/>
              <a:gd name="connsiteY209" fmla="*/ 378139 h 443727"/>
              <a:gd name="connsiteX210" fmla="*/ 105576 w 1972510"/>
              <a:gd name="connsiteY210" fmla="*/ 375319 h 443727"/>
              <a:gd name="connsiteX211" fmla="*/ 102340 w 1972510"/>
              <a:gd name="connsiteY211" fmla="*/ 372979 h 443727"/>
              <a:gd name="connsiteX212" fmla="*/ 101006 w 1972510"/>
              <a:gd name="connsiteY212" fmla="*/ 378664 h 443727"/>
              <a:gd name="connsiteX213" fmla="*/ 104657 w 1972510"/>
              <a:gd name="connsiteY213" fmla="*/ 383670 h 443727"/>
              <a:gd name="connsiteX214" fmla="*/ 110539 w 1972510"/>
              <a:gd name="connsiteY214" fmla="*/ 385725 h 443727"/>
              <a:gd name="connsiteX215" fmla="*/ 115152 w 1972510"/>
              <a:gd name="connsiteY215" fmla="*/ 383102 h 443727"/>
              <a:gd name="connsiteX216" fmla="*/ 116551 w 1972510"/>
              <a:gd name="connsiteY216" fmla="*/ 378729 h 443727"/>
              <a:gd name="connsiteX217" fmla="*/ 113293 w 1972510"/>
              <a:gd name="connsiteY217" fmla="*/ 373351 h 443727"/>
              <a:gd name="connsiteX218" fmla="*/ 110867 w 1972510"/>
              <a:gd name="connsiteY218" fmla="*/ 370028 h 443727"/>
              <a:gd name="connsiteX219" fmla="*/ 110998 w 1972510"/>
              <a:gd name="connsiteY219" fmla="*/ 368279 h 443727"/>
              <a:gd name="connsiteX220" fmla="*/ 112943 w 1972510"/>
              <a:gd name="connsiteY220" fmla="*/ 367098 h 443727"/>
              <a:gd name="connsiteX221" fmla="*/ 115392 w 1972510"/>
              <a:gd name="connsiteY221" fmla="*/ 367929 h 443727"/>
              <a:gd name="connsiteX222" fmla="*/ 117250 w 1972510"/>
              <a:gd name="connsiteY222" fmla="*/ 370400 h 443727"/>
              <a:gd name="connsiteX223" fmla="*/ 116835 w 1972510"/>
              <a:gd name="connsiteY223" fmla="*/ 373111 h 443727"/>
              <a:gd name="connsiteX224" fmla="*/ 120093 w 1972510"/>
              <a:gd name="connsiteY224" fmla="*/ 375494 h 443727"/>
              <a:gd name="connsiteX225" fmla="*/ 120093 w 1972510"/>
              <a:gd name="connsiteY225" fmla="*/ 375450 h 443727"/>
              <a:gd name="connsiteX226" fmla="*/ 121251 w 1972510"/>
              <a:gd name="connsiteY226" fmla="*/ 369941 h 443727"/>
              <a:gd name="connsiteX227" fmla="*/ 117972 w 1972510"/>
              <a:gd name="connsiteY227" fmla="*/ 365196 h 443727"/>
              <a:gd name="connsiteX228" fmla="*/ 112309 w 1972510"/>
              <a:gd name="connsiteY228" fmla="*/ 363360 h 443727"/>
              <a:gd name="connsiteX229" fmla="*/ 343137 w 1972510"/>
              <a:gd name="connsiteY229" fmla="*/ 353653 h 443727"/>
              <a:gd name="connsiteX230" fmla="*/ 337321 w 1972510"/>
              <a:gd name="connsiteY230" fmla="*/ 355839 h 443727"/>
              <a:gd name="connsiteX231" fmla="*/ 334217 w 1972510"/>
              <a:gd name="connsiteY231" fmla="*/ 362398 h 443727"/>
              <a:gd name="connsiteX232" fmla="*/ 337715 w 1972510"/>
              <a:gd name="connsiteY232" fmla="*/ 370421 h 443727"/>
              <a:gd name="connsiteX233" fmla="*/ 344908 w 1972510"/>
              <a:gd name="connsiteY233" fmla="*/ 375122 h 443727"/>
              <a:gd name="connsiteX234" fmla="*/ 355052 w 1972510"/>
              <a:gd name="connsiteY234" fmla="*/ 367710 h 443727"/>
              <a:gd name="connsiteX235" fmla="*/ 355008 w 1972510"/>
              <a:gd name="connsiteY235" fmla="*/ 367667 h 443727"/>
              <a:gd name="connsiteX236" fmla="*/ 353194 w 1972510"/>
              <a:gd name="connsiteY236" fmla="*/ 361501 h 443727"/>
              <a:gd name="connsiteX237" fmla="*/ 350002 w 1972510"/>
              <a:gd name="connsiteY237" fmla="*/ 364169 h 443727"/>
              <a:gd name="connsiteX238" fmla="*/ 350942 w 1972510"/>
              <a:gd name="connsiteY238" fmla="*/ 367448 h 443727"/>
              <a:gd name="connsiteX239" fmla="*/ 350785 w 1972510"/>
              <a:gd name="connsiteY239" fmla="*/ 368178 h 443727"/>
              <a:gd name="connsiteX240" fmla="*/ 345323 w 1972510"/>
              <a:gd name="connsiteY240" fmla="*/ 371077 h 443727"/>
              <a:gd name="connsiteX241" fmla="*/ 340951 w 1972510"/>
              <a:gd name="connsiteY241" fmla="*/ 367754 h 443727"/>
              <a:gd name="connsiteX242" fmla="*/ 338371 w 1972510"/>
              <a:gd name="connsiteY242" fmla="*/ 362660 h 443727"/>
              <a:gd name="connsiteX243" fmla="*/ 339858 w 1972510"/>
              <a:gd name="connsiteY243" fmla="*/ 358790 h 443727"/>
              <a:gd name="connsiteX244" fmla="*/ 342831 w 1972510"/>
              <a:gd name="connsiteY244" fmla="*/ 357654 h 443727"/>
              <a:gd name="connsiteX245" fmla="*/ 345673 w 1972510"/>
              <a:gd name="connsiteY245" fmla="*/ 358878 h 443727"/>
              <a:gd name="connsiteX246" fmla="*/ 348865 w 1972510"/>
              <a:gd name="connsiteY246" fmla="*/ 356211 h 443727"/>
              <a:gd name="connsiteX247" fmla="*/ 343137 w 1972510"/>
              <a:gd name="connsiteY247" fmla="*/ 353653 h 443727"/>
              <a:gd name="connsiteX248" fmla="*/ 229292 w 1972510"/>
              <a:gd name="connsiteY248" fmla="*/ 353066 h 443727"/>
              <a:gd name="connsiteX249" fmla="*/ 229336 w 1972510"/>
              <a:gd name="connsiteY249" fmla="*/ 353066 h 443727"/>
              <a:gd name="connsiteX250" fmla="*/ 229336 w 1972510"/>
              <a:gd name="connsiteY250" fmla="*/ 358903 h 443727"/>
              <a:gd name="connsiteX251" fmla="*/ 224373 w 1972510"/>
              <a:gd name="connsiteY251" fmla="*/ 358903 h 443727"/>
              <a:gd name="connsiteX252" fmla="*/ 214147 w 1972510"/>
              <a:gd name="connsiteY252" fmla="*/ 351795 h 443727"/>
              <a:gd name="connsiteX253" fmla="*/ 217273 w 1972510"/>
              <a:gd name="connsiteY253" fmla="*/ 354549 h 443727"/>
              <a:gd name="connsiteX254" fmla="*/ 217269 w 1972510"/>
              <a:gd name="connsiteY254" fmla="*/ 355054 h 443727"/>
              <a:gd name="connsiteX255" fmla="*/ 214300 w 1972510"/>
              <a:gd name="connsiteY255" fmla="*/ 357479 h 443727"/>
              <a:gd name="connsiteX256" fmla="*/ 211174 w 1972510"/>
              <a:gd name="connsiteY256" fmla="*/ 354680 h 443727"/>
              <a:gd name="connsiteX257" fmla="*/ 211178 w 1972510"/>
              <a:gd name="connsiteY257" fmla="*/ 354366 h 443727"/>
              <a:gd name="connsiteX258" fmla="*/ 214147 w 1972510"/>
              <a:gd name="connsiteY258" fmla="*/ 351795 h 443727"/>
              <a:gd name="connsiteX259" fmla="*/ 241060 w 1972510"/>
              <a:gd name="connsiteY259" fmla="*/ 351794 h 443727"/>
              <a:gd name="connsiteX260" fmla="*/ 244296 w 1972510"/>
              <a:gd name="connsiteY260" fmla="*/ 356954 h 443727"/>
              <a:gd name="connsiteX261" fmla="*/ 241060 w 1972510"/>
              <a:gd name="connsiteY261" fmla="*/ 362114 h 443727"/>
              <a:gd name="connsiteX262" fmla="*/ 237824 w 1972510"/>
              <a:gd name="connsiteY262" fmla="*/ 356954 h 443727"/>
              <a:gd name="connsiteX263" fmla="*/ 241060 w 1972510"/>
              <a:gd name="connsiteY263" fmla="*/ 351794 h 443727"/>
              <a:gd name="connsiteX264" fmla="*/ 213539 w 1972510"/>
              <a:gd name="connsiteY264" fmla="*/ 350465 h 443727"/>
              <a:gd name="connsiteX265" fmla="*/ 209206 w 1972510"/>
              <a:gd name="connsiteY265" fmla="*/ 354877 h 443727"/>
              <a:gd name="connsiteX266" fmla="*/ 209228 w 1972510"/>
              <a:gd name="connsiteY266" fmla="*/ 355170 h 443727"/>
              <a:gd name="connsiteX267" fmla="*/ 214060 w 1972510"/>
              <a:gd name="connsiteY267" fmla="*/ 359031 h 443727"/>
              <a:gd name="connsiteX268" fmla="*/ 217601 w 1972510"/>
              <a:gd name="connsiteY268" fmla="*/ 357500 h 443727"/>
              <a:gd name="connsiteX269" fmla="*/ 213885 w 1972510"/>
              <a:gd name="connsiteY269" fmla="*/ 362310 h 443727"/>
              <a:gd name="connsiteX270" fmla="*/ 213430 w 1972510"/>
              <a:gd name="connsiteY270" fmla="*/ 362350 h 443727"/>
              <a:gd name="connsiteX271" fmla="*/ 211283 w 1972510"/>
              <a:gd name="connsiteY271" fmla="*/ 360124 h 443727"/>
              <a:gd name="connsiteX272" fmla="*/ 209337 w 1972510"/>
              <a:gd name="connsiteY272" fmla="*/ 360124 h 443727"/>
              <a:gd name="connsiteX273" fmla="*/ 213928 w 1972510"/>
              <a:gd name="connsiteY273" fmla="*/ 363578 h 443727"/>
              <a:gd name="connsiteX274" fmla="*/ 213928 w 1972510"/>
              <a:gd name="connsiteY274" fmla="*/ 363644 h 443727"/>
              <a:gd name="connsiteX275" fmla="*/ 219591 w 1972510"/>
              <a:gd name="connsiteY275" fmla="*/ 356473 h 443727"/>
              <a:gd name="connsiteX276" fmla="*/ 214169 w 1972510"/>
              <a:gd name="connsiteY276" fmla="*/ 350504 h 443727"/>
              <a:gd name="connsiteX277" fmla="*/ 213539 w 1972510"/>
              <a:gd name="connsiteY277" fmla="*/ 350465 h 443727"/>
              <a:gd name="connsiteX278" fmla="*/ 241060 w 1972510"/>
              <a:gd name="connsiteY278" fmla="*/ 350439 h 443727"/>
              <a:gd name="connsiteX279" fmla="*/ 235769 w 1972510"/>
              <a:gd name="connsiteY279" fmla="*/ 356998 h 443727"/>
              <a:gd name="connsiteX280" fmla="*/ 241060 w 1972510"/>
              <a:gd name="connsiteY280" fmla="*/ 363556 h 443727"/>
              <a:gd name="connsiteX281" fmla="*/ 241060 w 1972510"/>
              <a:gd name="connsiteY281" fmla="*/ 363644 h 443727"/>
              <a:gd name="connsiteX282" fmla="*/ 246351 w 1972510"/>
              <a:gd name="connsiteY282" fmla="*/ 356998 h 443727"/>
              <a:gd name="connsiteX283" fmla="*/ 241060 w 1972510"/>
              <a:gd name="connsiteY283" fmla="*/ 350439 h 443727"/>
              <a:gd name="connsiteX284" fmla="*/ 229276 w 1972510"/>
              <a:gd name="connsiteY284" fmla="*/ 350351 h 443727"/>
              <a:gd name="connsiteX285" fmla="*/ 222214 w 1972510"/>
              <a:gd name="connsiteY285" fmla="*/ 358506 h 443727"/>
              <a:gd name="connsiteX286" fmla="*/ 222214 w 1972510"/>
              <a:gd name="connsiteY286" fmla="*/ 360080 h 443727"/>
              <a:gd name="connsiteX287" fmla="*/ 228948 w 1972510"/>
              <a:gd name="connsiteY287" fmla="*/ 360080 h 443727"/>
              <a:gd name="connsiteX288" fmla="*/ 228948 w 1972510"/>
              <a:gd name="connsiteY288" fmla="*/ 363228 h 443727"/>
              <a:gd name="connsiteX289" fmla="*/ 230894 w 1972510"/>
              <a:gd name="connsiteY289" fmla="*/ 363228 h 443727"/>
              <a:gd name="connsiteX290" fmla="*/ 230894 w 1972510"/>
              <a:gd name="connsiteY290" fmla="*/ 360080 h 443727"/>
              <a:gd name="connsiteX291" fmla="*/ 233080 w 1972510"/>
              <a:gd name="connsiteY291" fmla="*/ 360080 h 443727"/>
              <a:gd name="connsiteX292" fmla="*/ 233080 w 1972510"/>
              <a:gd name="connsiteY292" fmla="*/ 358703 h 443727"/>
              <a:gd name="connsiteX293" fmla="*/ 230894 w 1972510"/>
              <a:gd name="connsiteY293" fmla="*/ 358703 h 443727"/>
              <a:gd name="connsiteX294" fmla="*/ 230894 w 1972510"/>
              <a:gd name="connsiteY294" fmla="*/ 350351 h 443727"/>
              <a:gd name="connsiteX295" fmla="*/ 201270 w 1972510"/>
              <a:gd name="connsiteY295" fmla="*/ 350264 h 443727"/>
              <a:gd name="connsiteX296" fmla="*/ 197116 w 1972510"/>
              <a:gd name="connsiteY296" fmla="*/ 352712 h 443727"/>
              <a:gd name="connsiteX297" fmla="*/ 197116 w 1972510"/>
              <a:gd name="connsiteY297" fmla="*/ 354090 h 443727"/>
              <a:gd name="connsiteX298" fmla="*/ 200723 w 1972510"/>
              <a:gd name="connsiteY298" fmla="*/ 354090 h 443727"/>
              <a:gd name="connsiteX299" fmla="*/ 200723 w 1972510"/>
              <a:gd name="connsiteY299" fmla="*/ 363228 h 443727"/>
              <a:gd name="connsiteX300" fmla="*/ 202778 w 1972510"/>
              <a:gd name="connsiteY300" fmla="*/ 363228 h 443727"/>
              <a:gd name="connsiteX301" fmla="*/ 202778 w 1972510"/>
              <a:gd name="connsiteY301" fmla="*/ 350264 h 443727"/>
              <a:gd name="connsiteX302" fmla="*/ 94907 w 1972510"/>
              <a:gd name="connsiteY302" fmla="*/ 346526 h 443727"/>
              <a:gd name="connsiteX303" fmla="*/ 80171 w 1972510"/>
              <a:gd name="connsiteY303" fmla="*/ 362310 h 443727"/>
              <a:gd name="connsiteX304" fmla="*/ 81592 w 1972510"/>
              <a:gd name="connsiteY304" fmla="*/ 363644 h 443727"/>
              <a:gd name="connsiteX305" fmla="*/ 83013 w 1972510"/>
              <a:gd name="connsiteY305" fmla="*/ 365043 h 443727"/>
              <a:gd name="connsiteX306" fmla="*/ 93617 w 1972510"/>
              <a:gd name="connsiteY306" fmla="*/ 353653 h 443727"/>
              <a:gd name="connsiteX307" fmla="*/ 89004 w 1972510"/>
              <a:gd name="connsiteY307" fmla="*/ 370640 h 443727"/>
              <a:gd name="connsiteX308" fmla="*/ 90512 w 1972510"/>
              <a:gd name="connsiteY308" fmla="*/ 372039 h 443727"/>
              <a:gd name="connsiteX309" fmla="*/ 92021 w 1972510"/>
              <a:gd name="connsiteY309" fmla="*/ 373373 h 443727"/>
              <a:gd name="connsiteX310" fmla="*/ 106734 w 1972510"/>
              <a:gd name="connsiteY310" fmla="*/ 357566 h 443727"/>
              <a:gd name="connsiteX311" fmla="*/ 105313 w 1972510"/>
              <a:gd name="connsiteY311" fmla="*/ 356254 h 443727"/>
              <a:gd name="connsiteX312" fmla="*/ 103914 w 1972510"/>
              <a:gd name="connsiteY312" fmla="*/ 354943 h 443727"/>
              <a:gd name="connsiteX313" fmla="*/ 93573 w 1972510"/>
              <a:gd name="connsiteY313" fmla="*/ 366027 h 443727"/>
              <a:gd name="connsiteX314" fmla="*/ 98077 w 1972510"/>
              <a:gd name="connsiteY314" fmla="*/ 349499 h 443727"/>
              <a:gd name="connsiteX315" fmla="*/ 96481 w 1972510"/>
              <a:gd name="connsiteY315" fmla="*/ 348012 h 443727"/>
              <a:gd name="connsiteX316" fmla="*/ 547487 w 1972510"/>
              <a:gd name="connsiteY316" fmla="*/ 346393 h 443727"/>
              <a:gd name="connsiteX317" fmla="*/ 547564 w 1972510"/>
              <a:gd name="connsiteY317" fmla="*/ 358969 h 443727"/>
              <a:gd name="connsiteX318" fmla="*/ 560140 w 1972510"/>
              <a:gd name="connsiteY318" fmla="*/ 358969 h 443727"/>
              <a:gd name="connsiteX319" fmla="*/ 566314 w 1972510"/>
              <a:gd name="connsiteY319" fmla="*/ 357293 h 443727"/>
              <a:gd name="connsiteX320" fmla="*/ 568296 w 1972510"/>
              <a:gd name="connsiteY320" fmla="*/ 352186 h 443727"/>
              <a:gd name="connsiteX321" fmla="*/ 566162 w 1972510"/>
              <a:gd name="connsiteY321" fmla="*/ 347841 h 443727"/>
              <a:gd name="connsiteX322" fmla="*/ 559682 w 1972510"/>
              <a:gd name="connsiteY322" fmla="*/ 346393 h 443727"/>
              <a:gd name="connsiteX323" fmla="*/ 1831349 w 1972510"/>
              <a:gd name="connsiteY323" fmla="*/ 344796 h 443727"/>
              <a:gd name="connsiteX324" fmla="*/ 1821707 w 1972510"/>
              <a:gd name="connsiteY324" fmla="*/ 347114 h 443727"/>
              <a:gd name="connsiteX325" fmla="*/ 1818846 w 1972510"/>
              <a:gd name="connsiteY325" fmla="*/ 349974 h 443727"/>
              <a:gd name="connsiteX326" fmla="*/ 1815035 w 1972510"/>
              <a:gd name="connsiteY326" fmla="*/ 365219 h 443727"/>
              <a:gd name="connsiteX327" fmla="*/ 1818770 w 1972510"/>
              <a:gd name="connsiteY327" fmla="*/ 379701 h 443727"/>
              <a:gd name="connsiteX328" fmla="*/ 1837113 w 1972510"/>
              <a:gd name="connsiteY328" fmla="*/ 382395 h 443727"/>
              <a:gd name="connsiteX329" fmla="*/ 1839806 w 1972510"/>
              <a:gd name="connsiteY329" fmla="*/ 379701 h 443727"/>
              <a:gd name="connsiteX330" fmla="*/ 1839807 w 1972510"/>
              <a:gd name="connsiteY330" fmla="*/ 379701 h 443727"/>
              <a:gd name="connsiteX331" fmla="*/ 1843617 w 1972510"/>
              <a:gd name="connsiteY331" fmla="*/ 365219 h 443727"/>
              <a:gd name="connsiteX332" fmla="*/ 1839807 w 1972510"/>
              <a:gd name="connsiteY332" fmla="*/ 349974 h 443727"/>
              <a:gd name="connsiteX333" fmla="*/ 1831349 w 1972510"/>
              <a:gd name="connsiteY333" fmla="*/ 344796 h 443727"/>
              <a:gd name="connsiteX334" fmla="*/ 1723813 w 1972510"/>
              <a:gd name="connsiteY334" fmla="*/ 344792 h 443727"/>
              <a:gd name="connsiteX335" fmla="*/ 1714120 w 1972510"/>
              <a:gd name="connsiteY335" fmla="*/ 347154 h 443727"/>
              <a:gd name="connsiteX336" fmla="*/ 1711299 w 1972510"/>
              <a:gd name="connsiteY336" fmla="*/ 349975 h 443727"/>
              <a:gd name="connsiteX337" fmla="*/ 1707564 w 1972510"/>
              <a:gd name="connsiteY337" fmla="*/ 365219 h 443727"/>
              <a:gd name="connsiteX338" fmla="*/ 1711299 w 1972510"/>
              <a:gd name="connsiteY338" fmla="*/ 379701 h 443727"/>
              <a:gd name="connsiteX339" fmla="*/ 1729642 w 1972510"/>
              <a:gd name="connsiteY339" fmla="*/ 382394 h 443727"/>
              <a:gd name="connsiteX340" fmla="*/ 1732335 w 1972510"/>
              <a:gd name="connsiteY340" fmla="*/ 379701 h 443727"/>
              <a:gd name="connsiteX341" fmla="*/ 1736070 w 1972510"/>
              <a:gd name="connsiteY341" fmla="*/ 365219 h 443727"/>
              <a:gd name="connsiteX342" fmla="*/ 1732335 w 1972510"/>
              <a:gd name="connsiteY342" fmla="*/ 349975 h 443727"/>
              <a:gd name="connsiteX343" fmla="*/ 1723813 w 1972510"/>
              <a:gd name="connsiteY343" fmla="*/ 344792 h 443727"/>
              <a:gd name="connsiteX344" fmla="*/ 1326322 w 1972510"/>
              <a:gd name="connsiteY344" fmla="*/ 344792 h 443727"/>
              <a:gd name="connsiteX345" fmla="*/ 1316630 w 1972510"/>
              <a:gd name="connsiteY345" fmla="*/ 347154 h 443727"/>
              <a:gd name="connsiteX346" fmla="*/ 1313809 w 1972510"/>
              <a:gd name="connsiteY346" fmla="*/ 349975 h 443727"/>
              <a:gd name="connsiteX347" fmla="*/ 1310074 w 1972510"/>
              <a:gd name="connsiteY347" fmla="*/ 365219 h 443727"/>
              <a:gd name="connsiteX348" fmla="*/ 1313809 w 1972510"/>
              <a:gd name="connsiteY348" fmla="*/ 379701 h 443727"/>
              <a:gd name="connsiteX349" fmla="*/ 1332152 w 1972510"/>
              <a:gd name="connsiteY349" fmla="*/ 382394 h 443727"/>
              <a:gd name="connsiteX350" fmla="*/ 1334845 w 1972510"/>
              <a:gd name="connsiteY350" fmla="*/ 379701 h 443727"/>
              <a:gd name="connsiteX351" fmla="*/ 1338580 w 1972510"/>
              <a:gd name="connsiteY351" fmla="*/ 365219 h 443727"/>
              <a:gd name="connsiteX352" fmla="*/ 1334845 w 1972510"/>
              <a:gd name="connsiteY352" fmla="*/ 349975 h 443727"/>
              <a:gd name="connsiteX353" fmla="*/ 1326322 w 1972510"/>
              <a:gd name="connsiteY353" fmla="*/ 344792 h 443727"/>
              <a:gd name="connsiteX354" fmla="*/ 87932 w 1972510"/>
              <a:gd name="connsiteY354" fmla="*/ 338917 h 443727"/>
              <a:gd name="connsiteX355" fmla="*/ 71885 w 1972510"/>
              <a:gd name="connsiteY355" fmla="*/ 353369 h 443727"/>
              <a:gd name="connsiteX356" fmla="*/ 73284 w 1972510"/>
              <a:gd name="connsiteY356" fmla="*/ 354899 h 443727"/>
              <a:gd name="connsiteX357" fmla="*/ 74662 w 1972510"/>
              <a:gd name="connsiteY357" fmla="*/ 356451 h 443727"/>
              <a:gd name="connsiteX358" fmla="*/ 90709 w 1972510"/>
              <a:gd name="connsiteY358" fmla="*/ 342000 h 443727"/>
              <a:gd name="connsiteX359" fmla="*/ 89332 w 1972510"/>
              <a:gd name="connsiteY359" fmla="*/ 340448 h 443727"/>
              <a:gd name="connsiteX360" fmla="*/ 1921959 w 1972510"/>
              <a:gd name="connsiteY360" fmla="*/ 336669 h 443727"/>
              <a:gd name="connsiteX361" fmla="*/ 1928438 w 1972510"/>
              <a:gd name="connsiteY361" fmla="*/ 336669 h 443727"/>
              <a:gd name="connsiteX362" fmla="*/ 1934993 w 1972510"/>
              <a:gd name="connsiteY362" fmla="*/ 336669 h 443727"/>
              <a:gd name="connsiteX363" fmla="*/ 1945930 w 1972510"/>
              <a:gd name="connsiteY363" fmla="*/ 361352 h 443727"/>
              <a:gd name="connsiteX364" fmla="*/ 1945893 w 1972510"/>
              <a:gd name="connsiteY364" fmla="*/ 361441 h 443727"/>
              <a:gd name="connsiteX365" fmla="*/ 1945969 w 1972510"/>
              <a:gd name="connsiteY365" fmla="*/ 361441 h 443727"/>
              <a:gd name="connsiteX366" fmla="*/ 1945930 w 1972510"/>
              <a:gd name="connsiteY366" fmla="*/ 361352 h 443727"/>
              <a:gd name="connsiteX367" fmla="*/ 1956182 w 1972510"/>
              <a:gd name="connsiteY367" fmla="*/ 336669 h 443727"/>
              <a:gd name="connsiteX368" fmla="*/ 1962432 w 1972510"/>
              <a:gd name="connsiteY368" fmla="*/ 336669 h 443727"/>
              <a:gd name="connsiteX369" fmla="*/ 1968606 w 1972510"/>
              <a:gd name="connsiteY369" fmla="*/ 336669 h 443727"/>
              <a:gd name="connsiteX370" fmla="*/ 1951228 w 1972510"/>
              <a:gd name="connsiteY370" fmla="*/ 372111 h 443727"/>
              <a:gd name="connsiteX371" fmla="*/ 1951228 w 1972510"/>
              <a:gd name="connsiteY371" fmla="*/ 393835 h 443727"/>
              <a:gd name="connsiteX372" fmla="*/ 1945816 w 1972510"/>
              <a:gd name="connsiteY372" fmla="*/ 393835 h 443727"/>
              <a:gd name="connsiteX373" fmla="*/ 1940252 w 1972510"/>
              <a:gd name="connsiteY373" fmla="*/ 393835 h 443727"/>
              <a:gd name="connsiteX374" fmla="*/ 1940252 w 1972510"/>
              <a:gd name="connsiteY374" fmla="*/ 372340 h 443727"/>
              <a:gd name="connsiteX375" fmla="*/ 1759076 w 1972510"/>
              <a:gd name="connsiteY375" fmla="*/ 336669 h 443727"/>
              <a:gd name="connsiteX376" fmla="*/ 1764564 w 1972510"/>
              <a:gd name="connsiteY376" fmla="*/ 336669 h 443727"/>
              <a:gd name="connsiteX377" fmla="*/ 1770052 w 1972510"/>
              <a:gd name="connsiteY377" fmla="*/ 336669 h 443727"/>
              <a:gd name="connsiteX378" fmla="*/ 1770052 w 1972510"/>
              <a:gd name="connsiteY378" fmla="*/ 383621 h 443727"/>
              <a:gd name="connsiteX379" fmla="*/ 1796120 w 1972510"/>
              <a:gd name="connsiteY379" fmla="*/ 383621 h 443727"/>
              <a:gd name="connsiteX380" fmla="*/ 1796120 w 1972510"/>
              <a:gd name="connsiteY380" fmla="*/ 388728 h 443727"/>
              <a:gd name="connsiteX381" fmla="*/ 1796120 w 1972510"/>
              <a:gd name="connsiteY381" fmla="*/ 393758 h 443727"/>
              <a:gd name="connsiteX382" fmla="*/ 1759076 w 1972510"/>
              <a:gd name="connsiteY382" fmla="*/ 393758 h 443727"/>
              <a:gd name="connsiteX383" fmla="*/ 1642916 w 1972510"/>
              <a:gd name="connsiteY383" fmla="*/ 336669 h 443727"/>
              <a:gd name="connsiteX384" fmla="*/ 1648633 w 1972510"/>
              <a:gd name="connsiteY384" fmla="*/ 336669 h 443727"/>
              <a:gd name="connsiteX385" fmla="*/ 1654350 w 1972510"/>
              <a:gd name="connsiteY385" fmla="*/ 336669 h 443727"/>
              <a:gd name="connsiteX386" fmla="*/ 1675463 w 1972510"/>
              <a:gd name="connsiteY386" fmla="*/ 376761 h 443727"/>
              <a:gd name="connsiteX387" fmla="*/ 1675463 w 1972510"/>
              <a:gd name="connsiteY387" fmla="*/ 336669 h 443727"/>
              <a:gd name="connsiteX388" fmla="*/ 1680570 w 1972510"/>
              <a:gd name="connsiteY388" fmla="*/ 336669 h 443727"/>
              <a:gd name="connsiteX389" fmla="*/ 1685752 w 1972510"/>
              <a:gd name="connsiteY389" fmla="*/ 336669 h 443727"/>
              <a:gd name="connsiteX390" fmla="*/ 1685752 w 1972510"/>
              <a:gd name="connsiteY390" fmla="*/ 393758 h 443727"/>
              <a:gd name="connsiteX391" fmla="*/ 1680264 w 1972510"/>
              <a:gd name="connsiteY391" fmla="*/ 393758 h 443727"/>
              <a:gd name="connsiteX392" fmla="*/ 1674776 w 1972510"/>
              <a:gd name="connsiteY392" fmla="*/ 393758 h 443727"/>
              <a:gd name="connsiteX393" fmla="*/ 1653129 w 1972510"/>
              <a:gd name="connsiteY393" fmla="*/ 352599 h 443727"/>
              <a:gd name="connsiteX394" fmla="*/ 1653129 w 1972510"/>
              <a:gd name="connsiteY394" fmla="*/ 393758 h 443727"/>
              <a:gd name="connsiteX395" fmla="*/ 1648023 w 1972510"/>
              <a:gd name="connsiteY395" fmla="*/ 393758 h 443727"/>
              <a:gd name="connsiteX396" fmla="*/ 1642916 w 1972510"/>
              <a:gd name="connsiteY396" fmla="*/ 393758 h 443727"/>
              <a:gd name="connsiteX397" fmla="*/ 1587275 w 1972510"/>
              <a:gd name="connsiteY397" fmla="*/ 336669 h 443727"/>
              <a:gd name="connsiteX398" fmla="*/ 1592687 w 1972510"/>
              <a:gd name="connsiteY398" fmla="*/ 336669 h 443727"/>
              <a:gd name="connsiteX399" fmla="*/ 1598175 w 1972510"/>
              <a:gd name="connsiteY399" fmla="*/ 336669 h 443727"/>
              <a:gd name="connsiteX400" fmla="*/ 1598175 w 1972510"/>
              <a:gd name="connsiteY400" fmla="*/ 358087 h 443727"/>
              <a:gd name="connsiteX401" fmla="*/ 1618754 w 1972510"/>
              <a:gd name="connsiteY401" fmla="*/ 358087 h 443727"/>
              <a:gd name="connsiteX402" fmla="*/ 1618754 w 1972510"/>
              <a:gd name="connsiteY402" fmla="*/ 336669 h 443727"/>
              <a:gd name="connsiteX403" fmla="*/ 1624242 w 1972510"/>
              <a:gd name="connsiteY403" fmla="*/ 336669 h 443727"/>
              <a:gd name="connsiteX404" fmla="*/ 1629730 w 1972510"/>
              <a:gd name="connsiteY404" fmla="*/ 336669 h 443727"/>
              <a:gd name="connsiteX405" fmla="*/ 1629730 w 1972510"/>
              <a:gd name="connsiteY405" fmla="*/ 393758 h 443727"/>
              <a:gd name="connsiteX406" fmla="*/ 1624242 w 1972510"/>
              <a:gd name="connsiteY406" fmla="*/ 393758 h 443727"/>
              <a:gd name="connsiteX407" fmla="*/ 1618754 w 1972510"/>
              <a:gd name="connsiteY407" fmla="*/ 393758 h 443727"/>
              <a:gd name="connsiteX408" fmla="*/ 1618754 w 1972510"/>
              <a:gd name="connsiteY408" fmla="*/ 367920 h 443727"/>
              <a:gd name="connsiteX409" fmla="*/ 1598175 w 1972510"/>
              <a:gd name="connsiteY409" fmla="*/ 367920 h 443727"/>
              <a:gd name="connsiteX410" fmla="*/ 1598175 w 1972510"/>
              <a:gd name="connsiteY410" fmla="*/ 393758 h 443727"/>
              <a:gd name="connsiteX411" fmla="*/ 1592763 w 1972510"/>
              <a:gd name="connsiteY411" fmla="*/ 393758 h 443727"/>
              <a:gd name="connsiteX412" fmla="*/ 1587275 w 1972510"/>
              <a:gd name="connsiteY412" fmla="*/ 393758 h 443727"/>
              <a:gd name="connsiteX413" fmla="*/ 1480109 w 1972510"/>
              <a:gd name="connsiteY413" fmla="*/ 336669 h 443727"/>
              <a:gd name="connsiteX414" fmla="*/ 1518753 w 1972510"/>
              <a:gd name="connsiteY414" fmla="*/ 336669 h 443727"/>
              <a:gd name="connsiteX415" fmla="*/ 1518753 w 1972510"/>
              <a:gd name="connsiteY415" fmla="*/ 341699 h 443727"/>
              <a:gd name="connsiteX416" fmla="*/ 1518753 w 1972510"/>
              <a:gd name="connsiteY416" fmla="*/ 346806 h 443727"/>
              <a:gd name="connsiteX417" fmla="*/ 1491085 w 1972510"/>
              <a:gd name="connsiteY417" fmla="*/ 346806 h 443727"/>
              <a:gd name="connsiteX418" fmla="*/ 1491085 w 1972510"/>
              <a:gd name="connsiteY418" fmla="*/ 358925 h 443727"/>
              <a:gd name="connsiteX419" fmla="*/ 1516771 w 1972510"/>
              <a:gd name="connsiteY419" fmla="*/ 358925 h 443727"/>
              <a:gd name="connsiteX420" fmla="*/ 1516771 w 1972510"/>
              <a:gd name="connsiteY420" fmla="*/ 363804 h 443727"/>
              <a:gd name="connsiteX421" fmla="*/ 1516771 w 1972510"/>
              <a:gd name="connsiteY421" fmla="*/ 368758 h 443727"/>
              <a:gd name="connsiteX422" fmla="*/ 1491085 w 1972510"/>
              <a:gd name="connsiteY422" fmla="*/ 368758 h 443727"/>
              <a:gd name="connsiteX423" fmla="*/ 1491085 w 1972510"/>
              <a:gd name="connsiteY423" fmla="*/ 383621 h 443727"/>
              <a:gd name="connsiteX424" fmla="*/ 1519973 w 1972510"/>
              <a:gd name="connsiteY424" fmla="*/ 383621 h 443727"/>
              <a:gd name="connsiteX425" fmla="*/ 1519973 w 1972510"/>
              <a:gd name="connsiteY425" fmla="*/ 388728 h 443727"/>
              <a:gd name="connsiteX426" fmla="*/ 1519973 w 1972510"/>
              <a:gd name="connsiteY426" fmla="*/ 393758 h 443727"/>
              <a:gd name="connsiteX427" fmla="*/ 1480109 w 1972510"/>
              <a:gd name="connsiteY427" fmla="*/ 393758 h 443727"/>
              <a:gd name="connsiteX428" fmla="*/ 1427897 w 1972510"/>
              <a:gd name="connsiteY428" fmla="*/ 336669 h 443727"/>
              <a:gd name="connsiteX429" fmla="*/ 1470657 w 1972510"/>
              <a:gd name="connsiteY429" fmla="*/ 336669 h 443727"/>
              <a:gd name="connsiteX430" fmla="*/ 1470657 w 1972510"/>
              <a:gd name="connsiteY430" fmla="*/ 341699 h 443727"/>
              <a:gd name="connsiteX431" fmla="*/ 1470657 w 1972510"/>
              <a:gd name="connsiteY431" fmla="*/ 346806 h 443727"/>
              <a:gd name="connsiteX432" fmla="*/ 1454727 w 1972510"/>
              <a:gd name="connsiteY432" fmla="*/ 346806 h 443727"/>
              <a:gd name="connsiteX433" fmla="*/ 1454727 w 1972510"/>
              <a:gd name="connsiteY433" fmla="*/ 393758 h 443727"/>
              <a:gd name="connsiteX434" fmla="*/ 1449315 w 1972510"/>
              <a:gd name="connsiteY434" fmla="*/ 393758 h 443727"/>
              <a:gd name="connsiteX435" fmla="*/ 1443827 w 1972510"/>
              <a:gd name="connsiteY435" fmla="*/ 393758 h 443727"/>
              <a:gd name="connsiteX436" fmla="*/ 1443827 w 1972510"/>
              <a:gd name="connsiteY436" fmla="*/ 346806 h 443727"/>
              <a:gd name="connsiteX437" fmla="*/ 1427897 w 1972510"/>
              <a:gd name="connsiteY437" fmla="*/ 346806 h 443727"/>
              <a:gd name="connsiteX438" fmla="*/ 1427897 w 1972510"/>
              <a:gd name="connsiteY438" fmla="*/ 341776 h 443727"/>
              <a:gd name="connsiteX439" fmla="*/ 1361586 w 1972510"/>
              <a:gd name="connsiteY439" fmla="*/ 336669 h 443727"/>
              <a:gd name="connsiteX440" fmla="*/ 1398934 w 1972510"/>
              <a:gd name="connsiteY440" fmla="*/ 336669 h 443727"/>
              <a:gd name="connsiteX441" fmla="*/ 1398934 w 1972510"/>
              <a:gd name="connsiteY441" fmla="*/ 341699 h 443727"/>
              <a:gd name="connsiteX442" fmla="*/ 1398934 w 1972510"/>
              <a:gd name="connsiteY442" fmla="*/ 346806 h 443727"/>
              <a:gd name="connsiteX443" fmla="*/ 1372562 w 1972510"/>
              <a:gd name="connsiteY443" fmla="*/ 346806 h 443727"/>
              <a:gd name="connsiteX444" fmla="*/ 1372562 w 1972510"/>
              <a:gd name="connsiteY444" fmla="*/ 359764 h 443727"/>
              <a:gd name="connsiteX445" fmla="*/ 1395581 w 1972510"/>
              <a:gd name="connsiteY445" fmla="*/ 359764 h 443727"/>
              <a:gd name="connsiteX446" fmla="*/ 1395581 w 1972510"/>
              <a:gd name="connsiteY446" fmla="*/ 364718 h 443727"/>
              <a:gd name="connsiteX447" fmla="*/ 1395581 w 1972510"/>
              <a:gd name="connsiteY447" fmla="*/ 369596 h 443727"/>
              <a:gd name="connsiteX448" fmla="*/ 1372562 w 1972510"/>
              <a:gd name="connsiteY448" fmla="*/ 369596 h 443727"/>
              <a:gd name="connsiteX449" fmla="*/ 1372562 w 1972510"/>
              <a:gd name="connsiteY449" fmla="*/ 393758 h 443727"/>
              <a:gd name="connsiteX450" fmla="*/ 1367074 w 1972510"/>
              <a:gd name="connsiteY450" fmla="*/ 393758 h 443727"/>
              <a:gd name="connsiteX451" fmla="*/ 1361586 w 1972510"/>
              <a:gd name="connsiteY451" fmla="*/ 393758 h 443727"/>
              <a:gd name="connsiteX452" fmla="*/ 1226676 w 1972510"/>
              <a:gd name="connsiteY452" fmla="*/ 336669 h 443727"/>
              <a:gd name="connsiteX453" fmla="*/ 1265396 w 1972510"/>
              <a:gd name="connsiteY453" fmla="*/ 336669 h 443727"/>
              <a:gd name="connsiteX454" fmla="*/ 1265396 w 1972510"/>
              <a:gd name="connsiteY454" fmla="*/ 341699 h 443727"/>
              <a:gd name="connsiteX455" fmla="*/ 1265396 w 1972510"/>
              <a:gd name="connsiteY455" fmla="*/ 346806 h 443727"/>
              <a:gd name="connsiteX456" fmla="*/ 1237652 w 1972510"/>
              <a:gd name="connsiteY456" fmla="*/ 346806 h 443727"/>
              <a:gd name="connsiteX457" fmla="*/ 1237652 w 1972510"/>
              <a:gd name="connsiteY457" fmla="*/ 358925 h 443727"/>
              <a:gd name="connsiteX458" fmla="*/ 1263338 w 1972510"/>
              <a:gd name="connsiteY458" fmla="*/ 358925 h 443727"/>
              <a:gd name="connsiteX459" fmla="*/ 1263338 w 1972510"/>
              <a:gd name="connsiteY459" fmla="*/ 363804 h 443727"/>
              <a:gd name="connsiteX460" fmla="*/ 1263338 w 1972510"/>
              <a:gd name="connsiteY460" fmla="*/ 368758 h 443727"/>
              <a:gd name="connsiteX461" fmla="*/ 1237652 w 1972510"/>
              <a:gd name="connsiteY461" fmla="*/ 368758 h 443727"/>
              <a:gd name="connsiteX462" fmla="*/ 1237652 w 1972510"/>
              <a:gd name="connsiteY462" fmla="*/ 383621 h 443727"/>
              <a:gd name="connsiteX463" fmla="*/ 1266616 w 1972510"/>
              <a:gd name="connsiteY463" fmla="*/ 383621 h 443727"/>
              <a:gd name="connsiteX464" fmla="*/ 1266616 w 1972510"/>
              <a:gd name="connsiteY464" fmla="*/ 388728 h 443727"/>
              <a:gd name="connsiteX465" fmla="*/ 1266616 w 1972510"/>
              <a:gd name="connsiteY465" fmla="*/ 393758 h 443727"/>
              <a:gd name="connsiteX466" fmla="*/ 1226676 w 1972510"/>
              <a:gd name="connsiteY466" fmla="*/ 393758 h 443727"/>
              <a:gd name="connsiteX467" fmla="*/ 1174541 w 1972510"/>
              <a:gd name="connsiteY467" fmla="*/ 336669 h 443727"/>
              <a:gd name="connsiteX468" fmla="*/ 1217225 w 1972510"/>
              <a:gd name="connsiteY468" fmla="*/ 336669 h 443727"/>
              <a:gd name="connsiteX469" fmla="*/ 1217225 w 1972510"/>
              <a:gd name="connsiteY469" fmla="*/ 341699 h 443727"/>
              <a:gd name="connsiteX470" fmla="*/ 1217225 w 1972510"/>
              <a:gd name="connsiteY470" fmla="*/ 346806 h 443727"/>
              <a:gd name="connsiteX471" fmla="*/ 1201371 w 1972510"/>
              <a:gd name="connsiteY471" fmla="*/ 346806 h 443727"/>
              <a:gd name="connsiteX472" fmla="*/ 1201371 w 1972510"/>
              <a:gd name="connsiteY472" fmla="*/ 393758 h 443727"/>
              <a:gd name="connsiteX473" fmla="*/ 1195883 w 1972510"/>
              <a:gd name="connsiteY473" fmla="*/ 393758 h 443727"/>
              <a:gd name="connsiteX474" fmla="*/ 1190395 w 1972510"/>
              <a:gd name="connsiteY474" fmla="*/ 393758 h 443727"/>
              <a:gd name="connsiteX475" fmla="*/ 1190395 w 1972510"/>
              <a:gd name="connsiteY475" fmla="*/ 346806 h 443727"/>
              <a:gd name="connsiteX476" fmla="*/ 1174541 w 1972510"/>
              <a:gd name="connsiteY476" fmla="*/ 346806 h 443727"/>
              <a:gd name="connsiteX477" fmla="*/ 1174541 w 1972510"/>
              <a:gd name="connsiteY477" fmla="*/ 341776 h 443727"/>
              <a:gd name="connsiteX478" fmla="*/ 1071109 w 1972510"/>
              <a:gd name="connsiteY478" fmla="*/ 336669 h 443727"/>
              <a:gd name="connsiteX479" fmla="*/ 1113793 w 1972510"/>
              <a:gd name="connsiteY479" fmla="*/ 336669 h 443727"/>
              <a:gd name="connsiteX480" fmla="*/ 1113793 w 1972510"/>
              <a:gd name="connsiteY480" fmla="*/ 341699 h 443727"/>
              <a:gd name="connsiteX481" fmla="*/ 1113793 w 1972510"/>
              <a:gd name="connsiteY481" fmla="*/ 346806 h 443727"/>
              <a:gd name="connsiteX482" fmla="*/ 1097939 w 1972510"/>
              <a:gd name="connsiteY482" fmla="*/ 346806 h 443727"/>
              <a:gd name="connsiteX483" fmla="*/ 1097939 w 1972510"/>
              <a:gd name="connsiteY483" fmla="*/ 393758 h 443727"/>
              <a:gd name="connsiteX484" fmla="*/ 1092451 w 1972510"/>
              <a:gd name="connsiteY484" fmla="*/ 393758 h 443727"/>
              <a:gd name="connsiteX485" fmla="*/ 1086963 w 1972510"/>
              <a:gd name="connsiteY485" fmla="*/ 393758 h 443727"/>
              <a:gd name="connsiteX486" fmla="*/ 1086963 w 1972510"/>
              <a:gd name="connsiteY486" fmla="*/ 346806 h 443727"/>
              <a:gd name="connsiteX487" fmla="*/ 1071109 w 1972510"/>
              <a:gd name="connsiteY487" fmla="*/ 346806 h 443727"/>
              <a:gd name="connsiteX488" fmla="*/ 1071109 w 1972510"/>
              <a:gd name="connsiteY488" fmla="*/ 341776 h 443727"/>
              <a:gd name="connsiteX489" fmla="*/ 1051445 w 1972510"/>
              <a:gd name="connsiteY489" fmla="*/ 336669 h 443727"/>
              <a:gd name="connsiteX490" fmla="*/ 1056933 w 1972510"/>
              <a:gd name="connsiteY490" fmla="*/ 336669 h 443727"/>
              <a:gd name="connsiteX491" fmla="*/ 1062421 w 1972510"/>
              <a:gd name="connsiteY491" fmla="*/ 336669 h 443727"/>
              <a:gd name="connsiteX492" fmla="*/ 1062421 w 1972510"/>
              <a:gd name="connsiteY492" fmla="*/ 393758 h 443727"/>
              <a:gd name="connsiteX493" fmla="*/ 1057009 w 1972510"/>
              <a:gd name="connsiteY493" fmla="*/ 393758 h 443727"/>
              <a:gd name="connsiteX494" fmla="*/ 1051445 w 1972510"/>
              <a:gd name="connsiteY494" fmla="*/ 393758 h 443727"/>
              <a:gd name="connsiteX495" fmla="*/ 1000224 w 1972510"/>
              <a:gd name="connsiteY495" fmla="*/ 336669 h 443727"/>
              <a:gd name="connsiteX496" fmla="*/ 1042908 w 1972510"/>
              <a:gd name="connsiteY496" fmla="*/ 336669 h 443727"/>
              <a:gd name="connsiteX497" fmla="*/ 1042908 w 1972510"/>
              <a:gd name="connsiteY497" fmla="*/ 341699 h 443727"/>
              <a:gd name="connsiteX498" fmla="*/ 1042908 w 1972510"/>
              <a:gd name="connsiteY498" fmla="*/ 346806 h 443727"/>
              <a:gd name="connsiteX499" fmla="*/ 1027054 w 1972510"/>
              <a:gd name="connsiteY499" fmla="*/ 346806 h 443727"/>
              <a:gd name="connsiteX500" fmla="*/ 1027054 w 1972510"/>
              <a:gd name="connsiteY500" fmla="*/ 393758 h 443727"/>
              <a:gd name="connsiteX501" fmla="*/ 1021566 w 1972510"/>
              <a:gd name="connsiteY501" fmla="*/ 393758 h 443727"/>
              <a:gd name="connsiteX502" fmla="*/ 1016078 w 1972510"/>
              <a:gd name="connsiteY502" fmla="*/ 393758 h 443727"/>
              <a:gd name="connsiteX503" fmla="*/ 1016078 w 1972510"/>
              <a:gd name="connsiteY503" fmla="*/ 346806 h 443727"/>
              <a:gd name="connsiteX504" fmla="*/ 1000224 w 1972510"/>
              <a:gd name="connsiteY504" fmla="*/ 346806 h 443727"/>
              <a:gd name="connsiteX505" fmla="*/ 1000224 w 1972510"/>
              <a:gd name="connsiteY505" fmla="*/ 341776 h 443727"/>
              <a:gd name="connsiteX506" fmla="*/ 896640 w 1972510"/>
              <a:gd name="connsiteY506" fmla="*/ 336669 h 443727"/>
              <a:gd name="connsiteX507" fmla="*/ 902433 w 1972510"/>
              <a:gd name="connsiteY507" fmla="*/ 336669 h 443727"/>
              <a:gd name="connsiteX508" fmla="*/ 908150 w 1972510"/>
              <a:gd name="connsiteY508" fmla="*/ 336669 h 443727"/>
              <a:gd name="connsiteX509" fmla="*/ 929263 w 1972510"/>
              <a:gd name="connsiteY509" fmla="*/ 376761 h 443727"/>
              <a:gd name="connsiteX510" fmla="*/ 929263 w 1972510"/>
              <a:gd name="connsiteY510" fmla="*/ 336669 h 443727"/>
              <a:gd name="connsiteX511" fmla="*/ 934370 w 1972510"/>
              <a:gd name="connsiteY511" fmla="*/ 336669 h 443727"/>
              <a:gd name="connsiteX512" fmla="*/ 939553 w 1972510"/>
              <a:gd name="connsiteY512" fmla="*/ 336669 h 443727"/>
              <a:gd name="connsiteX513" fmla="*/ 939553 w 1972510"/>
              <a:gd name="connsiteY513" fmla="*/ 393758 h 443727"/>
              <a:gd name="connsiteX514" fmla="*/ 934065 w 1972510"/>
              <a:gd name="connsiteY514" fmla="*/ 393758 h 443727"/>
              <a:gd name="connsiteX515" fmla="*/ 928577 w 1972510"/>
              <a:gd name="connsiteY515" fmla="*/ 393758 h 443727"/>
              <a:gd name="connsiteX516" fmla="*/ 906930 w 1972510"/>
              <a:gd name="connsiteY516" fmla="*/ 352599 h 443727"/>
              <a:gd name="connsiteX517" fmla="*/ 906930 w 1972510"/>
              <a:gd name="connsiteY517" fmla="*/ 393758 h 443727"/>
              <a:gd name="connsiteX518" fmla="*/ 901823 w 1972510"/>
              <a:gd name="connsiteY518" fmla="*/ 393758 h 443727"/>
              <a:gd name="connsiteX519" fmla="*/ 896640 w 1972510"/>
              <a:gd name="connsiteY519" fmla="*/ 393758 h 443727"/>
              <a:gd name="connsiteX520" fmla="*/ 873089 w 1972510"/>
              <a:gd name="connsiteY520" fmla="*/ 336669 h 443727"/>
              <a:gd name="connsiteX521" fmla="*/ 878501 w 1972510"/>
              <a:gd name="connsiteY521" fmla="*/ 336669 h 443727"/>
              <a:gd name="connsiteX522" fmla="*/ 884065 w 1972510"/>
              <a:gd name="connsiteY522" fmla="*/ 336669 h 443727"/>
              <a:gd name="connsiteX523" fmla="*/ 884065 w 1972510"/>
              <a:gd name="connsiteY523" fmla="*/ 393758 h 443727"/>
              <a:gd name="connsiteX524" fmla="*/ 878577 w 1972510"/>
              <a:gd name="connsiteY524" fmla="*/ 393758 h 443727"/>
              <a:gd name="connsiteX525" fmla="*/ 873089 w 1972510"/>
              <a:gd name="connsiteY525" fmla="*/ 393758 h 443727"/>
              <a:gd name="connsiteX526" fmla="*/ 734519 w 1972510"/>
              <a:gd name="connsiteY526" fmla="*/ 336669 h 443727"/>
              <a:gd name="connsiteX527" fmla="*/ 740236 w 1972510"/>
              <a:gd name="connsiteY527" fmla="*/ 336669 h 443727"/>
              <a:gd name="connsiteX528" fmla="*/ 746029 w 1972510"/>
              <a:gd name="connsiteY528" fmla="*/ 336669 h 443727"/>
              <a:gd name="connsiteX529" fmla="*/ 767066 w 1972510"/>
              <a:gd name="connsiteY529" fmla="*/ 376761 h 443727"/>
              <a:gd name="connsiteX530" fmla="*/ 767066 w 1972510"/>
              <a:gd name="connsiteY530" fmla="*/ 336669 h 443727"/>
              <a:gd name="connsiteX531" fmla="*/ 772172 w 1972510"/>
              <a:gd name="connsiteY531" fmla="*/ 336669 h 443727"/>
              <a:gd name="connsiteX532" fmla="*/ 777355 w 1972510"/>
              <a:gd name="connsiteY532" fmla="*/ 336669 h 443727"/>
              <a:gd name="connsiteX533" fmla="*/ 777355 w 1972510"/>
              <a:gd name="connsiteY533" fmla="*/ 393758 h 443727"/>
              <a:gd name="connsiteX534" fmla="*/ 771868 w 1972510"/>
              <a:gd name="connsiteY534" fmla="*/ 393758 h 443727"/>
              <a:gd name="connsiteX535" fmla="*/ 766380 w 1972510"/>
              <a:gd name="connsiteY535" fmla="*/ 393758 h 443727"/>
              <a:gd name="connsiteX536" fmla="*/ 744732 w 1972510"/>
              <a:gd name="connsiteY536" fmla="*/ 352599 h 443727"/>
              <a:gd name="connsiteX537" fmla="*/ 744732 w 1972510"/>
              <a:gd name="connsiteY537" fmla="*/ 393758 h 443727"/>
              <a:gd name="connsiteX538" fmla="*/ 739626 w 1972510"/>
              <a:gd name="connsiteY538" fmla="*/ 393758 h 443727"/>
              <a:gd name="connsiteX539" fmla="*/ 734519 w 1972510"/>
              <a:gd name="connsiteY539" fmla="*/ 393758 h 443727"/>
              <a:gd name="connsiteX540" fmla="*/ 710891 w 1972510"/>
              <a:gd name="connsiteY540" fmla="*/ 336669 h 443727"/>
              <a:gd name="connsiteX541" fmla="*/ 716379 w 1972510"/>
              <a:gd name="connsiteY541" fmla="*/ 336669 h 443727"/>
              <a:gd name="connsiteX542" fmla="*/ 721867 w 1972510"/>
              <a:gd name="connsiteY542" fmla="*/ 336669 h 443727"/>
              <a:gd name="connsiteX543" fmla="*/ 721867 w 1972510"/>
              <a:gd name="connsiteY543" fmla="*/ 393758 h 443727"/>
              <a:gd name="connsiteX544" fmla="*/ 716379 w 1972510"/>
              <a:gd name="connsiteY544" fmla="*/ 393758 h 443727"/>
              <a:gd name="connsiteX545" fmla="*/ 710891 w 1972510"/>
              <a:gd name="connsiteY545" fmla="*/ 393758 h 443727"/>
              <a:gd name="connsiteX546" fmla="*/ 643969 w 1972510"/>
              <a:gd name="connsiteY546" fmla="*/ 336669 h 443727"/>
              <a:gd name="connsiteX547" fmla="*/ 649457 w 1972510"/>
              <a:gd name="connsiteY547" fmla="*/ 336669 h 443727"/>
              <a:gd name="connsiteX548" fmla="*/ 654945 w 1972510"/>
              <a:gd name="connsiteY548" fmla="*/ 336669 h 443727"/>
              <a:gd name="connsiteX549" fmla="*/ 654945 w 1972510"/>
              <a:gd name="connsiteY549" fmla="*/ 393758 h 443727"/>
              <a:gd name="connsiteX550" fmla="*/ 649533 w 1972510"/>
              <a:gd name="connsiteY550" fmla="*/ 393758 h 443727"/>
              <a:gd name="connsiteX551" fmla="*/ 643969 w 1972510"/>
              <a:gd name="connsiteY551" fmla="*/ 393758 h 443727"/>
              <a:gd name="connsiteX552" fmla="*/ 593130 w 1972510"/>
              <a:gd name="connsiteY552" fmla="*/ 336669 h 443727"/>
              <a:gd name="connsiteX553" fmla="*/ 631774 w 1972510"/>
              <a:gd name="connsiteY553" fmla="*/ 336669 h 443727"/>
              <a:gd name="connsiteX554" fmla="*/ 631774 w 1972510"/>
              <a:gd name="connsiteY554" fmla="*/ 341699 h 443727"/>
              <a:gd name="connsiteX555" fmla="*/ 631774 w 1972510"/>
              <a:gd name="connsiteY555" fmla="*/ 346806 h 443727"/>
              <a:gd name="connsiteX556" fmla="*/ 604106 w 1972510"/>
              <a:gd name="connsiteY556" fmla="*/ 346806 h 443727"/>
              <a:gd name="connsiteX557" fmla="*/ 604106 w 1972510"/>
              <a:gd name="connsiteY557" fmla="*/ 358925 h 443727"/>
              <a:gd name="connsiteX558" fmla="*/ 629792 w 1972510"/>
              <a:gd name="connsiteY558" fmla="*/ 358925 h 443727"/>
              <a:gd name="connsiteX559" fmla="*/ 629792 w 1972510"/>
              <a:gd name="connsiteY559" fmla="*/ 363804 h 443727"/>
              <a:gd name="connsiteX560" fmla="*/ 629792 w 1972510"/>
              <a:gd name="connsiteY560" fmla="*/ 368758 h 443727"/>
              <a:gd name="connsiteX561" fmla="*/ 604106 w 1972510"/>
              <a:gd name="connsiteY561" fmla="*/ 368758 h 443727"/>
              <a:gd name="connsiteX562" fmla="*/ 604106 w 1972510"/>
              <a:gd name="connsiteY562" fmla="*/ 383621 h 443727"/>
              <a:gd name="connsiteX563" fmla="*/ 632994 w 1972510"/>
              <a:gd name="connsiteY563" fmla="*/ 383621 h 443727"/>
              <a:gd name="connsiteX564" fmla="*/ 632994 w 1972510"/>
              <a:gd name="connsiteY564" fmla="*/ 388728 h 443727"/>
              <a:gd name="connsiteX565" fmla="*/ 632994 w 1972510"/>
              <a:gd name="connsiteY565" fmla="*/ 393758 h 443727"/>
              <a:gd name="connsiteX566" fmla="*/ 593130 w 1972510"/>
              <a:gd name="connsiteY566" fmla="*/ 393758 h 443727"/>
              <a:gd name="connsiteX567" fmla="*/ 537045 w 1972510"/>
              <a:gd name="connsiteY567" fmla="*/ 336561 h 443727"/>
              <a:gd name="connsiteX568" fmla="*/ 562731 w 1972510"/>
              <a:gd name="connsiteY568" fmla="*/ 336561 h 443727"/>
              <a:gd name="connsiteX569" fmla="*/ 574621 w 1972510"/>
              <a:gd name="connsiteY569" fmla="*/ 340371 h 443727"/>
              <a:gd name="connsiteX570" fmla="*/ 578967 w 1972510"/>
              <a:gd name="connsiteY570" fmla="*/ 351042 h 443727"/>
              <a:gd name="connsiteX571" fmla="*/ 574088 w 1972510"/>
              <a:gd name="connsiteY571" fmla="*/ 361789 h 443727"/>
              <a:gd name="connsiteX572" fmla="*/ 572335 w 1972510"/>
              <a:gd name="connsiteY572" fmla="*/ 362933 h 443727"/>
              <a:gd name="connsiteX573" fmla="*/ 575689 w 1972510"/>
              <a:gd name="connsiteY573" fmla="*/ 364838 h 443727"/>
              <a:gd name="connsiteX574" fmla="*/ 580719 w 1972510"/>
              <a:gd name="connsiteY574" fmla="*/ 375814 h 443727"/>
              <a:gd name="connsiteX575" fmla="*/ 575689 w 1972510"/>
              <a:gd name="connsiteY575" fmla="*/ 389077 h 443727"/>
              <a:gd name="connsiteX576" fmla="*/ 561131 w 1972510"/>
              <a:gd name="connsiteY576" fmla="*/ 393650 h 443727"/>
              <a:gd name="connsiteX577" fmla="*/ 537274 w 1972510"/>
              <a:gd name="connsiteY577" fmla="*/ 393650 h 443727"/>
              <a:gd name="connsiteX578" fmla="*/ 686818 w 1972510"/>
              <a:gd name="connsiteY578" fmla="*/ 336560 h 443727"/>
              <a:gd name="connsiteX579" fmla="*/ 697718 w 1972510"/>
              <a:gd name="connsiteY579" fmla="*/ 336560 h 443727"/>
              <a:gd name="connsiteX580" fmla="*/ 697718 w 1972510"/>
              <a:gd name="connsiteY580" fmla="*/ 377643 h 443727"/>
              <a:gd name="connsiteX581" fmla="*/ 693449 w 1972510"/>
              <a:gd name="connsiteY581" fmla="*/ 390753 h 443727"/>
              <a:gd name="connsiteX582" fmla="*/ 680796 w 1972510"/>
              <a:gd name="connsiteY582" fmla="*/ 395251 h 443727"/>
              <a:gd name="connsiteX583" fmla="*/ 667763 w 1972510"/>
              <a:gd name="connsiteY583" fmla="*/ 390296 h 443727"/>
              <a:gd name="connsiteX584" fmla="*/ 663876 w 1972510"/>
              <a:gd name="connsiteY584" fmla="*/ 375051 h 443727"/>
              <a:gd name="connsiteX585" fmla="*/ 663876 w 1972510"/>
              <a:gd name="connsiteY585" fmla="*/ 372079 h 443727"/>
              <a:gd name="connsiteX586" fmla="*/ 674318 w 1972510"/>
              <a:gd name="connsiteY586" fmla="*/ 372079 h 443727"/>
              <a:gd name="connsiteX587" fmla="*/ 674318 w 1972510"/>
              <a:gd name="connsiteY587" fmla="*/ 375509 h 443727"/>
              <a:gd name="connsiteX588" fmla="*/ 675766 w 1972510"/>
              <a:gd name="connsiteY588" fmla="*/ 383131 h 443727"/>
              <a:gd name="connsiteX589" fmla="*/ 680720 w 1972510"/>
              <a:gd name="connsiteY589" fmla="*/ 385646 h 443727"/>
              <a:gd name="connsiteX590" fmla="*/ 685370 w 1972510"/>
              <a:gd name="connsiteY590" fmla="*/ 383817 h 443727"/>
              <a:gd name="connsiteX591" fmla="*/ 686818 w 1972510"/>
              <a:gd name="connsiteY591" fmla="*/ 377872 h 443727"/>
              <a:gd name="connsiteX592" fmla="*/ 1122419 w 1972510"/>
              <a:gd name="connsiteY592" fmla="*/ 336484 h 443727"/>
              <a:gd name="connsiteX593" fmla="*/ 1133394 w 1972510"/>
              <a:gd name="connsiteY593" fmla="*/ 336484 h 443727"/>
              <a:gd name="connsiteX594" fmla="*/ 1133394 w 1972510"/>
              <a:gd name="connsiteY594" fmla="*/ 372460 h 443727"/>
              <a:gd name="connsiteX595" fmla="*/ 1135985 w 1972510"/>
              <a:gd name="connsiteY595" fmla="*/ 381682 h 443727"/>
              <a:gd name="connsiteX596" fmla="*/ 1143607 w 1972510"/>
              <a:gd name="connsiteY596" fmla="*/ 384731 h 443727"/>
              <a:gd name="connsiteX597" fmla="*/ 1151229 w 1972510"/>
              <a:gd name="connsiteY597" fmla="*/ 381911 h 443727"/>
              <a:gd name="connsiteX598" fmla="*/ 1153592 w 1972510"/>
              <a:gd name="connsiteY598" fmla="*/ 372460 h 443727"/>
              <a:gd name="connsiteX599" fmla="*/ 1153592 w 1972510"/>
              <a:gd name="connsiteY599" fmla="*/ 336484 h 443727"/>
              <a:gd name="connsiteX600" fmla="*/ 1164873 w 1972510"/>
              <a:gd name="connsiteY600" fmla="*/ 336484 h 443727"/>
              <a:gd name="connsiteX601" fmla="*/ 1164873 w 1972510"/>
              <a:gd name="connsiteY601" fmla="*/ 372079 h 443727"/>
              <a:gd name="connsiteX602" fmla="*/ 1159918 w 1972510"/>
              <a:gd name="connsiteY602" fmla="*/ 389762 h 443727"/>
              <a:gd name="connsiteX603" fmla="*/ 1143683 w 1972510"/>
              <a:gd name="connsiteY603" fmla="*/ 395174 h 443727"/>
              <a:gd name="connsiteX604" fmla="*/ 1127678 w 1972510"/>
              <a:gd name="connsiteY604" fmla="*/ 389533 h 443727"/>
              <a:gd name="connsiteX605" fmla="*/ 1122419 w 1972510"/>
              <a:gd name="connsiteY605" fmla="*/ 372079 h 443727"/>
              <a:gd name="connsiteX606" fmla="*/ 1827952 w 1972510"/>
              <a:gd name="connsiteY606" fmla="*/ 335226 h 443727"/>
              <a:gd name="connsiteX607" fmla="*/ 1845790 w 1972510"/>
              <a:gd name="connsiteY607" fmla="*/ 341475 h 443727"/>
              <a:gd name="connsiteX608" fmla="*/ 1847734 w 1972510"/>
              <a:gd name="connsiteY608" fmla="*/ 343420 h 443727"/>
              <a:gd name="connsiteX609" fmla="*/ 1854594 w 1972510"/>
              <a:gd name="connsiteY609" fmla="*/ 365600 h 443727"/>
              <a:gd name="connsiteX610" fmla="*/ 1847734 w 1972510"/>
              <a:gd name="connsiteY610" fmla="*/ 387323 h 443727"/>
              <a:gd name="connsiteX611" fmla="*/ 1812409 w 1972510"/>
              <a:gd name="connsiteY611" fmla="*/ 388813 h 443727"/>
              <a:gd name="connsiteX612" fmla="*/ 1810919 w 1972510"/>
              <a:gd name="connsiteY612" fmla="*/ 387323 h 443727"/>
              <a:gd name="connsiteX613" fmla="*/ 1804059 w 1972510"/>
              <a:gd name="connsiteY613" fmla="*/ 365600 h 443727"/>
              <a:gd name="connsiteX614" fmla="*/ 1810919 w 1972510"/>
              <a:gd name="connsiteY614" fmla="*/ 343420 h 443727"/>
              <a:gd name="connsiteX615" fmla="*/ 1827952 w 1972510"/>
              <a:gd name="connsiteY615" fmla="*/ 335226 h 443727"/>
              <a:gd name="connsiteX616" fmla="*/ 1720466 w 1972510"/>
              <a:gd name="connsiteY616" fmla="*/ 335220 h 443727"/>
              <a:gd name="connsiteX617" fmla="*/ 1738352 w 1972510"/>
              <a:gd name="connsiteY617" fmla="*/ 341510 h 443727"/>
              <a:gd name="connsiteX618" fmla="*/ 1740262 w 1972510"/>
              <a:gd name="connsiteY618" fmla="*/ 343420 h 443727"/>
              <a:gd name="connsiteX619" fmla="*/ 1747047 w 1972510"/>
              <a:gd name="connsiteY619" fmla="*/ 365600 h 443727"/>
              <a:gd name="connsiteX620" fmla="*/ 1740262 w 1972510"/>
              <a:gd name="connsiteY620" fmla="*/ 387323 h 443727"/>
              <a:gd name="connsiteX621" fmla="*/ 1704830 w 1972510"/>
              <a:gd name="connsiteY621" fmla="*/ 388780 h 443727"/>
              <a:gd name="connsiteX622" fmla="*/ 1703373 w 1972510"/>
              <a:gd name="connsiteY622" fmla="*/ 387323 h 443727"/>
              <a:gd name="connsiteX623" fmla="*/ 1703372 w 1972510"/>
              <a:gd name="connsiteY623" fmla="*/ 387323 h 443727"/>
              <a:gd name="connsiteX624" fmla="*/ 1696588 w 1972510"/>
              <a:gd name="connsiteY624" fmla="*/ 365600 h 443727"/>
              <a:gd name="connsiteX625" fmla="*/ 1703372 w 1972510"/>
              <a:gd name="connsiteY625" fmla="*/ 343420 h 443727"/>
              <a:gd name="connsiteX626" fmla="*/ 1720466 w 1972510"/>
              <a:gd name="connsiteY626" fmla="*/ 335220 h 443727"/>
              <a:gd name="connsiteX627" fmla="*/ 1322976 w 1972510"/>
              <a:gd name="connsiteY627" fmla="*/ 335220 h 443727"/>
              <a:gd name="connsiteX628" fmla="*/ 1340862 w 1972510"/>
              <a:gd name="connsiteY628" fmla="*/ 341510 h 443727"/>
              <a:gd name="connsiteX629" fmla="*/ 1342772 w 1972510"/>
              <a:gd name="connsiteY629" fmla="*/ 343420 h 443727"/>
              <a:gd name="connsiteX630" fmla="*/ 1349557 w 1972510"/>
              <a:gd name="connsiteY630" fmla="*/ 365600 h 443727"/>
              <a:gd name="connsiteX631" fmla="*/ 1342772 w 1972510"/>
              <a:gd name="connsiteY631" fmla="*/ 387323 h 443727"/>
              <a:gd name="connsiteX632" fmla="*/ 1307340 w 1972510"/>
              <a:gd name="connsiteY632" fmla="*/ 388780 h 443727"/>
              <a:gd name="connsiteX633" fmla="*/ 1305883 w 1972510"/>
              <a:gd name="connsiteY633" fmla="*/ 387323 h 443727"/>
              <a:gd name="connsiteX634" fmla="*/ 1305882 w 1972510"/>
              <a:gd name="connsiteY634" fmla="*/ 387323 h 443727"/>
              <a:gd name="connsiteX635" fmla="*/ 1299098 w 1972510"/>
              <a:gd name="connsiteY635" fmla="*/ 365600 h 443727"/>
              <a:gd name="connsiteX636" fmla="*/ 1305882 w 1972510"/>
              <a:gd name="connsiteY636" fmla="*/ 343420 h 443727"/>
              <a:gd name="connsiteX637" fmla="*/ 1322976 w 1972510"/>
              <a:gd name="connsiteY637" fmla="*/ 335220 h 443727"/>
              <a:gd name="connsiteX638" fmla="*/ 1889655 w 1972510"/>
              <a:gd name="connsiteY638" fmla="*/ 335188 h 443727"/>
              <a:gd name="connsiteX639" fmla="*/ 1905433 w 1972510"/>
              <a:gd name="connsiteY639" fmla="*/ 340371 h 443727"/>
              <a:gd name="connsiteX640" fmla="*/ 1912674 w 1972510"/>
              <a:gd name="connsiteY640" fmla="*/ 354396 h 443727"/>
              <a:gd name="connsiteX641" fmla="*/ 1901927 w 1972510"/>
              <a:gd name="connsiteY641" fmla="*/ 354396 h 443727"/>
              <a:gd name="connsiteX642" fmla="*/ 1898039 w 1972510"/>
              <a:gd name="connsiteY642" fmla="*/ 347917 h 443727"/>
              <a:gd name="connsiteX643" fmla="*/ 1890417 w 1972510"/>
              <a:gd name="connsiteY643" fmla="*/ 345097 h 443727"/>
              <a:gd name="connsiteX644" fmla="*/ 1879213 w 1972510"/>
              <a:gd name="connsiteY644" fmla="*/ 350432 h 443727"/>
              <a:gd name="connsiteX645" fmla="*/ 1879213 w 1972510"/>
              <a:gd name="connsiteY645" fmla="*/ 380158 h 443727"/>
              <a:gd name="connsiteX646" fmla="*/ 1890570 w 1972510"/>
              <a:gd name="connsiteY646" fmla="*/ 385265 h 443727"/>
              <a:gd name="connsiteX647" fmla="*/ 1900479 w 1972510"/>
              <a:gd name="connsiteY647" fmla="*/ 379930 h 443727"/>
              <a:gd name="connsiteX648" fmla="*/ 1903374 w 1972510"/>
              <a:gd name="connsiteY648" fmla="*/ 372918 h 443727"/>
              <a:gd name="connsiteX649" fmla="*/ 1891027 w 1972510"/>
              <a:gd name="connsiteY649" fmla="*/ 372918 h 443727"/>
              <a:gd name="connsiteX650" fmla="*/ 1891027 w 1972510"/>
              <a:gd name="connsiteY650" fmla="*/ 363085 h 443727"/>
              <a:gd name="connsiteX651" fmla="*/ 1913055 w 1972510"/>
              <a:gd name="connsiteY651" fmla="*/ 363085 h 443727"/>
              <a:gd name="connsiteX652" fmla="*/ 1913055 w 1972510"/>
              <a:gd name="connsiteY652" fmla="*/ 393574 h 443727"/>
              <a:gd name="connsiteX653" fmla="*/ 1905433 w 1972510"/>
              <a:gd name="connsiteY653" fmla="*/ 393574 h 443727"/>
              <a:gd name="connsiteX654" fmla="*/ 1904366 w 1972510"/>
              <a:gd name="connsiteY654" fmla="*/ 385952 h 443727"/>
              <a:gd name="connsiteX655" fmla="*/ 1904213 w 1972510"/>
              <a:gd name="connsiteY655" fmla="*/ 387323 h 443727"/>
              <a:gd name="connsiteX656" fmla="*/ 1888969 w 1972510"/>
              <a:gd name="connsiteY656" fmla="*/ 395403 h 443727"/>
              <a:gd name="connsiteX657" fmla="*/ 1888969 w 1972510"/>
              <a:gd name="connsiteY657" fmla="*/ 394945 h 443727"/>
              <a:gd name="connsiteX658" fmla="*/ 1870676 w 1972510"/>
              <a:gd name="connsiteY658" fmla="*/ 387323 h 443727"/>
              <a:gd name="connsiteX659" fmla="*/ 1870676 w 1972510"/>
              <a:gd name="connsiteY659" fmla="*/ 343420 h 443727"/>
              <a:gd name="connsiteX660" fmla="*/ 1889655 w 1972510"/>
              <a:gd name="connsiteY660" fmla="*/ 335188 h 443727"/>
              <a:gd name="connsiteX661" fmla="*/ 1554056 w 1972510"/>
              <a:gd name="connsiteY661" fmla="*/ 335035 h 443727"/>
              <a:gd name="connsiteX662" fmla="*/ 1569300 w 1972510"/>
              <a:gd name="connsiteY662" fmla="*/ 340523 h 443727"/>
              <a:gd name="connsiteX663" fmla="*/ 1576922 w 1972510"/>
              <a:gd name="connsiteY663" fmla="*/ 355386 h 443727"/>
              <a:gd name="connsiteX664" fmla="*/ 1565946 w 1972510"/>
              <a:gd name="connsiteY664" fmla="*/ 355386 h 443727"/>
              <a:gd name="connsiteX665" fmla="*/ 1562288 w 1972510"/>
              <a:gd name="connsiteY665" fmla="*/ 347764 h 443727"/>
              <a:gd name="connsiteX666" fmla="*/ 1554665 w 1972510"/>
              <a:gd name="connsiteY666" fmla="*/ 345020 h 443727"/>
              <a:gd name="connsiteX667" fmla="*/ 1545062 w 1972510"/>
              <a:gd name="connsiteY667" fmla="*/ 350356 h 443727"/>
              <a:gd name="connsiteX668" fmla="*/ 1541632 w 1972510"/>
              <a:gd name="connsiteY668" fmla="*/ 365066 h 443727"/>
              <a:gd name="connsiteX669" fmla="*/ 1545062 w 1972510"/>
              <a:gd name="connsiteY669" fmla="*/ 379396 h 443727"/>
              <a:gd name="connsiteX670" fmla="*/ 1561358 w 1972510"/>
              <a:gd name="connsiteY670" fmla="*/ 382557 h 443727"/>
              <a:gd name="connsiteX671" fmla="*/ 1562668 w 1972510"/>
              <a:gd name="connsiteY671" fmla="*/ 381530 h 443727"/>
              <a:gd name="connsiteX672" fmla="*/ 1566327 w 1972510"/>
              <a:gd name="connsiteY672" fmla="*/ 373374 h 443727"/>
              <a:gd name="connsiteX673" fmla="*/ 1576465 w 1972510"/>
              <a:gd name="connsiteY673" fmla="*/ 373679 h 443727"/>
              <a:gd name="connsiteX674" fmla="*/ 1569300 w 1972510"/>
              <a:gd name="connsiteY674" fmla="*/ 389381 h 443727"/>
              <a:gd name="connsiteX675" fmla="*/ 1554056 w 1972510"/>
              <a:gd name="connsiteY675" fmla="*/ 395250 h 443727"/>
              <a:gd name="connsiteX676" fmla="*/ 1536449 w 1972510"/>
              <a:gd name="connsiteY676" fmla="*/ 387171 h 443727"/>
              <a:gd name="connsiteX677" fmla="*/ 1529894 w 1972510"/>
              <a:gd name="connsiteY677" fmla="*/ 365447 h 443727"/>
              <a:gd name="connsiteX678" fmla="*/ 1536449 w 1972510"/>
              <a:gd name="connsiteY678" fmla="*/ 343267 h 443727"/>
              <a:gd name="connsiteX679" fmla="*/ 1554056 w 1972510"/>
              <a:gd name="connsiteY679" fmla="*/ 335035 h 443727"/>
              <a:gd name="connsiteX680" fmla="*/ 971807 w 1972510"/>
              <a:gd name="connsiteY680" fmla="*/ 335035 h 443727"/>
              <a:gd name="connsiteX681" fmla="*/ 986213 w 1972510"/>
              <a:gd name="connsiteY681" fmla="*/ 340066 h 443727"/>
              <a:gd name="connsiteX682" fmla="*/ 992311 w 1972510"/>
              <a:gd name="connsiteY682" fmla="*/ 353710 h 443727"/>
              <a:gd name="connsiteX683" fmla="*/ 981182 w 1972510"/>
              <a:gd name="connsiteY683" fmla="*/ 353710 h 443727"/>
              <a:gd name="connsiteX684" fmla="*/ 977904 w 1972510"/>
              <a:gd name="connsiteY684" fmla="*/ 347231 h 443727"/>
              <a:gd name="connsiteX685" fmla="*/ 970282 w 1972510"/>
              <a:gd name="connsiteY685" fmla="*/ 344869 h 443727"/>
              <a:gd name="connsiteX686" fmla="*/ 963804 w 1972510"/>
              <a:gd name="connsiteY686" fmla="*/ 346850 h 443727"/>
              <a:gd name="connsiteX687" fmla="*/ 961441 w 1972510"/>
              <a:gd name="connsiteY687" fmla="*/ 352414 h 443727"/>
              <a:gd name="connsiteX688" fmla="*/ 963880 w 1972510"/>
              <a:gd name="connsiteY688" fmla="*/ 356377 h 443727"/>
              <a:gd name="connsiteX689" fmla="*/ 974246 w 1972510"/>
              <a:gd name="connsiteY689" fmla="*/ 359655 h 443727"/>
              <a:gd name="connsiteX690" fmla="*/ 989490 w 1972510"/>
              <a:gd name="connsiteY690" fmla="*/ 366134 h 443727"/>
              <a:gd name="connsiteX691" fmla="*/ 993301 w 1972510"/>
              <a:gd name="connsiteY691" fmla="*/ 377719 h 443727"/>
              <a:gd name="connsiteX692" fmla="*/ 987508 w 1972510"/>
              <a:gd name="connsiteY692" fmla="*/ 390524 h 443727"/>
              <a:gd name="connsiteX693" fmla="*/ 971731 w 1972510"/>
              <a:gd name="connsiteY693" fmla="*/ 395250 h 443727"/>
              <a:gd name="connsiteX694" fmla="*/ 956486 w 1972510"/>
              <a:gd name="connsiteY694" fmla="*/ 390219 h 443727"/>
              <a:gd name="connsiteX695" fmla="*/ 950465 w 1972510"/>
              <a:gd name="connsiteY695" fmla="*/ 375966 h 443727"/>
              <a:gd name="connsiteX696" fmla="*/ 961060 w 1972510"/>
              <a:gd name="connsiteY696" fmla="*/ 375967 h 443727"/>
              <a:gd name="connsiteX697" fmla="*/ 964109 w 1972510"/>
              <a:gd name="connsiteY697" fmla="*/ 382979 h 443727"/>
              <a:gd name="connsiteX698" fmla="*/ 971731 w 1972510"/>
              <a:gd name="connsiteY698" fmla="*/ 385418 h 443727"/>
              <a:gd name="connsiteX699" fmla="*/ 979963 w 1972510"/>
              <a:gd name="connsiteY699" fmla="*/ 383589 h 443727"/>
              <a:gd name="connsiteX700" fmla="*/ 982935 w 1972510"/>
              <a:gd name="connsiteY700" fmla="*/ 378482 h 443727"/>
              <a:gd name="connsiteX701" fmla="*/ 980801 w 1972510"/>
              <a:gd name="connsiteY701" fmla="*/ 373680 h 443727"/>
              <a:gd name="connsiteX702" fmla="*/ 971883 w 1972510"/>
              <a:gd name="connsiteY702" fmla="*/ 370555 h 443727"/>
              <a:gd name="connsiteX703" fmla="*/ 955191 w 1972510"/>
              <a:gd name="connsiteY703" fmla="*/ 363999 h 443727"/>
              <a:gd name="connsiteX704" fmla="*/ 950998 w 1972510"/>
              <a:gd name="connsiteY704" fmla="*/ 353100 h 443727"/>
              <a:gd name="connsiteX705" fmla="*/ 956562 w 1972510"/>
              <a:gd name="connsiteY705" fmla="*/ 339914 h 443727"/>
              <a:gd name="connsiteX706" fmla="*/ 971807 w 1972510"/>
              <a:gd name="connsiteY706" fmla="*/ 335035 h 443727"/>
              <a:gd name="connsiteX707" fmla="*/ 811658 w 1972510"/>
              <a:gd name="connsiteY707" fmla="*/ 334826 h 443727"/>
              <a:gd name="connsiteX708" fmla="*/ 829579 w 1972510"/>
              <a:gd name="connsiteY708" fmla="*/ 339914 h 443727"/>
              <a:gd name="connsiteX709" fmla="*/ 836820 w 1972510"/>
              <a:gd name="connsiteY709" fmla="*/ 353938 h 443727"/>
              <a:gd name="connsiteX710" fmla="*/ 825844 w 1972510"/>
              <a:gd name="connsiteY710" fmla="*/ 353938 h 443727"/>
              <a:gd name="connsiteX711" fmla="*/ 822033 w 1972510"/>
              <a:gd name="connsiteY711" fmla="*/ 347460 h 443727"/>
              <a:gd name="connsiteX712" fmla="*/ 814411 w 1972510"/>
              <a:gd name="connsiteY712" fmla="*/ 344639 h 443727"/>
              <a:gd name="connsiteX713" fmla="*/ 803207 w 1972510"/>
              <a:gd name="connsiteY713" fmla="*/ 349975 h 443727"/>
              <a:gd name="connsiteX714" fmla="*/ 799167 w 1972510"/>
              <a:gd name="connsiteY714" fmla="*/ 365219 h 443727"/>
              <a:gd name="connsiteX715" fmla="*/ 803054 w 1972510"/>
              <a:gd name="connsiteY715" fmla="*/ 380005 h 443727"/>
              <a:gd name="connsiteX716" fmla="*/ 814411 w 1972510"/>
              <a:gd name="connsiteY716" fmla="*/ 385112 h 443727"/>
              <a:gd name="connsiteX717" fmla="*/ 824320 w 1972510"/>
              <a:gd name="connsiteY717" fmla="*/ 379777 h 443727"/>
              <a:gd name="connsiteX718" fmla="*/ 827216 w 1972510"/>
              <a:gd name="connsiteY718" fmla="*/ 372765 h 443727"/>
              <a:gd name="connsiteX719" fmla="*/ 814868 w 1972510"/>
              <a:gd name="connsiteY719" fmla="*/ 372765 h 443727"/>
              <a:gd name="connsiteX720" fmla="*/ 814868 w 1972510"/>
              <a:gd name="connsiteY720" fmla="*/ 362932 h 443727"/>
              <a:gd name="connsiteX721" fmla="*/ 837125 w 1972510"/>
              <a:gd name="connsiteY721" fmla="*/ 362932 h 443727"/>
              <a:gd name="connsiteX722" fmla="*/ 837125 w 1972510"/>
              <a:gd name="connsiteY722" fmla="*/ 393420 h 443727"/>
              <a:gd name="connsiteX723" fmla="*/ 829503 w 1972510"/>
              <a:gd name="connsiteY723" fmla="*/ 393420 h 443727"/>
              <a:gd name="connsiteX724" fmla="*/ 828435 w 1972510"/>
              <a:gd name="connsiteY724" fmla="*/ 385798 h 443727"/>
              <a:gd name="connsiteX725" fmla="*/ 827826 w 1972510"/>
              <a:gd name="connsiteY725" fmla="*/ 386713 h 443727"/>
              <a:gd name="connsiteX726" fmla="*/ 812669 w 1972510"/>
              <a:gd name="connsiteY726" fmla="*/ 394746 h 443727"/>
              <a:gd name="connsiteX727" fmla="*/ 794898 w 1972510"/>
              <a:gd name="connsiteY727" fmla="*/ 386865 h 443727"/>
              <a:gd name="connsiteX728" fmla="*/ 794898 w 1972510"/>
              <a:gd name="connsiteY728" fmla="*/ 342963 h 443727"/>
              <a:gd name="connsiteX729" fmla="*/ 811658 w 1972510"/>
              <a:gd name="connsiteY729" fmla="*/ 334826 h 443727"/>
              <a:gd name="connsiteX730" fmla="*/ 359053 w 1972510"/>
              <a:gd name="connsiteY730" fmla="*/ 334698 h 443727"/>
              <a:gd name="connsiteX731" fmla="*/ 357676 w 1972510"/>
              <a:gd name="connsiteY731" fmla="*/ 336250 h 443727"/>
              <a:gd name="connsiteX732" fmla="*/ 356277 w 1972510"/>
              <a:gd name="connsiteY732" fmla="*/ 337780 h 443727"/>
              <a:gd name="connsiteX733" fmla="*/ 362289 w 1972510"/>
              <a:gd name="connsiteY733" fmla="*/ 343202 h 443727"/>
              <a:gd name="connsiteX734" fmla="*/ 357107 w 1972510"/>
              <a:gd name="connsiteY734" fmla="*/ 348974 h 443727"/>
              <a:gd name="connsiteX735" fmla="*/ 351095 w 1972510"/>
              <a:gd name="connsiteY735" fmla="*/ 343552 h 443727"/>
              <a:gd name="connsiteX736" fmla="*/ 349696 w 1972510"/>
              <a:gd name="connsiteY736" fmla="*/ 345104 h 443727"/>
              <a:gd name="connsiteX737" fmla="*/ 348318 w 1972510"/>
              <a:gd name="connsiteY737" fmla="*/ 346635 h 443727"/>
              <a:gd name="connsiteX738" fmla="*/ 364322 w 1972510"/>
              <a:gd name="connsiteY738" fmla="*/ 361130 h 443727"/>
              <a:gd name="connsiteX739" fmla="*/ 365699 w 1972510"/>
              <a:gd name="connsiteY739" fmla="*/ 359578 h 443727"/>
              <a:gd name="connsiteX740" fmla="*/ 367099 w 1972510"/>
              <a:gd name="connsiteY740" fmla="*/ 358047 h 443727"/>
              <a:gd name="connsiteX741" fmla="*/ 359818 w 1972510"/>
              <a:gd name="connsiteY741" fmla="*/ 351488 h 443727"/>
              <a:gd name="connsiteX742" fmla="*/ 365022 w 1972510"/>
              <a:gd name="connsiteY742" fmla="*/ 345717 h 443727"/>
              <a:gd name="connsiteX743" fmla="*/ 372280 w 1972510"/>
              <a:gd name="connsiteY743" fmla="*/ 352275 h 443727"/>
              <a:gd name="connsiteX744" fmla="*/ 373679 w 1972510"/>
              <a:gd name="connsiteY744" fmla="*/ 350723 h 443727"/>
              <a:gd name="connsiteX745" fmla="*/ 375100 w 1972510"/>
              <a:gd name="connsiteY745" fmla="*/ 349149 h 443727"/>
              <a:gd name="connsiteX746" fmla="*/ 221602 w 1972510"/>
              <a:gd name="connsiteY746" fmla="*/ 323897 h 443727"/>
              <a:gd name="connsiteX747" fmla="*/ 223198 w 1972510"/>
              <a:gd name="connsiteY747" fmla="*/ 325909 h 443727"/>
              <a:gd name="connsiteX748" fmla="*/ 224947 w 1972510"/>
              <a:gd name="connsiteY748" fmla="*/ 327592 h 443727"/>
              <a:gd name="connsiteX749" fmla="*/ 224466 w 1972510"/>
              <a:gd name="connsiteY749" fmla="*/ 328117 h 443727"/>
              <a:gd name="connsiteX750" fmla="*/ 224466 w 1972510"/>
              <a:gd name="connsiteY750" fmla="*/ 341584 h 443727"/>
              <a:gd name="connsiteX751" fmla="*/ 231244 w 1972510"/>
              <a:gd name="connsiteY751" fmla="*/ 342765 h 443727"/>
              <a:gd name="connsiteX752" fmla="*/ 236513 w 1972510"/>
              <a:gd name="connsiteY752" fmla="*/ 345979 h 443727"/>
              <a:gd name="connsiteX753" fmla="*/ 241629 w 1972510"/>
              <a:gd name="connsiteY753" fmla="*/ 347400 h 443727"/>
              <a:gd name="connsiteX754" fmla="*/ 244230 w 1972510"/>
              <a:gd name="connsiteY754" fmla="*/ 349936 h 443727"/>
              <a:gd name="connsiteX755" fmla="*/ 247138 w 1972510"/>
              <a:gd name="connsiteY755" fmla="*/ 350198 h 443727"/>
              <a:gd name="connsiteX756" fmla="*/ 251204 w 1972510"/>
              <a:gd name="connsiteY756" fmla="*/ 353237 h 443727"/>
              <a:gd name="connsiteX757" fmla="*/ 254353 w 1972510"/>
              <a:gd name="connsiteY757" fmla="*/ 355183 h 443727"/>
              <a:gd name="connsiteX758" fmla="*/ 255927 w 1972510"/>
              <a:gd name="connsiteY758" fmla="*/ 357151 h 443727"/>
              <a:gd name="connsiteX759" fmla="*/ 258856 w 1972510"/>
              <a:gd name="connsiteY759" fmla="*/ 358331 h 443727"/>
              <a:gd name="connsiteX760" fmla="*/ 262180 w 1972510"/>
              <a:gd name="connsiteY760" fmla="*/ 358725 h 443727"/>
              <a:gd name="connsiteX761" fmla="*/ 266552 w 1972510"/>
              <a:gd name="connsiteY761" fmla="*/ 360474 h 443727"/>
              <a:gd name="connsiteX762" fmla="*/ 272870 w 1972510"/>
              <a:gd name="connsiteY762" fmla="*/ 363994 h 443727"/>
              <a:gd name="connsiteX763" fmla="*/ 285135 w 1972510"/>
              <a:gd name="connsiteY763" fmla="*/ 366071 h 443727"/>
              <a:gd name="connsiteX764" fmla="*/ 159752 w 1972510"/>
              <a:gd name="connsiteY764" fmla="*/ 366202 h 443727"/>
              <a:gd name="connsiteX765" fmla="*/ 174728 w 1972510"/>
              <a:gd name="connsiteY765" fmla="*/ 364453 h 443727"/>
              <a:gd name="connsiteX766" fmla="*/ 181287 w 1972510"/>
              <a:gd name="connsiteY766" fmla="*/ 360933 h 443727"/>
              <a:gd name="connsiteX767" fmla="*/ 184807 w 1972510"/>
              <a:gd name="connsiteY767" fmla="*/ 357610 h 443727"/>
              <a:gd name="connsiteX768" fmla="*/ 188327 w 1972510"/>
              <a:gd name="connsiteY768" fmla="*/ 355839 h 443727"/>
              <a:gd name="connsiteX769" fmla="*/ 191475 w 1972510"/>
              <a:gd name="connsiteY769" fmla="*/ 354068 h 443727"/>
              <a:gd name="connsiteX770" fmla="*/ 194208 w 1972510"/>
              <a:gd name="connsiteY770" fmla="*/ 350548 h 443727"/>
              <a:gd name="connsiteX771" fmla="*/ 198318 w 1972510"/>
              <a:gd name="connsiteY771" fmla="*/ 348974 h 443727"/>
              <a:gd name="connsiteX772" fmla="*/ 202232 w 1972510"/>
              <a:gd name="connsiteY772" fmla="*/ 346241 h 443727"/>
              <a:gd name="connsiteX773" fmla="*/ 207326 w 1972510"/>
              <a:gd name="connsiteY773" fmla="*/ 344864 h 443727"/>
              <a:gd name="connsiteX774" fmla="*/ 211830 w 1972510"/>
              <a:gd name="connsiteY774" fmla="*/ 342131 h 443727"/>
              <a:gd name="connsiteX775" fmla="*/ 218979 w 1972510"/>
              <a:gd name="connsiteY775" fmla="*/ 341781 h 443727"/>
              <a:gd name="connsiteX776" fmla="*/ 218979 w 1972510"/>
              <a:gd name="connsiteY776" fmla="*/ 328401 h 443727"/>
              <a:gd name="connsiteX777" fmla="*/ 218323 w 1972510"/>
              <a:gd name="connsiteY777" fmla="*/ 327789 h 443727"/>
              <a:gd name="connsiteX778" fmla="*/ 220050 w 1972510"/>
              <a:gd name="connsiteY778" fmla="*/ 325909 h 443727"/>
              <a:gd name="connsiteX779" fmla="*/ 221602 w 1972510"/>
              <a:gd name="connsiteY779" fmla="*/ 323897 h 443727"/>
              <a:gd name="connsiteX780" fmla="*/ 372258 w 1972510"/>
              <a:gd name="connsiteY780" fmla="*/ 316639 h 443727"/>
              <a:gd name="connsiteX781" fmla="*/ 371143 w 1972510"/>
              <a:gd name="connsiteY781" fmla="*/ 318235 h 443727"/>
              <a:gd name="connsiteX782" fmla="*/ 370028 w 1972510"/>
              <a:gd name="connsiteY782" fmla="*/ 319831 h 443727"/>
              <a:gd name="connsiteX783" fmla="*/ 382446 w 1972510"/>
              <a:gd name="connsiteY783" fmla="*/ 328576 h 443727"/>
              <a:gd name="connsiteX784" fmla="*/ 365459 w 1972510"/>
              <a:gd name="connsiteY784" fmla="*/ 326390 h 443727"/>
              <a:gd name="connsiteX785" fmla="*/ 364213 w 1972510"/>
              <a:gd name="connsiteY785" fmla="*/ 328183 h 443727"/>
              <a:gd name="connsiteX786" fmla="*/ 362967 w 1972510"/>
              <a:gd name="connsiteY786" fmla="*/ 329954 h 443727"/>
              <a:gd name="connsiteX787" fmla="*/ 380654 w 1972510"/>
              <a:gd name="connsiteY787" fmla="*/ 342350 h 443727"/>
              <a:gd name="connsiteX788" fmla="*/ 381769 w 1972510"/>
              <a:gd name="connsiteY788" fmla="*/ 340754 h 443727"/>
              <a:gd name="connsiteX789" fmla="*/ 382862 w 1972510"/>
              <a:gd name="connsiteY789" fmla="*/ 339158 h 443727"/>
              <a:gd name="connsiteX790" fmla="*/ 370116 w 1972510"/>
              <a:gd name="connsiteY790" fmla="*/ 330238 h 443727"/>
              <a:gd name="connsiteX791" fmla="*/ 387606 w 1972510"/>
              <a:gd name="connsiteY791" fmla="*/ 332424 h 443727"/>
              <a:gd name="connsiteX792" fmla="*/ 388808 w 1972510"/>
              <a:gd name="connsiteY792" fmla="*/ 330719 h 443727"/>
              <a:gd name="connsiteX793" fmla="*/ 389945 w 1972510"/>
              <a:gd name="connsiteY793" fmla="*/ 329035 h 443727"/>
              <a:gd name="connsiteX794" fmla="*/ 67207 w 1972510"/>
              <a:gd name="connsiteY794" fmla="*/ 314737 h 443727"/>
              <a:gd name="connsiteX795" fmla="*/ 53214 w 1972510"/>
              <a:gd name="connsiteY795" fmla="*/ 323701 h 443727"/>
              <a:gd name="connsiteX796" fmla="*/ 54417 w 1972510"/>
              <a:gd name="connsiteY796" fmla="*/ 331112 h 443727"/>
              <a:gd name="connsiteX797" fmla="*/ 60057 w 1972510"/>
              <a:gd name="connsiteY797" fmla="*/ 334217 h 443727"/>
              <a:gd name="connsiteX798" fmla="*/ 60473 w 1972510"/>
              <a:gd name="connsiteY798" fmla="*/ 334217 h 443727"/>
              <a:gd name="connsiteX799" fmla="*/ 58286 w 1972510"/>
              <a:gd name="connsiteY799" fmla="*/ 336075 h 443727"/>
              <a:gd name="connsiteX800" fmla="*/ 59795 w 1972510"/>
              <a:gd name="connsiteY800" fmla="*/ 338414 h 443727"/>
              <a:gd name="connsiteX801" fmla="*/ 69568 w 1972510"/>
              <a:gd name="connsiteY801" fmla="*/ 332074 h 443727"/>
              <a:gd name="connsiteX802" fmla="*/ 65042 w 1972510"/>
              <a:gd name="connsiteY802" fmla="*/ 325078 h 443727"/>
              <a:gd name="connsiteX803" fmla="*/ 61916 w 1972510"/>
              <a:gd name="connsiteY803" fmla="*/ 327111 h 443727"/>
              <a:gd name="connsiteX804" fmla="*/ 64342 w 1972510"/>
              <a:gd name="connsiteY804" fmla="*/ 331112 h 443727"/>
              <a:gd name="connsiteX805" fmla="*/ 61522 w 1972510"/>
              <a:gd name="connsiteY805" fmla="*/ 331659 h 443727"/>
              <a:gd name="connsiteX806" fmla="*/ 57805 w 1972510"/>
              <a:gd name="connsiteY806" fmla="*/ 329604 h 443727"/>
              <a:gd name="connsiteX807" fmla="*/ 57084 w 1972510"/>
              <a:gd name="connsiteY807" fmla="*/ 324947 h 443727"/>
              <a:gd name="connsiteX808" fmla="*/ 60976 w 1972510"/>
              <a:gd name="connsiteY808" fmla="*/ 320684 h 443727"/>
              <a:gd name="connsiteX809" fmla="*/ 66529 w 1972510"/>
              <a:gd name="connsiteY809" fmla="*/ 318891 h 443727"/>
              <a:gd name="connsiteX810" fmla="*/ 70552 w 1972510"/>
              <a:gd name="connsiteY810" fmla="*/ 321340 h 443727"/>
              <a:gd name="connsiteX811" fmla="*/ 71207 w 1972510"/>
              <a:gd name="connsiteY811" fmla="*/ 324313 h 443727"/>
              <a:gd name="connsiteX812" fmla="*/ 69939 w 1972510"/>
              <a:gd name="connsiteY812" fmla="*/ 326893 h 443727"/>
              <a:gd name="connsiteX813" fmla="*/ 72388 w 1972510"/>
              <a:gd name="connsiteY813" fmla="*/ 330369 h 443727"/>
              <a:gd name="connsiteX814" fmla="*/ 75361 w 1972510"/>
              <a:gd name="connsiteY814" fmla="*/ 325187 h 443727"/>
              <a:gd name="connsiteX815" fmla="*/ 73765 w 1972510"/>
              <a:gd name="connsiteY815" fmla="*/ 319110 h 443727"/>
              <a:gd name="connsiteX816" fmla="*/ 67207 w 1972510"/>
              <a:gd name="connsiteY816" fmla="*/ 314737 h 443727"/>
              <a:gd name="connsiteX817" fmla="*/ 386098 w 1972510"/>
              <a:gd name="connsiteY817" fmla="*/ 302166 h 443727"/>
              <a:gd name="connsiteX818" fmla="*/ 391717 w 1972510"/>
              <a:gd name="connsiteY818" fmla="*/ 303543 h 443727"/>
              <a:gd name="connsiteX819" fmla="*/ 396067 w 1972510"/>
              <a:gd name="connsiteY819" fmla="*/ 307304 h 443727"/>
              <a:gd name="connsiteX820" fmla="*/ 396454 w 1972510"/>
              <a:gd name="connsiteY820" fmla="*/ 308567 h 443727"/>
              <a:gd name="connsiteX821" fmla="*/ 392351 w 1972510"/>
              <a:gd name="connsiteY821" fmla="*/ 314300 h 443727"/>
              <a:gd name="connsiteX822" fmla="*/ 386819 w 1972510"/>
              <a:gd name="connsiteY822" fmla="*/ 312988 h 443727"/>
              <a:gd name="connsiteX823" fmla="*/ 382447 w 1972510"/>
              <a:gd name="connsiteY823" fmla="*/ 309096 h 443727"/>
              <a:gd name="connsiteX824" fmla="*/ 382447 w 1972510"/>
              <a:gd name="connsiteY824" fmla="*/ 304724 h 443727"/>
              <a:gd name="connsiteX825" fmla="*/ 386098 w 1972510"/>
              <a:gd name="connsiteY825" fmla="*/ 302166 h 443727"/>
              <a:gd name="connsiteX826" fmla="*/ 385136 w 1972510"/>
              <a:gd name="connsiteY826" fmla="*/ 298274 h 443727"/>
              <a:gd name="connsiteX827" fmla="*/ 384187 w 1972510"/>
              <a:gd name="connsiteY827" fmla="*/ 298563 h 443727"/>
              <a:gd name="connsiteX828" fmla="*/ 378577 w 1972510"/>
              <a:gd name="connsiteY828" fmla="*/ 310583 h 443727"/>
              <a:gd name="connsiteX829" fmla="*/ 384764 w 1972510"/>
              <a:gd name="connsiteY829" fmla="*/ 316792 h 443727"/>
              <a:gd name="connsiteX830" fmla="*/ 393247 w 1972510"/>
              <a:gd name="connsiteY830" fmla="*/ 318366 h 443727"/>
              <a:gd name="connsiteX831" fmla="*/ 399193 w 1972510"/>
              <a:gd name="connsiteY831" fmla="*/ 313666 h 443727"/>
              <a:gd name="connsiteX832" fmla="*/ 399150 w 1972510"/>
              <a:gd name="connsiteY832" fmla="*/ 313622 h 443727"/>
              <a:gd name="connsiteX833" fmla="*/ 399805 w 1972510"/>
              <a:gd name="connsiteY833" fmla="*/ 306079 h 443727"/>
              <a:gd name="connsiteX834" fmla="*/ 393749 w 1972510"/>
              <a:gd name="connsiteY834" fmla="*/ 299936 h 443727"/>
              <a:gd name="connsiteX835" fmla="*/ 385136 w 1972510"/>
              <a:gd name="connsiteY835" fmla="*/ 298274 h 443727"/>
              <a:gd name="connsiteX836" fmla="*/ 58330 w 1972510"/>
              <a:gd name="connsiteY836" fmla="*/ 291431 h 443727"/>
              <a:gd name="connsiteX837" fmla="*/ 38763 w 1972510"/>
              <a:gd name="connsiteY837" fmla="*/ 300570 h 443727"/>
              <a:gd name="connsiteX838" fmla="*/ 39572 w 1972510"/>
              <a:gd name="connsiteY838" fmla="*/ 302319 h 443727"/>
              <a:gd name="connsiteX839" fmla="*/ 40403 w 1972510"/>
              <a:gd name="connsiteY839" fmla="*/ 304068 h 443727"/>
              <a:gd name="connsiteX840" fmla="*/ 54504 w 1972510"/>
              <a:gd name="connsiteY840" fmla="*/ 297509 h 443727"/>
              <a:gd name="connsiteX841" fmla="*/ 43857 w 1972510"/>
              <a:gd name="connsiteY841" fmla="*/ 311523 h 443727"/>
              <a:gd name="connsiteX842" fmla="*/ 44732 w 1972510"/>
              <a:gd name="connsiteY842" fmla="*/ 313382 h 443727"/>
              <a:gd name="connsiteX843" fmla="*/ 45606 w 1972510"/>
              <a:gd name="connsiteY843" fmla="*/ 315218 h 443727"/>
              <a:gd name="connsiteX844" fmla="*/ 65173 w 1972510"/>
              <a:gd name="connsiteY844" fmla="*/ 306101 h 443727"/>
              <a:gd name="connsiteX845" fmla="*/ 64342 w 1972510"/>
              <a:gd name="connsiteY845" fmla="*/ 304330 h 443727"/>
              <a:gd name="connsiteX846" fmla="*/ 63534 w 1972510"/>
              <a:gd name="connsiteY846" fmla="*/ 302581 h 443727"/>
              <a:gd name="connsiteX847" fmla="*/ 49804 w 1972510"/>
              <a:gd name="connsiteY847" fmla="*/ 308987 h 443727"/>
              <a:gd name="connsiteX848" fmla="*/ 60167 w 1972510"/>
              <a:gd name="connsiteY848" fmla="*/ 295388 h 443727"/>
              <a:gd name="connsiteX849" fmla="*/ 59248 w 1972510"/>
              <a:gd name="connsiteY849" fmla="*/ 293421 h 443727"/>
              <a:gd name="connsiteX850" fmla="*/ 407545 w 1972510"/>
              <a:gd name="connsiteY850" fmla="*/ 282577 h 443727"/>
              <a:gd name="connsiteX851" fmla="*/ 404003 w 1972510"/>
              <a:gd name="connsiteY851" fmla="*/ 291803 h 443727"/>
              <a:gd name="connsiteX852" fmla="*/ 387431 w 1972510"/>
              <a:gd name="connsiteY852" fmla="*/ 285441 h 443727"/>
              <a:gd name="connsiteX853" fmla="*/ 386688 w 1972510"/>
              <a:gd name="connsiteY853" fmla="*/ 287387 h 443727"/>
              <a:gd name="connsiteX854" fmla="*/ 385944 w 1972510"/>
              <a:gd name="connsiteY854" fmla="*/ 289311 h 443727"/>
              <a:gd name="connsiteX855" fmla="*/ 406146 w 1972510"/>
              <a:gd name="connsiteY855" fmla="*/ 297072 h 443727"/>
              <a:gd name="connsiteX856" fmla="*/ 411130 w 1972510"/>
              <a:gd name="connsiteY856" fmla="*/ 283954 h 443727"/>
              <a:gd name="connsiteX857" fmla="*/ 409338 w 1972510"/>
              <a:gd name="connsiteY857" fmla="*/ 283277 h 443727"/>
              <a:gd name="connsiteX858" fmla="*/ 54526 w 1972510"/>
              <a:gd name="connsiteY858" fmla="*/ 281834 h 443727"/>
              <a:gd name="connsiteX859" fmla="*/ 34369 w 1972510"/>
              <a:gd name="connsiteY859" fmla="*/ 289573 h 443727"/>
              <a:gd name="connsiteX860" fmla="*/ 35112 w 1972510"/>
              <a:gd name="connsiteY860" fmla="*/ 291519 h 443727"/>
              <a:gd name="connsiteX861" fmla="*/ 35855 w 1972510"/>
              <a:gd name="connsiteY861" fmla="*/ 293443 h 443727"/>
              <a:gd name="connsiteX862" fmla="*/ 56013 w 1972510"/>
              <a:gd name="connsiteY862" fmla="*/ 285703 h 443727"/>
              <a:gd name="connsiteX863" fmla="*/ 55269 w 1972510"/>
              <a:gd name="connsiteY863" fmla="*/ 283779 h 443727"/>
              <a:gd name="connsiteX864" fmla="*/ 36052 w 1972510"/>
              <a:gd name="connsiteY864" fmla="*/ 267120 h 443727"/>
              <a:gd name="connsiteX865" fmla="*/ 34806 w 1972510"/>
              <a:gd name="connsiteY865" fmla="*/ 267448 h 443727"/>
              <a:gd name="connsiteX866" fmla="*/ 29646 w 1972510"/>
              <a:gd name="connsiteY866" fmla="*/ 270377 h 443727"/>
              <a:gd name="connsiteX867" fmla="*/ 29143 w 1972510"/>
              <a:gd name="connsiteY867" fmla="*/ 275625 h 443727"/>
              <a:gd name="connsiteX868" fmla="*/ 32007 w 1972510"/>
              <a:gd name="connsiteY868" fmla="*/ 279800 h 443727"/>
              <a:gd name="connsiteX869" fmla="*/ 32007 w 1972510"/>
              <a:gd name="connsiteY869" fmla="*/ 279757 h 443727"/>
              <a:gd name="connsiteX870" fmla="*/ 37233 w 1972510"/>
              <a:gd name="connsiteY870" fmla="*/ 280106 h 443727"/>
              <a:gd name="connsiteX871" fmla="*/ 52230 w 1972510"/>
              <a:gd name="connsiteY871" fmla="*/ 276084 h 443727"/>
              <a:gd name="connsiteX872" fmla="*/ 51684 w 1972510"/>
              <a:gd name="connsiteY872" fmla="*/ 274072 h 443727"/>
              <a:gd name="connsiteX873" fmla="*/ 51159 w 1972510"/>
              <a:gd name="connsiteY873" fmla="*/ 272083 h 443727"/>
              <a:gd name="connsiteX874" fmla="*/ 36161 w 1972510"/>
              <a:gd name="connsiteY874" fmla="*/ 276106 h 443727"/>
              <a:gd name="connsiteX875" fmla="*/ 33822 w 1972510"/>
              <a:gd name="connsiteY875" fmla="*/ 276106 h 443727"/>
              <a:gd name="connsiteX876" fmla="*/ 33599 w 1972510"/>
              <a:gd name="connsiteY876" fmla="*/ 275953 h 443727"/>
              <a:gd name="connsiteX877" fmla="*/ 33144 w 1972510"/>
              <a:gd name="connsiteY877" fmla="*/ 272520 h 443727"/>
              <a:gd name="connsiteX878" fmla="*/ 35811 w 1972510"/>
              <a:gd name="connsiteY878" fmla="*/ 271252 h 443727"/>
              <a:gd name="connsiteX879" fmla="*/ 37058 w 1972510"/>
              <a:gd name="connsiteY879" fmla="*/ 270924 h 443727"/>
              <a:gd name="connsiteX880" fmla="*/ 850235 w 1972510"/>
              <a:gd name="connsiteY880" fmla="*/ 262626 h 443727"/>
              <a:gd name="connsiteX881" fmla="*/ 850158 w 1972510"/>
              <a:gd name="connsiteY881" fmla="*/ 262779 h 443727"/>
              <a:gd name="connsiteX882" fmla="*/ 850171 w 1972510"/>
              <a:gd name="connsiteY882" fmla="*/ 262697 h 443727"/>
              <a:gd name="connsiteX883" fmla="*/ 400702 w 1972510"/>
              <a:gd name="connsiteY883" fmla="*/ 260168 h 443727"/>
              <a:gd name="connsiteX884" fmla="*/ 406496 w 1972510"/>
              <a:gd name="connsiteY884" fmla="*/ 260168 h 443727"/>
              <a:gd name="connsiteX885" fmla="*/ 411480 w 1972510"/>
              <a:gd name="connsiteY885" fmla="*/ 262901 h 443727"/>
              <a:gd name="connsiteX886" fmla="*/ 412163 w 1972510"/>
              <a:gd name="connsiteY886" fmla="*/ 264035 h 443727"/>
              <a:gd name="connsiteX887" fmla="*/ 409557 w 1972510"/>
              <a:gd name="connsiteY887" fmla="*/ 270618 h 443727"/>
              <a:gd name="connsiteX888" fmla="*/ 403872 w 1972510"/>
              <a:gd name="connsiteY888" fmla="*/ 270618 h 443727"/>
              <a:gd name="connsiteX889" fmla="*/ 398778 w 1972510"/>
              <a:gd name="connsiteY889" fmla="*/ 267863 h 443727"/>
              <a:gd name="connsiteX890" fmla="*/ 397982 w 1972510"/>
              <a:gd name="connsiteY890" fmla="*/ 266536 h 443727"/>
              <a:gd name="connsiteX891" fmla="*/ 400702 w 1972510"/>
              <a:gd name="connsiteY891" fmla="*/ 260168 h 443727"/>
              <a:gd name="connsiteX892" fmla="*/ 407457 w 1972510"/>
              <a:gd name="connsiteY892" fmla="*/ 256145 h 443727"/>
              <a:gd name="connsiteX893" fmla="*/ 398712 w 1972510"/>
              <a:gd name="connsiteY893" fmla="*/ 256626 h 443727"/>
              <a:gd name="connsiteX894" fmla="*/ 397851 w 1972510"/>
              <a:gd name="connsiteY894" fmla="*/ 257144 h 443727"/>
              <a:gd name="connsiteX895" fmla="*/ 395345 w 1972510"/>
              <a:gd name="connsiteY895" fmla="*/ 270137 h 443727"/>
              <a:gd name="connsiteX896" fmla="*/ 402866 w 1972510"/>
              <a:gd name="connsiteY896" fmla="*/ 274684 h 443727"/>
              <a:gd name="connsiteX897" fmla="*/ 411480 w 1972510"/>
              <a:gd name="connsiteY897" fmla="*/ 274160 h 443727"/>
              <a:gd name="connsiteX898" fmla="*/ 416093 w 1972510"/>
              <a:gd name="connsiteY898" fmla="*/ 268148 h 443727"/>
              <a:gd name="connsiteX899" fmla="*/ 414825 w 1972510"/>
              <a:gd name="connsiteY899" fmla="*/ 260649 h 443727"/>
              <a:gd name="connsiteX900" fmla="*/ 407457 w 1972510"/>
              <a:gd name="connsiteY900" fmla="*/ 256145 h 443727"/>
              <a:gd name="connsiteX901" fmla="*/ 47071 w 1972510"/>
              <a:gd name="connsiteY901" fmla="*/ 254724 h 443727"/>
              <a:gd name="connsiteX902" fmla="*/ 25886 w 1972510"/>
              <a:gd name="connsiteY902" fmla="*/ 258856 h 443727"/>
              <a:gd name="connsiteX903" fmla="*/ 26279 w 1972510"/>
              <a:gd name="connsiteY903" fmla="*/ 260889 h 443727"/>
              <a:gd name="connsiteX904" fmla="*/ 26673 w 1972510"/>
              <a:gd name="connsiteY904" fmla="*/ 262922 h 443727"/>
              <a:gd name="connsiteX905" fmla="*/ 47858 w 1972510"/>
              <a:gd name="connsiteY905" fmla="*/ 258812 h 443727"/>
              <a:gd name="connsiteX906" fmla="*/ 47464 w 1972510"/>
              <a:gd name="connsiteY906" fmla="*/ 256757 h 443727"/>
              <a:gd name="connsiteX907" fmla="*/ 93070 w 1972510"/>
              <a:gd name="connsiteY907" fmla="*/ 254505 h 443727"/>
              <a:gd name="connsiteX908" fmla="*/ 117753 w 1972510"/>
              <a:gd name="connsiteY908" fmla="*/ 258419 h 443727"/>
              <a:gd name="connsiteX909" fmla="*/ 177002 w 1972510"/>
              <a:gd name="connsiteY909" fmla="*/ 257938 h 443727"/>
              <a:gd name="connsiteX910" fmla="*/ 185594 w 1972510"/>
              <a:gd name="connsiteY910" fmla="*/ 259337 h 443727"/>
              <a:gd name="connsiteX911" fmla="*/ 204461 w 1972510"/>
              <a:gd name="connsiteY911" fmla="*/ 261523 h 443727"/>
              <a:gd name="connsiteX912" fmla="*/ 198668 w 1972510"/>
              <a:gd name="connsiteY912" fmla="*/ 284938 h 443727"/>
              <a:gd name="connsiteX913" fmla="*/ 221864 w 1972510"/>
              <a:gd name="connsiteY913" fmla="*/ 288874 h 443727"/>
              <a:gd name="connsiteX914" fmla="*/ 245039 w 1972510"/>
              <a:gd name="connsiteY914" fmla="*/ 284938 h 443727"/>
              <a:gd name="connsiteX915" fmla="*/ 239245 w 1972510"/>
              <a:gd name="connsiteY915" fmla="*/ 261545 h 443727"/>
              <a:gd name="connsiteX916" fmla="*/ 258113 w 1972510"/>
              <a:gd name="connsiteY916" fmla="*/ 259359 h 443727"/>
              <a:gd name="connsiteX917" fmla="*/ 266727 w 1972510"/>
              <a:gd name="connsiteY917" fmla="*/ 257960 h 443727"/>
              <a:gd name="connsiteX918" fmla="*/ 325975 w 1972510"/>
              <a:gd name="connsiteY918" fmla="*/ 258441 h 443727"/>
              <a:gd name="connsiteX919" fmla="*/ 326062 w 1972510"/>
              <a:gd name="connsiteY919" fmla="*/ 258419 h 443727"/>
              <a:gd name="connsiteX920" fmla="*/ 350723 w 1972510"/>
              <a:gd name="connsiteY920" fmla="*/ 254505 h 443727"/>
              <a:gd name="connsiteX921" fmla="*/ 335201 w 1972510"/>
              <a:gd name="connsiteY921" fmla="*/ 271821 h 443727"/>
              <a:gd name="connsiteX922" fmla="*/ 237387 w 1972510"/>
              <a:gd name="connsiteY922" fmla="*/ 289748 h 443727"/>
              <a:gd name="connsiteX923" fmla="*/ 243661 w 1972510"/>
              <a:gd name="connsiteY923" fmla="*/ 314847 h 443727"/>
              <a:gd name="connsiteX924" fmla="*/ 221799 w 1972510"/>
              <a:gd name="connsiteY924" fmla="*/ 319569 h 443727"/>
              <a:gd name="connsiteX925" fmla="*/ 199936 w 1972510"/>
              <a:gd name="connsiteY925" fmla="*/ 314847 h 443727"/>
              <a:gd name="connsiteX926" fmla="*/ 206210 w 1972510"/>
              <a:gd name="connsiteY926" fmla="*/ 289748 h 443727"/>
              <a:gd name="connsiteX927" fmla="*/ 108593 w 1972510"/>
              <a:gd name="connsiteY927" fmla="*/ 271821 h 443727"/>
              <a:gd name="connsiteX928" fmla="*/ 93070 w 1972510"/>
              <a:gd name="connsiteY928" fmla="*/ 254505 h 443727"/>
              <a:gd name="connsiteX929" fmla="*/ 823481 w 1972510"/>
              <a:gd name="connsiteY929" fmla="*/ 242428 h 443727"/>
              <a:gd name="connsiteX930" fmla="*/ 831103 w 1972510"/>
              <a:gd name="connsiteY930" fmla="*/ 251956 h 443727"/>
              <a:gd name="connsiteX931" fmla="*/ 839183 w 1972510"/>
              <a:gd name="connsiteY931" fmla="*/ 249974 h 443727"/>
              <a:gd name="connsiteX932" fmla="*/ 848558 w 1972510"/>
              <a:gd name="connsiteY932" fmla="*/ 249974 h 443727"/>
              <a:gd name="connsiteX933" fmla="*/ 851836 w 1972510"/>
              <a:gd name="connsiteY933" fmla="*/ 251499 h 443727"/>
              <a:gd name="connsiteX934" fmla="*/ 851073 w 1972510"/>
              <a:gd name="connsiteY934" fmla="*/ 256834 h 443727"/>
              <a:gd name="connsiteX935" fmla="*/ 850171 w 1972510"/>
              <a:gd name="connsiteY935" fmla="*/ 262697 h 443727"/>
              <a:gd name="connsiteX936" fmla="*/ 846119 w 1972510"/>
              <a:gd name="connsiteY936" fmla="*/ 267124 h 443727"/>
              <a:gd name="connsiteX937" fmla="*/ 841926 w 1972510"/>
              <a:gd name="connsiteY937" fmla="*/ 270249 h 443727"/>
              <a:gd name="connsiteX938" fmla="*/ 838954 w 1972510"/>
              <a:gd name="connsiteY938" fmla="*/ 278709 h 443727"/>
              <a:gd name="connsiteX939" fmla="*/ 833009 w 1972510"/>
              <a:gd name="connsiteY939" fmla="*/ 282749 h 443727"/>
              <a:gd name="connsiteX940" fmla="*/ 826149 w 1972510"/>
              <a:gd name="connsiteY940" fmla="*/ 283359 h 443727"/>
              <a:gd name="connsiteX941" fmla="*/ 817079 w 1972510"/>
              <a:gd name="connsiteY941" fmla="*/ 287170 h 443727"/>
              <a:gd name="connsiteX942" fmla="*/ 806255 w 1972510"/>
              <a:gd name="connsiteY942" fmla="*/ 278252 h 443727"/>
              <a:gd name="connsiteX943" fmla="*/ 807398 w 1972510"/>
              <a:gd name="connsiteY943" fmla="*/ 271544 h 443727"/>
              <a:gd name="connsiteX944" fmla="*/ 805798 w 1972510"/>
              <a:gd name="connsiteY944" fmla="*/ 266209 h 443727"/>
              <a:gd name="connsiteX945" fmla="*/ 809076 w 1972510"/>
              <a:gd name="connsiteY945" fmla="*/ 259959 h 443727"/>
              <a:gd name="connsiteX946" fmla="*/ 817384 w 1972510"/>
              <a:gd name="connsiteY946" fmla="*/ 245706 h 443727"/>
              <a:gd name="connsiteX947" fmla="*/ 823481 w 1972510"/>
              <a:gd name="connsiteY947" fmla="*/ 242428 h 443727"/>
              <a:gd name="connsiteX948" fmla="*/ 44557 w 1972510"/>
              <a:gd name="connsiteY948" fmla="*/ 234282 h 443727"/>
              <a:gd name="connsiteX949" fmla="*/ 23131 w 1972510"/>
              <a:gd name="connsiteY949" fmla="*/ 236927 h 443727"/>
              <a:gd name="connsiteX950" fmla="*/ 24968 w 1972510"/>
              <a:gd name="connsiteY950" fmla="*/ 251969 h 443727"/>
              <a:gd name="connsiteX951" fmla="*/ 26870 w 1972510"/>
              <a:gd name="connsiteY951" fmla="*/ 251750 h 443727"/>
              <a:gd name="connsiteX952" fmla="*/ 28772 w 1972510"/>
              <a:gd name="connsiteY952" fmla="*/ 251510 h 443727"/>
              <a:gd name="connsiteX953" fmla="*/ 27438 w 1972510"/>
              <a:gd name="connsiteY953" fmla="*/ 240579 h 443727"/>
              <a:gd name="connsiteX954" fmla="*/ 33013 w 1972510"/>
              <a:gd name="connsiteY954" fmla="*/ 239879 h 443727"/>
              <a:gd name="connsiteX955" fmla="*/ 34194 w 1972510"/>
              <a:gd name="connsiteY955" fmla="*/ 249520 h 443727"/>
              <a:gd name="connsiteX956" fmla="*/ 36052 w 1972510"/>
              <a:gd name="connsiteY956" fmla="*/ 249302 h 443727"/>
              <a:gd name="connsiteX957" fmla="*/ 37888 w 1972510"/>
              <a:gd name="connsiteY957" fmla="*/ 249083 h 443727"/>
              <a:gd name="connsiteX958" fmla="*/ 36708 w 1972510"/>
              <a:gd name="connsiteY958" fmla="*/ 239442 h 443727"/>
              <a:gd name="connsiteX959" fmla="*/ 41255 w 1972510"/>
              <a:gd name="connsiteY959" fmla="*/ 238873 h 443727"/>
              <a:gd name="connsiteX960" fmla="*/ 42523 w 1972510"/>
              <a:gd name="connsiteY960" fmla="*/ 249258 h 443727"/>
              <a:gd name="connsiteX961" fmla="*/ 44447 w 1972510"/>
              <a:gd name="connsiteY961" fmla="*/ 249039 h 443727"/>
              <a:gd name="connsiteX962" fmla="*/ 46327 w 1972510"/>
              <a:gd name="connsiteY962" fmla="*/ 248799 h 443727"/>
              <a:gd name="connsiteX963" fmla="*/ 405883 w 1972510"/>
              <a:gd name="connsiteY963" fmla="*/ 230631 h 443727"/>
              <a:gd name="connsiteX964" fmla="*/ 400352 w 1972510"/>
              <a:gd name="connsiteY964" fmla="*/ 232817 h 443727"/>
              <a:gd name="connsiteX965" fmla="*/ 400352 w 1972510"/>
              <a:gd name="connsiteY965" fmla="*/ 245935 h 443727"/>
              <a:gd name="connsiteX966" fmla="*/ 416880 w 1972510"/>
              <a:gd name="connsiteY966" fmla="*/ 247487 h 443727"/>
              <a:gd name="connsiteX967" fmla="*/ 420510 w 1972510"/>
              <a:gd name="connsiteY967" fmla="*/ 240928 h 443727"/>
              <a:gd name="connsiteX968" fmla="*/ 417973 w 1972510"/>
              <a:gd name="connsiteY968" fmla="*/ 235004 h 443727"/>
              <a:gd name="connsiteX969" fmla="*/ 417645 w 1972510"/>
              <a:gd name="connsiteY969" fmla="*/ 234829 h 443727"/>
              <a:gd name="connsiteX970" fmla="*/ 420466 w 1972510"/>
              <a:gd name="connsiteY970" fmla="*/ 234654 h 443727"/>
              <a:gd name="connsiteX971" fmla="*/ 420663 w 1972510"/>
              <a:gd name="connsiteY971" fmla="*/ 231921 h 443727"/>
              <a:gd name="connsiteX972" fmla="*/ 409053 w 1972510"/>
              <a:gd name="connsiteY972" fmla="*/ 230915 h 443727"/>
              <a:gd name="connsiteX973" fmla="*/ 408332 w 1972510"/>
              <a:gd name="connsiteY973" fmla="*/ 239201 h 443727"/>
              <a:gd name="connsiteX974" fmla="*/ 412049 w 1972510"/>
              <a:gd name="connsiteY974" fmla="*/ 239529 h 443727"/>
              <a:gd name="connsiteX975" fmla="*/ 412442 w 1972510"/>
              <a:gd name="connsiteY975" fmla="*/ 234850 h 443727"/>
              <a:gd name="connsiteX976" fmla="*/ 415000 w 1972510"/>
              <a:gd name="connsiteY976" fmla="*/ 236162 h 443727"/>
              <a:gd name="connsiteX977" fmla="*/ 416662 w 1972510"/>
              <a:gd name="connsiteY977" fmla="*/ 240076 h 443727"/>
              <a:gd name="connsiteX978" fmla="*/ 414475 w 1972510"/>
              <a:gd name="connsiteY978" fmla="*/ 244186 h 443727"/>
              <a:gd name="connsiteX979" fmla="*/ 408769 w 1972510"/>
              <a:gd name="connsiteY979" fmla="*/ 245148 h 443727"/>
              <a:gd name="connsiteX980" fmla="*/ 403282 w 1972510"/>
              <a:gd name="connsiteY980" fmla="*/ 243137 h 443727"/>
              <a:gd name="connsiteX981" fmla="*/ 401620 w 1972510"/>
              <a:gd name="connsiteY981" fmla="*/ 238764 h 443727"/>
              <a:gd name="connsiteX982" fmla="*/ 402932 w 1972510"/>
              <a:gd name="connsiteY982" fmla="*/ 235987 h 443727"/>
              <a:gd name="connsiteX983" fmla="*/ 405533 w 1972510"/>
              <a:gd name="connsiteY983" fmla="*/ 234763 h 443727"/>
              <a:gd name="connsiteX984" fmla="*/ 107259 w 1972510"/>
              <a:gd name="connsiteY984" fmla="*/ 223919 h 443727"/>
              <a:gd name="connsiteX985" fmla="*/ 120945 w 1972510"/>
              <a:gd name="connsiteY985" fmla="*/ 225406 h 443727"/>
              <a:gd name="connsiteX986" fmla="*/ 132817 w 1972510"/>
              <a:gd name="connsiteY986" fmla="*/ 225406 h 443727"/>
              <a:gd name="connsiteX987" fmla="*/ 146416 w 1972510"/>
              <a:gd name="connsiteY987" fmla="*/ 225275 h 443727"/>
              <a:gd name="connsiteX988" fmla="*/ 166945 w 1972510"/>
              <a:gd name="connsiteY988" fmla="*/ 225800 h 443727"/>
              <a:gd name="connsiteX989" fmla="*/ 189136 w 1972510"/>
              <a:gd name="connsiteY989" fmla="*/ 230959 h 443727"/>
              <a:gd name="connsiteX990" fmla="*/ 204811 w 1972510"/>
              <a:gd name="connsiteY990" fmla="*/ 232030 h 443727"/>
              <a:gd name="connsiteX991" fmla="*/ 199520 w 1972510"/>
              <a:gd name="connsiteY991" fmla="*/ 254527 h 443727"/>
              <a:gd name="connsiteX992" fmla="*/ 221383 w 1972510"/>
              <a:gd name="connsiteY992" fmla="*/ 257107 h 443727"/>
              <a:gd name="connsiteX993" fmla="*/ 221624 w 1972510"/>
              <a:gd name="connsiteY993" fmla="*/ 257107 h 443727"/>
              <a:gd name="connsiteX994" fmla="*/ 221908 w 1972510"/>
              <a:gd name="connsiteY994" fmla="*/ 257107 h 443727"/>
              <a:gd name="connsiteX995" fmla="*/ 243924 w 1972510"/>
              <a:gd name="connsiteY995" fmla="*/ 254483 h 443727"/>
              <a:gd name="connsiteX996" fmla="*/ 238633 w 1972510"/>
              <a:gd name="connsiteY996" fmla="*/ 231987 h 443727"/>
              <a:gd name="connsiteX997" fmla="*/ 254309 w 1972510"/>
              <a:gd name="connsiteY997" fmla="*/ 230915 h 443727"/>
              <a:gd name="connsiteX998" fmla="*/ 276587 w 1972510"/>
              <a:gd name="connsiteY998" fmla="*/ 225821 h 443727"/>
              <a:gd name="connsiteX999" fmla="*/ 297116 w 1972510"/>
              <a:gd name="connsiteY999" fmla="*/ 225297 h 443727"/>
              <a:gd name="connsiteX1000" fmla="*/ 310715 w 1972510"/>
              <a:gd name="connsiteY1000" fmla="*/ 225428 h 443727"/>
              <a:gd name="connsiteX1001" fmla="*/ 322586 w 1972510"/>
              <a:gd name="connsiteY1001" fmla="*/ 225428 h 443727"/>
              <a:gd name="connsiteX1002" fmla="*/ 322586 w 1972510"/>
              <a:gd name="connsiteY1002" fmla="*/ 225406 h 443727"/>
              <a:gd name="connsiteX1003" fmla="*/ 336272 w 1972510"/>
              <a:gd name="connsiteY1003" fmla="*/ 223919 h 443727"/>
              <a:gd name="connsiteX1004" fmla="*/ 323155 w 1972510"/>
              <a:gd name="connsiteY1004" fmla="*/ 236840 h 443727"/>
              <a:gd name="connsiteX1005" fmla="*/ 304068 w 1972510"/>
              <a:gd name="connsiteY1005" fmla="*/ 245585 h 443727"/>
              <a:gd name="connsiteX1006" fmla="*/ 257479 w 1972510"/>
              <a:gd name="connsiteY1006" fmla="*/ 255883 h 443727"/>
              <a:gd name="connsiteX1007" fmla="*/ 236687 w 1972510"/>
              <a:gd name="connsiteY1007" fmla="*/ 258222 h 443727"/>
              <a:gd name="connsiteX1008" fmla="*/ 234676 w 1972510"/>
              <a:gd name="connsiteY1008" fmla="*/ 258419 h 443727"/>
              <a:gd name="connsiteX1009" fmla="*/ 240513 w 1972510"/>
              <a:gd name="connsiteY1009" fmla="*/ 282096 h 443727"/>
              <a:gd name="connsiteX1010" fmla="*/ 221689 w 1972510"/>
              <a:gd name="connsiteY1010" fmla="*/ 285288 h 443727"/>
              <a:gd name="connsiteX1011" fmla="*/ 202844 w 1972510"/>
              <a:gd name="connsiteY1011" fmla="*/ 282096 h 443727"/>
              <a:gd name="connsiteX1012" fmla="*/ 208703 w 1972510"/>
              <a:gd name="connsiteY1012" fmla="*/ 258419 h 443727"/>
              <a:gd name="connsiteX1013" fmla="*/ 206670 w 1972510"/>
              <a:gd name="connsiteY1013" fmla="*/ 258222 h 443727"/>
              <a:gd name="connsiteX1014" fmla="*/ 185878 w 1972510"/>
              <a:gd name="connsiteY1014" fmla="*/ 255883 h 443727"/>
              <a:gd name="connsiteX1015" fmla="*/ 139463 w 1972510"/>
              <a:gd name="connsiteY1015" fmla="*/ 245585 h 443727"/>
              <a:gd name="connsiteX1016" fmla="*/ 120377 w 1972510"/>
              <a:gd name="connsiteY1016" fmla="*/ 236840 h 443727"/>
              <a:gd name="connsiteX1017" fmla="*/ 107259 w 1972510"/>
              <a:gd name="connsiteY1017" fmla="*/ 223919 h 443727"/>
              <a:gd name="connsiteX1018" fmla="*/ 925159 w 1972510"/>
              <a:gd name="connsiteY1018" fmla="*/ 223677 h 443727"/>
              <a:gd name="connsiteX1019" fmla="*/ 931258 w 1972510"/>
              <a:gd name="connsiteY1019" fmla="*/ 225049 h 443727"/>
              <a:gd name="connsiteX1020" fmla="*/ 937432 w 1972510"/>
              <a:gd name="connsiteY1020" fmla="*/ 228250 h 443727"/>
              <a:gd name="connsiteX1021" fmla="*/ 943605 w 1972510"/>
              <a:gd name="connsiteY1021" fmla="*/ 228784 h 443727"/>
              <a:gd name="connsiteX1022" fmla="*/ 949703 w 1972510"/>
              <a:gd name="connsiteY1022" fmla="*/ 230689 h 443727"/>
              <a:gd name="connsiteX1023" fmla="*/ 954962 w 1972510"/>
              <a:gd name="connsiteY1023" fmla="*/ 229851 h 443727"/>
              <a:gd name="connsiteX1024" fmla="*/ 967462 w 1972510"/>
              <a:gd name="connsiteY1024" fmla="*/ 240903 h 443727"/>
              <a:gd name="connsiteX1025" fmla="*/ 966777 w 1972510"/>
              <a:gd name="connsiteY1025" fmla="*/ 241055 h 443727"/>
              <a:gd name="connsiteX1026" fmla="*/ 970054 w 1972510"/>
              <a:gd name="connsiteY1026" fmla="*/ 245857 h 443727"/>
              <a:gd name="connsiteX1027" fmla="*/ 970054 w 1972510"/>
              <a:gd name="connsiteY1027" fmla="*/ 252107 h 443727"/>
              <a:gd name="connsiteX1028" fmla="*/ 965633 w 1972510"/>
              <a:gd name="connsiteY1028" fmla="*/ 257901 h 443727"/>
              <a:gd name="connsiteX1029" fmla="*/ 962203 w 1972510"/>
              <a:gd name="connsiteY1029" fmla="*/ 264913 h 443727"/>
              <a:gd name="connsiteX1030" fmla="*/ 958164 w 1972510"/>
              <a:gd name="connsiteY1030" fmla="*/ 269638 h 443727"/>
              <a:gd name="connsiteX1031" fmla="*/ 951151 w 1972510"/>
              <a:gd name="connsiteY1031" fmla="*/ 272458 h 443727"/>
              <a:gd name="connsiteX1032" fmla="*/ 945206 w 1972510"/>
              <a:gd name="connsiteY1032" fmla="*/ 272458 h 443727"/>
              <a:gd name="connsiteX1033" fmla="*/ 938956 w 1972510"/>
              <a:gd name="connsiteY1033" fmla="*/ 275431 h 443727"/>
              <a:gd name="connsiteX1034" fmla="*/ 934078 w 1972510"/>
              <a:gd name="connsiteY1034" fmla="*/ 270248 h 443727"/>
              <a:gd name="connsiteX1035" fmla="*/ 934078 w 1972510"/>
              <a:gd name="connsiteY1035" fmla="*/ 263389 h 443727"/>
              <a:gd name="connsiteX1036" fmla="*/ 929047 w 1972510"/>
              <a:gd name="connsiteY1036" fmla="*/ 254165 h 443727"/>
              <a:gd name="connsiteX1037" fmla="*/ 925007 w 1972510"/>
              <a:gd name="connsiteY1037" fmla="*/ 246162 h 443727"/>
              <a:gd name="connsiteX1038" fmla="*/ 922644 w 1972510"/>
              <a:gd name="connsiteY1038" fmla="*/ 237245 h 443727"/>
              <a:gd name="connsiteX1039" fmla="*/ 923102 w 1972510"/>
              <a:gd name="connsiteY1039" fmla="*/ 231757 h 443727"/>
              <a:gd name="connsiteX1040" fmla="*/ 925159 w 1972510"/>
              <a:gd name="connsiteY1040" fmla="*/ 223677 h 443727"/>
              <a:gd name="connsiteX1041" fmla="*/ 35724 w 1972510"/>
              <a:gd name="connsiteY1041" fmla="*/ 215917 h 443727"/>
              <a:gd name="connsiteX1042" fmla="*/ 40469 w 1972510"/>
              <a:gd name="connsiteY1042" fmla="*/ 215917 h 443727"/>
              <a:gd name="connsiteX1043" fmla="*/ 40469 w 1972510"/>
              <a:gd name="connsiteY1043" fmla="*/ 220509 h 443727"/>
              <a:gd name="connsiteX1044" fmla="*/ 39878 w 1972510"/>
              <a:gd name="connsiteY1044" fmla="*/ 222935 h 443727"/>
              <a:gd name="connsiteX1045" fmla="*/ 38217 w 1972510"/>
              <a:gd name="connsiteY1045" fmla="*/ 223722 h 443727"/>
              <a:gd name="connsiteX1046" fmla="*/ 36315 w 1972510"/>
              <a:gd name="connsiteY1046" fmla="*/ 223001 h 443727"/>
              <a:gd name="connsiteX1047" fmla="*/ 35724 w 1972510"/>
              <a:gd name="connsiteY1047" fmla="*/ 220662 h 443727"/>
              <a:gd name="connsiteX1048" fmla="*/ 26345 w 1972510"/>
              <a:gd name="connsiteY1048" fmla="*/ 215633 h 443727"/>
              <a:gd name="connsiteX1049" fmla="*/ 32095 w 1972510"/>
              <a:gd name="connsiteY1049" fmla="*/ 215743 h 443727"/>
              <a:gd name="connsiteX1050" fmla="*/ 32095 w 1972510"/>
              <a:gd name="connsiteY1050" fmla="*/ 220684 h 443727"/>
              <a:gd name="connsiteX1051" fmla="*/ 31395 w 1972510"/>
              <a:gd name="connsiteY1051" fmla="*/ 223176 h 443727"/>
              <a:gd name="connsiteX1052" fmla="*/ 29362 w 1972510"/>
              <a:gd name="connsiteY1052" fmla="*/ 223963 h 443727"/>
              <a:gd name="connsiteX1053" fmla="*/ 27066 w 1972510"/>
              <a:gd name="connsiteY1053" fmla="*/ 223110 h 443727"/>
              <a:gd name="connsiteX1054" fmla="*/ 26345 w 1972510"/>
              <a:gd name="connsiteY1054" fmla="*/ 220662 h 443727"/>
              <a:gd name="connsiteX1055" fmla="*/ 22738 w 1972510"/>
              <a:gd name="connsiteY1055" fmla="*/ 211589 h 443727"/>
              <a:gd name="connsiteX1056" fmla="*/ 22738 w 1972510"/>
              <a:gd name="connsiteY1056" fmla="*/ 213578 h 443727"/>
              <a:gd name="connsiteX1057" fmla="*/ 22716 w 1972510"/>
              <a:gd name="connsiteY1057" fmla="*/ 220596 h 443727"/>
              <a:gd name="connsiteX1058" fmla="*/ 24334 w 1972510"/>
              <a:gd name="connsiteY1058" fmla="*/ 226149 h 443727"/>
              <a:gd name="connsiteX1059" fmla="*/ 29340 w 1972510"/>
              <a:gd name="connsiteY1059" fmla="*/ 228117 h 443727"/>
              <a:gd name="connsiteX1060" fmla="*/ 33516 w 1972510"/>
              <a:gd name="connsiteY1060" fmla="*/ 226280 h 443727"/>
              <a:gd name="connsiteX1061" fmla="*/ 34237 w 1972510"/>
              <a:gd name="connsiteY1061" fmla="*/ 225056 h 443727"/>
              <a:gd name="connsiteX1062" fmla="*/ 38610 w 1972510"/>
              <a:gd name="connsiteY1062" fmla="*/ 227614 h 443727"/>
              <a:gd name="connsiteX1063" fmla="*/ 42655 w 1972510"/>
              <a:gd name="connsiteY1063" fmla="*/ 226062 h 443727"/>
              <a:gd name="connsiteX1064" fmla="*/ 44163 w 1972510"/>
              <a:gd name="connsiteY1064" fmla="*/ 221580 h 443727"/>
              <a:gd name="connsiteX1065" fmla="*/ 44316 w 1972510"/>
              <a:gd name="connsiteY1065" fmla="*/ 213950 h 443727"/>
              <a:gd name="connsiteX1066" fmla="*/ 44316 w 1972510"/>
              <a:gd name="connsiteY1066" fmla="*/ 211982 h 443727"/>
              <a:gd name="connsiteX1067" fmla="*/ 399412 w 1972510"/>
              <a:gd name="connsiteY1067" fmla="*/ 207741 h 443727"/>
              <a:gd name="connsiteX1068" fmla="*/ 399412 w 1972510"/>
              <a:gd name="connsiteY1068" fmla="*/ 210102 h 443727"/>
              <a:gd name="connsiteX1069" fmla="*/ 399412 w 1972510"/>
              <a:gd name="connsiteY1069" fmla="*/ 212441 h 443727"/>
              <a:gd name="connsiteX1070" fmla="*/ 408878 w 1972510"/>
              <a:gd name="connsiteY1070" fmla="*/ 215983 h 443727"/>
              <a:gd name="connsiteX1071" fmla="*/ 399674 w 1972510"/>
              <a:gd name="connsiteY1071" fmla="*/ 220355 h 443727"/>
              <a:gd name="connsiteX1072" fmla="*/ 399674 w 1972510"/>
              <a:gd name="connsiteY1072" fmla="*/ 222826 h 443727"/>
              <a:gd name="connsiteX1073" fmla="*/ 399674 w 1972510"/>
              <a:gd name="connsiteY1073" fmla="*/ 225296 h 443727"/>
              <a:gd name="connsiteX1074" fmla="*/ 412792 w 1972510"/>
              <a:gd name="connsiteY1074" fmla="*/ 217885 h 443727"/>
              <a:gd name="connsiteX1075" fmla="*/ 420903 w 1972510"/>
              <a:gd name="connsiteY1075" fmla="*/ 217601 h 443727"/>
              <a:gd name="connsiteX1076" fmla="*/ 420903 w 1972510"/>
              <a:gd name="connsiteY1076" fmla="*/ 215524 h 443727"/>
              <a:gd name="connsiteX1077" fmla="*/ 420903 w 1972510"/>
              <a:gd name="connsiteY1077" fmla="*/ 213469 h 443727"/>
              <a:gd name="connsiteX1078" fmla="*/ 412704 w 1972510"/>
              <a:gd name="connsiteY1078" fmla="*/ 213753 h 443727"/>
              <a:gd name="connsiteX1079" fmla="*/ 323090 w 1972510"/>
              <a:gd name="connsiteY1079" fmla="*/ 189835 h 443727"/>
              <a:gd name="connsiteX1080" fmla="*/ 310169 w 1972510"/>
              <a:gd name="connsiteY1080" fmla="*/ 204024 h 443727"/>
              <a:gd name="connsiteX1081" fmla="*/ 291126 w 1972510"/>
              <a:gd name="connsiteY1081" fmla="*/ 216355 h 443727"/>
              <a:gd name="connsiteX1082" fmla="*/ 253588 w 1972510"/>
              <a:gd name="connsiteY1082" fmla="*/ 227396 h 443727"/>
              <a:gd name="connsiteX1083" fmla="*/ 237387 w 1972510"/>
              <a:gd name="connsiteY1083" fmla="*/ 228423 h 443727"/>
              <a:gd name="connsiteX1084" fmla="*/ 234042 w 1972510"/>
              <a:gd name="connsiteY1084" fmla="*/ 228423 h 443727"/>
              <a:gd name="connsiteX1085" fmla="*/ 239464 w 1972510"/>
              <a:gd name="connsiteY1085" fmla="*/ 251445 h 443727"/>
              <a:gd name="connsiteX1086" fmla="*/ 221974 w 1972510"/>
              <a:gd name="connsiteY1086" fmla="*/ 253631 h 443727"/>
              <a:gd name="connsiteX1087" fmla="*/ 221755 w 1972510"/>
              <a:gd name="connsiteY1087" fmla="*/ 253631 h 443727"/>
              <a:gd name="connsiteX1088" fmla="*/ 221515 w 1972510"/>
              <a:gd name="connsiteY1088" fmla="*/ 253631 h 443727"/>
              <a:gd name="connsiteX1089" fmla="*/ 204025 w 1972510"/>
              <a:gd name="connsiteY1089" fmla="*/ 251445 h 443727"/>
              <a:gd name="connsiteX1090" fmla="*/ 209469 w 1972510"/>
              <a:gd name="connsiteY1090" fmla="*/ 228467 h 443727"/>
              <a:gd name="connsiteX1091" fmla="*/ 206124 w 1972510"/>
              <a:gd name="connsiteY1091" fmla="*/ 228467 h 443727"/>
              <a:gd name="connsiteX1092" fmla="*/ 189923 w 1972510"/>
              <a:gd name="connsiteY1092" fmla="*/ 227439 h 443727"/>
              <a:gd name="connsiteX1093" fmla="*/ 152385 w 1972510"/>
              <a:gd name="connsiteY1093" fmla="*/ 216399 h 443727"/>
              <a:gd name="connsiteX1094" fmla="*/ 133299 w 1972510"/>
              <a:gd name="connsiteY1094" fmla="*/ 204046 h 443727"/>
              <a:gd name="connsiteX1095" fmla="*/ 120421 w 1972510"/>
              <a:gd name="connsiteY1095" fmla="*/ 189879 h 443727"/>
              <a:gd name="connsiteX1096" fmla="*/ 133933 w 1972510"/>
              <a:gd name="connsiteY1096" fmla="*/ 191409 h 443727"/>
              <a:gd name="connsiteX1097" fmla="*/ 139180 w 1972510"/>
              <a:gd name="connsiteY1097" fmla="*/ 191650 h 443727"/>
              <a:gd name="connsiteX1098" fmla="*/ 163841 w 1972510"/>
              <a:gd name="connsiteY1098" fmla="*/ 192940 h 443727"/>
              <a:gd name="connsiteX1099" fmla="*/ 166596 w 1972510"/>
              <a:gd name="connsiteY1099" fmla="*/ 194405 h 443727"/>
              <a:gd name="connsiteX1100" fmla="*/ 194449 w 1972510"/>
              <a:gd name="connsiteY1100" fmla="*/ 203303 h 443727"/>
              <a:gd name="connsiteX1101" fmla="*/ 199434 w 1972510"/>
              <a:gd name="connsiteY1101" fmla="*/ 203631 h 443727"/>
              <a:gd name="connsiteX1102" fmla="*/ 205555 w 1972510"/>
              <a:gd name="connsiteY1102" fmla="*/ 203303 h 443727"/>
              <a:gd name="connsiteX1103" fmla="*/ 200745 w 1972510"/>
              <a:gd name="connsiteY1103" fmla="*/ 223307 h 443727"/>
              <a:gd name="connsiteX1104" fmla="*/ 221865 w 1972510"/>
              <a:gd name="connsiteY1104" fmla="*/ 224641 h 443727"/>
              <a:gd name="connsiteX1105" fmla="*/ 242962 w 1972510"/>
              <a:gd name="connsiteY1105" fmla="*/ 223307 h 443727"/>
              <a:gd name="connsiteX1106" fmla="*/ 238174 w 1972510"/>
              <a:gd name="connsiteY1106" fmla="*/ 203303 h 443727"/>
              <a:gd name="connsiteX1107" fmla="*/ 244274 w 1972510"/>
              <a:gd name="connsiteY1107" fmla="*/ 203631 h 443727"/>
              <a:gd name="connsiteX1108" fmla="*/ 249259 w 1972510"/>
              <a:gd name="connsiteY1108" fmla="*/ 203303 h 443727"/>
              <a:gd name="connsiteX1109" fmla="*/ 277134 w 1972510"/>
              <a:gd name="connsiteY1109" fmla="*/ 194405 h 443727"/>
              <a:gd name="connsiteX1110" fmla="*/ 279889 w 1972510"/>
              <a:gd name="connsiteY1110" fmla="*/ 192940 h 443727"/>
              <a:gd name="connsiteX1111" fmla="*/ 304550 w 1972510"/>
              <a:gd name="connsiteY1111" fmla="*/ 191650 h 443727"/>
              <a:gd name="connsiteX1112" fmla="*/ 309775 w 1972510"/>
              <a:gd name="connsiteY1112" fmla="*/ 191409 h 443727"/>
              <a:gd name="connsiteX1113" fmla="*/ 309557 w 1972510"/>
              <a:gd name="connsiteY1113" fmla="*/ 191366 h 443727"/>
              <a:gd name="connsiteX1114" fmla="*/ 323090 w 1972510"/>
              <a:gd name="connsiteY1114" fmla="*/ 189835 h 443727"/>
              <a:gd name="connsiteX1115" fmla="*/ 903284 w 1972510"/>
              <a:gd name="connsiteY1115" fmla="*/ 179470 h 443727"/>
              <a:gd name="connsiteX1116" fmla="*/ 897644 w 1972510"/>
              <a:gd name="connsiteY1116" fmla="*/ 180231 h 443727"/>
              <a:gd name="connsiteX1117" fmla="*/ 891852 w 1972510"/>
              <a:gd name="connsiteY1117" fmla="*/ 182137 h 443727"/>
              <a:gd name="connsiteX1118" fmla="*/ 887507 w 1972510"/>
              <a:gd name="connsiteY1118" fmla="*/ 184881 h 443727"/>
              <a:gd name="connsiteX1119" fmla="*/ 876226 w 1972510"/>
              <a:gd name="connsiteY1119" fmla="*/ 189759 h 443727"/>
              <a:gd name="connsiteX1120" fmla="*/ 872796 w 1972510"/>
              <a:gd name="connsiteY1120" fmla="*/ 195552 h 443727"/>
              <a:gd name="connsiteX1121" fmla="*/ 877674 w 1972510"/>
              <a:gd name="connsiteY1121" fmla="*/ 200430 h 443727"/>
              <a:gd name="connsiteX1122" fmla="*/ 886287 w 1972510"/>
              <a:gd name="connsiteY1122" fmla="*/ 197762 h 443727"/>
              <a:gd name="connsiteX1123" fmla="*/ 894367 w 1972510"/>
              <a:gd name="connsiteY1123" fmla="*/ 191512 h 443727"/>
              <a:gd name="connsiteX1124" fmla="*/ 901074 w 1972510"/>
              <a:gd name="connsiteY1124" fmla="*/ 185567 h 443727"/>
              <a:gd name="connsiteX1125" fmla="*/ 903284 w 1972510"/>
              <a:gd name="connsiteY1125" fmla="*/ 179470 h 443727"/>
              <a:gd name="connsiteX1126" fmla="*/ 1171047 w 1972510"/>
              <a:gd name="connsiteY1126" fmla="*/ 167199 h 443727"/>
              <a:gd name="connsiteX1127" fmla="*/ 1162129 w 1972510"/>
              <a:gd name="connsiteY1127" fmla="*/ 168723 h 443727"/>
              <a:gd name="connsiteX1128" fmla="*/ 1159995 w 1972510"/>
              <a:gd name="connsiteY1128" fmla="*/ 173448 h 443727"/>
              <a:gd name="connsiteX1129" fmla="*/ 1160681 w 1972510"/>
              <a:gd name="connsiteY1129" fmla="*/ 177870 h 443727"/>
              <a:gd name="connsiteX1130" fmla="*/ 1168303 w 1972510"/>
              <a:gd name="connsiteY1130" fmla="*/ 178707 h 443727"/>
              <a:gd name="connsiteX1131" fmla="*/ 1168379 w 1972510"/>
              <a:gd name="connsiteY1131" fmla="*/ 178707 h 443727"/>
              <a:gd name="connsiteX1132" fmla="*/ 1173486 w 1972510"/>
              <a:gd name="connsiteY1132" fmla="*/ 169866 h 443727"/>
              <a:gd name="connsiteX1133" fmla="*/ 1173504 w 1972510"/>
              <a:gd name="connsiteY1133" fmla="*/ 169463 h 443727"/>
              <a:gd name="connsiteX1134" fmla="*/ 1171047 w 1972510"/>
              <a:gd name="connsiteY1134" fmla="*/ 167199 h 443727"/>
              <a:gd name="connsiteX1135" fmla="*/ 1197724 w 1972510"/>
              <a:gd name="connsiteY1135" fmla="*/ 159271 h 443727"/>
              <a:gd name="connsiteX1136" fmla="*/ 1190789 w 1972510"/>
              <a:gd name="connsiteY1136" fmla="*/ 161558 h 443727"/>
              <a:gd name="connsiteX1137" fmla="*/ 1189949 w 1972510"/>
              <a:gd name="connsiteY1137" fmla="*/ 168494 h 443727"/>
              <a:gd name="connsiteX1138" fmla="*/ 1194217 w 1972510"/>
              <a:gd name="connsiteY1138" fmla="*/ 172381 h 443727"/>
              <a:gd name="connsiteX1139" fmla="*/ 1201840 w 1972510"/>
              <a:gd name="connsiteY1139" fmla="*/ 166665 h 443727"/>
              <a:gd name="connsiteX1140" fmla="*/ 1202145 w 1972510"/>
              <a:gd name="connsiteY1140" fmla="*/ 166665 h 443727"/>
              <a:gd name="connsiteX1141" fmla="*/ 1202145 w 1972510"/>
              <a:gd name="connsiteY1141" fmla="*/ 160872 h 443727"/>
              <a:gd name="connsiteX1142" fmla="*/ 1197724 w 1972510"/>
              <a:gd name="connsiteY1142" fmla="*/ 159271 h 443727"/>
              <a:gd name="connsiteX1143" fmla="*/ 918986 w 1972510"/>
              <a:gd name="connsiteY1143" fmla="*/ 150505 h 443727"/>
              <a:gd name="connsiteX1144" fmla="*/ 925541 w 1972510"/>
              <a:gd name="connsiteY1144" fmla="*/ 153021 h 443727"/>
              <a:gd name="connsiteX1145" fmla="*/ 933163 w 1972510"/>
              <a:gd name="connsiteY1145" fmla="*/ 153021 h 443727"/>
              <a:gd name="connsiteX1146" fmla="*/ 943910 w 1972510"/>
              <a:gd name="connsiteY1146" fmla="*/ 160033 h 443727"/>
              <a:gd name="connsiteX1147" fmla="*/ 946883 w 1972510"/>
              <a:gd name="connsiteY1147" fmla="*/ 168951 h 443727"/>
              <a:gd name="connsiteX1148" fmla="*/ 946883 w 1972510"/>
              <a:gd name="connsiteY1148" fmla="*/ 175887 h 443727"/>
              <a:gd name="connsiteX1149" fmla="*/ 937812 w 1972510"/>
              <a:gd name="connsiteY1149" fmla="*/ 185110 h 443727"/>
              <a:gd name="connsiteX1150" fmla="*/ 937507 w 1972510"/>
              <a:gd name="connsiteY1150" fmla="*/ 185110 h 443727"/>
              <a:gd name="connsiteX1151" fmla="*/ 933163 w 1972510"/>
              <a:gd name="connsiteY1151" fmla="*/ 192732 h 443727"/>
              <a:gd name="connsiteX1152" fmla="*/ 918909 w 1972510"/>
              <a:gd name="connsiteY1152" fmla="*/ 217580 h 443727"/>
              <a:gd name="connsiteX1153" fmla="*/ 912659 w 1972510"/>
              <a:gd name="connsiteY1153" fmla="*/ 225583 h 443727"/>
              <a:gd name="connsiteX1154" fmla="*/ 908010 w 1972510"/>
              <a:gd name="connsiteY1154" fmla="*/ 226192 h 443727"/>
              <a:gd name="connsiteX1155" fmla="*/ 903589 w 1972510"/>
              <a:gd name="connsiteY1155" fmla="*/ 231147 h 443727"/>
              <a:gd name="connsiteX1156" fmla="*/ 905038 w 1972510"/>
              <a:gd name="connsiteY1156" fmla="*/ 240217 h 443727"/>
              <a:gd name="connsiteX1157" fmla="*/ 905038 w 1972510"/>
              <a:gd name="connsiteY1157" fmla="*/ 280537 h 443727"/>
              <a:gd name="connsiteX1158" fmla="*/ 897416 w 1972510"/>
              <a:gd name="connsiteY1158" fmla="*/ 291971 h 443727"/>
              <a:gd name="connsiteX1159" fmla="*/ 889260 w 1972510"/>
              <a:gd name="connsiteY1159" fmla="*/ 300126 h 443727"/>
              <a:gd name="connsiteX1160" fmla="*/ 881638 w 1972510"/>
              <a:gd name="connsiteY1160" fmla="*/ 304013 h 443727"/>
              <a:gd name="connsiteX1161" fmla="*/ 878208 w 1972510"/>
              <a:gd name="connsiteY1161" fmla="*/ 301650 h 443727"/>
              <a:gd name="connsiteX1162" fmla="*/ 872872 w 1972510"/>
              <a:gd name="connsiteY1162" fmla="*/ 299288 h 443727"/>
              <a:gd name="connsiteX1163" fmla="*/ 868680 w 1972510"/>
              <a:gd name="connsiteY1163" fmla="*/ 296010 h 443727"/>
              <a:gd name="connsiteX1164" fmla="*/ 861668 w 1972510"/>
              <a:gd name="connsiteY1164" fmla="*/ 292580 h 443727"/>
              <a:gd name="connsiteX1165" fmla="*/ 857857 w 1972510"/>
              <a:gd name="connsiteY1165" fmla="*/ 285415 h 443727"/>
              <a:gd name="connsiteX1166" fmla="*/ 847110 w 1972510"/>
              <a:gd name="connsiteY1166" fmla="*/ 274440 h 443727"/>
              <a:gd name="connsiteX1167" fmla="*/ 853970 w 1972510"/>
              <a:gd name="connsiteY1167" fmla="*/ 271620 h 443727"/>
              <a:gd name="connsiteX1168" fmla="*/ 864107 w 1972510"/>
              <a:gd name="connsiteY1168" fmla="*/ 275125 h 443727"/>
              <a:gd name="connsiteX1169" fmla="*/ 872262 w 1972510"/>
              <a:gd name="connsiteY1169" fmla="*/ 265598 h 443727"/>
              <a:gd name="connsiteX1170" fmla="*/ 872262 w 1972510"/>
              <a:gd name="connsiteY1170" fmla="*/ 258967 h 443727"/>
              <a:gd name="connsiteX1171" fmla="*/ 872262 w 1972510"/>
              <a:gd name="connsiteY1171" fmla="*/ 249897 h 443727"/>
              <a:gd name="connsiteX1172" fmla="*/ 873711 w 1972510"/>
              <a:gd name="connsiteY1172" fmla="*/ 237778 h 443727"/>
              <a:gd name="connsiteX1173" fmla="*/ 871501 w 1972510"/>
              <a:gd name="connsiteY1173" fmla="*/ 233662 h 443727"/>
              <a:gd name="connsiteX1174" fmla="*/ 864945 w 1972510"/>
              <a:gd name="connsiteY1174" fmla="*/ 231832 h 443727"/>
              <a:gd name="connsiteX1175" fmla="*/ 859762 w 1972510"/>
              <a:gd name="connsiteY1175" fmla="*/ 232747 h 443727"/>
              <a:gd name="connsiteX1176" fmla="*/ 851454 w 1972510"/>
              <a:gd name="connsiteY1176" fmla="*/ 231985 h 443727"/>
              <a:gd name="connsiteX1177" fmla="*/ 848482 w 1972510"/>
              <a:gd name="connsiteY1177" fmla="*/ 229317 h 443727"/>
              <a:gd name="connsiteX1178" fmla="*/ 846804 w 1972510"/>
              <a:gd name="connsiteY1178" fmla="*/ 223220 h 443727"/>
              <a:gd name="connsiteX1179" fmla="*/ 845357 w 1972510"/>
              <a:gd name="connsiteY1179" fmla="*/ 219942 h 443727"/>
              <a:gd name="connsiteX1180" fmla="*/ 844594 w 1972510"/>
              <a:gd name="connsiteY1180" fmla="*/ 213539 h 443727"/>
              <a:gd name="connsiteX1181" fmla="*/ 842536 w 1972510"/>
              <a:gd name="connsiteY1181" fmla="*/ 204165 h 443727"/>
              <a:gd name="connsiteX1182" fmla="*/ 840555 w 1972510"/>
              <a:gd name="connsiteY1182" fmla="*/ 192122 h 443727"/>
              <a:gd name="connsiteX1183" fmla="*/ 839945 w 1972510"/>
              <a:gd name="connsiteY1183" fmla="*/ 179927 h 443727"/>
              <a:gd name="connsiteX1184" fmla="*/ 847567 w 1972510"/>
              <a:gd name="connsiteY1184" fmla="*/ 166131 h 443727"/>
              <a:gd name="connsiteX1185" fmla="*/ 854579 w 1972510"/>
              <a:gd name="connsiteY1185" fmla="*/ 163006 h 443727"/>
              <a:gd name="connsiteX1186" fmla="*/ 860829 w 1972510"/>
              <a:gd name="connsiteY1186" fmla="*/ 166283 h 443727"/>
              <a:gd name="connsiteX1187" fmla="*/ 863802 w 1972510"/>
              <a:gd name="connsiteY1187" fmla="*/ 170246 h 443727"/>
              <a:gd name="connsiteX1188" fmla="*/ 876760 w 1972510"/>
              <a:gd name="connsiteY1188" fmla="*/ 166436 h 443727"/>
              <a:gd name="connsiteX1189" fmla="*/ 886363 w 1972510"/>
              <a:gd name="connsiteY1189" fmla="*/ 163844 h 443727"/>
              <a:gd name="connsiteX1190" fmla="*/ 893375 w 1972510"/>
              <a:gd name="connsiteY1190" fmla="*/ 161329 h 443727"/>
              <a:gd name="connsiteX1191" fmla="*/ 898863 w 1972510"/>
              <a:gd name="connsiteY1191" fmla="*/ 159728 h 443727"/>
              <a:gd name="connsiteX1192" fmla="*/ 906485 w 1972510"/>
              <a:gd name="connsiteY1192" fmla="*/ 156756 h 443727"/>
              <a:gd name="connsiteX1193" fmla="*/ 910830 w 1972510"/>
              <a:gd name="connsiteY1193" fmla="*/ 153936 h 443727"/>
              <a:gd name="connsiteX1194" fmla="*/ 914641 w 1972510"/>
              <a:gd name="connsiteY1194" fmla="*/ 151954 h 443727"/>
              <a:gd name="connsiteX1195" fmla="*/ 918986 w 1972510"/>
              <a:gd name="connsiteY1195" fmla="*/ 150505 h 443727"/>
              <a:gd name="connsiteX1196" fmla="*/ 1168760 w 1972510"/>
              <a:gd name="connsiteY1196" fmla="*/ 138006 h 443727"/>
              <a:gd name="connsiteX1197" fmla="*/ 1161138 w 1972510"/>
              <a:gd name="connsiteY1197" fmla="*/ 143265 h 443727"/>
              <a:gd name="connsiteX1198" fmla="*/ 1161977 w 1972510"/>
              <a:gd name="connsiteY1198" fmla="*/ 150887 h 443727"/>
              <a:gd name="connsiteX1199" fmla="*/ 1165254 w 1972510"/>
              <a:gd name="connsiteY1199" fmla="*/ 152869 h 443727"/>
              <a:gd name="connsiteX1200" fmla="*/ 1173943 w 1972510"/>
              <a:gd name="connsiteY1200" fmla="*/ 144637 h 443727"/>
              <a:gd name="connsiteX1201" fmla="*/ 1174324 w 1972510"/>
              <a:gd name="connsiteY1201" fmla="*/ 144408 h 443727"/>
              <a:gd name="connsiteX1202" fmla="*/ 1168760 w 1972510"/>
              <a:gd name="connsiteY1202" fmla="*/ 138006 h 443727"/>
              <a:gd name="connsiteX1203" fmla="*/ 1209919 w 1972510"/>
              <a:gd name="connsiteY1203" fmla="*/ 126801 h 443727"/>
              <a:gd name="connsiteX1204" fmla="*/ 1192465 w 1972510"/>
              <a:gd name="connsiteY1204" fmla="*/ 133661 h 443727"/>
              <a:gd name="connsiteX1205" fmla="*/ 1194980 w 1972510"/>
              <a:gd name="connsiteY1205" fmla="*/ 141893 h 443727"/>
              <a:gd name="connsiteX1206" fmla="*/ 1204355 w 1972510"/>
              <a:gd name="connsiteY1206" fmla="*/ 142426 h 443727"/>
              <a:gd name="connsiteX1207" fmla="*/ 1210605 w 1972510"/>
              <a:gd name="connsiteY1207" fmla="*/ 133509 h 443727"/>
              <a:gd name="connsiteX1208" fmla="*/ 1209919 w 1972510"/>
              <a:gd name="connsiteY1208" fmla="*/ 126801 h 443727"/>
              <a:gd name="connsiteX1209" fmla="*/ 1459008 w 1972510"/>
              <a:gd name="connsiteY1209" fmla="*/ 125048 h 443727"/>
              <a:gd name="connsiteX1210" fmla="*/ 1464115 w 1972510"/>
              <a:gd name="connsiteY1210" fmla="*/ 128021 h 443727"/>
              <a:gd name="connsiteX1211" fmla="*/ 1471737 w 1972510"/>
              <a:gd name="connsiteY1211" fmla="*/ 135109 h 443727"/>
              <a:gd name="connsiteX1212" fmla="*/ 1474023 w 1972510"/>
              <a:gd name="connsiteY1212" fmla="*/ 142122 h 443727"/>
              <a:gd name="connsiteX1213" fmla="*/ 1476996 w 1972510"/>
              <a:gd name="connsiteY1213" fmla="*/ 146771 h 443727"/>
              <a:gd name="connsiteX1214" fmla="*/ 1465182 w 1972510"/>
              <a:gd name="connsiteY1214" fmla="*/ 157747 h 443727"/>
              <a:gd name="connsiteX1215" fmla="*/ 1455883 w 1972510"/>
              <a:gd name="connsiteY1215" fmla="*/ 165369 h 443727"/>
              <a:gd name="connsiteX1216" fmla="*/ 1448718 w 1972510"/>
              <a:gd name="connsiteY1216" fmla="*/ 170171 h 443727"/>
              <a:gd name="connsiteX1217" fmla="*/ 1434465 w 1972510"/>
              <a:gd name="connsiteY1217" fmla="*/ 180156 h 443727"/>
              <a:gd name="connsiteX1218" fmla="*/ 1437895 w 1972510"/>
              <a:gd name="connsiteY1218" fmla="*/ 192046 h 443727"/>
              <a:gd name="connsiteX1219" fmla="*/ 1435532 w 1972510"/>
              <a:gd name="connsiteY1219" fmla="*/ 197534 h 443727"/>
              <a:gd name="connsiteX1220" fmla="*/ 1433627 w 1972510"/>
              <a:gd name="connsiteY1220" fmla="*/ 202564 h 443727"/>
              <a:gd name="connsiteX1221" fmla="*/ 1432178 w 1972510"/>
              <a:gd name="connsiteY1221" fmla="*/ 207900 h 443727"/>
              <a:gd name="connsiteX1222" fmla="*/ 1431188 w 1972510"/>
              <a:gd name="connsiteY1222" fmla="*/ 213540 h 443727"/>
              <a:gd name="connsiteX1223" fmla="*/ 1431949 w 1972510"/>
              <a:gd name="connsiteY1223" fmla="*/ 228174 h 443727"/>
              <a:gd name="connsiteX1224" fmla="*/ 1458322 w 1972510"/>
              <a:gd name="connsiteY1224" fmla="*/ 227565 h 443727"/>
              <a:gd name="connsiteX1225" fmla="*/ 1465182 w 1972510"/>
              <a:gd name="connsiteY1225" fmla="*/ 224897 h 443727"/>
              <a:gd name="connsiteX1226" fmla="*/ 1471737 w 1972510"/>
              <a:gd name="connsiteY1226" fmla="*/ 224211 h 443727"/>
              <a:gd name="connsiteX1227" fmla="*/ 1478902 w 1972510"/>
              <a:gd name="connsiteY1227" fmla="*/ 226117 h 443727"/>
              <a:gd name="connsiteX1228" fmla="*/ 1485914 w 1972510"/>
              <a:gd name="connsiteY1228" fmla="*/ 230004 h 443727"/>
              <a:gd name="connsiteX1229" fmla="*/ 1495060 w 1972510"/>
              <a:gd name="connsiteY1229" fmla="*/ 237626 h 443727"/>
              <a:gd name="connsiteX1230" fmla="*/ 1495899 w 1972510"/>
              <a:gd name="connsiteY1230" fmla="*/ 243876 h 443727"/>
              <a:gd name="connsiteX1231" fmla="*/ 1494602 w 1972510"/>
              <a:gd name="connsiteY1231" fmla="*/ 244028 h 443727"/>
              <a:gd name="connsiteX1232" fmla="*/ 1495517 w 1972510"/>
              <a:gd name="connsiteY1232" fmla="*/ 246315 h 443727"/>
              <a:gd name="connsiteX1233" fmla="*/ 1496128 w 1972510"/>
              <a:gd name="connsiteY1233" fmla="*/ 249669 h 443727"/>
              <a:gd name="connsiteX1234" fmla="*/ 1493841 w 1972510"/>
              <a:gd name="connsiteY1234" fmla="*/ 255081 h 443727"/>
              <a:gd name="connsiteX1235" fmla="*/ 1489267 w 1972510"/>
              <a:gd name="connsiteY1235" fmla="*/ 259730 h 443727"/>
              <a:gd name="connsiteX1236" fmla="*/ 1480350 w 1972510"/>
              <a:gd name="connsiteY1236" fmla="*/ 260264 h 443727"/>
              <a:gd name="connsiteX1237" fmla="*/ 1470670 w 1972510"/>
              <a:gd name="connsiteY1237" fmla="*/ 258586 h 443727"/>
              <a:gd name="connsiteX1238" fmla="*/ 1460761 w 1972510"/>
              <a:gd name="connsiteY1238" fmla="*/ 259425 h 443727"/>
              <a:gd name="connsiteX1239" fmla="*/ 1444374 w 1972510"/>
              <a:gd name="connsiteY1239" fmla="*/ 258053 h 443727"/>
              <a:gd name="connsiteX1240" fmla="*/ 1429129 w 1972510"/>
              <a:gd name="connsiteY1240" fmla="*/ 258053 h 443727"/>
              <a:gd name="connsiteX1241" fmla="*/ 1413885 w 1972510"/>
              <a:gd name="connsiteY1241" fmla="*/ 259272 h 443727"/>
              <a:gd name="connsiteX1242" fmla="*/ 1399327 w 1972510"/>
              <a:gd name="connsiteY1242" fmla="*/ 261330 h 443727"/>
              <a:gd name="connsiteX1243" fmla="*/ 1382787 w 1972510"/>
              <a:gd name="connsiteY1243" fmla="*/ 260949 h 443727"/>
              <a:gd name="connsiteX1244" fmla="*/ 1353442 w 1972510"/>
              <a:gd name="connsiteY1244" fmla="*/ 266971 h 443727"/>
              <a:gd name="connsiteX1245" fmla="*/ 1317466 w 1972510"/>
              <a:gd name="connsiteY1245" fmla="*/ 280691 h 443727"/>
              <a:gd name="connsiteX1246" fmla="*/ 1303747 w 1972510"/>
              <a:gd name="connsiteY1246" fmla="*/ 267733 h 443727"/>
              <a:gd name="connsiteX1247" fmla="*/ 1303747 w 1972510"/>
              <a:gd name="connsiteY1247" fmla="*/ 260111 h 443727"/>
              <a:gd name="connsiteX1248" fmla="*/ 1302908 w 1972510"/>
              <a:gd name="connsiteY1248" fmla="*/ 250812 h 443727"/>
              <a:gd name="connsiteX1249" fmla="*/ 1318152 w 1972510"/>
              <a:gd name="connsiteY1249" fmla="*/ 242504 h 443727"/>
              <a:gd name="connsiteX1250" fmla="*/ 1326994 w 1972510"/>
              <a:gd name="connsiteY1250" fmla="*/ 243342 h 443727"/>
              <a:gd name="connsiteX1251" fmla="*/ 1345287 w 1972510"/>
              <a:gd name="connsiteY1251" fmla="*/ 236406 h 443727"/>
              <a:gd name="connsiteX1252" fmla="*/ 1352909 w 1972510"/>
              <a:gd name="connsiteY1252" fmla="*/ 234959 h 443727"/>
              <a:gd name="connsiteX1253" fmla="*/ 1372955 w 1972510"/>
              <a:gd name="connsiteY1253" fmla="*/ 226574 h 443727"/>
              <a:gd name="connsiteX1254" fmla="*/ 1388656 w 1972510"/>
              <a:gd name="connsiteY1254" fmla="*/ 199744 h 443727"/>
              <a:gd name="connsiteX1255" fmla="*/ 1390257 w 1972510"/>
              <a:gd name="connsiteY1255" fmla="*/ 190751 h 443727"/>
              <a:gd name="connsiteX1256" fmla="*/ 1388656 w 1972510"/>
              <a:gd name="connsiteY1256" fmla="*/ 183662 h 443727"/>
              <a:gd name="connsiteX1257" fmla="*/ 1381034 w 1972510"/>
              <a:gd name="connsiteY1257" fmla="*/ 184881 h 443727"/>
              <a:gd name="connsiteX1258" fmla="*/ 1371050 w 1972510"/>
              <a:gd name="connsiteY1258" fmla="*/ 185568 h 443727"/>
              <a:gd name="connsiteX1259" fmla="*/ 1368001 w 1972510"/>
              <a:gd name="connsiteY1259" fmla="*/ 176497 h 443727"/>
              <a:gd name="connsiteX1260" fmla="*/ 1362055 w 1972510"/>
              <a:gd name="connsiteY1260" fmla="*/ 165597 h 443727"/>
              <a:gd name="connsiteX1261" fmla="*/ 1360531 w 1972510"/>
              <a:gd name="connsiteY1261" fmla="*/ 156832 h 443727"/>
              <a:gd name="connsiteX1262" fmla="*/ 1359769 w 1972510"/>
              <a:gd name="connsiteY1262" fmla="*/ 148372 h 443727"/>
              <a:gd name="connsiteX1263" fmla="*/ 1367391 w 1972510"/>
              <a:gd name="connsiteY1263" fmla="*/ 142046 h 443727"/>
              <a:gd name="connsiteX1264" fmla="*/ 1380806 w 1972510"/>
              <a:gd name="connsiteY1264" fmla="*/ 145246 h 443727"/>
              <a:gd name="connsiteX1265" fmla="*/ 1412819 w 1972510"/>
              <a:gd name="connsiteY1265" fmla="*/ 139911 h 443727"/>
              <a:gd name="connsiteX1266" fmla="*/ 1418383 w 1972510"/>
              <a:gd name="connsiteY1266" fmla="*/ 138387 h 443727"/>
              <a:gd name="connsiteX1267" fmla="*/ 1422346 w 1972510"/>
              <a:gd name="connsiteY1267" fmla="*/ 136863 h 443727"/>
              <a:gd name="connsiteX1268" fmla="*/ 1446356 w 1972510"/>
              <a:gd name="connsiteY1268" fmla="*/ 126725 h 443727"/>
              <a:gd name="connsiteX1269" fmla="*/ 1453139 w 1972510"/>
              <a:gd name="connsiteY1269" fmla="*/ 125887 h 443727"/>
              <a:gd name="connsiteX1270" fmla="*/ 1459008 w 1972510"/>
              <a:gd name="connsiteY1270" fmla="*/ 125048 h 443727"/>
              <a:gd name="connsiteX1271" fmla="*/ 1121808 w 1972510"/>
              <a:gd name="connsiteY1271" fmla="*/ 116206 h 443727"/>
              <a:gd name="connsiteX1272" fmla="*/ 1128669 w 1972510"/>
              <a:gd name="connsiteY1272" fmla="*/ 125201 h 443727"/>
              <a:gd name="connsiteX1273" fmla="*/ 1127067 w 1972510"/>
              <a:gd name="connsiteY1273" fmla="*/ 134270 h 443727"/>
              <a:gd name="connsiteX1274" fmla="*/ 1123943 w 1972510"/>
              <a:gd name="connsiteY1274" fmla="*/ 144636 h 443727"/>
              <a:gd name="connsiteX1275" fmla="*/ 1118303 w 1972510"/>
              <a:gd name="connsiteY1275" fmla="*/ 152258 h 443727"/>
              <a:gd name="connsiteX1276" fmla="*/ 1108928 w 1972510"/>
              <a:gd name="connsiteY1276" fmla="*/ 162624 h 443727"/>
              <a:gd name="connsiteX1277" fmla="*/ 1107937 w 1972510"/>
              <a:gd name="connsiteY1277" fmla="*/ 174134 h 443727"/>
              <a:gd name="connsiteX1278" fmla="*/ 1108622 w 1972510"/>
              <a:gd name="connsiteY1278" fmla="*/ 181756 h 443727"/>
              <a:gd name="connsiteX1279" fmla="*/ 1114720 w 1972510"/>
              <a:gd name="connsiteY1279" fmla="*/ 181756 h 443727"/>
              <a:gd name="connsiteX1280" fmla="*/ 1116702 w 1972510"/>
              <a:gd name="connsiteY1280" fmla="*/ 187320 h 443727"/>
              <a:gd name="connsiteX1281" fmla="*/ 1120437 w 1972510"/>
              <a:gd name="connsiteY1281" fmla="*/ 196238 h 443727"/>
              <a:gd name="connsiteX1282" fmla="*/ 1119141 w 1972510"/>
              <a:gd name="connsiteY1282" fmla="*/ 199820 h 443727"/>
              <a:gd name="connsiteX1283" fmla="*/ 1101534 w 1972510"/>
              <a:gd name="connsiteY1283" fmla="*/ 216741 h 443727"/>
              <a:gd name="connsiteX1284" fmla="*/ 1102373 w 1972510"/>
              <a:gd name="connsiteY1284" fmla="*/ 223678 h 443727"/>
              <a:gd name="connsiteX1285" fmla="*/ 1109080 w 1972510"/>
              <a:gd name="connsiteY1285" fmla="*/ 223678 h 443727"/>
              <a:gd name="connsiteX1286" fmla="*/ 1108851 w 1972510"/>
              <a:gd name="connsiteY1286" fmla="*/ 224135 h 443727"/>
              <a:gd name="connsiteX1287" fmla="*/ 1114949 w 1972510"/>
              <a:gd name="connsiteY1287" fmla="*/ 228098 h 443727"/>
              <a:gd name="connsiteX1288" fmla="*/ 1116778 w 1972510"/>
              <a:gd name="connsiteY1288" fmla="*/ 234653 h 443727"/>
              <a:gd name="connsiteX1289" fmla="*/ 1099629 w 1972510"/>
              <a:gd name="connsiteY1289" fmla="*/ 255233 h 443727"/>
              <a:gd name="connsiteX1290" fmla="*/ 1071656 w 1972510"/>
              <a:gd name="connsiteY1290" fmla="*/ 269181 h 443727"/>
              <a:gd name="connsiteX1291" fmla="*/ 1058012 w 1972510"/>
              <a:gd name="connsiteY1291" fmla="*/ 281376 h 443727"/>
              <a:gd name="connsiteX1292" fmla="*/ 1052601 w 1972510"/>
              <a:gd name="connsiteY1292" fmla="*/ 281376 h 443727"/>
              <a:gd name="connsiteX1293" fmla="*/ 1044979 w 1972510"/>
              <a:gd name="connsiteY1293" fmla="*/ 279242 h 443727"/>
              <a:gd name="connsiteX1294" fmla="*/ 1041701 w 1972510"/>
              <a:gd name="connsiteY1294" fmla="*/ 272535 h 443727"/>
              <a:gd name="connsiteX1295" fmla="*/ 1036975 w 1972510"/>
              <a:gd name="connsiteY1295" fmla="*/ 265751 h 443727"/>
              <a:gd name="connsiteX1296" fmla="*/ 1034841 w 1972510"/>
              <a:gd name="connsiteY1296" fmla="*/ 253403 h 443727"/>
              <a:gd name="connsiteX1297" fmla="*/ 1046960 w 1972510"/>
              <a:gd name="connsiteY1297" fmla="*/ 241742 h 443727"/>
              <a:gd name="connsiteX1298" fmla="*/ 1053896 w 1972510"/>
              <a:gd name="connsiteY1298" fmla="*/ 236635 h 443727"/>
              <a:gd name="connsiteX1299" fmla="*/ 1058851 w 1972510"/>
              <a:gd name="connsiteY1299" fmla="*/ 231528 h 443727"/>
              <a:gd name="connsiteX1300" fmla="*/ 1060146 w 1972510"/>
              <a:gd name="connsiteY1300" fmla="*/ 226574 h 443727"/>
              <a:gd name="connsiteX1301" fmla="*/ 1061594 w 1972510"/>
              <a:gd name="connsiteY1301" fmla="*/ 220171 h 443727"/>
              <a:gd name="connsiteX1302" fmla="*/ 1059308 w 1972510"/>
              <a:gd name="connsiteY1302" fmla="*/ 215065 h 443727"/>
              <a:gd name="connsiteX1303" fmla="*/ 1056564 w 1972510"/>
              <a:gd name="connsiteY1303" fmla="*/ 210644 h 443727"/>
              <a:gd name="connsiteX1304" fmla="*/ 1051076 w 1972510"/>
              <a:gd name="connsiteY1304" fmla="*/ 201116 h 443727"/>
              <a:gd name="connsiteX1305" fmla="*/ 1059841 w 1972510"/>
              <a:gd name="connsiteY1305" fmla="*/ 192046 h 443727"/>
              <a:gd name="connsiteX1306" fmla="*/ 1065710 w 1972510"/>
              <a:gd name="connsiteY1306" fmla="*/ 192046 h 443727"/>
              <a:gd name="connsiteX1307" fmla="*/ 1073943 w 1972510"/>
              <a:gd name="connsiteY1307" fmla="*/ 185263 h 443727"/>
              <a:gd name="connsiteX1308" fmla="*/ 1075771 w 1972510"/>
              <a:gd name="connsiteY1308" fmla="*/ 172762 h 443727"/>
              <a:gd name="connsiteX1309" fmla="*/ 1069369 w 1972510"/>
              <a:gd name="connsiteY1309" fmla="*/ 166817 h 443727"/>
              <a:gd name="connsiteX1310" fmla="*/ 1061747 w 1972510"/>
              <a:gd name="connsiteY1310" fmla="*/ 164073 h 443727"/>
              <a:gd name="connsiteX1311" fmla="*/ 1056945 w 1972510"/>
              <a:gd name="connsiteY1311" fmla="*/ 158814 h 443727"/>
              <a:gd name="connsiteX1312" fmla="*/ 1052982 w 1972510"/>
              <a:gd name="connsiteY1312" fmla="*/ 156146 h 443727"/>
              <a:gd name="connsiteX1313" fmla="*/ 1050847 w 1972510"/>
              <a:gd name="connsiteY1313" fmla="*/ 147228 h 443727"/>
              <a:gd name="connsiteX1314" fmla="*/ 1054963 w 1972510"/>
              <a:gd name="connsiteY1314" fmla="*/ 144636 h 443727"/>
              <a:gd name="connsiteX1315" fmla="*/ 1058088 w 1972510"/>
              <a:gd name="connsiteY1315" fmla="*/ 139835 h 443727"/>
              <a:gd name="connsiteX1316" fmla="*/ 1064719 w 1972510"/>
              <a:gd name="connsiteY1316" fmla="*/ 135948 h 443727"/>
              <a:gd name="connsiteX1317" fmla="*/ 1073409 w 1972510"/>
              <a:gd name="connsiteY1317" fmla="*/ 134957 h 443727"/>
              <a:gd name="connsiteX1318" fmla="*/ 1111062 w 1972510"/>
              <a:gd name="connsiteY1318" fmla="*/ 116969 h 443727"/>
              <a:gd name="connsiteX1319" fmla="*/ 1121808 w 1972510"/>
              <a:gd name="connsiteY1319" fmla="*/ 116206 h 443727"/>
              <a:gd name="connsiteX1320" fmla="*/ 1647883 w 1972510"/>
              <a:gd name="connsiteY1320" fmla="*/ 115902 h 443727"/>
              <a:gd name="connsiteX1321" fmla="*/ 1658935 w 1972510"/>
              <a:gd name="connsiteY1321" fmla="*/ 116359 h 443727"/>
              <a:gd name="connsiteX1322" fmla="*/ 1667777 w 1972510"/>
              <a:gd name="connsiteY1322" fmla="*/ 123600 h 443727"/>
              <a:gd name="connsiteX1323" fmla="*/ 1669835 w 1972510"/>
              <a:gd name="connsiteY1323" fmla="*/ 129850 h 443727"/>
              <a:gd name="connsiteX1324" fmla="*/ 1671055 w 1972510"/>
              <a:gd name="connsiteY1324" fmla="*/ 135871 h 443727"/>
              <a:gd name="connsiteX1325" fmla="*/ 1666405 w 1972510"/>
              <a:gd name="connsiteY1325" fmla="*/ 147076 h 443727"/>
              <a:gd name="connsiteX1326" fmla="*/ 1666405 w 1972510"/>
              <a:gd name="connsiteY1326" fmla="*/ 153630 h 443727"/>
              <a:gd name="connsiteX1327" fmla="*/ 1670902 w 1972510"/>
              <a:gd name="connsiteY1327" fmla="*/ 152488 h 443727"/>
              <a:gd name="connsiteX1328" fmla="*/ 1676542 w 1972510"/>
              <a:gd name="connsiteY1328" fmla="*/ 149972 h 443727"/>
              <a:gd name="connsiteX1329" fmla="*/ 1683174 w 1972510"/>
              <a:gd name="connsiteY1329" fmla="*/ 147686 h 443727"/>
              <a:gd name="connsiteX1330" fmla="*/ 1690796 w 1972510"/>
              <a:gd name="connsiteY1330" fmla="*/ 142198 h 443727"/>
              <a:gd name="connsiteX1331" fmla="*/ 1702686 w 1972510"/>
              <a:gd name="connsiteY1331" fmla="*/ 142198 h 443727"/>
              <a:gd name="connsiteX1332" fmla="*/ 1713052 w 1972510"/>
              <a:gd name="connsiteY1332" fmla="*/ 145551 h 443727"/>
              <a:gd name="connsiteX1333" fmla="*/ 1720217 w 1972510"/>
              <a:gd name="connsiteY1333" fmla="*/ 159195 h 443727"/>
              <a:gd name="connsiteX1334" fmla="*/ 1717473 w 1972510"/>
              <a:gd name="connsiteY1334" fmla="*/ 162625 h 443727"/>
              <a:gd name="connsiteX1335" fmla="*/ 1711757 w 1972510"/>
              <a:gd name="connsiteY1335" fmla="*/ 166893 h 443727"/>
              <a:gd name="connsiteX1336" fmla="*/ 1698570 w 1972510"/>
              <a:gd name="connsiteY1336" fmla="*/ 172533 h 443727"/>
              <a:gd name="connsiteX1337" fmla="*/ 1690948 w 1972510"/>
              <a:gd name="connsiteY1337" fmla="*/ 175811 h 443727"/>
              <a:gd name="connsiteX1338" fmla="*/ 1682107 w 1972510"/>
              <a:gd name="connsiteY1338" fmla="*/ 176954 h 443727"/>
              <a:gd name="connsiteX1339" fmla="*/ 1668539 w 1972510"/>
              <a:gd name="connsiteY1339" fmla="*/ 182137 h 443727"/>
              <a:gd name="connsiteX1340" fmla="*/ 1664042 w 1972510"/>
              <a:gd name="connsiteY1340" fmla="*/ 188692 h 443727"/>
              <a:gd name="connsiteX1341" fmla="*/ 1665643 w 1972510"/>
              <a:gd name="connsiteY1341" fmla="*/ 199211 h 443727"/>
              <a:gd name="connsiteX1342" fmla="*/ 1688052 w 1972510"/>
              <a:gd name="connsiteY1342" fmla="*/ 222077 h 443727"/>
              <a:gd name="connsiteX1343" fmla="*/ 1704592 w 1972510"/>
              <a:gd name="connsiteY1343" fmla="*/ 240751 h 443727"/>
              <a:gd name="connsiteX1344" fmla="*/ 1721589 w 1972510"/>
              <a:gd name="connsiteY1344" fmla="*/ 252412 h 443727"/>
              <a:gd name="connsiteX1345" fmla="*/ 1731345 w 1972510"/>
              <a:gd name="connsiteY1345" fmla="*/ 256224 h 443727"/>
              <a:gd name="connsiteX1346" fmla="*/ 1738967 w 1972510"/>
              <a:gd name="connsiteY1346" fmla="*/ 261026 h 443727"/>
              <a:gd name="connsiteX1347" fmla="*/ 1755812 w 1972510"/>
              <a:gd name="connsiteY1347" fmla="*/ 267275 h 443727"/>
              <a:gd name="connsiteX1348" fmla="*/ 1761605 w 1972510"/>
              <a:gd name="connsiteY1348" fmla="*/ 269943 h 443727"/>
              <a:gd name="connsiteX1349" fmla="*/ 1760995 w 1972510"/>
              <a:gd name="connsiteY1349" fmla="*/ 270705 h 443727"/>
              <a:gd name="connsiteX1350" fmla="*/ 1759166 w 1972510"/>
              <a:gd name="connsiteY1350" fmla="*/ 275126 h 443727"/>
              <a:gd name="connsiteX1351" fmla="*/ 1758328 w 1972510"/>
              <a:gd name="connsiteY1351" fmla="*/ 281376 h 443727"/>
              <a:gd name="connsiteX1352" fmla="*/ 1748648 w 1972510"/>
              <a:gd name="connsiteY1352" fmla="*/ 286407 h 443727"/>
              <a:gd name="connsiteX1353" fmla="*/ 1744684 w 1972510"/>
              <a:gd name="connsiteY1353" fmla="*/ 289685 h 443727"/>
              <a:gd name="connsiteX1354" fmla="*/ 1740720 w 1972510"/>
              <a:gd name="connsiteY1354" fmla="*/ 290522 h 443727"/>
              <a:gd name="connsiteX1355" fmla="*/ 1731802 w 1972510"/>
              <a:gd name="connsiteY1355" fmla="*/ 289989 h 443727"/>
              <a:gd name="connsiteX1356" fmla="*/ 1722580 w 1972510"/>
              <a:gd name="connsiteY1356" fmla="*/ 289989 h 443727"/>
              <a:gd name="connsiteX1357" fmla="*/ 1714500 w 1972510"/>
              <a:gd name="connsiteY1357" fmla="*/ 288465 h 443727"/>
              <a:gd name="connsiteX1358" fmla="*/ 1701848 w 1972510"/>
              <a:gd name="connsiteY1358" fmla="*/ 286712 h 443727"/>
              <a:gd name="connsiteX1359" fmla="*/ 1694683 w 1972510"/>
              <a:gd name="connsiteY1359" fmla="*/ 281758 h 443727"/>
              <a:gd name="connsiteX1360" fmla="*/ 1683708 w 1972510"/>
              <a:gd name="connsiteY1360" fmla="*/ 262168 h 443727"/>
              <a:gd name="connsiteX1361" fmla="*/ 1671283 w 1972510"/>
              <a:gd name="connsiteY1361" fmla="*/ 246391 h 443727"/>
              <a:gd name="connsiteX1362" fmla="*/ 1663661 w 1972510"/>
              <a:gd name="connsiteY1362" fmla="*/ 237778 h 443727"/>
              <a:gd name="connsiteX1363" fmla="*/ 1646359 w 1972510"/>
              <a:gd name="connsiteY1363" fmla="*/ 222534 h 443727"/>
              <a:gd name="connsiteX1364" fmla="*/ 1634393 w 1972510"/>
              <a:gd name="connsiteY1364" fmla="*/ 240675 h 443727"/>
              <a:gd name="connsiteX1365" fmla="*/ 1617090 w 1972510"/>
              <a:gd name="connsiteY1365" fmla="*/ 257595 h 443727"/>
              <a:gd name="connsiteX1366" fmla="*/ 1599331 w 1972510"/>
              <a:gd name="connsiteY1366" fmla="*/ 268419 h 443727"/>
              <a:gd name="connsiteX1367" fmla="*/ 1586145 w 1972510"/>
              <a:gd name="connsiteY1367" fmla="*/ 275583 h 443727"/>
              <a:gd name="connsiteX1368" fmla="*/ 1574026 w 1972510"/>
              <a:gd name="connsiteY1368" fmla="*/ 278709 h 443727"/>
              <a:gd name="connsiteX1369" fmla="*/ 1567394 w 1972510"/>
              <a:gd name="connsiteY1369" fmla="*/ 279928 h 443727"/>
              <a:gd name="connsiteX1370" fmla="*/ 1562897 w 1972510"/>
              <a:gd name="connsiteY1370" fmla="*/ 276041 h 443727"/>
              <a:gd name="connsiteX1371" fmla="*/ 1559467 w 1972510"/>
              <a:gd name="connsiteY1371" fmla="*/ 269181 h 443727"/>
              <a:gd name="connsiteX1372" fmla="*/ 1553675 w 1972510"/>
              <a:gd name="connsiteY1372" fmla="*/ 267199 h 443727"/>
              <a:gd name="connsiteX1373" fmla="*/ 1557409 w 1972510"/>
              <a:gd name="connsiteY1373" fmla="*/ 262855 h 443727"/>
              <a:gd name="connsiteX1374" fmla="*/ 1565946 w 1972510"/>
              <a:gd name="connsiteY1374" fmla="*/ 257824 h 443727"/>
              <a:gd name="connsiteX1375" fmla="*/ 1571816 w 1972510"/>
              <a:gd name="connsiteY1375" fmla="*/ 253480 h 443727"/>
              <a:gd name="connsiteX1376" fmla="*/ 1575932 w 1972510"/>
              <a:gd name="connsiteY1376" fmla="*/ 251650 h 443727"/>
              <a:gd name="connsiteX1377" fmla="*/ 1603371 w 1972510"/>
              <a:gd name="connsiteY1377" fmla="*/ 225354 h 443727"/>
              <a:gd name="connsiteX1378" fmla="*/ 1613965 w 1972510"/>
              <a:gd name="connsiteY1378" fmla="*/ 206757 h 443727"/>
              <a:gd name="connsiteX1379" fmla="*/ 1616176 w 1972510"/>
              <a:gd name="connsiteY1379" fmla="*/ 199135 h 443727"/>
              <a:gd name="connsiteX1380" fmla="*/ 1610688 w 1972510"/>
              <a:gd name="connsiteY1380" fmla="*/ 199135 h 443727"/>
              <a:gd name="connsiteX1381" fmla="*/ 1606495 w 1972510"/>
              <a:gd name="connsiteY1381" fmla="*/ 199135 h 443727"/>
              <a:gd name="connsiteX1382" fmla="*/ 1600855 w 1972510"/>
              <a:gd name="connsiteY1382" fmla="*/ 200659 h 443727"/>
              <a:gd name="connsiteX1383" fmla="*/ 1595444 w 1972510"/>
              <a:gd name="connsiteY1383" fmla="*/ 200659 h 443727"/>
              <a:gd name="connsiteX1384" fmla="*/ 1587135 w 1972510"/>
              <a:gd name="connsiteY1384" fmla="*/ 196772 h 443727"/>
              <a:gd name="connsiteX1385" fmla="*/ 1577455 w 1972510"/>
              <a:gd name="connsiteY1385" fmla="*/ 184728 h 443727"/>
              <a:gd name="connsiteX1386" fmla="*/ 1580047 w 1972510"/>
              <a:gd name="connsiteY1386" fmla="*/ 177106 h 443727"/>
              <a:gd name="connsiteX1387" fmla="*/ 1584621 w 1972510"/>
              <a:gd name="connsiteY1387" fmla="*/ 172381 h 443727"/>
              <a:gd name="connsiteX1388" fmla="*/ 1590413 w 1972510"/>
              <a:gd name="connsiteY1388" fmla="*/ 170171 h 443727"/>
              <a:gd name="connsiteX1389" fmla="*/ 1595291 w 1972510"/>
              <a:gd name="connsiteY1389" fmla="*/ 166969 h 443727"/>
              <a:gd name="connsiteX1390" fmla="*/ 1607182 w 1972510"/>
              <a:gd name="connsiteY1390" fmla="*/ 166969 h 443727"/>
              <a:gd name="connsiteX1391" fmla="*/ 1626771 w 1972510"/>
              <a:gd name="connsiteY1391" fmla="*/ 160033 h 443727"/>
              <a:gd name="connsiteX1392" fmla="*/ 1630505 w 1972510"/>
              <a:gd name="connsiteY1392" fmla="*/ 141969 h 443727"/>
              <a:gd name="connsiteX1393" fmla="*/ 1631801 w 1972510"/>
              <a:gd name="connsiteY1393" fmla="*/ 130536 h 443727"/>
              <a:gd name="connsiteX1394" fmla="*/ 1631268 w 1972510"/>
              <a:gd name="connsiteY1394" fmla="*/ 120703 h 443727"/>
              <a:gd name="connsiteX1395" fmla="*/ 1634317 w 1972510"/>
              <a:gd name="connsiteY1395" fmla="*/ 117197 h 443727"/>
              <a:gd name="connsiteX1396" fmla="*/ 1641939 w 1972510"/>
              <a:gd name="connsiteY1396" fmla="*/ 117807 h 443727"/>
              <a:gd name="connsiteX1397" fmla="*/ 1647883 w 1972510"/>
              <a:gd name="connsiteY1397" fmla="*/ 115902 h 443727"/>
              <a:gd name="connsiteX1398" fmla="*/ 592838 w 1972510"/>
              <a:gd name="connsiteY1398" fmla="*/ 113463 h 443727"/>
              <a:gd name="connsiteX1399" fmla="*/ 598478 w 1972510"/>
              <a:gd name="connsiteY1399" fmla="*/ 116588 h 443727"/>
              <a:gd name="connsiteX1400" fmla="*/ 607472 w 1972510"/>
              <a:gd name="connsiteY1400" fmla="*/ 117579 h 443727"/>
              <a:gd name="connsiteX1401" fmla="*/ 616619 w 1972510"/>
              <a:gd name="connsiteY1401" fmla="*/ 117579 h 443727"/>
              <a:gd name="connsiteX1402" fmla="*/ 622564 w 1972510"/>
              <a:gd name="connsiteY1402" fmla="*/ 119104 h 443727"/>
              <a:gd name="connsiteX1403" fmla="*/ 627823 w 1972510"/>
              <a:gd name="connsiteY1403" fmla="*/ 121619 h 443727"/>
              <a:gd name="connsiteX1404" fmla="*/ 633464 w 1972510"/>
              <a:gd name="connsiteY1404" fmla="*/ 130384 h 443727"/>
              <a:gd name="connsiteX1405" fmla="*/ 632472 w 1972510"/>
              <a:gd name="connsiteY1405" fmla="*/ 130765 h 443727"/>
              <a:gd name="connsiteX1406" fmla="*/ 632015 w 1972510"/>
              <a:gd name="connsiteY1406" fmla="*/ 136558 h 443727"/>
              <a:gd name="connsiteX1407" fmla="*/ 632015 w 1972510"/>
              <a:gd name="connsiteY1407" fmla="*/ 145399 h 443727"/>
              <a:gd name="connsiteX1408" fmla="*/ 627518 w 1972510"/>
              <a:gd name="connsiteY1408" fmla="*/ 155004 h 443727"/>
              <a:gd name="connsiteX1409" fmla="*/ 626223 w 1972510"/>
              <a:gd name="connsiteY1409" fmla="*/ 164912 h 443727"/>
              <a:gd name="connsiteX1410" fmla="*/ 625232 w 1972510"/>
              <a:gd name="connsiteY1410" fmla="*/ 182900 h 443727"/>
              <a:gd name="connsiteX1411" fmla="*/ 623631 w 1972510"/>
              <a:gd name="connsiteY1411" fmla="*/ 193876 h 443727"/>
              <a:gd name="connsiteX1412" fmla="*/ 622945 w 1972510"/>
              <a:gd name="connsiteY1412" fmla="*/ 203174 h 443727"/>
              <a:gd name="connsiteX1413" fmla="*/ 625079 w 1972510"/>
              <a:gd name="connsiteY1413" fmla="*/ 209501 h 443727"/>
              <a:gd name="connsiteX1414" fmla="*/ 625689 w 1972510"/>
              <a:gd name="connsiteY1414" fmla="*/ 213159 h 443727"/>
              <a:gd name="connsiteX1415" fmla="*/ 626908 w 1972510"/>
              <a:gd name="connsiteY1415" fmla="*/ 218876 h 443727"/>
              <a:gd name="connsiteX1416" fmla="*/ 623479 w 1972510"/>
              <a:gd name="connsiteY1416" fmla="*/ 231147 h 443727"/>
              <a:gd name="connsiteX1417" fmla="*/ 619134 w 1972510"/>
              <a:gd name="connsiteY1417" fmla="*/ 237855 h 443727"/>
              <a:gd name="connsiteX1418" fmla="*/ 606176 w 1972510"/>
              <a:gd name="connsiteY1418" fmla="*/ 245477 h 443727"/>
              <a:gd name="connsiteX1419" fmla="*/ 594820 w 1972510"/>
              <a:gd name="connsiteY1419" fmla="*/ 256224 h 443727"/>
              <a:gd name="connsiteX1420" fmla="*/ 582853 w 1972510"/>
              <a:gd name="connsiteY1420" fmla="*/ 261636 h 443727"/>
              <a:gd name="connsiteX1421" fmla="*/ 567609 w 1972510"/>
              <a:gd name="connsiteY1421" fmla="*/ 270706 h 443727"/>
              <a:gd name="connsiteX1422" fmla="*/ 558234 w 1972510"/>
              <a:gd name="connsiteY1422" fmla="*/ 274670 h 443727"/>
              <a:gd name="connsiteX1423" fmla="*/ 543599 w 1972510"/>
              <a:gd name="connsiteY1423" fmla="*/ 285189 h 443727"/>
              <a:gd name="connsiteX1424" fmla="*/ 534224 w 1972510"/>
              <a:gd name="connsiteY1424" fmla="*/ 276728 h 443727"/>
              <a:gd name="connsiteX1425" fmla="*/ 528203 w 1972510"/>
              <a:gd name="connsiteY1425" fmla="*/ 272079 h 443727"/>
              <a:gd name="connsiteX1426" fmla="*/ 526526 w 1972510"/>
              <a:gd name="connsiteY1426" fmla="*/ 264457 h 443727"/>
              <a:gd name="connsiteX1427" fmla="*/ 524392 w 1972510"/>
              <a:gd name="connsiteY1427" fmla="*/ 257825 h 443727"/>
              <a:gd name="connsiteX1428" fmla="*/ 528051 w 1972510"/>
              <a:gd name="connsiteY1428" fmla="*/ 252794 h 443727"/>
              <a:gd name="connsiteX1429" fmla="*/ 533691 w 1972510"/>
              <a:gd name="connsiteY1429" fmla="*/ 252260 h 443727"/>
              <a:gd name="connsiteX1430" fmla="*/ 542456 w 1972510"/>
              <a:gd name="connsiteY1430" fmla="*/ 247077 h 443727"/>
              <a:gd name="connsiteX1431" fmla="*/ 551831 w 1972510"/>
              <a:gd name="connsiteY1431" fmla="*/ 243496 h 443727"/>
              <a:gd name="connsiteX1432" fmla="*/ 568066 w 1972510"/>
              <a:gd name="connsiteY1432" fmla="*/ 234501 h 443727"/>
              <a:gd name="connsiteX1433" fmla="*/ 575688 w 1972510"/>
              <a:gd name="connsiteY1433" fmla="*/ 226879 h 443727"/>
              <a:gd name="connsiteX1434" fmla="*/ 575231 w 1972510"/>
              <a:gd name="connsiteY1434" fmla="*/ 209654 h 443727"/>
              <a:gd name="connsiteX1435" fmla="*/ 571192 w 1972510"/>
              <a:gd name="connsiteY1435" fmla="*/ 207215 h 443727"/>
              <a:gd name="connsiteX1436" fmla="*/ 563570 w 1972510"/>
              <a:gd name="connsiteY1436" fmla="*/ 208205 h 443727"/>
              <a:gd name="connsiteX1437" fmla="*/ 556405 w 1972510"/>
              <a:gd name="connsiteY1437" fmla="*/ 210796 h 443727"/>
              <a:gd name="connsiteX1438" fmla="*/ 550993 w 1972510"/>
              <a:gd name="connsiteY1438" fmla="*/ 211483 h 443727"/>
              <a:gd name="connsiteX1439" fmla="*/ 547487 w 1972510"/>
              <a:gd name="connsiteY1439" fmla="*/ 208510 h 443727"/>
              <a:gd name="connsiteX1440" fmla="*/ 545887 w 1972510"/>
              <a:gd name="connsiteY1440" fmla="*/ 199669 h 443727"/>
              <a:gd name="connsiteX1441" fmla="*/ 544361 w 1972510"/>
              <a:gd name="connsiteY1441" fmla="*/ 193495 h 443727"/>
              <a:gd name="connsiteX1442" fmla="*/ 545048 w 1972510"/>
              <a:gd name="connsiteY1442" fmla="*/ 180995 h 443727"/>
              <a:gd name="connsiteX1443" fmla="*/ 552670 w 1972510"/>
              <a:gd name="connsiteY1443" fmla="*/ 173754 h 443727"/>
              <a:gd name="connsiteX1444" fmla="*/ 562807 w 1972510"/>
              <a:gd name="connsiteY1444" fmla="*/ 170553 h 443727"/>
              <a:gd name="connsiteX1445" fmla="*/ 570429 w 1972510"/>
              <a:gd name="connsiteY1445" fmla="*/ 170019 h 443727"/>
              <a:gd name="connsiteX1446" fmla="*/ 580643 w 1972510"/>
              <a:gd name="connsiteY1446" fmla="*/ 165370 h 443727"/>
              <a:gd name="connsiteX1447" fmla="*/ 585597 w 1972510"/>
              <a:gd name="connsiteY1447" fmla="*/ 156070 h 443727"/>
              <a:gd name="connsiteX1448" fmla="*/ 588722 w 1972510"/>
              <a:gd name="connsiteY1448" fmla="*/ 136024 h 443727"/>
              <a:gd name="connsiteX1449" fmla="*/ 583615 w 1972510"/>
              <a:gd name="connsiteY1449" fmla="*/ 123067 h 443727"/>
              <a:gd name="connsiteX1450" fmla="*/ 583615 w 1972510"/>
              <a:gd name="connsiteY1450" fmla="*/ 119408 h 443727"/>
              <a:gd name="connsiteX1451" fmla="*/ 589332 w 1972510"/>
              <a:gd name="connsiteY1451" fmla="*/ 114987 h 443727"/>
              <a:gd name="connsiteX1452" fmla="*/ 592838 w 1972510"/>
              <a:gd name="connsiteY1452" fmla="*/ 113463 h 443727"/>
              <a:gd name="connsiteX1453" fmla="*/ 701072 w 1972510"/>
              <a:gd name="connsiteY1453" fmla="*/ 103326 h 443727"/>
              <a:gd name="connsiteX1454" fmla="*/ 706636 w 1972510"/>
              <a:gd name="connsiteY1454" fmla="*/ 106604 h 443727"/>
              <a:gd name="connsiteX1455" fmla="*/ 711285 w 1972510"/>
              <a:gd name="connsiteY1455" fmla="*/ 107671 h 443727"/>
              <a:gd name="connsiteX1456" fmla="*/ 714868 w 1972510"/>
              <a:gd name="connsiteY1456" fmla="*/ 111710 h 443727"/>
              <a:gd name="connsiteX1457" fmla="*/ 717764 w 1972510"/>
              <a:gd name="connsiteY1457" fmla="*/ 122915 h 443727"/>
              <a:gd name="connsiteX1458" fmla="*/ 709456 w 1972510"/>
              <a:gd name="connsiteY1458" fmla="*/ 138159 h 443727"/>
              <a:gd name="connsiteX1459" fmla="*/ 707855 w 1972510"/>
              <a:gd name="connsiteY1459" fmla="*/ 145781 h 443727"/>
              <a:gd name="connsiteX1460" fmla="*/ 714715 w 1972510"/>
              <a:gd name="connsiteY1460" fmla="*/ 148144 h 443727"/>
              <a:gd name="connsiteX1461" fmla="*/ 721575 w 1972510"/>
              <a:gd name="connsiteY1461" fmla="*/ 144256 h 443727"/>
              <a:gd name="connsiteX1462" fmla="*/ 732627 w 1972510"/>
              <a:gd name="connsiteY1462" fmla="*/ 148144 h 443727"/>
              <a:gd name="connsiteX1463" fmla="*/ 738800 w 1972510"/>
              <a:gd name="connsiteY1463" fmla="*/ 159653 h 443727"/>
              <a:gd name="connsiteX1464" fmla="*/ 740096 w 1972510"/>
              <a:gd name="connsiteY1464" fmla="*/ 167885 h 443727"/>
              <a:gd name="connsiteX1465" fmla="*/ 736361 w 1972510"/>
              <a:gd name="connsiteY1465" fmla="*/ 172154 h 443727"/>
              <a:gd name="connsiteX1466" fmla="*/ 728739 w 1972510"/>
              <a:gd name="connsiteY1466" fmla="*/ 174135 h 443727"/>
              <a:gd name="connsiteX1467" fmla="*/ 722109 w 1972510"/>
              <a:gd name="connsiteY1467" fmla="*/ 178784 h 443727"/>
              <a:gd name="connsiteX1468" fmla="*/ 712809 w 1972510"/>
              <a:gd name="connsiteY1468" fmla="*/ 183967 h 443727"/>
              <a:gd name="connsiteX1469" fmla="*/ 698023 w 1972510"/>
              <a:gd name="connsiteY1469" fmla="*/ 191132 h 443727"/>
              <a:gd name="connsiteX1470" fmla="*/ 692916 w 1972510"/>
              <a:gd name="connsiteY1470" fmla="*/ 207443 h 443727"/>
              <a:gd name="connsiteX1471" fmla="*/ 693450 w 1972510"/>
              <a:gd name="connsiteY1471" fmla="*/ 215065 h 443727"/>
              <a:gd name="connsiteX1472" fmla="*/ 697565 w 1972510"/>
              <a:gd name="connsiteY1472" fmla="*/ 228557 h 443727"/>
              <a:gd name="connsiteX1473" fmla="*/ 708846 w 1972510"/>
              <a:gd name="connsiteY1473" fmla="*/ 233587 h 443727"/>
              <a:gd name="connsiteX1474" fmla="*/ 716926 w 1972510"/>
              <a:gd name="connsiteY1474" fmla="*/ 234655 h 443727"/>
              <a:gd name="connsiteX1475" fmla="*/ 722642 w 1972510"/>
              <a:gd name="connsiteY1475" fmla="*/ 235874 h 443727"/>
              <a:gd name="connsiteX1476" fmla="*/ 728282 w 1972510"/>
              <a:gd name="connsiteY1476" fmla="*/ 238084 h 443727"/>
              <a:gd name="connsiteX1477" fmla="*/ 737124 w 1972510"/>
              <a:gd name="connsiteY1477" fmla="*/ 238999 h 443727"/>
              <a:gd name="connsiteX1478" fmla="*/ 737505 w 1972510"/>
              <a:gd name="connsiteY1478" fmla="*/ 239151 h 443727"/>
              <a:gd name="connsiteX1479" fmla="*/ 742459 w 1972510"/>
              <a:gd name="connsiteY1479" fmla="*/ 250509 h 443727"/>
              <a:gd name="connsiteX1480" fmla="*/ 738039 w 1972510"/>
              <a:gd name="connsiteY1480" fmla="*/ 263161 h 443727"/>
              <a:gd name="connsiteX1481" fmla="*/ 734380 w 1972510"/>
              <a:gd name="connsiteY1481" fmla="*/ 271469 h 443727"/>
              <a:gd name="connsiteX1482" fmla="*/ 724853 w 1972510"/>
              <a:gd name="connsiteY1482" fmla="*/ 272917 h 443727"/>
              <a:gd name="connsiteX1483" fmla="*/ 715477 w 1972510"/>
              <a:gd name="connsiteY1483" fmla="*/ 275127 h 443727"/>
              <a:gd name="connsiteX1484" fmla="*/ 708922 w 1972510"/>
              <a:gd name="connsiteY1484" fmla="*/ 272307 h 443727"/>
              <a:gd name="connsiteX1485" fmla="*/ 698785 w 1972510"/>
              <a:gd name="connsiteY1485" fmla="*/ 271317 h 443727"/>
              <a:gd name="connsiteX1486" fmla="*/ 688800 w 1972510"/>
              <a:gd name="connsiteY1486" fmla="*/ 271317 h 443727"/>
              <a:gd name="connsiteX1487" fmla="*/ 680340 w 1972510"/>
              <a:gd name="connsiteY1487" fmla="*/ 268877 h 443727"/>
              <a:gd name="connsiteX1488" fmla="*/ 667992 w 1972510"/>
              <a:gd name="connsiteY1488" fmla="*/ 268192 h 443727"/>
              <a:gd name="connsiteX1489" fmla="*/ 661742 w 1972510"/>
              <a:gd name="connsiteY1489" fmla="*/ 264761 h 443727"/>
              <a:gd name="connsiteX1490" fmla="*/ 655949 w 1972510"/>
              <a:gd name="connsiteY1490" fmla="*/ 255463 h 443727"/>
              <a:gd name="connsiteX1491" fmla="*/ 655186 w 1972510"/>
              <a:gd name="connsiteY1491" fmla="*/ 244639 h 443727"/>
              <a:gd name="connsiteX1492" fmla="*/ 652518 w 1972510"/>
              <a:gd name="connsiteY1492" fmla="*/ 231758 h 443727"/>
              <a:gd name="connsiteX1493" fmla="*/ 651986 w 1972510"/>
              <a:gd name="connsiteY1493" fmla="*/ 223679 h 443727"/>
              <a:gd name="connsiteX1494" fmla="*/ 650995 w 1972510"/>
              <a:gd name="connsiteY1494" fmla="*/ 216057 h 443727"/>
              <a:gd name="connsiteX1495" fmla="*/ 649775 w 1972510"/>
              <a:gd name="connsiteY1495" fmla="*/ 204090 h 443727"/>
              <a:gd name="connsiteX1496" fmla="*/ 652976 w 1972510"/>
              <a:gd name="connsiteY1496" fmla="*/ 184806 h 443727"/>
              <a:gd name="connsiteX1497" fmla="*/ 655644 w 1972510"/>
              <a:gd name="connsiteY1497" fmla="*/ 178784 h 443727"/>
              <a:gd name="connsiteX1498" fmla="*/ 657930 w 1972510"/>
              <a:gd name="connsiteY1498" fmla="*/ 168876 h 443727"/>
              <a:gd name="connsiteX1499" fmla="*/ 660065 w 1972510"/>
              <a:gd name="connsiteY1499" fmla="*/ 158739 h 443727"/>
              <a:gd name="connsiteX1500" fmla="*/ 660980 w 1972510"/>
              <a:gd name="connsiteY1500" fmla="*/ 142961 h 443727"/>
              <a:gd name="connsiteX1501" fmla="*/ 663266 w 1972510"/>
              <a:gd name="connsiteY1501" fmla="*/ 133357 h 443727"/>
              <a:gd name="connsiteX1502" fmla="*/ 666544 w 1972510"/>
              <a:gd name="connsiteY1502" fmla="*/ 118113 h 443727"/>
              <a:gd name="connsiteX1503" fmla="*/ 666925 w 1972510"/>
              <a:gd name="connsiteY1503" fmla="*/ 107671 h 443727"/>
              <a:gd name="connsiteX1504" fmla="*/ 672946 w 1972510"/>
              <a:gd name="connsiteY1504" fmla="*/ 103402 h 443727"/>
              <a:gd name="connsiteX1505" fmla="*/ 680568 w 1972510"/>
              <a:gd name="connsiteY1505" fmla="*/ 105003 h 443727"/>
              <a:gd name="connsiteX1506" fmla="*/ 687352 w 1972510"/>
              <a:gd name="connsiteY1506" fmla="*/ 103555 h 443727"/>
              <a:gd name="connsiteX1507" fmla="*/ 693450 w 1972510"/>
              <a:gd name="connsiteY1507" fmla="*/ 104775 h 443727"/>
              <a:gd name="connsiteX1508" fmla="*/ 701072 w 1972510"/>
              <a:gd name="connsiteY1508" fmla="*/ 103326 h 443727"/>
              <a:gd name="connsiteX1509" fmla="*/ 221646 w 1972510"/>
              <a:gd name="connsiteY1509" fmla="*/ 102887 h 443727"/>
              <a:gd name="connsiteX1510" fmla="*/ 217273 w 1972510"/>
              <a:gd name="connsiteY1510" fmla="*/ 109074 h 443727"/>
              <a:gd name="connsiteX1511" fmla="*/ 217273 w 1972510"/>
              <a:gd name="connsiteY1511" fmla="*/ 109380 h 443727"/>
              <a:gd name="connsiteX1512" fmla="*/ 213578 w 1972510"/>
              <a:gd name="connsiteY1512" fmla="*/ 128466 h 443727"/>
              <a:gd name="connsiteX1513" fmla="*/ 213294 w 1972510"/>
              <a:gd name="connsiteY1513" fmla="*/ 129887 h 443727"/>
              <a:gd name="connsiteX1514" fmla="*/ 210583 w 1972510"/>
              <a:gd name="connsiteY1514" fmla="*/ 129887 h 443727"/>
              <a:gd name="connsiteX1515" fmla="*/ 144077 w 1972510"/>
              <a:gd name="connsiteY1515" fmla="*/ 120289 h 443727"/>
              <a:gd name="connsiteX1516" fmla="*/ 149870 w 1972510"/>
              <a:gd name="connsiteY1516" fmla="*/ 134566 h 443727"/>
              <a:gd name="connsiteX1517" fmla="*/ 165677 w 1972510"/>
              <a:gd name="connsiteY1517" fmla="*/ 144448 h 443727"/>
              <a:gd name="connsiteX1518" fmla="*/ 166989 w 1972510"/>
              <a:gd name="connsiteY1518" fmla="*/ 144710 h 443727"/>
              <a:gd name="connsiteX1519" fmla="*/ 166989 w 1972510"/>
              <a:gd name="connsiteY1519" fmla="*/ 146044 h 443727"/>
              <a:gd name="connsiteX1520" fmla="*/ 167076 w 1972510"/>
              <a:gd name="connsiteY1520" fmla="*/ 146044 h 443727"/>
              <a:gd name="connsiteX1521" fmla="*/ 172870 w 1972510"/>
              <a:gd name="connsiteY1521" fmla="*/ 157718 h 443727"/>
              <a:gd name="connsiteX1522" fmla="*/ 185091 w 1972510"/>
              <a:gd name="connsiteY1522" fmla="*/ 161588 h 443727"/>
              <a:gd name="connsiteX1523" fmla="*/ 186731 w 1972510"/>
              <a:gd name="connsiteY1523" fmla="*/ 161588 h 443727"/>
              <a:gd name="connsiteX1524" fmla="*/ 188108 w 1972510"/>
              <a:gd name="connsiteY1524" fmla="*/ 161413 h 443727"/>
              <a:gd name="connsiteX1525" fmla="*/ 188589 w 1972510"/>
              <a:gd name="connsiteY1525" fmla="*/ 162703 h 443727"/>
              <a:gd name="connsiteX1526" fmla="*/ 197728 w 1972510"/>
              <a:gd name="connsiteY1526" fmla="*/ 170268 h 443727"/>
              <a:gd name="connsiteX1527" fmla="*/ 202407 w 1972510"/>
              <a:gd name="connsiteY1527" fmla="*/ 170967 h 443727"/>
              <a:gd name="connsiteX1528" fmla="*/ 208463 w 1972510"/>
              <a:gd name="connsiteY1528" fmla="*/ 169918 h 443727"/>
              <a:gd name="connsiteX1529" fmla="*/ 211676 w 1972510"/>
              <a:gd name="connsiteY1529" fmla="*/ 168584 h 443727"/>
              <a:gd name="connsiteX1530" fmla="*/ 206954 w 1972510"/>
              <a:gd name="connsiteY1530" fmla="*/ 187889 h 443727"/>
              <a:gd name="connsiteX1531" fmla="*/ 236687 w 1972510"/>
              <a:gd name="connsiteY1531" fmla="*/ 187889 h 443727"/>
              <a:gd name="connsiteX1532" fmla="*/ 231943 w 1972510"/>
              <a:gd name="connsiteY1532" fmla="*/ 168562 h 443727"/>
              <a:gd name="connsiteX1533" fmla="*/ 235179 w 1972510"/>
              <a:gd name="connsiteY1533" fmla="*/ 169918 h 443727"/>
              <a:gd name="connsiteX1534" fmla="*/ 241213 w 1972510"/>
              <a:gd name="connsiteY1534" fmla="*/ 170967 h 443727"/>
              <a:gd name="connsiteX1535" fmla="*/ 245892 w 1972510"/>
              <a:gd name="connsiteY1535" fmla="*/ 170268 h 443727"/>
              <a:gd name="connsiteX1536" fmla="*/ 255030 w 1972510"/>
              <a:gd name="connsiteY1536" fmla="*/ 162703 h 443727"/>
              <a:gd name="connsiteX1537" fmla="*/ 255511 w 1972510"/>
              <a:gd name="connsiteY1537" fmla="*/ 161413 h 443727"/>
              <a:gd name="connsiteX1538" fmla="*/ 256889 w 1972510"/>
              <a:gd name="connsiteY1538" fmla="*/ 161588 h 443727"/>
              <a:gd name="connsiteX1539" fmla="*/ 258528 w 1972510"/>
              <a:gd name="connsiteY1539" fmla="*/ 161588 h 443727"/>
              <a:gd name="connsiteX1540" fmla="*/ 270750 w 1972510"/>
              <a:gd name="connsiteY1540" fmla="*/ 157718 h 443727"/>
              <a:gd name="connsiteX1541" fmla="*/ 276543 w 1972510"/>
              <a:gd name="connsiteY1541" fmla="*/ 146022 h 443727"/>
              <a:gd name="connsiteX1542" fmla="*/ 276543 w 1972510"/>
              <a:gd name="connsiteY1542" fmla="*/ 144710 h 443727"/>
              <a:gd name="connsiteX1543" fmla="*/ 277855 w 1972510"/>
              <a:gd name="connsiteY1543" fmla="*/ 144448 h 443727"/>
              <a:gd name="connsiteX1544" fmla="*/ 293640 w 1972510"/>
              <a:gd name="connsiteY1544" fmla="*/ 134566 h 443727"/>
              <a:gd name="connsiteX1545" fmla="*/ 299434 w 1972510"/>
              <a:gd name="connsiteY1545" fmla="*/ 120289 h 443727"/>
              <a:gd name="connsiteX1546" fmla="*/ 232993 w 1972510"/>
              <a:gd name="connsiteY1546" fmla="*/ 129887 h 443727"/>
              <a:gd name="connsiteX1547" fmla="*/ 230282 w 1972510"/>
              <a:gd name="connsiteY1547" fmla="*/ 129887 h 443727"/>
              <a:gd name="connsiteX1548" fmla="*/ 229997 w 1972510"/>
              <a:gd name="connsiteY1548" fmla="*/ 128466 h 443727"/>
              <a:gd name="connsiteX1549" fmla="*/ 226303 w 1972510"/>
              <a:gd name="connsiteY1549" fmla="*/ 109380 h 443727"/>
              <a:gd name="connsiteX1550" fmla="*/ 226303 w 1972510"/>
              <a:gd name="connsiteY1550" fmla="*/ 109074 h 443727"/>
              <a:gd name="connsiteX1551" fmla="*/ 221930 w 1972510"/>
              <a:gd name="connsiteY1551" fmla="*/ 102887 h 443727"/>
              <a:gd name="connsiteX1552" fmla="*/ 256036 w 1972510"/>
              <a:gd name="connsiteY1552" fmla="*/ 102121 h 443727"/>
              <a:gd name="connsiteX1553" fmla="*/ 264584 w 1972510"/>
              <a:gd name="connsiteY1553" fmla="*/ 107653 h 443727"/>
              <a:gd name="connsiteX1554" fmla="*/ 254440 w 1972510"/>
              <a:gd name="connsiteY1554" fmla="*/ 108199 h 443727"/>
              <a:gd name="connsiteX1555" fmla="*/ 246875 w 1972510"/>
              <a:gd name="connsiteY1555" fmla="*/ 102690 h 443727"/>
              <a:gd name="connsiteX1556" fmla="*/ 256036 w 1972510"/>
              <a:gd name="connsiteY1556" fmla="*/ 102121 h 443727"/>
              <a:gd name="connsiteX1557" fmla="*/ 1220971 w 1972510"/>
              <a:gd name="connsiteY1557" fmla="*/ 101191 h 443727"/>
              <a:gd name="connsiteX1558" fmla="*/ 1228593 w 1972510"/>
              <a:gd name="connsiteY1558" fmla="*/ 104164 h 443727"/>
              <a:gd name="connsiteX1559" fmla="*/ 1243837 w 1972510"/>
              <a:gd name="connsiteY1559" fmla="*/ 105307 h 443727"/>
              <a:gd name="connsiteX1560" fmla="*/ 1244524 w 1972510"/>
              <a:gd name="connsiteY1560" fmla="*/ 105688 h 443727"/>
              <a:gd name="connsiteX1561" fmla="*/ 1247115 w 1972510"/>
              <a:gd name="connsiteY1561" fmla="*/ 111938 h 443727"/>
              <a:gd name="connsiteX1562" fmla="*/ 1252374 w 1972510"/>
              <a:gd name="connsiteY1562" fmla="*/ 122609 h 443727"/>
              <a:gd name="connsiteX1563" fmla="*/ 1248106 w 1972510"/>
              <a:gd name="connsiteY1563" fmla="*/ 131679 h 443727"/>
              <a:gd name="connsiteX1564" fmla="*/ 1246124 w 1972510"/>
              <a:gd name="connsiteY1564" fmla="*/ 140063 h 443727"/>
              <a:gd name="connsiteX1565" fmla="*/ 1238502 w 1972510"/>
              <a:gd name="connsiteY1565" fmla="*/ 153555 h 443727"/>
              <a:gd name="connsiteX1566" fmla="*/ 1231642 w 1972510"/>
              <a:gd name="connsiteY1566" fmla="*/ 161177 h 443727"/>
              <a:gd name="connsiteX1567" fmla="*/ 1216398 w 1972510"/>
              <a:gd name="connsiteY1567" fmla="*/ 193037 h 443727"/>
              <a:gd name="connsiteX1568" fmla="*/ 1211292 w 1972510"/>
              <a:gd name="connsiteY1568" fmla="*/ 198144 h 443727"/>
              <a:gd name="connsiteX1569" fmla="*/ 1205041 w 1972510"/>
              <a:gd name="connsiteY1569" fmla="*/ 198144 h 443727"/>
              <a:gd name="connsiteX1570" fmla="*/ 1198486 w 1972510"/>
              <a:gd name="connsiteY1570" fmla="*/ 200278 h 443727"/>
              <a:gd name="connsiteX1571" fmla="*/ 1188730 w 1972510"/>
              <a:gd name="connsiteY1571" fmla="*/ 203251 h 443727"/>
              <a:gd name="connsiteX1572" fmla="*/ 1188730 w 1972510"/>
              <a:gd name="connsiteY1572" fmla="*/ 210873 h 443727"/>
              <a:gd name="connsiteX1573" fmla="*/ 1196352 w 1972510"/>
              <a:gd name="connsiteY1573" fmla="*/ 209501 h 443727"/>
              <a:gd name="connsiteX1574" fmla="*/ 1202297 w 1972510"/>
              <a:gd name="connsiteY1574" fmla="*/ 206757 h 443727"/>
              <a:gd name="connsiteX1575" fmla="*/ 1210529 w 1972510"/>
              <a:gd name="connsiteY1575" fmla="*/ 209348 h 443727"/>
              <a:gd name="connsiteX1576" fmla="*/ 1213807 w 1972510"/>
              <a:gd name="connsiteY1576" fmla="*/ 213159 h 443727"/>
              <a:gd name="connsiteX1577" fmla="*/ 1215941 w 1972510"/>
              <a:gd name="connsiteY1577" fmla="*/ 223525 h 443727"/>
              <a:gd name="connsiteX1578" fmla="*/ 1214645 w 1972510"/>
              <a:gd name="connsiteY1578" fmla="*/ 227793 h 443727"/>
              <a:gd name="connsiteX1579" fmla="*/ 1207023 w 1972510"/>
              <a:gd name="connsiteY1579" fmla="*/ 233052 h 443727"/>
              <a:gd name="connsiteX1580" fmla="*/ 1198486 w 1972510"/>
              <a:gd name="connsiteY1580" fmla="*/ 236178 h 443727"/>
              <a:gd name="connsiteX1581" fmla="*/ 1195819 w 1972510"/>
              <a:gd name="connsiteY1581" fmla="*/ 241132 h 443727"/>
              <a:gd name="connsiteX1582" fmla="*/ 1199934 w 1972510"/>
              <a:gd name="connsiteY1582" fmla="*/ 244410 h 443727"/>
              <a:gd name="connsiteX1583" fmla="*/ 1211292 w 1972510"/>
              <a:gd name="connsiteY1583" fmla="*/ 242276 h 443727"/>
              <a:gd name="connsiteX1584" fmla="*/ 1219828 w 1972510"/>
              <a:gd name="connsiteY1584" fmla="*/ 242276 h 443727"/>
              <a:gd name="connsiteX1585" fmla="*/ 1230346 w 1972510"/>
              <a:gd name="connsiteY1585" fmla="*/ 240142 h 443727"/>
              <a:gd name="connsiteX1586" fmla="*/ 1239569 w 1972510"/>
              <a:gd name="connsiteY1586" fmla="*/ 240142 h 443727"/>
              <a:gd name="connsiteX1587" fmla="*/ 1247191 w 1972510"/>
              <a:gd name="connsiteY1587" fmla="*/ 252108 h 443727"/>
              <a:gd name="connsiteX1588" fmla="*/ 1233700 w 1972510"/>
              <a:gd name="connsiteY1588" fmla="*/ 271545 h 443727"/>
              <a:gd name="connsiteX1589" fmla="*/ 1221429 w 1972510"/>
              <a:gd name="connsiteY1589" fmla="*/ 269410 h 443727"/>
              <a:gd name="connsiteX1590" fmla="*/ 1201154 w 1972510"/>
              <a:gd name="connsiteY1590" fmla="*/ 270248 h 443727"/>
              <a:gd name="connsiteX1591" fmla="*/ 1190102 w 1972510"/>
              <a:gd name="connsiteY1591" fmla="*/ 269562 h 443727"/>
              <a:gd name="connsiteX1592" fmla="*/ 1180422 w 1972510"/>
              <a:gd name="connsiteY1592" fmla="*/ 270554 h 443727"/>
              <a:gd name="connsiteX1593" fmla="*/ 1169599 w 1972510"/>
              <a:gd name="connsiteY1593" fmla="*/ 272383 h 443727"/>
              <a:gd name="connsiteX1594" fmla="*/ 1156413 w 1972510"/>
              <a:gd name="connsiteY1594" fmla="*/ 274974 h 443727"/>
              <a:gd name="connsiteX1595" fmla="*/ 1142769 w 1972510"/>
              <a:gd name="connsiteY1595" fmla="*/ 276346 h 443727"/>
              <a:gd name="connsiteX1596" fmla="*/ 1128745 w 1972510"/>
              <a:gd name="connsiteY1596" fmla="*/ 280614 h 443727"/>
              <a:gd name="connsiteX1597" fmla="*/ 1119903 w 1972510"/>
              <a:gd name="connsiteY1597" fmla="*/ 275965 h 443727"/>
              <a:gd name="connsiteX1598" fmla="*/ 1117922 w 1972510"/>
              <a:gd name="connsiteY1598" fmla="*/ 264151 h 443727"/>
              <a:gd name="connsiteX1599" fmla="*/ 1118378 w 1972510"/>
              <a:gd name="connsiteY1599" fmla="*/ 258739 h 443727"/>
              <a:gd name="connsiteX1600" fmla="*/ 1121351 w 1972510"/>
              <a:gd name="connsiteY1600" fmla="*/ 252489 h 443727"/>
              <a:gd name="connsiteX1601" fmla="*/ 1124628 w 1972510"/>
              <a:gd name="connsiteY1601" fmla="*/ 249822 h 443727"/>
              <a:gd name="connsiteX1602" fmla="*/ 1128745 w 1972510"/>
              <a:gd name="connsiteY1602" fmla="*/ 251803 h 443727"/>
              <a:gd name="connsiteX1603" fmla="*/ 1140788 w 1972510"/>
              <a:gd name="connsiteY1603" fmla="*/ 247688 h 443727"/>
              <a:gd name="connsiteX1604" fmla="*/ 1156032 w 1972510"/>
              <a:gd name="connsiteY1604" fmla="*/ 240980 h 443727"/>
              <a:gd name="connsiteX1605" fmla="*/ 1153516 w 1972510"/>
              <a:gd name="connsiteY1605" fmla="*/ 236712 h 443727"/>
              <a:gd name="connsiteX1606" fmla="*/ 1147266 w 1972510"/>
              <a:gd name="connsiteY1606" fmla="*/ 235873 h 443727"/>
              <a:gd name="connsiteX1607" fmla="*/ 1142007 w 1972510"/>
              <a:gd name="connsiteY1607" fmla="*/ 233205 h 443727"/>
              <a:gd name="connsiteX1608" fmla="*/ 1142007 w 1972510"/>
              <a:gd name="connsiteY1608" fmla="*/ 228098 h 443727"/>
              <a:gd name="connsiteX1609" fmla="*/ 1142693 w 1972510"/>
              <a:gd name="connsiteY1609" fmla="*/ 221849 h 443727"/>
              <a:gd name="connsiteX1610" fmla="*/ 1146123 w 1972510"/>
              <a:gd name="connsiteY1610" fmla="*/ 217275 h 443727"/>
              <a:gd name="connsiteX1611" fmla="*/ 1149629 w 1972510"/>
              <a:gd name="connsiteY1611" fmla="*/ 218418 h 443727"/>
              <a:gd name="connsiteX1612" fmla="*/ 1153364 w 1972510"/>
              <a:gd name="connsiteY1612" fmla="*/ 217732 h 443727"/>
              <a:gd name="connsiteX1613" fmla="*/ 1157023 w 1972510"/>
              <a:gd name="connsiteY1613" fmla="*/ 217732 h 443727"/>
              <a:gd name="connsiteX1614" fmla="*/ 1160300 w 1972510"/>
              <a:gd name="connsiteY1614" fmla="*/ 214760 h 443727"/>
              <a:gd name="connsiteX1615" fmla="*/ 1161138 w 1972510"/>
              <a:gd name="connsiteY1615" fmla="*/ 207137 h 443727"/>
              <a:gd name="connsiteX1616" fmla="*/ 1156641 w 1972510"/>
              <a:gd name="connsiteY1616" fmla="*/ 206528 h 443727"/>
              <a:gd name="connsiteX1617" fmla="*/ 1150924 w 1972510"/>
              <a:gd name="connsiteY1617" fmla="*/ 208129 h 443727"/>
              <a:gd name="connsiteX1618" fmla="*/ 1145665 w 1972510"/>
              <a:gd name="connsiteY1618" fmla="*/ 209272 h 443727"/>
              <a:gd name="connsiteX1619" fmla="*/ 1141397 w 1972510"/>
              <a:gd name="connsiteY1619" fmla="*/ 208662 h 443727"/>
              <a:gd name="connsiteX1620" fmla="*/ 1139263 w 1972510"/>
              <a:gd name="connsiteY1620" fmla="*/ 205308 h 443727"/>
              <a:gd name="connsiteX1621" fmla="*/ 1137586 w 1972510"/>
              <a:gd name="connsiteY1621" fmla="*/ 200430 h 443727"/>
              <a:gd name="connsiteX1622" fmla="*/ 1133776 w 1972510"/>
              <a:gd name="connsiteY1622" fmla="*/ 193342 h 443727"/>
              <a:gd name="connsiteX1623" fmla="*/ 1131641 w 1972510"/>
              <a:gd name="connsiteY1623" fmla="*/ 185720 h 443727"/>
              <a:gd name="connsiteX1624" fmla="*/ 1135757 w 1972510"/>
              <a:gd name="connsiteY1624" fmla="*/ 173753 h 443727"/>
              <a:gd name="connsiteX1625" fmla="*/ 1133775 w 1972510"/>
              <a:gd name="connsiteY1625" fmla="*/ 154470 h 443727"/>
              <a:gd name="connsiteX1626" fmla="*/ 1131336 w 1972510"/>
              <a:gd name="connsiteY1626" fmla="*/ 146238 h 443727"/>
              <a:gd name="connsiteX1627" fmla="*/ 1132326 w 1972510"/>
              <a:gd name="connsiteY1627" fmla="*/ 139987 h 443727"/>
              <a:gd name="connsiteX1628" fmla="*/ 1134461 w 1972510"/>
              <a:gd name="connsiteY1628" fmla="*/ 129316 h 443727"/>
              <a:gd name="connsiteX1629" fmla="*/ 1139720 w 1972510"/>
              <a:gd name="connsiteY1629" fmla="*/ 118493 h 443727"/>
              <a:gd name="connsiteX1630" fmla="*/ 1146504 w 1972510"/>
              <a:gd name="connsiteY1630" fmla="*/ 122609 h 443727"/>
              <a:gd name="connsiteX1631" fmla="*/ 1152906 w 1972510"/>
              <a:gd name="connsiteY1631" fmla="*/ 121923 h 443727"/>
              <a:gd name="connsiteX1632" fmla="*/ 1161291 w 1972510"/>
              <a:gd name="connsiteY1632" fmla="*/ 119255 h 443727"/>
              <a:gd name="connsiteX1633" fmla="*/ 1175620 w 1972510"/>
              <a:gd name="connsiteY1633" fmla="*/ 113386 h 443727"/>
              <a:gd name="connsiteX1634" fmla="*/ 1186977 w 1972510"/>
              <a:gd name="connsiteY1634" fmla="*/ 112243 h 443727"/>
              <a:gd name="connsiteX1635" fmla="*/ 1220971 w 1972510"/>
              <a:gd name="connsiteY1635" fmla="*/ 101191 h 443727"/>
              <a:gd name="connsiteX1636" fmla="*/ 72279 w 1972510"/>
              <a:gd name="connsiteY1636" fmla="*/ 92458 h 443727"/>
              <a:gd name="connsiteX1637" fmla="*/ 71382 w 1972510"/>
              <a:gd name="connsiteY1637" fmla="*/ 92808 h 443727"/>
              <a:gd name="connsiteX1638" fmla="*/ 70530 w 1972510"/>
              <a:gd name="connsiteY1638" fmla="*/ 93355 h 443727"/>
              <a:gd name="connsiteX1639" fmla="*/ 69524 w 1972510"/>
              <a:gd name="connsiteY1639" fmla="*/ 94492 h 443727"/>
              <a:gd name="connsiteX1640" fmla="*/ 68387 w 1972510"/>
              <a:gd name="connsiteY1640" fmla="*/ 95454 h 443727"/>
              <a:gd name="connsiteX1641" fmla="*/ 67381 w 1972510"/>
              <a:gd name="connsiteY1641" fmla="*/ 95781 h 443727"/>
              <a:gd name="connsiteX1642" fmla="*/ 67163 w 1972510"/>
              <a:gd name="connsiteY1642" fmla="*/ 96372 h 443727"/>
              <a:gd name="connsiteX1643" fmla="*/ 67141 w 1972510"/>
              <a:gd name="connsiteY1643" fmla="*/ 96372 h 443727"/>
              <a:gd name="connsiteX1644" fmla="*/ 67032 w 1972510"/>
              <a:gd name="connsiteY1644" fmla="*/ 97509 h 443727"/>
              <a:gd name="connsiteX1645" fmla="*/ 67469 w 1972510"/>
              <a:gd name="connsiteY1645" fmla="*/ 97946 h 443727"/>
              <a:gd name="connsiteX1646" fmla="*/ 69655 w 1972510"/>
              <a:gd name="connsiteY1646" fmla="*/ 98777 h 443727"/>
              <a:gd name="connsiteX1647" fmla="*/ 71710 w 1972510"/>
              <a:gd name="connsiteY1647" fmla="*/ 101400 h 443727"/>
              <a:gd name="connsiteX1648" fmla="*/ 72279 w 1972510"/>
              <a:gd name="connsiteY1648" fmla="*/ 103040 h 443727"/>
              <a:gd name="connsiteX1649" fmla="*/ 71688 w 1972510"/>
              <a:gd name="connsiteY1649" fmla="*/ 104811 h 443727"/>
              <a:gd name="connsiteX1650" fmla="*/ 70923 w 1972510"/>
              <a:gd name="connsiteY1650" fmla="*/ 105751 h 443727"/>
              <a:gd name="connsiteX1651" fmla="*/ 70158 w 1972510"/>
              <a:gd name="connsiteY1651" fmla="*/ 107347 h 443727"/>
              <a:gd name="connsiteX1652" fmla="*/ 70158 w 1972510"/>
              <a:gd name="connsiteY1652" fmla="*/ 109052 h 443727"/>
              <a:gd name="connsiteX1653" fmla="*/ 71601 w 1972510"/>
              <a:gd name="connsiteY1653" fmla="*/ 110539 h 443727"/>
              <a:gd name="connsiteX1654" fmla="*/ 72497 w 1972510"/>
              <a:gd name="connsiteY1654" fmla="*/ 111042 h 443727"/>
              <a:gd name="connsiteX1655" fmla="*/ 73743 w 1972510"/>
              <a:gd name="connsiteY1655" fmla="*/ 111851 h 443727"/>
              <a:gd name="connsiteX1656" fmla="*/ 74509 w 1972510"/>
              <a:gd name="connsiteY1656" fmla="*/ 111851 h 443727"/>
              <a:gd name="connsiteX1657" fmla="*/ 75033 w 1972510"/>
              <a:gd name="connsiteY1657" fmla="*/ 111107 h 443727"/>
              <a:gd name="connsiteX1658" fmla="*/ 75514 w 1972510"/>
              <a:gd name="connsiteY1658" fmla="*/ 109949 h 443727"/>
              <a:gd name="connsiteX1659" fmla="*/ 76258 w 1972510"/>
              <a:gd name="connsiteY1659" fmla="*/ 108921 h 443727"/>
              <a:gd name="connsiteX1660" fmla="*/ 77001 w 1972510"/>
              <a:gd name="connsiteY1660" fmla="*/ 108702 h 443727"/>
              <a:gd name="connsiteX1661" fmla="*/ 79187 w 1972510"/>
              <a:gd name="connsiteY1661" fmla="*/ 110583 h 443727"/>
              <a:gd name="connsiteX1662" fmla="*/ 79187 w 1972510"/>
              <a:gd name="connsiteY1662" fmla="*/ 112332 h 443727"/>
              <a:gd name="connsiteX1663" fmla="*/ 78466 w 1972510"/>
              <a:gd name="connsiteY1663" fmla="*/ 115305 h 443727"/>
              <a:gd name="connsiteX1664" fmla="*/ 77832 w 1972510"/>
              <a:gd name="connsiteY1664" fmla="*/ 116835 h 443727"/>
              <a:gd name="connsiteX1665" fmla="*/ 77460 w 1972510"/>
              <a:gd name="connsiteY1665" fmla="*/ 118475 h 443727"/>
              <a:gd name="connsiteX1666" fmla="*/ 76892 w 1972510"/>
              <a:gd name="connsiteY1666" fmla="*/ 119218 h 443727"/>
              <a:gd name="connsiteX1667" fmla="*/ 77110 w 1972510"/>
              <a:gd name="connsiteY1667" fmla="*/ 120224 h 443727"/>
              <a:gd name="connsiteX1668" fmla="*/ 78138 w 1972510"/>
              <a:gd name="connsiteY1668" fmla="*/ 120705 h 443727"/>
              <a:gd name="connsiteX1669" fmla="*/ 79231 w 1972510"/>
              <a:gd name="connsiteY1669" fmla="*/ 121361 h 443727"/>
              <a:gd name="connsiteX1670" fmla="*/ 80477 w 1972510"/>
              <a:gd name="connsiteY1670" fmla="*/ 121142 h 443727"/>
              <a:gd name="connsiteX1671" fmla="*/ 82554 w 1972510"/>
              <a:gd name="connsiteY1671" fmla="*/ 120989 h 443727"/>
              <a:gd name="connsiteX1672" fmla="*/ 82926 w 1972510"/>
              <a:gd name="connsiteY1672" fmla="*/ 118038 h 443727"/>
              <a:gd name="connsiteX1673" fmla="*/ 83494 w 1972510"/>
              <a:gd name="connsiteY1673" fmla="*/ 116442 h 443727"/>
              <a:gd name="connsiteX1674" fmla="*/ 84150 w 1972510"/>
              <a:gd name="connsiteY1674" fmla="*/ 113578 h 443727"/>
              <a:gd name="connsiteX1675" fmla="*/ 84828 w 1972510"/>
              <a:gd name="connsiteY1675" fmla="*/ 111523 h 443727"/>
              <a:gd name="connsiteX1676" fmla="*/ 84828 w 1972510"/>
              <a:gd name="connsiteY1676" fmla="*/ 108943 h 443727"/>
              <a:gd name="connsiteX1677" fmla="*/ 85331 w 1972510"/>
              <a:gd name="connsiteY1677" fmla="*/ 106494 h 443727"/>
              <a:gd name="connsiteX1678" fmla="*/ 85003 w 1972510"/>
              <a:gd name="connsiteY1678" fmla="*/ 105226 h 443727"/>
              <a:gd name="connsiteX1679" fmla="*/ 83910 w 1972510"/>
              <a:gd name="connsiteY1679" fmla="*/ 103412 h 443727"/>
              <a:gd name="connsiteX1680" fmla="*/ 83101 w 1972510"/>
              <a:gd name="connsiteY1680" fmla="*/ 102931 h 443727"/>
              <a:gd name="connsiteX1681" fmla="*/ 82576 w 1972510"/>
              <a:gd name="connsiteY1681" fmla="*/ 102581 h 443727"/>
              <a:gd name="connsiteX1682" fmla="*/ 81592 w 1972510"/>
              <a:gd name="connsiteY1682" fmla="*/ 102122 h 443727"/>
              <a:gd name="connsiteX1683" fmla="*/ 80543 w 1972510"/>
              <a:gd name="connsiteY1683" fmla="*/ 101007 h 443727"/>
              <a:gd name="connsiteX1684" fmla="*/ 79406 w 1972510"/>
              <a:gd name="connsiteY1684" fmla="*/ 99586 h 443727"/>
              <a:gd name="connsiteX1685" fmla="*/ 77351 w 1972510"/>
              <a:gd name="connsiteY1685" fmla="*/ 97399 h 443727"/>
              <a:gd name="connsiteX1686" fmla="*/ 76280 w 1972510"/>
              <a:gd name="connsiteY1686" fmla="*/ 96131 h 443727"/>
              <a:gd name="connsiteX1687" fmla="*/ 75646 w 1972510"/>
              <a:gd name="connsiteY1687" fmla="*/ 94513 h 443727"/>
              <a:gd name="connsiteX1688" fmla="*/ 74618 w 1972510"/>
              <a:gd name="connsiteY1688" fmla="*/ 93464 h 443727"/>
              <a:gd name="connsiteX1689" fmla="*/ 73962 w 1972510"/>
              <a:gd name="connsiteY1689" fmla="*/ 92764 h 443727"/>
              <a:gd name="connsiteX1690" fmla="*/ 72279 w 1972510"/>
              <a:gd name="connsiteY1690" fmla="*/ 92458 h 443727"/>
              <a:gd name="connsiteX1691" fmla="*/ 265431 w 1972510"/>
              <a:gd name="connsiteY1691" fmla="*/ 92373 h 443727"/>
              <a:gd name="connsiteX1692" fmla="*/ 274161 w 1972510"/>
              <a:gd name="connsiteY1692" fmla="*/ 93574 h 443727"/>
              <a:gd name="connsiteX1693" fmla="*/ 265853 w 1972510"/>
              <a:gd name="connsiteY1693" fmla="*/ 98252 h 443727"/>
              <a:gd name="connsiteX1694" fmla="*/ 256976 w 1972510"/>
              <a:gd name="connsiteY1694" fmla="*/ 95454 h 443727"/>
              <a:gd name="connsiteX1695" fmla="*/ 265415 w 1972510"/>
              <a:gd name="connsiteY1695" fmla="*/ 92371 h 443727"/>
              <a:gd name="connsiteX1696" fmla="*/ 265437 w 1972510"/>
              <a:gd name="connsiteY1696" fmla="*/ 92371 h 443727"/>
              <a:gd name="connsiteX1697" fmla="*/ 265431 w 1972510"/>
              <a:gd name="connsiteY1697" fmla="*/ 92373 h 443727"/>
              <a:gd name="connsiteX1698" fmla="*/ 369788 w 1972510"/>
              <a:gd name="connsiteY1698" fmla="*/ 82095 h 443727"/>
              <a:gd name="connsiteX1699" fmla="*/ 368607 w 1972510"/>
              <a:gd name="connsiteY1699" fmla="*/ 82358 h 443727"/>
              <a:gd name="connsiteX1700" fmla="*/ 367470 w 1972510"/>
              <a:gd name="connsiteY1700" fmla="*/ 83801 h 443727"/>
              <a:gd name="connsiteX1701" fmla="*/ 365284 w 1972510"/>
              <a:gd name="connsiteY1701" fmla="*/ 86118 h 443727"/>
              <a:gd name="connsiteX1702" fmla="*/ 362967 w 1972510"/>
              <a:gd name="connsiteY1702" fmla="*/ 87998 h 443727"/>
              <a:gd name="connsiteX1703" fmla="*/ 362048 w 1972510"/>
              <a:gd name="connsiteY1703" fmla="*/ 89179 h 443727"/>
              <a:gd name="connsiteX1704" fmla="*/ 361589 w 1972510"/>
              <a:gd name="connsiteY1704" fmla="*/ 90119 h 443727"/>
              <a:gd name="connsiteX1705" fmla="*/ 360890 w 1972510"/>
              <a:gd name="connsiteY1705" fmla="*/ 90119 h 443727"/>
              <a:gd name="connsiteX1706" fmla="*/ 359490 w 1972510"/>
              <a:gd name="connsiteY1706" fmla="*/ 89463 h 443727"/>
              <a:gd name="connsiteX1707" fmla="*/ 359329 w 1972510"/>
              <a:gd name="connsiteY1707" fmla="*/ 89301 h 443727"/>
              <a:gd name="connsiteX1708" fmla="*/ 359490 w 1972510"/>
              <a:gd name="connsiteY1708" fmla="*/ 88545 h 443727"/>
              <a:gd name="connsiteX1709" fmla="*/ 360824 w 1972510"/>
              <a:gd name="connsiteY1709" fmla="*/ 86818 h 443727"/>
              <a:gd name="connsiteX1710" fmla="*/ 360474 w 1972510"/>
              <a:gd name="connsiteY1710" fmla="*/ 86490 h 443727"/>
              <a:gd name="connsiteX1711" fmla="*/ 357282 w 1972510"/>
              <a:gd name="connsiteY1711" fmla="*/ 87168 h 443727"/>
              <a:gd name="connsiteX1712" fmla="*/ 356495 w 1972510"/>
              <a:gd name="connsiteY1712" fmla="*/ 86971 h 443727"/>
              <a:gd name="connsiteX1713" fmla="*/ 355511 w 1972510"/>
              <a:gd name="connsiteY1713" fmla="*/ 87364 h 443727"/>
              <a:gd name="connsiteX1714" fmla="*/ 353719 w 1972510"/>
              <a:gd name="connsiteY1714" fmla="*/ 88982 h 443727"/>
              <a:gd name="connsiteX1715" fmla="*/ 352494 w 1972510"/>
              <a:gd name="connsiteY1715" fmla="*/ 91168 h 443727"/>
              <a:gd name="connsiteX1716" fmla="*/ 352888 w 1972510"/>
              <a:gd name="connsiteY1716" fmla="*/ 92196 h 443727"/>
              <a:gd name="connsiteX1717" fmla="*/ 356124 w 1972510"/>
              <a:gd name="connsiteY1717" fmla="*/ 92743 h 443727"/>
              <a:gd name="connsiteX1718" fmla="*/ 357064 w 1972510"/>
              <a:gd name="connsiteY1718" fmla="*/ 92743 h 443727"/>
              <a:gd name="connsiteX1719" fmla="*/ 359250 w 1972510"/>
              <a:gd name="connsiteY1719" fmla="*/ 92546 h 443727"/>
              <a:gd name="connsiteX1720" fmla="*/ 361152 w 1972510"/>
              <a:gd name="connsiteY1720" fmla="*/ 93573 h 443727"/>
              <a:gd name="connsiteX1721" fmla="*/ 362573 w 1972510"/>
              <a:gd name="connsiteY1721" fmla="*/ 94601 h 443727"/>
              <a:gd name="connsiteX1722" fmla="*/ 364322 w 1972510"/>
              <a:gd name="connsiteY1722" fmla="*/ 96044 h 443727"/>
              <a:gd name="connsiteX1723" fmla="*/ 365503 w 1972510"/>
              <a:gd name="connsiteY1723" fmla="*/ 96875 h 443727"/>
              <a:gd name="connsiteX1724" fmla="*/ 366683 w 1972510"/>
              <a:gd name="connsiteY1724" fmla="*/ 97662 h 443727"/>
              <a:gd name="connsiteX1725" fmla="*/ 368870 w 1972510"/>
              <a:gd name="connsiteY1725" fmla="*/ 99498 h 443727"/>
              <a:gd name="connsiteX1726" fmla="*/ 370247 w 1972510"/>
              <a:gd name="connsiteY1726" fmla="*/ 100613 h 443727"/>
              <a:gd name="connsiteX1727" fmla="*/ 371537 w 1972510"/>
              <a:gd name="connsiteY1727" fmla="*/ 101706 h 443727"/>
              <a:gd name="connsiteX1728" fmla="*/ 370072 w 1972510"/>
              <a:gd name="connsiteY1728" fmla="*/ 102100 h 443727"/>
              <a:gd name="connsiteX1729" fmla="*/ 368738 w 1972510"/>
              <a:gd name="connsiteY1729" fmla="*/ 101597 h 443727"/>
              <a:gd name="connsiteX1730" fmla="*/ 368170 w 1972510"/>
              <a:gd name="connsiteY1730" fmla="*/ 100548 h 443727"/>
              <a:gd name="connsiteX1731" fmla="*/ 367361 w 1972510"/>
              <a:gd name="connsiteY1731" fmla="*/ 99782 h 443727"/>
              <a:gd name="connsiteX1732" fmla="*/ 366443 w 1972510"/>
              <a:gd name="connsiteY1732" fmla="*/ 98777 h 443727"/>
              <a:gd name="connsiteX1733" fmla="*/ 365743 w 1972510"/>
              <a:gd name="connsiteY1733" fmla="*/ 98624 h 443727"/>
              <a:gd name="connsiteX1734" fmla="*/ 364825 w 1972510"/>
              <a:gd name="connsiteY1734" fmla="*/ 98143 h 443727"/>
              <a:gd name="connsiteX1735" fmla="*/ 363863 w 1972510"/>
              <a:gd name="connsiteY1735" fmla="*/ 97443 h 443727"/>
              <a:gd name="connsiteX1736" fmla="*/ 362529 w 1972510"/>
              <a:gd name="connsiteY1736" fmla="*/ 96547 h 443727"/>
              <a:gd name="connsiteX1737" fmla="*/ 361502 w 1972510"/>
              <a:gd name="connsiteY1737" fmla="*/ 95650 h 443727"/>
              <a:gd name="connsiteX1738" fmla="*/ 360868 w 1972510"/>
              <a:gd name="connsiteY1738" fmla="*/ 95497 h 443727"/>
              <a:gd name="connsiteX1739" fmla="*/ 359775 w 1972510"/>
              <a:gd name="connsiteY1739" fmla="*/ 94470 h 443727"/>
              <a:gd name="connsiteX1740" fmla="*/ 357239 w 1972510"/>
              <a:gd name="connsiteY1740" fmla="*/ 95410 h 443727"/>
              <a:gd name="connsiteX1741" fmla="*/ 356058 w 1972510"/>
              <a:gd name="connsiteY1741" fmla="*/ 96131 h 443727"/>
              <a:gd name="connsiteX1742" fmla="*/ 355642 w 1972510"/>
              <a:gd name="connsiteY1742" fmla="*/ 97028 h 443727"/>
              <a:gd name="connsiteX1743" fmla="*/ 356320 w 1972510"/>
              <a:gd name="connsiteY1743" fmla="*/ 97771 h 443727"/>
              <a:gd name="connsiteX1744" fmla="*/ 357588 w 1972510"/>
              <a:gd name="connsiteY1744" fmla="*/ 98230 h 443727"/>
              <a:gd name="connsiteX1745" fmla="*/ 358813 w 1972510"/>
              <a:gd name="connsiteY1745" fmla="*/ 98514 h 443727"/>
              <a:gd name="connsiteX1746" fmla="*/ 359381 w 1972510"/>
              <a:gd name="connsiteY1746" fmla="*/ 99280 h 443727"/>
              <a:gd name="connsiteX1747" fmla="*/ 358201 w 1972510"/>
              <a:gd name="connsiteY1747" fmla="*/ 99761 h 443727"/>
              <a:gd name="connsiteX1748" fmla="*/ 357195 w 1972510"/>
              <a:gd name="connsiteY1748" fmla="*/ 100460 h 443727"/>
              <a:gd name="connsiteX1749" fmla="*/ 356539 w 1972510"/>
              <a:gd name="connsiteY1749" fmla="*/ 100591 h 443727"/>
              <a:gd name="connsiteX1750" fmla="*/ 355490 w 1972510"/>
              <a:gd name="connsiteY1750" fmla="*/ 100220 h 443727"/>
              <a:gd name="connsiteX1751" fmla="*/ 354047 w 1972510"/>
              <a:gd name="connsiteY1751" fmla="*/ 99323 h 443727"/>
              <a:gd name="connsiteX1752" fmla="*/ 352516 w 1972510"/>
              <a:gd name="connsiteY1752" fmla="*/ 98908 h 443727"/>
              <a:gd name="connsiteX1753" fmla="*/ 351838 w 1972510"/>
              <a:gd name="connsiteY1753" fmla="*/ 97662 h 443727"/>
              <a:gd name="connsiteX1754" fmla="*/ 349652 w 1972510"/>
              <a:gd name="connsiteY1754" fmla="*/ 97093 h 443727"/>
              <a:gd name="connsiteX1755" fmla="*/ 348318 w 1972510"/>
              <a:gd name="connsiteY1755" fmla="*/ 97924 h 443727"/>
              <a:gd name="connsiteX1756" fmla="*/ 347597 w 1972510"/>
              <a:gd name="connsiteY1756" fmla="*/ 98799 h 443727"/>
              <a:gd name="connsiteX1757" fmla="*/ 347859 w 1972510"/>
              <a:gd name="connsiteY1757" fmla="*/ 99542 h 443727"/>
              <a:gd name="connsiteX1758" fmla="*/ 348625 w 1972510"/>
              <a:gd name="connsiteY1758" fmla="*/ 100919 h 443727"/>
              <a:gd name="connsiteX1759" fmla="*/ 350264 w 1972510"/>
              <a:gd name="connsiteY1759" fmla="*/ 101750 h 443727"/>
              <a:gd name="connsiteX1760" fmla="*/ 351948 w 1972510"/>
              <a:gd name="connsiteY1760" fmla="*/ 103040 h 443727"/>
              <a:gd name="connsiteX1761" fmla="*/ 353609 w 1972510"/>
              <a:gd name="connsiteY1761" fmla="*/ 104286 h 443727"/>
              <a:gd name="connsiteX1762" fmla="*/ 353391 w 1972510"/>
              <a:gd name="connsiteY1762" fmla="*/ 105314 h 443727"/>
              <a:gd name="connsiteX1763" fmla="*/ 349171 w 1972510"/>
              <a:gd name="connsiteY1763" fmla="*/ 106254 h 443727"/>
              <a:gd name="connsiteX1764" fmla="*/ 346985 w 1972510"/>
              <a:gd name="connsiteY1764" fmla="*/ 104592 h 443727"/>
              <a:gd name="connsiteX1765" fmla="*/ 345804 w 1972510"/>
              <a:gd name="connsiteY1765" fmla="*/ 104133 h 443727"/>
              <a:gd name="connsiteX1766" fmla="*/ 345804 w 1972510"/>
              <a:gd name="connsiteY1766" fmla="*/ 107085 h 443727"/>
              <a:gd name="connsiteX1767" fmla="*/ 344624 w 1972510"/>
              <a:gd name="connsiteY1767" fmla="*/ 108134 h 443727"/>
              <a:gd name="connsiteX1768" fmla="*/ 346132 w 1972510"/>
              <a:gd name="connsiteY1768" fmla="*/ 109774 h 443727"/>
              <a:gd name="connsiteX1769" fmla="*/ 347422 w 1972510"/>
              <a:gd name="connsiteY1769" fmla="*/ 110561 h 443727"/>
              <a:gd name="connsiteX1770" fmla="*/ 349171 w 1972510"/>
              <a:gd name="connsiteY1770" fmla="*/ 111457 h 443727"/>
              <a:gd name="connsiteX1771" fmla="*/ 351795 w 1972510"/>
              <a:gd name="connsiteY1771" fmla="*/ 110714 h 443727"/>
              <a:gd name="connsiteX1772" fmla="*/ 353063 w 1972510"/>
              <a:gd name="connsiteY1772" fmla="*/ 110430 h 443727"/>
              <a:gd name="connsiteX1773" fmla="*/ 354549 w 1972510"/>
              <a:gd name="connsiteY1773" fmla="*/ 109533 h 443727"/>
              <a:gd name="connsiteX1774" fmla="*/ 355752 w 1972510"/>
              <a:gd name="connsiteY1774" fmla="*/ 108659 h 443727"/>
              <a:gd name="connsiteX1775" fmla="*/ 356932 w 1972510"/>
              <a:gd name="connsiteY1775" fmla="*/ 107391 h 443727"/>
              <a:gd name="connsiteX1776" fmla="*/ 359468 w 1972510"/>
              <a:gd name="connsiteY1776" fmla="*/ 108440 h 443727"/>
              <a:gd name="connsiteX1777" fmla="*/ 360474 w 1972510"/>
              <a:gd name="connsiteY1777" fmla="*/ 108987 h 443727"/>
              <a:gd name="connsiteX1778" fmla="*/ 361786 w 1972510"/>
              <a:gd name="connsiteY1778" fmla="*/ 109949 h 443727"/>
              <a:gd name="connsiteX1779" fmla="*/ 362967 w 1972510"/>
              <a:gd name="connsiteY1779" fmla="*/ 110080 h 443727"/>
              <a:gd name="connsiteX1780" fmla="*/ 364388 w 1972510"/>
              <a:gd name="connsiteY1780" fmla="*/ 109293 h 443727"/>
              <a:gd name="connsiteX1781" fmla="*/ 364388 w 1972510"/>
              <a:gd name="connsiteY1781" fmla="*/ 108440 h 443727"/>
              <a:gd name="connsiteX1782" fmla="*/ 363797 w 1972510"/>
              <a:gd name="connsiteY1782" fmla="*/ 106888 h 443727"/>
              <a:gd name="connsiteX1783" fmla="*/ 363316 w 1972510"/>
              <a:gd name="connsiteY1783" fmla="*/ 105226 h 443727"/>
              <a:gd name="connsiteX1784" fmla="*/ 362376 w 1972510"/>
              <a:gd name="connsiteY1784" fmla="*/ 104898 h 443727"/>
              <a:gd name="connsiteX1785" fmla="*/ 361043 w 1972510"/>
              <a:gd name="connsiteY1785" fmla="*/ 104264 h 443727"/>
              <a:gd name="connsiteX1786" fmla="*/ 360627 w 1972510"/>
              <a:gd name="connsiteY1786" fmla="*/ 103608 h 443727"/>
              <a:gd name="connsiteX1787" fmla="*/ 361895 w 1972510"/>
              <a:gd name="connsiteY1787" fmla="*/ 102778 h 443727"/>
              <a:gd name="connsiteX1788" fmla="*/ 363819 w 1972510"/>
              <a:gd name="connsiteY1788" fmla="*/ 102778 h 443727"/>
              <a:gd name="connsiteX1789" fmla="*/ 365240 w 1972510"/>
              <a:gd name="connsiteY1789" fmla="*/ 102778 h 443727"/>
              <a:gd name="connsiteX1790" fmla="*/ 368498 w 1972510"/>
              <a:gd name="connsiteY1790" fmla="*/ 103455 h 443727"/>
              <a:gd name="connsiteX1791" fmla="*/ 369591 w 1972510"/>
              <a:gd name="connsiteY1791" fmla="*/ 104592 h 443727"/>
              <a:gd name="connsiteX1792" fmla="*/ 370334 w 1972510"/>
              <a:gd name="connsiteY1792" fmla="*/ 105554 h 443727"/>
              <a:gd name="connsiteX1793" fmla="*/ 371318 w 1972510"/>
              <a:gd name="connsiteY1793" fmla="*/ 105991 h 443727"/>
              <a:gd name="connsiteX1794" fmla="*/ 374095 w 1972510"/>
              <a:gd name="connsiteY1794" fmla="*/ 107740 h 443727"/>
              <a:gd name="connsiteX1795" fmla="*/ 376019 w 1972510"/>
              <a:gd name="connsiteY1795" fmla="*/ 106735 h 443727"/>
              <a:gd name="connsiteX1796" fmla="*/ 377352 w 1972510"/>
              <a:gd name="connsiteY1796" fmla="*/ 104745 h 443727"/>
              <a:gd name="connsiteX1797" fmla="*/ 376915 w 1972510"/>
              <a:gd name="connsiteY1797" fmla="*/ 103761 h 443727"/>
              <a:gd name="connsiteX1798" fmla="*/ 376500 w 1972510"/>
              <a:gd name="connsiteY1798" fmla="*/ 102931 h 443727"/>
              <a:gd name="connsiteX1799" fmla="*/ 376500 w 1972510"/>
              <a:gd name="connsiteY1799" fmla="*/ 101947 h 443727"/>
              <a:gd name="connsiteX1800" fmla="*/ 375800 w 1972510"/>
              <a:gd name="connsiteY1800" fmla="*/ 101269 h 443727"/>
              <a:gd name="connsiteX1801" fmla="*/ 374248 w 1972510"/>
              <a:gd name="connsiteY1801" fmla="*/ 100766 h 443727"/>
              <a:gd name="connsiteX1802" fmla="*/ 373920 w 1972510"/>
              <a:gd name="connsiteY1802" fmla="*/ 100067 h 443727"/>
              <a:gd name="connsiteX1803" fmla="*/ 375253 w 1972510"/>
              <a:gd name="connsiteY1803" fmla="*/ 99192 h 443727"/>
              <a:gd name="connsiteX1804" fmla="*/ 376369 w 1972510"/>
              <a:gd name="connsiteY1804" fmla="*/ 98580 h 443727"/>
              <a:gd name="connsiteX1805" fmla="*/ 377396 w 1972510"/>
              <a:gd name="connsiteY1805" fmla="*/ 98121 h 443727"/>
              <a:gd name="connsiteX1806" fmla="*/ 380479 w 1972510"/>
              <a:gd name="connsiteY1806" fmla="*/ 96984 h 443727"/>
              <a:gd name="connsiteX1807" fmla="*/ 382534 w 1972510"/>
              <a:gd name="connsiteY1807" fmla="*/ 97246 h 443727"/>
              <a:gd name="connsiteX1808" fmla="*/ 383736 w 1972510"/>
              <a:gd name="connsiteY1808" fmla="*/ 96306 h 443727"/>
              <a:gd name="connsiteX1809" fmla="*/ 384174 w 1972510"/>
              <a:gd name="connsiteY1809" fmla="*/ 95497 h 443727"/>
              <a:gd name="connsiteX1810" fmla="*/ 383889 w 1972510"/>
              <a:gd name="connsiteY1810" fmla="*/ 94142 h 443727"/>
              <a:gd name="connsiteX1811" fmla="*/ 383059 w 1972510"/>
              <a:gd name="connsiteY1811" fmla="*/ 93420 h 443727"/>
              <a:gd name="connsiteX1812" fmla="*/ 382490 w 1972510"/>
              <a:gd name="connsiteY1812" fmla="*/ 93420 h 443727"/>
              <a:gd name="connsiteX1813" fmla="*/ 378598 w 1972510"/>
              <a:gd name="connsiteY1813" fmla="*/ 92065 h 443727"/>
              <a:gd name="connsiteX1814" fmla="*/ 377811 w 1972510"/>
              <a:gd name="connsiteY1814" fmla="*/ 93792 h 443727"/>
              <a:gd name="connsiteX1815" fmla="*/ 376937 w 1972510"/>
              <a:gd name="connsiteY1815" fmla="*/ 94251 h 443727"/>
              <a:gd name="connsiteX1816" fmla="*/ 375909 w 1972510"/>
              <a:gd name="connsiteY1816" fmla="*/ 94426 h 443727"/>
              <a:gd name="connsiteX1817" fmla="*/ 374838 w 1972510"/>
              <a:gd name="connsiteY1817" fmla="*/ 94011 h 443727"/>
              <a:gd name="connsiteX1818" fmla="*/ 374029 w 1972510"/>
              <a:gd name="connsiteY1818" fmla="*/ 94907 h 443727"/>
              <a:gd name="connsiteX1819" fmla="*/ 373133 w 1972510"/>
              <a:gd name="connsiteY1819" fmla="*/ 94907 h 443727"/>
              <a:gd name="connsiteX1820" fmla="*/ 372236 w 1972510"/>
              <a:gd name="connsiteY1820" fmla="*/ 94776 h 443727"/>
              <a:gd name="connsiteX1821" fmla="*/ 371515 w 1972510"/>
              <a:gd name="connsiteY1821" fmla="*/ 95781 h 443727"/>
              <a:gd name="connsiteX1822" fmla="*/ 371996 w 1972510"/>
              <a:gd name="connsiteY1822" fmla="*/ 96831 h 443727"/>
              <a:gd name="connsiteX1823" fmla="*/ 370247 w 1972510"/>
              <a:gd name="connsiteY1823" fmla="*/ 96831 h 443727"/>
              <a:gd name="connsiteX1824" fmla="*/ 370597 w 1972510"/>
              <a:gd name="connsiteY1824" fmla="*/ 95607 h 443727"/>
              <a:gd name="connsiteX1825" fmla="*/ 370181 w 1972510"/>
              <a:gd name="connsiteY1825" fmla="*/ 94142 h 443727"/>
              <a:gd name="connsiteX1826" fmla="*/ 372127 w 1972510"/>
              <a:gd name="connsiteY1826" fmla="*/ 93858 h 443727"/>
              <a:gd name="connsiteX1827" fmla="*/ 375341 w 1972510"/>
              <a:gd name="connsiteY1827" fmla="*/ 92896 h 443727"/>
              <a:gd name="connsiteX1828" fmla="*/ 375603 w 1972510"/>
              <a:gd name="connsiteY1828" fmla="*/ 91693 h 443727"/>
              <a:gd name="connsiteX1829" fmla="*/ 376543 w 1972510"/>
              <a:gd name="connsiteY1829" fmla="*/ 90819 h 443727"/>
              <a:gd name="connsiteX1830" fmla="*/ 378336 w 1972510"/>
              <a:gd name="connsiteY1830" fmla="*/ 90644 h 443727"/>
              <a:gd name="connsiteX1831" fmla="*/ 379910 w 1972510"/>
              <a:gd name="connsiteY1831" fmla="*/ 89944 h 443727"/>
              <a:gd name="connsiteX1832" fmla="*/ 379757 w 1972510"/>
              <a:gd name="connsiteY1832" fmla="*/ 88261 h 443727"/>
              <a:gd name="connsiteX1833" fmla="*/ 379189 w 1972510"/>
              <a:gd name="connsiteY1833" fmla="*/ 87845 h 443727"/>
              <a:gd name="connsiteX1834" fmla="*/ 378664 w 1972510"/>
              <a:gd name="connsiteY1834" fmla="*/ 87386 h 443727"/>
              <a:gd name="connsiteX1835" fmla="*/ 376893 w 1972510"/>
              <a:gd name="connsiteY1835" fmla="*/ 87845 h 443727"/>
              <a:gd name="connsiteX1836" fmla="*/ 374969 w 1972510"/>
              <a:gd name="connsiteY1836" fmla="*/ 88042 h 443727"/>
              <a:gd name="connsiteX1837" fmla="*/ 374969 w 1972510"/>
              <a:gd name="connsiteY1837" fmla="*/ 86796 h 443727"/>
              <a:gd name="connsiteX1838" fmla="*/ 373723 w 1972510"/>
              <a:gd name="connsiteY1838" fmla="*/ 86796 h 443727"/>
              <a:gd name="connsiteX1839" fmla="*/ 373067 w 1972510"/>
              <a:gd name="connsiteY1839" fmla="*/ 88130 h 443727"/>
              <a:gd name="connsiteX1840" fmla="*/ 371777 w 1972510"/>
              <a:gd name="connsiteY1840" fmla="*/ 88676 h 443727"/>
              <a:gd name="connsiteX1841" fmla="*/ 370619 w 1972510"/>
              <a:gd name="connsiteY1841" fmla="*/ 89747 h 443727"/>
              <a:gd name="connsiteX1842" fmla="*/ 371427 w 1972510"/>
              <a:gd name="connsiteY1842" fmla="*/ 90075 h 443727"/>
              <a:gd name="connsiteX1843" fmla="*/ 372499 w 1972510"/>
              <a:gd name="connsiteY1843" fmla="*/ 90600 h 443727"/>
              <a:gd name="connsiteX1844" fmla="*/ 371799 w 1972510"/>
              <a:gd name="connsiteY1844" fmla="*/ 92174 h 443727"/>
              <a:gd name="connsiteX1845" fmla="*/ 370116 w 1972510"/>
              <a:gd name="connsiteY1845" fmla="*/ 92065 h 443727"/>
              <a:gd name="connsiteX1846" fmla="*/ 370225 w 1972510"/>
              <a:gd name="connsiteY1846" fmla="*/ 91256 h 443727"/>
              <a:gd name="connsiteX1847" fmla="*/ 369350 w 1972510"/>
              <a:gd name="connsiteY1847" fmla="*/ 90206 h 443727"/>
              <a:gd name="connsiteX1848" fmla="*/ 369547 w 1972510"/>
              <a:gd name="connsiteY1848" fmla="*/ 89551 h 443727"/>
              <a:gd name="connsiteX1849" fmla="*/ 371231 w 1972510"/>
              <a:gd name="connsiteY1849" fmla="*/ 87364 h 443727"/>
              <a:gd name="connsiteX1850" fmla="*/ 371624 w 1972510"/>
              <a:gd name="connsiteY1850" fmla="*/ 86643 h 443727"/>
              <a:gd name="connsiteX1851" fmla="*/ 372302 w 1972510"/>
              <a:gd name="connsiteY1851" fmla="*/ 85484 h 443727"/>
              <a:gd name="connsiteX1852" fmla="*/ 371427 w 1972510"/>
              <a:gd name="connsiteY1852" fmla="*/ 85200 h 443727"/>
              <a:gd name="connsiteX1853" fmla="*/ 370269 w 1972510"/>
              <a:gd name="connsiteY1853" fmla="*/ 85615 h 443727"/>
              <a:gd name="connsiteX1854" fmla="*/ 369810 w 1972510"/>
              <a:gd name="connsiteY1854" fmla="*/ 86293 h 443727"/>
              <a:gd name="connsiteX1855" fmla="*/ 368104 w 1972510"/>
              <a:gd name="connsiteY1855" fmla="*/ 87911 h 443727"/>
              <a:gd name="connsiteX1856" fmla="*/ 367077 w 1972510"/>
              <a:gd name="connsiteY1856" fmla="*/ 89245 h 443727"/>
              <a:gd name="connsiteX1857" fmla="*/ 365240 w 1972510"/>
              <a:gd name="connsiteY1857" fmla="*/ 90841 h 443727"/>
              <a:gd name="connsiteX1858" fmla="*/ 364803 w 1972510"/>
              <a:gd name="connsiteY1858" fmla="*/ 92109 h 443727"/>
              <a:gd name="connsiteX1859" fmla="*/ 365459 w 1972510"/>
              <a:gd name="connsiteY1859" fmla="*/ 92327 h 443727"/>
              <a:gd name="connsiteX1860" fmla="*/ 366202 w 1972510"/>
              <a:gd name="connsiteY1860" fmla="*/ 92218 h 443727"/>
              <a:gd name="connsiteX1861" fmla="*/ 367208 w 1972510"/>
              <a:gd name="connsiteY1861" fmla="*/ 91781 h 443727"/>
              <a:gd name="connsiteX1862" fmla="*/ 367077 w 1972510"/>
              <a:gd name="connsiteY1862" fmla="*/ 92655 h 443727"/>
              <a:gd name="connsiteX1863" fmla="*/ 366661 w 1972510"/>
              <a:gd name="connsiteY1863" fmla="*/ 93420 h 443727"/>
              <a:gd name="connsiteX1864" fmla="*/ 367536 w 1972510"/>
              <a:gd name="connsiteY1864" fmla="*/ 93836 h 443727"/>
              <a:gd name="connsiteX1865" fmla="*/ 368170 w 1972510"/>
              <a:gd name="connsiteY1865" fmla="*/ 94645 h 443727"/>
              <a:gd name="connsiteX1866" fmla="*/ 367689 w 1972510"/>
              <a:gd name="connsiteY1866" fmla="*/ 94951 h 443727"/>
              <a:gd name="connsiteX1867" fmla="*/ 366858 w 1972510"/>
              <a:gd name="connsiteY1867" fmla="*/ 94732 h 443727"/>
              <a:gd name="connsiteX1868" fmla="*/ 366006 w 1972510"/>
              <a:gd name="connsiteY1868" fmla="*/ 94273 h 443727"/>
              <a:gd name="connsiteX1869" fmla="*/ 364650 w 1972510"/>
              <a:gd name="connsiteY1869" fmla="*/ 93267 h 443727"/>
              <a:gd name="connsiteX1870" fmla="*/ 363885 w 1972510"/>
              <a:gd name="connsiteY1870" fmla="*/ 92568 h 443727"/>
              <a:gd name="connsiteX1871" fmla="*/ 362835 w 1972510"/>
              <a:gd name="connsiteY1871" fmla="*/ 91890 h 443727"/>
              <a:gd name="connsiteX1872" fmla="*/ 362835 w 1972510"/>
              <a:gd name="connsiteY1872" fmla="*/ 91037 h 443727"/>
              <a:gd name="connsiteX1873" fmla="*/ 364038 w 1972510"/>
              <a:gd name="connsiteY1873" fmla="*/ 90491 h 443727"/>
              <a:gd name="connsiteX1874" fmla="*/ 364825 w 1972510"/>
              <a:gd name="connsiteY1874" fmla="*/ 89791 h 443727"/>
              <a:gd name="connsiteX1875" fmla="*/ 365678 w 1972510"/>
              <a:gd name="connsiteY1875" fmla="*/ 88611 h 443727"/>
              <a:gd name="connsiteX1876" fmla="*/ 367164 w 1972510"/>
              <a:gd name="connsiteY1876" fmla="*/ 87058 h 443727"/>
              <a:gd name="connsiteX1877" fmla="*/ 367995 w 1972510"/>
              <a:gd name="connsiteY1877" fmla="*/ 86359 h 443727"/>
              <a:gd name="connsiteX1878" fmla="*/ 368673 w 1972510"/>
              <a:gd name="connsiteY1878" fmla="*/ 85812 h 443727"/>
              <a:gd name="connsiteX1879" fmla="*/ 369219 w 1972510"/>
              <a:gd name="connsiteY1879" fmla="*/ 85266 h 443727"/>
              <a:gd name="connsiteX1880" fmla="*/ 370094 w 1972510"/>
              <a:gd name="connsiteY1880" fmla="*/ 84325 h 443727"/>
              <a:gd name="connsiteX1881" fmla="*/ 370728 w 1972510"/>
              <a:gd name="connsiteY1881" fmla="*/ 83495 h 443727"/>
              <a:gd name="connsiteX1882" fmla="*/ 370881 w 1972510"/>
              <a:gd name="connsiteY1882" fmla="*/ 82839 h 443727"/>
              <a:gd name="connsiteX1883" fmla="*/ 370378 w 1972510"/>
              <a:gd name="connsiteY1883" fmla="*/ 82708 h 443727"/>
              <a:gd name="connsiteX1884" fmla="*/ 369788 w 1972510"/>
              <a:gd name="connsiteY1884" fmla="*/ 82095 h 443727"/>
              <a:gd name="connsiteX1885" fmla="*/ 79909 w 1972510"/>
              <a:gd name="connsiteY1885" fmla="*/ 80740 h 443727"/>
              <a:gd name="connsiteX1886" fmla="*/ 79253 w 1972510"/>
              <a:gd name="connsiteY1886" fmla="*/ 81199 h 443727"/>
              <a:gd name="connsiteX1887" fmla="*/ 78225 w 1972510"/>
              <a:gd name="connsiteY1887" fmla="*/ 81483 h 443727"/>
              <a:gd name="connsiteX1888" fmla="*/ 77526 w 1972510"/>
              <a:gd name="connsiteY1888" fmla="*/ 82598 h 443727"/>
              <a:gd name="connsiteX1889" fmla="*/ 76695 w 1972510"/>
              <a:gd name="connsiteY1889" fmla="*/ 83189 h 443727"/>
              <a:gd name="connsiteX1890" fmla="*/ 76127 w 1972510"/>
              <a:gd name="connsiteY1890" fmla="*/ 84172 h 443727"/>
              <a:gd name="connsiteX1891" fmla="*/ 75033 w 1972510"/>
              <a:gd name="connsiteY1891" fmla="*/ 84959 h 443727"/>
              <a:gd name="connsiteX1892" fmla="*/ 74771 w 1972510"/>
              <a:gd name="connsiteY1892" fmla="*/ 86096 h 443727"/>
              <a:gd name="connsiteX1893" fmla="*/ 75995 w 1972510"/>
              <a:gd name="connsiteY1893" fmla="*/ 87321 h 443727"/>
              <a:gd name="connsiteX1894" fmla="*/ 77482 w 1972510"/>
              <a:gd name="connsiteY1894" fmla="*/ 89507 h 443727"/>
              <a:gd name="connsiteX1895" fmla="*/ 78400 w 1972510"/>
              <a:gd name="connsiteY1895" fmla="*/ 90862 h 443727"/>
              <a:gd name="connsiteX1896" fmla="*/ 80193 w 1972510"/>
              <a:gd name="connsiteY1896" fmla="*/ 92743 h 443727"/>
              <a:gd name="connsiteX1897" fmla="*/ 81177 w 1972510"/>
              <a:gd name="connsiteY1897" fmla="*/ 94120 h 443727"/>
              <a:gd name="connsiteX1898" fmla="*/ 82117 w 1972510"/>
              <a:gd name="connsiteY1898" fmla="*/ 95519 h 443727"/>
              <a:gd name="connsiteX1899" fmla="*/ 82532 w 1972510"/>
              <a:gd name="connsiteY1899" fmla="*/ 96525 h 443727"/>
              <a:gd name="connsiteX1900" fmla="*/ 84500 w 1972510"/>
              <a:gd name="connsiteY1900" fmla="*/ 99061 h 443727"/>
              <a:gd name="connsiteX1901" fmla="*/ 86074 w 1972510"/>
              <a:gd name="connsiteY1901" fmla="*/ 100263 h 443727"/>
              <a:gd name="connsiteX1902" fmla="*/ 87124 w 1972510"/>
              <a:gd name="connsiteY1902" fmla="*/ 101007 h 443727"/>
              <a:gd name="connsiteX1903" fmla="*/ 88151 w 1972510"/>
              <a:gd name="connsiteY1903" fmla="*/ 101859 h 443727"/>
              <a:gd name="connsiteX1904" fmla="*/ 90009 w 1972510"/>
              <a:gd name="connsiteY1904" fmla="*/ 102974 h 443727"/>
              <a:gd name="connsiteX1905" fmla="*/ 91387 w 1972510"/>
              <a:gd name="connsiteY1905" fmla="*/ 104111 h 443727"/>
              <a:gd name="connsiteX1906" fmla="*/ 93158 w 1972510"/>
              <a:gd name="connsiteY1906" fmla="*/ 104439 h 443727"/>
              <a:gd name="connsiteX1907" fmla="*/ 94273 w 1972510"/>
              <a:gd name="connsiteY1907" fmla="*/ 104089 h 443727"/>
              <a:gd name="connsiteX1908" fmla="*/ 95759 w 1972510"/>
              <a:gd name="connsiteY1908" fmla="*/ 102668 h 443727"/>
              <a:gd name="connsiteX1909" fmla="*/ 96984 w 1972510"/>
              <a:gd name="connsiteY1909" fmla="*/ 101925 h 443727"/>
              <a:gd name="connsiteX1910" fmla="*/ 98142 w 1972510"/>
              <a:gd name="connsiteY1910" fmla="*/ 100744 h 443727"/>
              <a:gd name="connsiteX1911" fmla="*/ 99389 w 1972510"/>
              <a:gd name="connsiteY1911" fmla="*/ 99629 h 443727"/>
              <a:gd name="connsiteX1912" fmla="*/ 100460 w 1972510"/>
              <a:gd name="connsiteY1912" fmla="*/ 99170 h 443727"/>
              <a:gd name="connsiteX1913" fmla="*/ 101247 w 1972510"/>
              <a:gd name="connsiteY1913" fmla="*/ 97793 h 443727"/>
              <a:gd name="connsiteX1914" fmla="*/ 102143 w 1972510"/>
              <a:gd name="connsiteY1914" fmla="*/ 96481 h 443727"/>
              <a:gd name="connsiteX1915" fmla="*/ 101553 w 1972510"/>
              <a:gd name="connsiteY1915" fmla="*/ 95104 h 443727"/>
              <a:gd name="connsiteX1916" fmla="*/ 100525 w 1972510"/>
              <a:gd name="connsiteY1916" fmla="*/ 93158 h 443727"/>
              <a:gd name="connsiteX1917" fmla="*/ 98601 w 1972510"/>
              <a:gd name="connsiteY1917" fmla="*/ 92480 h 443727"/>
              <a:gd name="connsiteX1918" fmla="*/ 97508 w 1972510"/>
              <a:gd name="connsiteY1918" fmla="*/ 93420 h 443727"/>
              <a:gd name="connsiteX1919" fmla="*/ 96612 w 1972510"/>
              <a:gd name="connsiteY1919" fmla="*/ 93858 h 443727"/>
              <a:gd name="connsiteX1920" fmla="*/ 95803 w 1972510"/>
              <a:gd name="connsiteY1920" fmla="*/ 94404 h 443727"/>
              <a:gd name="connsiteX1921" fmla="*/ 94775 w 1972510"/>
              <a:gd name="connsiteY1921" fmla="*/ 95257 h 443727"/>
              <a:gd name="connsiteX1922" fmla="*/ 92895 w 1972510"/>
              <a:gd name="connsiteY1922" fmla="*/ 96066 h 443727"/>
              <a:gd name="connsiteX1923" fmla="*/ 90818 w 1972510"/>
              <a:gd name="connsiteY1923" fmla="*/ 95038 h 443727"/>
              <a:gd name="connsiteX1924" fmla="*/ 89813 w 1972510"/>
              <a:gd name="connsiteY1924" fmla="*/ 94207 h 443727"/>
              <a:gd name="connsiteX1925" fmla="*/ 88413 w 1972510"/>
              <a:gd name="connsiteY1925" fmla="*/ 91759 h 443727"/>
              <a:gd name="connsiteX1926" fmla="*/ 89222 w 1972510"/>
              <a:gd name="connsiteY1926" fmla="*/ 89179 h 443727"/>
              <a:gd name="connsiteX1927" fmla="*/ 89638 w 1972510"/>
              <a:gd name="connsiteY1927" fmla="*/ 87496 h 443727"/>
              <a:gd name="connsiteX1928" fmla="*/ 89813 w 1972510"/>
              <a:gd name="connsiteY1928" fmla="*/ 86162 h 443727"/>
              <a:gd name="connsiteX1929" fmla="*/ 90447 w 1972510"/>
              <a:gd name="connsiteY1929" fmla="*/ 85003 h 443727"/>
              <a:gd name="connsiteX1930" fmla="*/ 90447 w 1972510"/>
              <a:gd name="connsiteY1930" fmla="*/ 84063 h 443727"/>
              <a:gd name="connsiteX1931" fmla="*/ 89310 w 1972510"/>
              <a:gd name="connsiteY1931" fmla="*/ 83298 h 443727"/>
              <a:gd name="connsiteX1932" fmla="*/ 87233 w 1972510"/>
              <a:gd name="connsiteY1932" fmla="*/ 82751 h 443727"/>
              <a:gd name="connsiteX1933" fmla="*/ 85506 w 1972510"/>
              <a:gd name="connsiteY1933" fmla="*/ 83648 h 443727"/>
              <a:gd name="connsiteX1934" fmla="*/ 85221 w 1972510"/>
              <a:gd name="connsiteY1934" fmla="*/ 84916 h 443727"/>
              <a:gd name="connsiteX1935" fmla="*/ 84150 w 1972510"/>
              <a:gd name="connsiteY1935" fmla="*/ 85462 h 443727"/>
              <a:gd name="connsiteX1936" fmla="*/ 83385 w 1972510"/>
              <a:gd name="connsiteY1936" fmla="*/ 84391 h 443727"/>
              <a:gd name="connsiteX1937" fmla="*/ 82467 w 1972510"/>
              <a:gd name="connsiteY1937" fmla="*/ 81658 h 443727"/>
              <a:gd name="connsiteX1938" fmla="*/ 80805 w 1972510"/>
              <a:gd name="connsiteY1938" fmla="*/ 80740 h 443727"/>
              <a:gd name="connsiteX1939" fmla="*/ 79909 w 1972510"/>
              <a:gd name="connsiteY1939" fmla="*/ 80740 h 443727"/>
              <a:gd name="connsiteX1940" fmla="*/ 271143 w 1972510"/>
              <a:gd name="connsiteY1940" fmla="*/ 71689 h 443727"/>
              <a:gd name="connsiteX1941" fmla="*/ 269460 w 1972510"/>
              <a:gd name="connsiteY1941" fmla="*/ 81484 h 443727"/>
              <a:gd name="connsiteX1942" fmla="*/ 264322 w 1972510"/>
              <a:gd name="connsiteY1942" fmla="*/ 86840 h 443727"/>
              <a:gd name="connsiteX1943" fmla="*/ 262333 w 1972510"/>
              <a:gd name="connsiteY1943" fmla="*/ 90120 h 443727"/>
              <a:gd name="connsiteX1944" fmla="*/ 236491 w 1972510"/>
              <a:gd name="connsiteY1944" fmla="*/ 107981 h 443727"/>
              <a:gd name="connsiteX1945" fmla="*/ 244143 w 1972510"/>
              <a:gd name="connsiteY1945" fmla="*/ 108484 h 443727"/>
              <a:gd name="connsiteX1946" fmla="*/ 244230 w 1972510"/>
              <a:gd name="connsiteY1946" fmla="*/ 108419 h 443727"/>
              <a:gd name="connsiteX1947" fmla="*/ 252604 w 1972510"/>
              <a:gd name="connsiteY1947" fmla="*/ 114453 h 443727"/>
              <a:gd name="connsiteX1948" fmla="*/ 242722 w 1972510"/>
              <a:gd name="connsiteY1948" fmla="*/ 114628 h 443727"/>
              <a:gd name="connsiteX1949" fmla="*/ 235726 w 1972510"/>
              <a:gd name="connsiteY1949" fmla="*/ 108266 h 443727"/>
              <a:gd name="connsiteX1950" fmla="*/ 230239 w 1972510"/>
              <a:gd name="connsiteY1950" fmla="*/ 110281 h 443727"/>
              <a:gd name="connsiteX1951" fmla="*/ 231413 w 1972510"/>
              <a:gd name="connsiteY1951" fmla="*/ 116302 h 443727"/>
              <a:gd name="connsiteX1952" fmla="*/ 233342 w 1972510"/>
              <a:gd name="connsiteY1952" fmla="*/ 126258 h 443727"/>
              <a:gd name="connsiteX1953" fmla="*/ 300899 w 1972510"/>
              <a:gd name="connsiteY1953" fmla="*/ 116070 h 443727"/>
              <a:gd name="connsiteX1954" fmla="*/ 303238 w 1972510"/>
              <a:gd name="connsiteY1954" fmla="*/ 115283 h 443727"/>
              <a:gd name="connsiteX1955" fmla="*/ 303238 w 1972510"/>
              <a:gd name="connsiteY1955" fmla="*/ 117731 h 443727"/>
              <a:gd name="connsiteX1956" fmla="*/ 296548 w 1972510"/>
              <a:gd name="connsiteY1956" fmla="*/ 136686 h 443727"/>
              <a:gd name="connsiteX1957" fmla="*/ 279932 w 1972510"/>
              <a:gd name="connsiteY1957" fmla="*/ 147508 h 443727"/>
              <a:gd name="connsiteX1958" fmla="*/ 273002 w 1972510"/>
              <a:gd name="connsiteY1958" fmla="*/ 160364 h 443727"/>
              <a:gd name="connsiteX1959" fmla="*/ 269810 w 1972510"/>
              <a:gd name="connsiteY1959" fmla="*/ 162550 h 443727"/>
              <a:gd name="connsiteX1960" fmla="*/ 301729 w 1972510"/>
              <a:gd name="connsiteY1960" fmla="*/ 157675 h 443727"/>
              <a:gd name="connsiteX1961" fmla="*/ 304244 w 1972510"/>
              <a:gd name="connsiteY1961" fmla="*/ 157194 h 443727"/>
              <a:gd name="connsiteX1962" fmla="*/ 304112 w 1972510"/>
              <a:gd name="connsiteY1962" fmla="*/ 157194 h 443727"/>
              <a:gd name="connsiteX1963" fmla="*/ 310955 w 1972510"/>
              <a:gd name="connsiteY1963" fmla="*/ 155773 h 443727"/>
              <a:gd name="connsiteX1964" fmla="*/ 300352 w 1972510"/>
              <a:gd name="connsiteY1964" fmla="*/ 171383 h 443727"/>
              <a:gd name="connsiteX1965" fmla="*/ 275385 w 1972510"/>
              <a:gd name="connsiteY1965" fmla="*/ 191256 h 443727"/>
              <a:gd name="connsiteX1966" fmla="*/ 248603 w 1972510"/>
              <a:gd name="connsiteY1966" fmla="*/ 199804 h 443727"/>
              <a:gd name="connsiteX1967" fmla="*/ 244230 w 1972510"/>
              <a:gd name="connsiteY1967" fmla="*/ 200088 h 443727"/>
              <a:gd name="connsiteX1968" fmla="*/ 236075 w 1972510"/>
              <a:gd name="connsiteY1968" fmla="*/ 199498 h 443727"/>
              <a:gd name="connsiteX1969" fmla="*/ 233495 w 1972510"/>
              <a:gd name="connsiteY1969" fmla="*/ 199126 h 443727"/>
              <a:gd name="connsiteX1970" fmla="*/ 238502 w 1972510"/>
              <a:gd name="connsiteY1970" fmla="*/ 220049 h 443727"/>
              <a:gd name="connsiteX1971" fmla="*/ 221821 w 1972510"/>
              <a:gd name="connsiteY1971" fmla="*/ 221120 h 443727"/>
              <a:gd name="connsiteX1972" fmla="*/ 205118 w 1972510"/>
              <a:gd name="connsiteY1972" fmla="*/ 220049 h 443727"/>
              <a:gd name="connsiteX1973" fmla="*/ 210124 w 1972510"/>
              <a:gd name="connsiteY1973" fmla="*/ 199126 h 443727"/>
              <a:gd name="connsiteX1974" fmla="*/ 207544 w 1972510"/>
              <a:gd name="connsiteY1974" fmla="*/ 199498 h 443727"/>
              <a:gd name="connsiteX1975" fmla="*/ 199390 w 1972510"/>
              <a:gd name="connsiteY1975" fmla="*/ 200088 h 443727"/>
              <a:gd name="connsiteX1976" fmla="*/ 195017 w 1972510"/>
              <a:gd name="connsiteY1976" fmla="*/ 199804 h 443727"/>
              <a:gd name="connsiteX1977" fmla="*/ 168213 w 1972510"/>
              <a:gd name="connsiteY1977" fmla="*/ 191256 h 443727"/>
              <a:gd name="connsiteX1978" fmla="*/ 143246 w 1972510"/>
              <a:gd name="connsiteY1978" fmla="*/ 171383 h 443727"/>
              <a:gd name="connsiteX1979" fmla="*/ 132642 w 1972510"/>
              <a:gd name="connsiteY1979" fmla="*/ 155773 h 443727"/>
              <a:gd name="connsiteX1980" fmla="*/ 139485 w 1972510"/>
              <a:gd name="connsiteY1980" fmla="*/ 157194 h 443727"/>
              <a:gd name="connsiteX1981" fmla="*/ 142022 w 1972510"/>
              <a:gd name="connsiteY1981" fmla="*/ 157675 h 443727"/>
              <a:gd name="connsiteX1982" fmla="*/ 173919 w 1972510"/>
              <a:gd name="connsiteY1982" fmla="*/ 162528 h 443727"/>
              <a:gd name="connsiteX1983" fmla="*/ 170727 w 1972510"/>
              <a:gd name="connsiteY1983" fmla="*/ 160451 h 443727"/>
              <a:gd name="connsiteX1984" fmla="*/ 163797 w 1972510"/>
              <a:gd name="connsiteY1984" fmla="*/ 147596 h 443727"/>
              <a:gd name="connsiteX1985" fmla="*/ 147181 w 1972510"/>
              <a:gd name="connsiteY1985" fmla="*/ 136774 h 443727"/>
              <a:gd name="connsiteX1986" fmla="*/ 140491 w 1972510"/>
              <a:gd name="connsiteY1986" fmla="*/ 117819 h 443727"/>
              <a:gd name="connsiteX1987" fmla="*/ 140491 w 1972510"/>
              <a:gd name="connsiteY1987" fmla="*/ 115370 h 443727"/>
              <a:gd name="connsiteX1988" fmla="*/ 142809 w 1972510"/>
              <a:gd name="connsiteY1988" fmla="*/ 116157 h 443727"/>
              <a:gd name="connsiteX1989" fmla="*/ 210474 w 1972510"/>
              <a:gd name="connsiteY1989" fmla="*/ 126258 h 443727"/>
              <a:gd name="connsiteX1990" fmla="*/ 213906 w 1972510"/>
              <a:gd name="connsiteY1990" fmla="*/ 108593 h 443727"/>
              <a:gd name="connsiteX1991" fmla="*/ 213906 w 1972510"/>
              <a:gd name="connsiteY1991" fmla="*/ 108309 h 443727"/>
              <a:gd name="connsiteX1992" fmla="*/ 221755 w 1972510"/>
              <a:gd name="connsiteY1992" fmla="*/ 99257 h 443727"/>
              <a:gd name="connsiteX1993" fmla="*/ 222039 w 1972510"/>
              <a:gd name="connsiteY1993" fmla="*/ 99257 h 443727"/>
              <a:gd name="connsiteX1994" fmla="*/ 228098 w 1972510"/>
              <a:gd name="connsiteY1994" fmla="*/ 102963 h 443727"/>
              <a:gd name="connsiteX1995" fmla="*/ 229666 w 1972510"/>
              <a:gd name="connsiteY1995" fmla="*/ 107590 h 443727"/>
              <a:gd name="connsiteX1996" fmla="*/ 234939 w 1972510"/>
              <a:gd name="connsiteY1996" fmla="*/ 105664 h 443727"/>
              <a:gd name="connsiteX1997" fmla="*/ 232752 w 1972510"/>
              <a:gd name="connsiteY1997" fmla="*/ 96307 h 443727"/>
              <a:gd name="connsiteX1998" fmla="*/ 237934 w 1972510"/>
              <a:gd name="connsiteY1998" fmla="*/ 87321 h 443727"/>
              <a:gd name="connsiteX1999" fmla="*/ 239617 w 1972510"/>
              <a:gd name="connsiteY1999" fmla="*/ 97400 h 443727"/>
              <a:gd name="connsiteX2000" fmla="*/ 235070 w 1972510"/>
              <a:gd name="connsiteY2000" fmla="*/ 105577 h 443727"/>
              <a:gd name="connsiteX2001" fmla="*/ 245668 w 1972510"/>
              <a:gd name="connsiteY2001" fmla="*/ 99331 h 443727"/>
              <a:gd name="connsiteX2002" fmla="*/ 243661 w 1972510"/>
              <a:gd name="connsiteY2002" fmla="*/ 90644 h 443727"/>
              <a:gd name="connsiteX2003" fmla="*/ 248405 w 1972510"/>
              <a:gd name="connsiteY2003" fmla="*/ 81439 h 443727"/>
              <a:gd name="connsiteX2004" fmla="*/ 250154 w 1972510"/>
              <a:gd name="connsiteY2004" fmla="*/ 91627 h 443727"/>
              <a:gd name="connsiteX2005" fmla="*/ 250220 w 1972510"/>
              <a:gd name="connsiteY2005" fmla="*/ 91627 h 443727"/>
              <a:gd name="connsiteX2006" fmla="*/ 246503 w 1972510"/>
              <a:gd name="connsiteY2006" fmla="*/ 98839 h 443727"/>
              <a:gd name="connsiteX2007" fmla="*/ 255511 w 1972510"/>
              <a:gd name="connsiteY2007" fmla="*/ 93530 h 443727"/>
              <a:gd name="connsiteX2008" fmla="*/ 253456 w 1972510"/>
              <a:gd name="connsiteY2008" fmla="*/ 84435 h 443727"/>
              <a:gd name="connsiteX2009" fmla="*/ 257829 w 1972510"/>
              <a:gd name="connsiteY2009" fmla="*/ 75690 h 443727"/>
              <a:gd name="connsiteX2010" fmla="*/ 259425 w 1972510"/>
              <a:gd name="connsiteY2010" fmla="*/ 85463 h 443727"/>
              <a:gd name="connsiteX2011" fmla="*/ 255577 w 1972510"/>
              <a:gd name="connsiteY2011" fmla="*/ 93508 h 443727"/>
              <a:gd name="connsiteX2012" fmla="*/ 261917 w 1972510"/>
              <a:gd name="connsiteY2012" fmla="*/ 87693 h 443727"/>
              <a:gd name="connsiteX2013" fmla="*/ 263338 w 1972510"/>
              <a:gd name="connsiteY2013" fmla="*/ 85988 h 443727"/>
              <a:gd name="connsiteX2014" fmla="*/ 264584 w 1972510"/>
              <a:gd name="connsiteY2014" fmla="*/ 78139 h 443727"/>
              <a:gd name="connsiteX2015" fmla="*/ 271143 w 1972510"/>
              <a:gd name="connsiteY2015" fmla="*/ 71689 h 443727"/>
              <a:gd name="connsiteX2016" fmla="*/ 130456 w 1972510"/>
              <a:gd name="connsiteY2016" fmla="*/ 70552 h 443727"/>
              <a:gd name="connsiteX2017" fmla="*/ 129144 w 1972510"/>
              <a:gd name="connsiteY2017" fmla="*/ 71361 h 443727"/>
              <a:gd name="connsiteX2018" fmla="*/ 128160 w 1972510"/>
              <a:gd name="connsiteY2018" fmla="*/ 72345 h 443727"/>
              <a:gd name="connsiteX2019" fmla="*/ 126280 w 1972510"/>
              <a:gd name="connsiteY2019" fmla="*/ 71645 h 443727"/>
              <a:gd name="connsiteX2020" fmla="*/ 125690 w 1972510"/>
              <a:gd name="connsiteY2020" fmla="*/ 72629 h 443727"/>
              <a:gd name="connsiteX2021" fmla="*/ 125690 w 1972510"/>
              <a:gd name="connsiteY2021" fmla="*/ 75340 h 443727"/>
              <a:gd name="connsiteX2022" fmla="*/ 125690 w 1972510"/>
              <a:gd name="connsiteY2022" fmla="*/ 76499 h 443727"/>
              <a:gd name="connsiteX2023" fmla="*/ 126367 w 1972510"/>
              <a:gd name="connsiteY2023" fmla="*/ 77133 h 443727"/>
              <a:gd name="connsiteX2024" fmla="*/ 126783 w 1972510"/>
              <a:gd name="connsiteY2024" fmla="*/ 78160 h 443727"/>
              <a:gd name="connsiteX2025" fmla="*/ 128969 w 1972510"/>
              <a:gd name="connsiteY2025" fmla="*/ 78510 h 443727"/>
              <a:gd name="connsiteX2026" fmla="*/ 129931 w 1972510"/>
              <a:gd name="connsiteY2026" fmla="*/ 77198 h 443727"/>
              <a:gd name="connsiteX2027" fmla="*/ 130849 w 1972510"/>
              <a:gd name="connsiteY2027" fmla="*/ 76542 h 443727"/>
              <a:gd name="connsiteX2028" fmla="*/ 131352 w 1972510"/>
              <a:gd name="connsiteY2028" fmla="*/ 75449 h 443727"/>
              <a:gd name="connsiteX2029" fmla="*/ 131352 w 1972510"/>
              <a:gd name="connsiteY2029" fmla="*/ 75362 h 443727"/>
              <a:gd name="connsiteX2030" fmla="*/ 131243 w 1972510"/>
              <a:gd name="connsiteY2030" fmla="*/ 74072 h 443727"/>
              <a:gd name="connsiteX2031" fmla="*/ 131571 w 1972510"/>
              <a:gd name="connsiteY2031" fmla="*/ 73285 h 443727"/>
              <a:gd name="connsiteX2032" fmla="*/ 131767 w 1972510"/>
              <a:gd name="connsiteY2032" fmla="*/ 72301 h 443727"/>
              <a:gd name="connsiteX2033" fmla="*/ 131396 w 1972510"/>
              <a:gd name="connsiteY2033" fmla="*/ 71383 h 443727"/>
              <a:gd name="connsiteX2034" fmla="*/ 131046 w 1972510"/>
              <a:gd name="connsiteY2034" fmla="*/ 70552 h 443727"/>
              <a:gd name="connsiteX2035" fmla="*/ 130456 w 1972510"/>
              <a:gd name="connsiteY2035" fmla="*/ 70552 h 443727"/>
              <a:gd name="connsiteX2036" fmla="*/ 899320 w 1972510"/>
              <a:gd name="connsiteY2036" fmla="*/ 68645 h 443727"/>
              <a:gd name="connsiteX2037" fmla="*/ 905114 w 1972510"/>
              <a:gd name="connsiteY2037" fmla="*/ 69255 h 443727"/>
              <a:gd name="connsiteX2038" fmla="*/ 912278 w 1972510"/>
              <a:gd name="connsiteY2038" fmla="*/ 69255 h 443727"/>
              <a:gd name="connsiteX2039" fmla="*/ 916013 w 1972510"/>
              <a:gd name="connsiteY2039" fmla="*/ 72228 h 443727"/>
              <a:gd name="connsiteX2040" fmla="*/ 922721 w 1972510"/>
              <a:gd name="connsiteY2040" fmla="*/ 74285 h 443727"/>
              <a:gd name="connsiteX2041" fmla="*/ 924931 w 1972510"/>
              <a:gd name="connsiteY2041" fmla="*/ 81907 h 443727"/>
              <a:gd name="connsiteX2042" fmla="*/ 930114 w 1972510"/>
              <a:gd name="connsiteY2042" fmla="*/ 93341 h 443727"/>
              <a:gd name="connsiteX2043" fmla="*/ 923711 w 1972510"/>
              <a:gd name="connsiteY2043" fmla="*/ 105079 h 443727"/>
              <a:gd name="connsiteX2044" fmla="*/ 924931 w 1972510"/>
              <a:gd name="connsiteY2044" fmla="*/ 108965 h 443727"/>
              <a:gd name="connsiteX2045" fmla="*/ 947797 w 1972510"/>
              <a:gd name="connsiteY2045" fmla="*/ 103630 h 443727"/>
              <a:gd name="connsiteX2046" fmla="*/ 960831 w 1972510"/>
              <a:gd name="connsiteY2046" fmla="*/ 100658 h 443727"/>
              <a:gd name="connsiteX2047" fmla="*/ 966395 w 1972510"/>
              <a:gd name="connsiteY2047" fmla="*/ 103021 h 443727"/>
              <a:gd name="connsiteX2048" fmla="*/ 972188 w 1972510"/>
              <a:gd name="connsiteY2048" fmla="*/ 104926 h 443727"/>
              <a:gd name="connsiteX2049" fmla="*/ 979123 w 1972510"/>
              <a:gd name="connsiteY2049" fmla="*/ 111024 h 443727"/>
              <a:gd name="connsiteX2050" fmla="*/ 978971 w 1972510"/>
              <a:gd name="connsiteY2050" fmla="*/ 111024 h 443727"/>
              <a:gd name="connsiteX2051" fmla="*/ 982096 w 1972510"/>
              <a:gd name="connsiteY2051" fmla="*/ 114453 h 443727"/>
              <a:gd name="connsiteX2052" fmla="*/ 981715 w 1972510"/>
              <a:gd name="connsiteY2052" fmla="*/ 121466 h 443727"/>
              <a:gd name="connsiteX2053" fmla="*/ 969215 w 1972510"/>
              <a:gd name="connsiteY2053" fmla="*/ 132060 h 443727"/>
              <a:gd name="connsiteX2054" fmla="*/ 962507 w 1972510"/>
              <a:gd name="connsiteY2054" fmla="*/ 130079 h 443727"/>
              <a:gd name="connsiteX2055" fmla="*/ 951151 w 1972510"/>
              <a:gd name="connsiteY2055" fmla="*/ 130841 h 443727"/>
              <a:gd name="connsiteX2056" fmla="*/ 942080 w 1972510"/>
              <a:gd name="connsiteY2056" fmla="*/ 131908 h 443727"/>
              <a:gd name="connsiteX2057" fmla="*/ 933773 w 1972510"/>
              <a:gd name="connsiteY2057" fmla="*/ 134423 h 443727"/>
              <a:gd name="connsiteX2058" fmla="*/ 925464 w 1972510"/>
              <a:gd name="connsiteY2058" fmla="*/ 137396 h 443727"/>
              <a:gd name="connsiteX2059" fmla="*/ 917842 w 1972510"/>
              <a:gd name="connsiteY2059" fmla="*/ 137396 h 443727"/>
              <a:gd name="connsiteX2060" fmla="*/ 906256 w 1972510"/>
              <a:gd name="connsiteY2060" fmla="*/ 142273 h 443727"/>
              <a:gd name="connsiteX2061" fmla="*/ 879199 w 1972510"/>
              <a:gd name="connsiteY2061" fmla="*/ 148981 h 443727"/>
              <a:gd name="connsiteX2062" fmla="*/ 871577 w 1972510"/>
              <a:gd name="connsiteY2062" fmla="*/ 150963 h 443727"/>
              <a:gd name="connsiteX2063" fmla="*/ 863955 w 1972510"/>
              <a:gd name="connsiteY2063" fmla="*/ 152868 h 443727"/>
              <a:gd name="connsiteX2064" fmla="*/ 857094 w 1972510"/>
              <a:gd name="connsiteY2064" fmla="*/ 154622 h 443727"/>
              <a:gd name="connsiteX2065" fmla="*/ 851302 w 1972510"/>
              <a:gd name="connsiteY2065" fmla="*/ 155383 h 443727"/>
              <a:gd name="connsiteX2066" fmla="*/ 845052 w 1972510"/>
              <a:gd name="connsiteY2066" fmla="*/ 157061 h 443727"/>
              <a:gd name="connsiteX2067" fmla="*/ 839564 w 1972510"/>
              <a:gd name="connsiteY2067" fmla="*/ 157061 h 443727"/>
              <a:gd name="connsiteX2068" fmla="*/ 835219 w 1972510"/>
              <a:gd name="connsiteY2068" fmla="*/ 157061 h 443727"/>
              <a:gd name="connsiteX2069" fmla="*/ 828207 w 1972510"/>
              <a:gd name="connsiteY2069" fmla="*/ 158966 h 443727"/>
              <a:gd name="connsiteX2070" fmla="*/ 822262 w 1972510"/>
              <a:gd name="connsiteY2070" fmla="*/ 161024 h 443727"/>
              <a:gd name="connsiteX2071" fmla="*/ 817079 w 1972510"/>
              <a:gd name="connsiteY2071" fmla="*/ 163997 h 443727"/>
              <a:gd name="connsiteX2072" fmla="*/ 812886 w 1972510"/>
              <a:gd name="connsiteY2072" fmla="*/ 161024 h 443727"/>
              <a:gd name="connsiteX2073" fmla="*/ 805264 w 1972510"/>
              <a:gd name="connsiteY2073" fmla="*/ 160567 h 443727"/>
              <a:gd name="connsiteX2074" fmla="*/ 803283 w 1972510"/>
              <a:gd name="connsiteY2074" fmla="*/ 152411 h 443727"/>
              <a:gd name="connsiteX2075" fmla="*/ 802902 w 1972510"/>
              <a:gd name="connsiteY2075" fmla="*/ 145704 h 443727"/>
              <a:gd name="connsiteX2076" fmla="*/ 804350 w 1972510"/>
              <a:gd name="connsiteY2076" fmla="*/ 140368 h 443727"/>
              <a:gd name="connsiteX2077" fmla="*/ 819594 w 1972510"/>
              <a:gd name="connsiteY2077" fmla="*/ 132746 h 443727"/>
              <a:gd name="connsiteX2078" fmla="*/ 823634 w 1972510"/>
              <a:gd name="connsiteY2078" fmla="*/ 135033 h 443727"/>
              <a:gd name="connsiteX2079" fmla="*/ 832399 w 1972510"/>
              <a:gd name="connsiteY2079" fmla="*/ 132060 h 443727"/>
              <a:gd name="connsiteX2080" fmla="*/ 853360 w 1972510"/>
              <a:gd name="connsiteY2080" fmla="*/ 127868 h 443727"/>
              <a:gd name="connsiteX2081" fmla="*/ 862277 w 1972510"/>
              <a:gd name="connsiteY2081" fmla="*/ 126649 h 443727"/>
              <a:gd name="connsiteX2082" fmla="*/ 878665 w 1972510"/>
              <a:gd name="connsiteY2082" fmla="*/ 121618 h 443727"/>
              <a:gd name="connsiteX2083" fmla="*/ 885372 w 1972510"/>
              <a:gd name="connsiteY2083" fmla="*/ 117731 h 443727"/>
              <a:gd name="connsiteX2084" fmla="*/ 884611 w 1972510"/>
              <a:gd name="connsiteY2084" fmla="*/ 113158 h 443727"/>
              <a:gd name="connsiteX2085" fmla="*/ 879884 w 1972510"/>
              <a:gd name="connsiteY2085" fmla="*/ 111633 h 443727"/>
              <a:gd name="connsiteX2086" fmla="*/ 875387 w 1972510"/>
              <a:gd name="connsiteY2086" fmla="*/ 108204 h 443727"/>
              <a:gd name="connsiteX2087" fmla="*/ 876455 w 1972510"/>
              <a:gd name="connsiteY2087" fmla="*/ 103478 h 443727"/>
              <a:gd name="connsiteX2088" fmla="*/ 878208 w 1972510"/>
              <a:gd name="connsiteY2088" fmla="*/ 98980 h 443727"/>
              <a:gd name="connsiteX2089" fmla="*/ 880036 w 1972510"/>
              <a:gd name="connsiteY2089" fmla="*/ 93341 h 443727"/>
              <a:gd name="connsiteX2090" fmla="*/ 874321 w 1972510"/>
              <a:gd name="connsiteY2090" fmla="*/ 79240 h 443727"/>
              <a:gd name="connsiteX2091" fmla="*/ 875997 w 1972510"/>
              <a:gd name="connsiteY2091" fmla="*/ 74438 h 443727"/>
              <a:gd name="connsiteX2092" fmla="*/ 884611 w 1972510"/>
              <a:gd name="connsiteY2092" fmla="*/ 72990 h 443727"/>
              <a:gd name="connsiteX2093" fmla="*/ 889641 w 1972510"/>
              <a:gd name="connsiteY2093" fmla="*/ 71008 h 443727"/>
              <a:gd name="connsiteX2094" fmla="*/ 894443 w 1972510"/>
              <a:gd name="connsiteY2094" fmla="*/ 70474 h 443727"/>
              <a:gd name="connsiteX2095" fmla="*/ 899320 w 1972510"/>
              <a:gd name="connsiteY2095" fmla="*/ 68645 h 443727"/>
              <a:gd name="connsiteX2096" fmla="*/ 1905280 w 1972510"/>
              <a:gd name="connsiteY2096" fmla="*/ 67273 h 443727"/>
              <a:gd name="connsiteX2097" fmla="*/ 1913359 w 1972510"/>
              <a:gd name="connsiteY2097" fmla="*/ 73523 h 443727"/>
              <a:gd name="connsiteX2098" fmla="*/ 1909929 w 1972510"/>
              <a:gd name="connsiteY2098" fmla="*/ 83431 h 443727"/>
              <a:gd name="connsiteX2099" fmla="*/ 1903298 w 1972510"/>
              <a:gd name="connsiteY2099" fmla="*/ 92121 h 443727"/>
              <a:gd name="connsiteX2100" fmla="*/ 1903298 w 1972510"/>
              <a:gd name="connsiteY2100" fmla="*/ 99743 h 443727"/>
              <a:gd name="connsiteX2101" fmla="*/ 1907414 w 1972510"/>
              <a:gd name="connsiteY2101" fmla="*/ 105917 h 443727"/>
              <a:gd name="connsiteX2102" fmla="*/ 1898419 w 1972510"/>
              <a:gd name="connsiteY2102" fmla="*/ 124133 h 443727"/>
              <a:gd name="connsiteX2103" fmla="*/ 1891636 w 1972510"/>
              <a:gd name="connsiteY2103" fmla="*/ 133966 h 443727"/>
              <a:gd name="connsiteX2104" fmla="*/ 1899868 w 1972510"/>
              <a:gd name="connsiteY2104" fmla="*/ 138310 h 443727"/>
              <a:gd name="connsiteX2105" fmla="*/ 1903908 w 1972510"/>
              <a:gd name="connsiteY2105" fmla="*/ 144789 h 443727"/>
              <a:gd name="connsiteX2106" fmla="*/ 1911530 w 1972510"/>
              <a:gd name="connsiteY2106" fmla="*/ 137167 h 443727"/>
              <a:gd name="connsiteX2107" fmla="*/ 1904899 w 1972510"/>
              <a:gd name="connsiteY2107" fmla="*/ 134956 h 443727"/>
              <a:gd name="connsiteX2108" fmla="*/ 1903374 w 1972510"/>
              <a:gd name="connsiteY2108" fmla="*/ 127334 h 443727"/>
              <a:gd name="connsiteX2109" fmla="*/ 1907719 w 1972510"/>
              <a:gd name="connsiteY2109" fmla="*/ 123905 h 443727"/>
              <a:gd name="connsiteX2110" fmla="*/ 1911224 w 1972510"/>
              <a:gd name="connsiteY2110" fmla="*/ 119788 h 443727"/>
              <a:gd name="connsiteX2111" fmla="*/ 1910616 w 1972510"/>
              <a:gd name="connsiteY2111" fmla="*/ 112548 h 443727"/>
              <a:gd name="connsiteX2112" fmla="*/ 1916789 w 1972510"/>
              <a:gd name="connsiteY2112" fmla="*/ 109422 h 443727"/>
              <a:gd name="connsiteX2113" fmla="*/ 1920295 w 1972510"/>
              <a:gd name="connsiteY2113" fmla="*/ 104163 h 443727"/>
              <a:gd name="connsiteX2114" fmla="*/ 1921896 w 1972510"/>
              <a:gd name="connsiteY2114" fmla="*/ 98371 h 443727"/>
              <a:gd name="connsiteX2115" fmla="*/ 1917475 w 1972510"/>
              <a:gd name="connsiteY2115" fmla="*/ 87700 h 443727"/>
              <a:gd name="connsiteX2116" fmla="*/ 1939655 w 1972510"/>
              <a:gd name="connsiteY2116" fmla="*/ 75962 h 443727"/>
              <a:gd name="connsiteX2117" fmla="*/ 1941638 w 1972510"/>
              <a:gd name="connsiteY2117" fmla="*/ 73142 h 443727"/>
              <a:gd name="connsiteX2118" fmla="*/ 1948268 w 1972510"/>
              <a:gd name="connsiteY2118" fmla="*/ 72380 h 443727"/>
              <a:gd name="connsiteX2119" fmla="*/ 1955433 w 1972510"/>
              <a:gd name="connsiteY2119" fmla="*/ 76877 h 443727"/>
              <a:gd name="connsiteX2120" fmla="*/ 1957263 w 1972510"/>
              <a:gd name="connsiteY2120" fmla="*/ 82136 h 443727"/>
              <a:gd name="connsiteX2121" fmla="*/ 1956424 w 1972510"/>
              <a:gd name="connsiteY2121" fmla="*/ 91358 h 443727"/>
              <a:gd name="connsiteX2122" fmla="*/ 1946668 w 1972510"/>
              <a:gd name="connsiteY2122" fmla="*/ 98980 h 443727"/>
              <a:gd name="connsiteX2123" fmla="*/ 1939046 w 1972510"/>
              <a:gd name="connsiteY2123" fmla="*/ 117426 h 443727"/>
              <a:gd name="connsiteX2124" fmla="*/ 1936759 w 1972510"/>
              <a:gd name="connsiteY2124" fmla="*/ 123829 h 443727"/>
              <a:gd name="connsiteX2125" fmla="*/ 1934853 w 1972510"/>
              <a:gd name="connsiteY2125" fmla="*/ 131451 h 443727"/>
              <a:gd name="connsiteX2126" fmla="*/ 1933329 w 1972510"/>
              <a:gd name="connsiteY2126" fmla="*/ 141054 h 443727"/>
              <a:gd name="connsiteX2127" fmla="*/ 1937749 w 1972510"/>
              <a:gd name="connsiteY2127" fmla="*/ 142426 h 443727"/>
              <a:gd name="connsiteX2128" fmla="*/ 1946363 w 1972510"/>
              <a:gd name="connsiteY2128" fmla="*/ 137700 h 443727"/>
              <a:gd name="connsiteX2129" fmla="*/ 1952308 w 1972510"/>
              <a:gd name="connsiteY2129" fmla="*/ 137700 h 443727"/>
              <a:gd name="connsiteX2130" fmla="*/ 1957110 w 1972510"/>
              <a:gd name="connsiteY2130" fmla="*/ 141207 h 443727"/>
              <a:gd name="connsiteX2131" fmla="*/ 1962522 w 1972510"/>
              <a:gd name="connsiteY2131" fmla="*/ 142807 h 443727"/>
              <a:gd name="connsiteX2132" fmla="*/ 1968695 w 1972510"/>
              <a:gd name="connsiteY2132" fmla="*/ 145018 h 443727"/>
              <a:gd name="connsiteX2133" fmla="*/ 1969153 w 1972510"/>
              <a:gd name="connsiteY2133" fmla="*/ 144942 h 443727"/>
              <a:gd name="connsiteX2134" fmla="*/ 1972431 w 1972510"/>
              <a:gd name="connsiteY2134" fmla="*/ 159042 h 443727"/>
              <a:gd name="connsiteX2135" fmla="*/ 1968924 w 1972510"/>
              <a:gd name="connsiteY2135" fmla="*/ 171771 h 443727"/>
              <a:gd name="connsiteX2136" fmla="*/ 1949717 w 1972510"/>
              <a:gd name="connsiteY2136" fmla="*/ 176878 h 443727"/>
              <a:gd name="connsiteX2137" fmla="*/ 1943771 w 1972510"/>
              <a:gd name="connsiteY2137" fmla="*/ 179393 h 443727"/>
              <a:gd name="connsiteX2138" fmla="*/ 1936149 w 1972510"/>
              <a:gd name="connsiteY2138" fmla="*/ 178707 h 443727"/>
              <a:gd name="connsiteX2139" fmla="*/ 1926621 w 1972510"/>
              <a:gd name="connsiteY2139" fmla="*/ 178707 h 443727"/>
              <a:gd name="connsiteX2140" fmla="*/ 1910234 w 1972510"/>
              <a:gd name="connsiteY2140" fmla="*/ 190369 h 443727"/>
              <a:gd name="connsiteX2141" fmla="*/ 1904213 w 1972510"/>
              <a:gd name="connsiteY2141" fmla="*/ 196771 h 443727"/>
              <a:gd name="connsiteX2142" fmla="*/ 1894609 w 1972510"/>
              <a:gd name="connsiteY2142" fmla="*/ 205613 h 443727"/>
              <a:gd name="connsiteX2143" fmla="*/ 1893084 w 1972510"/>
              <a:gd name="connsiteY2143" fmla="*/ 214683 h 443727"/>
              <a:gd name="connsiteX2144" fmla="*/ 1897658 w 1972510"/>
              <a:gd name="connsiteY2144" fmla="*/ 215598 h 443727"/>
              <a:gd name="connsiteX2145" fmla="*/ 1905889 w 1972510"/>
              <a:gd name="connsiteY2145" fmla="*/ 212320 h 443727"/>
              <a:gd name="connsiteX2146" fmla="*/ 1911301 w 1972510"/>
              <a:gd name="connsiteY2146" fmla="*/ 209424 h 443727"/>
              <a:gd name="connsiteX2147" fmla="*/ 1920753 w 1972510"/>
              <a:gd name="connsiteY2147" fmla="*/ 214226 h 443727"/>
              <a:gd name="connsiteX2148" fmla="*/ 1929975 w 1972510"/>
              <a:gd name="connsiteY2148" fmla="*/ 218037 h 443727"/>
              <a:gd name="connsiteX2149" fmla="*/ 1933558 w 1972510"/>
              <a:gd name="connsiteY2149" fmla="*/ 221696 h 443727"/>
              <a:gd name="connsiteX2150" fmla="*/ 1931195 w 1972510"/>
              <a:gd name="connsiteY2150" fmla="*/ 231299 h 443727"/>
              <a:gd name="connsiteX2151" fmla="*/ 1925707 w 1972510"/>
              <a:gd name="connsiteY2151" fmla="*/ 236025 h 443727"/>
              <a:gd name="connsiteX2152" fmla="*/ 1916027 w 1972510"/>
              <a:gd name="connsiteY2152" fmla="*/ 237855 h 443727"/>
              <a:gd name="connsiteX2153" fmla="*/ 1909472 w 1972510"/>
              <a:gd name="connsiteY2153" fmla="*/ 240065 h 443727"/>
              <a:gd name="connsiteX2154" fmla="*/ 1894228 w 1972510"/>
              <a:gd name="connsiteY2154" fmla="*/ 246924 h 443727"/>
              <a:gd name="connsiteX2155" fmla="*/ 1894914 w 1972510"/>
              <a:gd name="connsiteY2155" fmla="*/ 257443 h 443727"/>
              <a:gd name="connsiteX2156" fmla="*/ 1893770 w 1972510"/>
              <a:gd name="connsiteY2156" fmla="*/ 266437 h 443727"/>
              <a:gd name="connsiteX2157" fmla="*/ 1891636 w 1972510"/>
              <a:gd name="connsiteY2157" fmla="*/ 276727 h 443727"/>
              <a:gd name="connsiteX2158" fmla="*/ 1887673 w 1972510"/>
              <a:gd name="connsiteY2158" fmla="*/ 283587 h 443727"/>
              <a:gd name="connsiteX2159" fmla="*/ 1880050 w 1972510"/>
              <a:gd name="connsiteY2159" fmla="*/ 298373 h 443727"/>
              <a:gd name="connsiteX2160" fmla="*/ 1868923 w 1972510"/>
              <a:gd name="connsiteY2160" fmla="*/ 302337 h 443727"/>
              <a:gd name="connsiteX2161" fmla="*/ 1860005 w 1972510"/>
              <a:gd name="connsiteY2161" fmla="*/ 304776 h 443727"/>
              <a:gd name="connsiteX2162" fmla="*/ 1846590 w 1972510"/>
              <a:gd name="connsiteY2162" fmla="*/ 304776 h 443727"/>
              <a:gd name="connsiteX2163" fmla="*/ 1845752 w 1972510"/>
              <a:gd name="connsiteY2163" fmla="*/ 296697 h 443727"/>
              <a:gd name="connsiteX2164" fmla="*/ 1832794 w 1972510"/>
              <a:gd name="connsiteY2164" fmla="*/ 284425 h 443727"/>
              <a:gd name="connsiteX2165" fmla="*/ 1839730 w 1972510"/>
              <a:gd name="connsiteY2165" fmla="*/ 280995 h 443727"/>
              <a:gd name="connsiteX2166" fmla="*/ 1856498 w 1972510"/>
              <a:gd name="connsiteY2166" fmla="*/ 277946 h 443727"/>
              <a:gd name="connsiteX2167" fmla="*/ 1869684 w 1972510"/>
              <a:gd name="connsiteY2167" fmla="*/ 255080 h 443727"/>
              <a:gd name="connsiteX2168" fmla="*/ 1866026 w 1972510"/>
              <a:gd name="connsiteY2168" fmla="*/ 249897 h 443727"/>
              <a:gd name="connsiteX2169" fmla="*/ 1853678 w 1972510"/>
              <a:gd name="connsiteY2169" fmla="*/ 252108 h 443727"/>
              <a:gd name="connsiteX2170" fmla="*/ 1840949 w 1972510"/>
              <a:gd name="connsiteY2170" fmla="*/ 254318 h 443727"/>
              <a:gd name="connsiteX2171" fmla="*/ 1830507 w 1972510"/>
              <a:gd name="connsiteY2171" fmla="*/ 258053 h 443727"/>
              <a:gd name="connsiteX2172" fmla="*/ 1821132 w 1972510"/>
              <a:gd name="connsiteY2172" fmla="*/ 255767 h 443727"/>
              <a:gd name="connsiteX2173" fmla="*/ 1816864 w 1972510"/>
              <a:gd name="connsiteY2173" fmla="*/ 253860 h 443727"/>
              <a:gd name="connsiteX2174" fmla="*/ 1815873 w 1972510"/>
              <a:gd name="connsiteY2174" fmla="*/ 247001 h 443727"/>
              <a:gd name="connsiteX2175" fmla="*/ 1817778 w 1972510"/>
              <a:gd name="connsiteY2175" fmla="*/ 237550 h 443727"/>
              <a:gd name="connsiteX2176" fmla="*/ 1829211 w 1972510"/>
              <a:gd name="connsiteY2176" fmla="*/ 230461 h 443727"/>
              <a:gd name="connsiteX2177" fmla="*/ 1837520 w 1972510"/>
              <a:gd name="connsiteY2177" fmla="*/ 232595 h 443727"/>
              <a:gd name="connsiteX2178" fmla="*/ 1845599 w 1972510"/>
              <a:gd name="connsiteY2178" fmla="*/ 227565 h 443727"/>
              <a:gd name="connsiteX2179" fmla="*/ 1855584 w 1972510"/>
              <a:gd name="connsiteY2179" fmla="*/ 224897 h 443727"/>
              <a:gd name="connsiteX2180" fmla="*/ 1861605 w 1972510"/>
              <a:gd name="connsiteY2180" fmla="*/ 221848 h 443727"/>
              <a:gd name="connsiteX2181" fmla="*/ 1863740 w 1972510"/>
              <a:gd name="connsiteY2181" fmla="*/ 218342 h 443727"/>
              <a:gd name="connsiteX2182" fmla="*/ 1864806 w 1972510"/>
              <a:gd name="connsiteY2182" fmla="*/ 210720 h 443727"/>
              <a:gd name="connsiteX2183" fmla="*/ 1867627 w 1972510"/>
              <a:gd name="connsiteY2183" fmla="*/ 203098 h 443727"/>
              <a:gd name="connsiteX2184" fmla="*/ 1861834 w 1972510"/>
              <a:gd name="connsiteY2184" fmla="*/ 202564 h 443727"/>
              <a:gd name="connsiteX2185" fmla="*/ 1855431 w 1972510"/>
              <a:gd name="connsiteY2185" fmla="*/ 206757 h 443727"/>
              <a:gd name="connsiteX2186" fmla="*/ 1848190 w 1972510"/>
              <a:gd name="connsiteY2186" fmla="*/ 210491 h 443727"/>
              <a:gd name="connsiteX2187" fmla="*/ 1842093 w 1972510"/>
              <a:gd name="connsiteY2187" fmla="*/ 210491 h 443727"/>
              <a:gd name="connsiteX2188" fmla="*/ 1839807 w 1972510"/>
              <a:gd name="connsiteY2188" fmla="*/ 204927 h 443727"/>
              <a:gd name="connsiteX2189" fmla="*/ 1841483 w 1972510"/>
              <a:gd name="connsiteY2189" fmla="*/ 196619 h 443727"/>
              <a:gd name="connsiteX2190" fmla="*/ 1847886 w 1972510"/>
              <a:gd name="connsiteY2190" fmla="*/ 181375 h 443727"/>
              <a:gd name="connsiteX2191" fmla="*/ 1856879 w 1972510"/>
              <a:gd name="connsiteY2191" fmla="*/ 180765 h 443727"/>
              <a:gd name="connsiteX2192" fmla="*/ 1860233 w 1972510"/>
              <a:gd name="connsiteY2192" fmla="*/ 178555 h 443727"/>
              <a:gd name="connsiteX2193" fmla="*/ 1868542 w 1972510"/>
              <a:gd name="connsiteY2193" fmla="*/ 177793 h 443727"/>
              <a:gd name="connsiteX2194" fmla="*/ 1877993 w 1972510"/>
              <a:gd name="connsiteY2194" fmla="*/ 175430 h 443727"/>
              <a:gd name="connsiteX2195" fmla="*/ 1885081 w 1972510"/>
              <a:gd name="connsiteY2195" fmla="*/ 174210 h 443727"/>
              <a:gd name="connsiteX2196" fmla="*/ 1891026 w 1972510"/>
              <a:gd name="connsiteY2196" fmla="*/ 172076 h 443727"/>
              <a:gd name="connsiteX2197" fmla="*/ 1894533 w 1972510"/>
              <a:gd name="connsiteY2197" fmla="*/ 169561 h 443727"/>
              <a:gd name="connsiteX2198" fmla="*/ 1902841 w 1972510"/>
              <a:gd name="connsiteY2198" fmla="*/ 169561 h 443727"/>
              <a:gd name="connsiteX2199" fmla="*/ 1909625 w 1972510"/>
              <a:gd name="connsiteY2199" fmla="*/ 169561 h 443727"/>
              <a:gd name="connsiteX2200" fmla="*/ 1916636 w 1972510"/>
              <a:gd name="connsiteY2200" fmla="*/ 171237 h 443727"/>
              <a:gd name="connsiteX2201" fmla="*/ 1924258 w 1972510"/>
              <a:gd name="connsiteY2201" fmla="*/ 167503 h 443727"/>
              <a:gd name="connsiteX2202" fmla="*/ 1928527 w 1972510"/>
              <a:gd name="connsiteY2202" fmla="*/ 159347 h 443727"/>
              <a:gd name="connsiteX2203" fmla="*/ 1918390 w 1972510"/>
              <a:gd name="connsiteY2203" fmla="*/ 160490 h 443727"/>
              <a:gd name="connsiteX2204" fmla="*/ 1907719 w 1972510"/>
              <a:gd name="connsiteY2204" fmla="*/ 162015 h 443727"/>
              <a:gd name="connsiteX2205" fmla="*/ 1890950 w 1972510"/>
              <a:gd name="connsiteY2205" fmla="*/ 163768 h 443727"/>
              <a:gd name="connsiteX2206" fmla="*/ 1882489 w 1972510"/>
              <a:gd name="connsiteY2206" fmla="*/ 165750 h 443727"/>
              <a:gd name="connsiteX2207" fmla="*/ 1874029 w 1972510"/>
              <a:gd name="connsiteY2207" fmla="*/ 167503 h 443727"/>
              <a:gd name="connsiteX2208" fmla="*/ 1860309 w 1972510"/>
              <a:gd name="connsiteY2208" fmla="*/ 169256 h 443727"/>
              <a:gd name="connsiteX2209" fmla="*/ 1849791 w 1972510"/>
              <a:gd name="connsiteY2209" fmla="*/ 171390 h 443727"/>
              <a:gd name="connsiteX2210" fmla="*/ 1837367 w 1972510"/>
              <a:gd name="connsiteY2210" fmla="*/ 176420 h 443727"/>
              <a:gd name="connsiteX2211" fmla="*/ 1829745 w 1972510"/>
              <a:gd name="connsiteY2211" fmla="*/ 186558 h 443727"/>
              <a:gd name="connsiteX2212" fmla="*/ 1826086 w 1972510"/>
              <a:gd name="connsiteY2212" fmla="*/ 190903 h 443727"/>
              <a:gd name="connsiteX2213" fmla="*/ 1810232 w 1972510"/>
              <a:gd name="connsiteY2213" fmla="*/ 203022 h 443727"/>
              <a:gd name="connsiteX2214" fmla="*/ 1804059 w 1972510"/>
              <a:gd name="connsiteY2214" fmla="*/ 200506 h 443727"/>
              <a:gd name="connsiteX2215" fmla="*/ 1799409 w 1972510"/>
              <a:gd name="connsiteY2215" fmla="*/ 185948 h 443727"/>
              <a:gd name="connsiteX2216" fmla="*/ 1799409 w 1972510"/>
              <a:gd name="connsiteY2216" fmla="*/ 171313 h 443727"/>
              <a:gd name="connsiteX2217" fmla="*/ 1801696 w 1972510"/>
              <a:gd name="connsiteY2217" fmla="*/ 165369 h 443727"/>
              <a:gd name="connsiteX2218" fmla="*/ 1805888 w 1972510"/>
              <a:gd name="connsiteY2218" fmla="*/ 162625 h 443727"/>
              <a:gd name="connsiteX2219" fmla="*/ 1816102 w 1972510"/>
              <a:gd name="connsiteY2219" fmla="*/ 145703 h 443727"/>
              <a:gd name="connsiteX2220" fmla="*/ 1818998 w 1972510"/>
              <a:gd name="connsiteY2220" fmla="*/ 145703 h 443727"/>
              <a:gd name="connsiteX2221" fmla="*/ 1821056 w 1972510"/>
              <a:gd name="connsiteY2221" fmla="*/ 158813 h 443727"/>
              <a:gd name="connsiteX2222" fmla="*/ 1821253 w 1972510"/>
              <a:gd name="connsiteY2222" fmla="*/ 160166 h 443727"/>
              <a:gd name="connsiteX2223" fmla="*/ 1825552 w 1972510"/>
              <a:gd name="connsiteY2223" fmla="*/ 162167 h 443727"/>
              <a:gd name="connsiteX2224" fmla="*/ 1834318 w 1972510"/>
              <a:gd name="connsiteY2224" fmla="*/ 158737 h 443727"/>
              <a:gd name="connsiteX2225" fmla="*/ 1837291 w 1972510"/>
              <a:gd name="connsiteY2225" fmla="*/ 155765 h 443727"/>
              <a:gd name="connsiteX2226" fmla="*/ 1835004 w 1972510"/>
              <a:gd name="connsiteY2226" fmla="*/ 149668 h 443727"/>
              <a:gd name="connsiteX2227" fmla="*/ 1833479 w 1972510"/>
              <a:gd name="connsiteY2227" fmla="*/ 140825 h 443727"/>
              <a:gd name="connsiteX2228" fmla="*/ 1834852 w 1972510"/>
              <a:gd name="connsiteY2228" fmla="*/ 122685 h 443727"/>
              <a:gd name="connsiteX2229" fmla="*/ 1833556 w 1972510"/>
              <a:gd name="connsiteY2229" fmla="*/ 103478 h 443727"/>
              <a:gd name="connsiteX2230" fmla="*/ 1831803 w 1972510"/>
              <a:gd name="connsiteY2230" fmla="*/ 92502 h 443727"/>
              <a:gd name="connsiteX2231" fmla="*/ 1835462 w 1972510"/>
              <a:gd name="connsiteY2231" fmla="*/ 86175 h 443727"/>
              <a:gd name="connsiteX2232" fmla="*/ 1840721 w 1972510"/>
              <a:gd name="connsiteY2232" fmla="*/ 86175 h 443727"/>
              <a:gd name="connsiteX2233" fmla="*/ 1843388 w 1972510"/>
              <a:gd name="connsiteY2233" fmla="*/ 84422 h 443727"/>
              <a:gd name="connsiteX2234" fmla="*/ 1845675 w 1972510"/>
              <a:gd name="connsiteY2234" fmla="*/ 87852 h 443727"/>
              <a:gd name="connsiteX2235" fmla="*/ 1846590 w 1972510"/>
              <a:gd name="connsiteY2235" fmla="*/ 94102 h 443727"/>
              <a:gd name="connsiteX2236" fmla="*/ 1847276 w 1972510"/>
              <a:gd name="connsiteY2236" fmla="*/ 101724 h 443727"/>
              <a:gd name="connsiteX2237" fmla="*/ 1847276 w 1972510"/>
              <a:gd name="connsiteY2237" fmla="*/ 106526 h 443727"/>
              <a:gd name="connsiteX2238" fmla="*/ 1847276 w 1972510"/>
              <a:gd name="connsiteY2238" fmla="*/ 111785 h 443727"/>
              <a:gd name="connsiteX2239" fmla="*/ 1847276 w 1972510"/>
              <a:gd name="connsiteY2239" fmla="*/ 118417 h 443727"/>
              <a:gd name="connsiteX2240" fmla="*/ 1848038 w 1972510"/>
              <a:gd name="connsiteY2240" fmla="*/ 131374 h 443727"/>
              <a:gd name="connsiteX2241" fmla="*/ 1849715 w 1972510"/>
              <a:gd name="connsiteY2241" fmla="*/ 140063 h 443727"/>
              <a:gd name="connsiteX2242" fmla="*/ 1849715 w 1972510"/>
              <a:gd name="connsiteY2242" fmla="*/ 146466 h 443727"/>
              <a:gd name="connsiteX2243" fmla="*/ 1847123 w 1972510"/>
              <a:gd name="connsiteY2243" fmla="*/ 154088 h 443727"/>
              <a:gd name="connsiteX2244" fmla="*/ 1850782 w 1972510"/>
              <a:gd name="connsiteY2244" fmla="*/ 157823 h 443727"/>
              <a:gd name="connsiteX2245" fmla="*/ 1858022 w 1972510"/>
              <a:gd name="connsiteY2245" fmla="*/ 155841 h 443727"/>
              <a:gd name="connsiteX2246" fmla="*/ 1864273 w 1972510"/>
              <a:gd name="connsiteY2246" fmla="*/ 155460 h 443727"/>
              <a:gd name="connsiteX2247" fmla="*/ 1874487 w 1972510"/>
              <a:gd name="connsiteY2247" fmla="*/ 153630 h 443727"/>
              <a:gd name="connsiteX2248" fmla="*/ 1880050 w 1972510"/>
              <a:gd name="connsiteY2248" fmla="*/ 151725 h 443727"/>
              <a:gd name="connsiteX2249" fmla="*/ 1884395 w 1972510"/>
              <a:gd name="connsiteY2249" fmla="*/ 148829 h 443727"/>
              <a:gd name="connsiteX2250" fmla="*/ 1885005 w 1972510"/>
              <a:gd name="connsiteY2250" fmla="*/ 145551 h 443727"/>
              <a:gd name="connsiteX2251" fmla="*/ 1878907 w 1972510"/>
              <a:gd name="connsiteY2251" fmla="*/ 144942 h 443727"/>
              <a:gd name="connsiteX2252" fmla="*/ 1873343 w 1972510"/>
              <a:gd name="connsiteY2252" fmla="*/ 147228 h 443727"/>
              <a:gd name="connsiteX2253" fmla="*/ 1871743 w 1972510"/>
              <a:gd name="connsiteY2253" fmla="*/ 142122 h 443727"/>
              <a:gd name="connsiteX2254" fmla="*/ 1868389 w 1972510"/>
              <a:gd name="connsiteY2254" fmla="*/ 137929 h 443727"/>
              <a:gd name="connsiteX2255" fmla="*/ 1866179 w 1972510"/>
              <a:gd name="connsiteY2255" fmla="*/ 144180 h 443727"/>
              <a:gd name="connsiteX2256" fmla="*/ 1863511 w 1972510"/>
              <a:gd name="connsiteY2256" fmla="*/ 147914 h 443727"/>
              <a:gd name="connsiteX2257" fmla="*/ 1859776 w 1972510"/>
              <a:gd name="connsiteY2257" fmla="*/ 149896 h 443727"/>
              <a:gd name="connsiteX2258" fmla="*/ 1855965 w 1972510"/>
              <a:gd name="connsiteY2258" fmla="*/ 142731 h 443727"/>
              <a:gd name="connsiteX2259" fmla="*/ 1856498 w 1972510"/>
              <a:gd name="connsiteY2259" fmla="*/ 127944 h 443727"/>
              <a:gd name="connsiteX2260" fmla="*/ 1854822 w 1972510"/>
              <a:gd name="connsiteY2260" fmla="*/ 117883 h 443727"/>
              <a:gd name="connsiteX2261" fmla="*/ 1854822 w 1972510"/>
              <a:gd name="connsiteY2261" fmla="*/ 103630 h 443727"/>
              <a:gd name="connsiteX2262" fmla="*/ 1853754 w 1972510"/>
              <a:gd name="connsiteY2262" fmla="*/ 98828 h 443727"/>
              <a:gd name="connsiteX2263" fmla="*/ 1856651 w 1972510"/>
              <a:gd name="connsiteY2263" fmla="*/ 91892 h 443727"/>
              <a:gd name="connsiteX2264" fmla="*/ 1861529 w 1972510"/>
              <a:gd name="connsiteY2264" fmla="*/ 89148 h 443727"/>
              <a:gd name="connsiteX2265" fmla="*/ 1863892 w 1972510"/>
              <a:gd name="connsiteY2265" fmla="*/ 96770 h 443727"/>
              <a:gd name="connsiteX2266" fmla="*/ 1865492 w 1972510"/>
              <a:gd name="connsiteY2266" fmla="*/ 101572 h 443727"/>
              <a:gd name="connsiteX2267" fmla="*/ 1867779 w 1972510"/>
              <a:gd name="connsiteY2267" fmla="*/ 117654 h 443727"/>
              <a:gd name="connsiteX2268" fmla="*/ 1869913 w 1972510"/>
              <a:gd name="connsiteY2268" fmla="*/ 121390 h 443727"/>
              <a:gd name="connsiteX2269" fmla="*/ 1878222 w 1972510"/>
              <a:gd name="connsiteY2269" fmla="*/ 121390 h 443727"/>
              <a:gd name="connsiteX2270" fmla="*/ 1881347 w 1972510"/>
              <a:gd name="connsiteY2270" fmla="*/ 125353 h 443727"/>
              <a:gd name="connsiteX2271" fmla="*/ 1888969 w 1972510"/>
              <a:gd name="connsiteY2271" fmla="*/ 118264 h 443727"/>
              <a:gd name="connsiteX2272" fmla="*/ 1884929 w 1972510"/>
              <a:gd name="connsiteY2272" fmla="*/ 108661 h 443727"/>
              <a:gd name="connsiteX2273" fmla="*/ 1878222 w 1972510"/>
              <a:gd name="connsiteY2273" fmla="*/ 111252 h 443727"/>
              <a:gd name="connsiteX2274" fmla="*/ 1873496 w 1972510"/>
              <a:gd name="connsiteY2274" fmla="*/ 113463 h 443727"/>
              <a:gd name="connsiteX2275" fmla="*/ 1873496 w 1972510"/>
              <a:gd name="connsiteY2275" fmla="*/ 103935 h 443727"/>
              <a:gd name="connsiteX2276" fmla="*/ 1876392 w 1972510"/>
              <a:gd name="connsiteY2276" fmla="*/ 96313 h 443727"/>
              <a:gd name="connsiteX2277" fmla="*/ 1873191 w 1972510"/>
              <a:gd name="connsiteY2277" fmla="*/ 87852 h 443727"/>
              <a:gd name="connsiteX2278" fmla="*/ 1878526 w 1972510"/>
              <a:gd name="connsiteY2278" fmla="*/ 82517 h 443727"/>
              <a:gd name="connsiteX2279" fmla="*/ 1884396 w 1972510"/>
              <a:gd name="connsiteY2279" fmla="*/ 87319 h 443727"/>
              <a:gd name="connsiteX2280" fmla="*/ 1891484 w 1972510"/>
              <a:gd name="connsiteY2280" fmla="*/ 77943 h 443727"/>
              <a:gd name="connsiteX2281" fmla="*/ 1896743 w 1972510"/>
              <a:gd name="connsiteY2281" fmla="*/ 68187 h 443727"/>
              <a:gd name="connsiteX2282" fmla="*/ 1901011 w 1972510"/>
              <a:gd name="connsiteY2282" fmla="*/ 68187 h 443727"/>
              <a:gd name="connsiteX2283" fmla="*/ 1905280 w 1972510"/>
              <a:gd name="connsiteY2283" fmla="*/ 67273 h 443727"/>
              <a:gd name="connsiteX2284" fmla="*/ 244878 w 1972510"/>
              <a:gd name="connsiteY2284" fmla="*/ 61264 h 443727"/>
              <a:gd name="connsiteX2285" fmla="*/ 124531 w 1972510"/>
              <a:gd name="connsiteY2285" fmla="*/ 91999 h 443727"/>
              <a:gd name="connsiteX2286" fmla="*/ 124509 w 1972510"/>
              <a:gd name="connsiteY2286" fmla="*/ 91999 h 443727"/>
              <a:gd name="connsiteX2287" fmla="*/ 59576 w 1972510"/>
              <a:gd name="connsiteY2287" fmla="*/ 221908 h 443727"/>
              <a:gd name="connsiteX2288" fmla="*/ 61435 w 1972510"/>
              <a:gd name="connsiteY2288" fmla="*/ 246613 h 443727"/>
              <a:gd name="connsiteX2289" fmla="*/ 61806 w 1972510"/>
              <a:gd name="connsiteY2289" fmla="*/ 248624 h 443727"/>
              <a:gd name="connsiteX2290" fmla="*/ 63555 w 1972510"/>
              <a:gd name="connsiteY2290" fmla="*/ 257632 h 443727"/>
              <a:gd name="connsiteX2291" fmla="*/ 66835 w 1972510"/>
              <a:gd name="connsiteY2291" fmla="*/ 270071 h 443727"/>
              <a:gd name="connsiteX2292" fmla="*/ 71601 w 1972510"/>
              <a:gd name="connsiteY2292" fmla="*/ 283189 h 443727"/>
              <a:gd name="connsiteX2293" fmla="*/ 72301 w 1972510"/>
              <a:gd name="connsiteY2293" fmla="*/ 284938 h 443727"/>
              <a:gd name="connsiteX2294" fmla="*/ 91627 w 1972510"/>
              <a:gd name="connsiteY2294" fmla="*/ 318825 h 443727"/>
              <a:gd name="connsiteX2295" fmla="*/ 91737 w 1972510"/>
              <a:gd name="connsiteY2295" fmla="*/ 318957 h 443727"/>
              <a:gd name="connsiteX2296" fmla="*/ 91901 w 1972510"/>
              <a:gd name="connsiteY2296" fmla="*/ 319177 h 443727"/>
              <a:gd name="connsiteX2297" fmla="*/ 139973 w 1972510"/>
              <a:gd name="connsiteY2297" fmla="*/ 362097 h 443727"/>
              <a:gd name="connsiteX2298" fmla="*/ 174273 w 1972510"/>
              <a:gd name="connsiteY2298" fmla="*/ 374031 h 443727"/>
              <a:gd name="connsiteX2299" fmla="*/ 171689 w 1972510"/>
              <a:gd name="connsiteY2299" fmla="*/ 369896 h 443727"/>
              <a:gd name="connsiteX2300" fmla="*/ 165589 w 1972510"/>
              <a:gd name="connsiteY2300" fmla="*/ 367710 h 443727"/>
              <a:gd name="connsiteX2301" fmla="*/ 164650 w 1972510"/>
              <a:gd name="connsiteY2301" fmla="*/ 366848 h 443727"/>
              <a:gd name="connsiteX2302" fmla="*/ 174006 w 1972510"/>
              <a:gd name="connsiteY2302" fmla="*/ 368432 h 443727"/>
              <a:gd name="connsiteX2303" fmla="*/ 178813 w 1972510"/>
              <a:gd name="connsiteY2303" fmla="*/ 373905 h 443727"/>
              <a:gd name="connsiteX2304" fmla="*/ 179444 w 1972510"/>
              <a:gd name="connsiteY2304" fmla="*/ 375830 h 443727"/>
              <a:gd name="connsiteX2305" fmla="*/ 188656 w 1972510"/>
              <a:gd name="connsiteY2305" fmla="*/ 379035 h 443727"/>
              <a:gd name="connsiteX2306" fmla="*/ 191147 w 1972510"/>
              <a:gd name="connsiteY2306" fmla="*/ 379035 h 443727"/>
              <a:gd name="connsiteX2307" fmla="*/ 191101 w 1972510"/>
              <a:gd name="connsiteY2307" fmla="*/ 379886 h 443727"/>
              <a:gd name="connsiteX2308" fmla="*/ 198733 w 1972510"/>
              <a:gd name="connsiteY2308" fmla="*/ 382541 h 443727"/>
              <a:gd name="connsiteX2309" fmla="*/ 224910 w 1972510"/>
              <a:gd name="connsiteY2309" fmla="*/ 381243 h 443727"/>
              <a:gd name="connsiteX2310" fmla="*/ 225297 w 1972510"/>
              <a:gd name="connsiteY2310" fmla="*/ 380828 h 443727"/>
              <a:gd name="connsiteX2311" fmla="*/ 223111 w 1972510"/>
              <a:gd name="connsiteY2311" fmla="*/ 380828 h 443727"/>
              <a:gd name="connsiteX2312" fmla="*/ 223964 w 1972510"/>
              <a:gd name="connsiteY2312" fmla="*/ 380259 h 443727"/>
              <a:gd name="connsiteX2313" fmla="*/ 220203 w 1972510"/>
              <a:gd name="connsiteY2313" fmla="*/ 380259 h 443727"/>
              <a:gd name="connsiteX2314" fmla="*/ 220968 w 1972510"/>
              <a:gd name="connsiteY2314" fmla="*/ 379669 h 443727"/>
              <a:gd name="connsiteX2315" fmla="*/ 213251 w 1972510"/>
              <a:gd name="connsiteY2315" fmla="*/ 379669 h 443727"/>
              <a:gd name="connsiteX2316" fmla="*/ 208878 w 1972510"/>
              <a:gd name="connsiteY2316" fmla="*/ 369743 h 443727"/>
              <a:gd name="connsiteX2317" fmla="*/ 197728 w 1972510"/>
              <a:gd name="connsiteY2317" fmla="*/ 369284 h 443727"/>
              <a:gd name="connsiteX2318" fmla="*/ 192153 w 1972510"/>
              <a:gd name="connsiteY2318" fmla="*/ 377811 h 443727"/>
              <a:gd name="connsiteX2319" fmla="*/ 191169 w 1972510"/>
              <a:gd name="connsiteY2319" fmla="*/ 377505 h 443727"/>
              <a:gd name="connsiteX2320" fmla="*/ 193618 w 1972510"/>
              <a:gd name="connsiteY2320" fmla="*/ 370465 h 443727"/>
              <a:gd name="connsiteX2321" fmla="*/ 202975 w 1972510"/>
              <a:gd name="connsiteY2321" fmla="*/ 366704 h 443727"/>
              <a:gd name="connsiteX2322" fmla="*/ 216093 w 1972510"/>
              <a:gd name="connsiteY2322" fmla="*/ 370137 h 443727"/>
              <a:gd name="connsiteX2323" fmla="*/ 218607 w 1972510"/>
              <a:gd name="connsiteY2323" fmla="*/ 378620 h 443727"/>
              <a:gd name="connsiteX2324" fmla="*/ 227352 w 1972510"/>
              <a:gd name="connsiteY2324" fmla="*/ 378401 h 443727"/>
              <a:gd name="connsiteX2325" fmla="*/ 230632 w 1972510"/>
              <a:gd name="connsiteY2325" fmla="*/ 370465 h 443727"/>
              <a:gd name="connsiteX2326" fmla="*/ 239989 w 1972510"/>
              <a:gd name="connsiteY2326" fmla="*/ 366704 h 443727"/>
              <a:gd name="connsiteX2327" fmla="*/ 253107 w 1972510"/>
              <a:gd name="connsiteY2327" fmla="*/ 370137 h 443727"/>
              <a:gd name="connsiteX2328" fmla="*/ 255621 w 1972510"/>
              <a:gd name="connsiteY2328" fmla="*/ 378620 h 443727"/>
              <a:gd name="connsiteX2329" fmla="*/ 263030 w 1972510"/>
              <a:gd name="connsiteY2329" fmla="*/ 378434 h 443727"/>
              <a:gd name="connsiteX2330" fmla="*/ 264598 w 1972510"/>
              <a:gd name="connsiteY2330" fmla="*/ 377690 h 443727"/>
              <a:gd name="connsiteX2331" fmla="*/ 265694 w 1972510"/>
              <a:gd name="connsiteY2331" fmla="*/ 374332 h 443727"/>
              <a:gd name="connsiteX2332" fmla="*/ 269416 w 1972510"/>
              <a:gd name="connsiteY2332" fmla="*/ 368344 h 443727"/>
              <a:gd name="connsiteX2333" fmla="*/ 278577 w 1972510"/>
              <a:gd name="connsiteY2333" fmla="*/ 366267 h 443727"/>
              <a:gd name="connsiteX2334" fmla="*/ 278577 w 1972510"/>
              <a:gd name="connsiteY2334" fmla="*/ 369503 h 443727"/>
              <a:gd name="connsiteX2335" fmla="*/ 269482 w 1972510"/>
              <a:gd name="connsiteY2335" fmla="*/ 370815 h 443727"/>
              <a:gd name="connsiteX2336" fmla="*/ 266699 w 1972510"/>
              <a:gd name="connsiteY2336" fmla="*/ 376692 h 443727"/>
              <a:gd name="connsiteX2337" fmla="*/ 319079 w 1972510"/>
              <a:gd name="connsiteY2337" fmla="*/ 351805 h 443727"/>
              <a:gd name="connsiteX2338" fmla="*/ 351709 w 1972510"/>
              <a:gd name="connsiteY2338" fmla="*/ 124629 h 443727"/>
              <a:gd name="connsiteX2339" fmla="*/ 244878 w 1972510"/>
              <a:gd name="connsiteY2339" fmla="*/ 61264 h 443727"/>
              <a:gd name="connsiteX2340" fmla="*/ 143639 w 1972510"/>
              <a:gd name="connsiteY2340" fmla="*/ 58790 h 443727"/>
              <a:gd name="connsiteX2341" fmla="*/ 142961 w 1972510"/>
              <a:gd name="connsiteY2341" fmla="*/ 59358 h 443727"/>
              <a:gd name="connsiteX2342" fmla="*/ 141955 w 1972510"/>
              <a:gd name="connsiteY2342" fmla="*/ 59599 h 443727"/>
              <a:gd name="connsiteX2343" fmla="*/ 141015 w 1972510"/>
              <a:gd name="connsiteY2343" fmla="*/ 60036 h 443727"/>
              <a:gd name="connsiteX2344" fmla="*/ 139878 w 1972510"/>
              <a:gd name="connsiteY2344" fmla="*/ 60036 h 443727"/>
              <a:gd name="connsiteX2345" fmla="*/ 138916 w 1972510"/>
              <a:gd name="connsiteY2345" fmla="*/ 60342 h 443727"/>
              <a:gd name="connsiteX2346" fmla="*/ 138851 w 1972510"/>
              <a:gd name="connsiteY2346" fmla="*/ 60255 h 443727"/>
              <a:gd name="connsiteX2347" fmla="*/ 139310 w 1972510"/>
              <a:gd name="connsiteY2347" fmla="*/ 61741 h 443727"/>
              <a:gd name="connsiteX2348" fmla="*/ 139704 w 1972510"/>
              <a:gd name="connsiteY2348" fmla="*/ 62572 h 443727"/>
              <a:gd name="connsiteX2349" fmla="*/ 140797 w 1972510"/>
              <a:gd name="connsiteY2349" fmla="*/ 63621 h 443727"/>
              <a:gd name="connsiteX2350" fmla="*/ 142043 w 1972510"/>
              <a:gd name="connsiteY2350" fmla="*/ 64408 h 443727"/>
              <a:gd name="connsiteX2351" fmla="*/ 143530 w 1972510"/>
              <a:gd name="connsiteY2351" fmla="*/ 65283 h 443727"/>
              <a:gd name="connsiteX2352" fmla="*/ 144164 w 1972510"/>
              <a:gd name="connsiteY2352" fmla="*/ 66223 h 443727"/>
              <a:gd name="connsiteX2353" fmla="*/ 145279 w 1972510"/>
              <a:gd name="connsiteY2353" fmla="*/ 66551 h 443727"/>
              <a:gd name="connsiteX2354" fmla="*/ 145913 w 1972510"/>
              <a:gd name="connsiteY2354" fmla="*/ 65589 h 443727"/>
              <a:gd name="connsiteX2355" fmla="*/ 146743 w 1972510"/>
              <a:gd name="connsiteY2355" fmla="*/ 65064 h 443727"/>
              <a:gd name="connsiteX2356" fmla="*/ 147487 w 1972510"/>
              <a:gd name="connsiteY2356" fmla="*/ 64080 h 443727"/>
              <a:gd name="connsiteX2357" fmla="*/ 147662 w 1972510"/>
              <a:gd name="connsiteY2357" fmla="*/ 63075 h 443727"/>
              <a:gd name="connsiteX2358" fmla="*/ 147552 w 1972510"/>
              <a:gd name="connsiteY2358" fmla="*/ 61785 h 443727"/>
              <a:gd name="connsiteX2359" fmla="*/ 147683 w 1972510"/>
              <a:gd name="connsiteY2359" fmla="*/ 60604 h 443727"/>
              <a:gd name="connsiteX2360" fmla="*/ 147224 w 1972510"/>
              <a:gd name="connsiteY2360" fmla="*/ 59686 h 443727"/>
              <a:gd name="connsiteX2361" fmla="*/ 146328 w 1972510"/>
              <a:gd name="connsiteY2361" fmla="*/ 59271 h 443727"/>
              <a:gd name="connsiteX2362" fmla="*/ 143639 w 1972510"/>
              <a:gd name="connsiteY2362" fmla="*/ 58790 h 443727"/>
              <a:gd name="connsiteX2363" fmla="*/ 132052 w 1972510"/>
              <a:gd name="connsiteY2363" fmla="*/ 55838 h 443727"/>
              <a:gd name="connsiteX2364" fmla="*/ 132249 w 1972510"/>
              <a:gd name="connsiteY2364" fmla="*/ 56888 h 443727"/>
              <a:gd name="connsiteX2365" fmla="*/ 131811 w 1972510"/>
              <a:gd name="connsiteY2365" fmla="*/ 58309 h 443727"/>
              <a:gd name="connsiteX2366" fmla="*/ 131199 w 1972510"/>
              <a:gd name="connsiteY2366" fmla="*/ 59883 h 443727"/>
              <a:gd name="connsiteX2367" fmla="*/ 130193 w 1972510"/>
              <a:gd name="connsiteY2367" fmla="*/ 60976 h 443727"/>
              <a:gd name="connsiteX2368" fmla="*/ 129100 w 1972510"/>
              <a:gd name="connsiteY2368" fmla="*/ 60714 h 443727"/>
              <a:gd name="connsiteX2369" fmla="*/ 129100 w 1972510"/>
              <a:gd name="connsiteY2369" fmla="*/ 59599 h 443727"/>
              <a:gd name="connsiteX2370" fmla="*/ 130281 w 1972510"/>
              <a:gd name="connsiteY2370" fmla="*/ 57959 h 443727"/>
              <a:gd name="connsiteX2371" fmla="*/ 130653 w 1972510"/>
              <a:gd name="connsiteY2371" fmla="*/ 57194 h 443727"/>
              <a:gd name="connsiteX2372" fmla="*/ 131308 w 1972510"/>
              <a:gd name="connsiteY2372" fmla="*/ 56429 h 443727"/>
              <a:gd name="connsiteX2373" fmla="*/ 132052 w 1972510"/>
              <a:gd name="connsiteY2373" fmla="*/ 55838 h 443727"/>
              <a:gd name="connsiteX2374" fmla="*/ 133932 w 1972510"/>
              <a:gd name="connsiteY2374" fmla="*/ 49782 h 443727"/>
              <a:gd name="connsiteX2375" fmla="*/ 132861 w 1972510"/>
              <a:gd name="connsiteY2375" fmla="*/ 50373 h 443727"/>
              <a:gd name="connsiteX2376" fmla="*/ 131724 w 1972510"/>
              <a:gd name="connsiteY2376" fmla="*/ 50569 h 443727"/>
              <a:gd name="connsiteX2377" fmla="*/ 131221 w 1972510"/>
              <a:gd name="connsiteY2377" fmla="*/ 51138 h 443727"/>
              <a:gd name="connsiteX2378" fmla="*/ 130871 w 1972510"/>
              <a:gd name="connsiteY2378" fmla="*/ 51750 h 443727"/>
              <a:gd name="connsiteX2379" fmla="*/ 130499 w 1972510"/>
              <a:gd name="connsiteY2379" fmla="*/ 52515 h 443727"/>
              <a:gd name="connsiteX2380" fmla="*/ 129712 w 1972510"/>
              <a:gd name="connsiteY2380" fmla="*/ 53565 h 443727"/>
              <a:gd name="connsiteX2381" fmla="*/ 129056 w 1972510"/>
              <a:gd name="connsiteY2381" fmla="*/ 54242 h 443727"/>
              <a:gd name="connsiteX2382" fmla="*/ 128291 w 1972510"/>
              <a:gd name="connsiteY2382" fmla="*/ 55204 h 443727"/>
              <a:gd name="connsiteX2383" fmla="*/ 127154 w 1972510"/>
              <a:gd name="connsiteY2383" fmla="*/ 56385 h 443727"/>
              <a:gd name="connsiteX2384" fmla="*/ 125646 w 1972510"/>
              <a:gd name="connsiteY2384" fmla="*/ 58003 h 443727"/>
              <a:gd name="connsiteX2385" fmla="*/ 124902 w 1972510"/>
              <a:gd name="connsiteY2385" fmla="*/ 57718 h 443727"/>
              <a:gd name="connsiteX2386" fmla="*/ 123744 w 1972510"/>
              <a:gd name="connsiteY2386" fmla="*/ 57718 h 443727"/>
              <a:gd name="connsiteX2387" fmla="*/ 123000 w 1972510"/>
              <a:gd name="connsiteY2387" fmla="*/ 58746 h 443727"/>
              <a:gd name="connsiteX2388" fmla="*/ 123132 w 1972510"/>
              <a:gd name="connsiteY2388" fmla="*/ 61304 h 443727"/>
              <a:gd name="connsiteX2389" fmla="*/ 124268 w 1972510"/>
              <a:gd name="connsiteY2389" fmla="*/ 62987 h 443727"/>
              <a:gd name="connsiteX2390" fmla="*/ 125580 w 1972510"/>
              <a:gd name="connsiteY2390" fmla="*/ 64518 h 443727"/>
              <a:gd name="connsiteX2391" fmla="*/ 126651 w 1972510"/>
              <a:gd name="connsiteY2391" fmla="*/ 65655 h 443727"/>
              <a:gd name="connsiteX2392" fmla="*/ 127307 w 1972510"/>
              <a:gd name="connsiteY2392" fmla="*/ 66507 h 443727"/>
              <a:gd name="connsiteX2393" fmla="*/ 127788 w 1972510"/>
              <a:gd name="connsiteY2393" fmla="*/ 66835 h 443727"/>
              <a:gd name="connsiteX2394" fmla="*/ 128553 w 1972510"/>
              <a:gd name="connsiteY2394" fmla="*/ 67557 h 443727"/>
              <a:gd name="connsiteX2395" fmla="*/ 129188 w 1972510"/>
              <a:gd name="connsiteY2395" fmla="*/ 67688 h 443727"/>
              <a:gd name="connsiteX2396" fmla="*/ 130434 w 1972510"/>
              <a:gd name="connsiteY2396" fmla="*/ 67098 h 443727"/>
              <a:gd name="connsiteX2397" fmla="*/ 131068 w 1972510"/>
              <a:gd name="connsiteY2397" fmla="*/ 66529 h 443727"/>
              <a:gd name="connsiteX2398" fmla="*/ 132161 w 1972510"/>
              <a:gd name="connsiteY2398" fmla="*/ 66223 h 443727"/>
              <a:gd name="connsiteX2399" fmla="*/ 132817 w 1972510"/>
              <a:gd name="connsiteY2399" fmla="*/ 66617 h 443727"/>
              <a:gd name="connsiteX2400" fmla="*/ 133648 w 1972510"/>
              <a:gd name="connsiteY2400" fmla="*/ 68453 h 443727"/>
              <a:gd name="connsiteX2401" fmla="*/ 134413 w 1972510"/>
              <a:gd name="connsiteY2401" fmla="*/ 69743 h 443727"/>
              <a:gd name="connsiteX2402" fmla="*/ 134959 w 1972510"/>
              <a:gd name="connsiteY2402" fmla="*/ 70683 h 443727"/>
              <a:gd name="connsiteX2403" fmla="*/ 134588 w 1972510"/>
              <a:gd name="connsiteY2403" fmla="*/ 72673 h 443727"/>
              <a:gd name="connsiteX2404" fmla="*/ 132861 w 1972510"/>
              <a:gd name="connsiteY2404" fmla="*/ 73044 h 443727"/>
              <a:gd name="connsiteX2405" fmla="*/ 132139 w 1972510"/>
              <a:gd name="connsiteY2405" fmla="*/ 74028 h 443727"/>
              <a:gd name="connsiteX2406" fmla="*/ 134588 w 1972510"/>
              <a:gd name="connsiteY2406" fmla="*/ 74662 h 443727"/>
              <a:gd name="connsiteX2407" fmla="*/ 135725 w 1972510"/>
              <a:gd name="connsiteY2407" fmla="*/ 75362 h 443727"/>
              <a:gd name="connsiteX2408" fmla="*/ 137014 w 1972510"/>
              <a:gd name="connsiteY2408" fmla="*/ 75231 h 443727"/>
              <a:gd name="connsiteX2409" fmla="*/ 137889 w 1972510"/>
              <a:gd name="connsiteY2409" fmla="*/ 75340 h 443727"/>
              <a:gd name="connsiteX2410" fmla="*/ 138829 w 1972510"/>
              <a:gd name="connsiteY2410" fmla="*/ 75231 h 443727"/>
              <a:gd name="connsiteX2411" fmla="*/ 139507 w 1972510"/>
              <a:gd name="connsiteY2411" fmla="*/ 75231 h 443727"/>
              <a:gd name="connsiteX2412" fmla="*/ 140250 w 1972510"/>
              <a:gd name="connsiteY2412" fmla="*/ 74028 h 443727"/>
              <a:gd name="connsiteX2413" fmla="*/ 140709 w 1972510"/>
              <a:gd name="connsiteY2413" fmla="*/ 72192 h 443727"/>
              <a:gd name="connsiteX2414" fmla="*/ 140819 w 1972510"/>
              <a:gd name="connsiteY2414" fmla="*/ 70005 h 443727"/>
              <a:gd name="connsiteX2415" fmla="*/ 137386 w 1972510"/>
              <a:gd name="connsiteY2415" fmla="*/ 64299 h 443727"/>
              <a:gd name="connsiteX2416" fmla="*/ 136424 w 1972510"/>
              <a:gd name="connsiteY2416" fmla="*/ 63140 h 443727"/>
              <a:gd name="connsiteX2417" fmla="*/ 136621 w 1972510"/>
              <a:gd name="connsiteY2417" fmla="*/ 62069 h 443727"/>
              <a:gd name="connsiteX2418" fmla="*/ 137233 w 1972510"/>
              <a:gd name="connsiteY2418" fmla="*/ 61588 h 443727"/>
              <a:gd name="connsiteX2419" fmla="*/ 137430 w 1972510"/>
              <a:gd name="connsiteY2419" fmla="*/ 59927 h 443727"/>
              <a:gd name="connsiteX2420" fmla="*/ 137430 w 1972510"/>
              <a:gd name="connsiteY2420" fmla="*/ 55204 h 443727"/>
              <a:gd name="connsiteX2421" fmla="*/ 137430 w 1972510"/>
              <a:gd name="connsiteY2421" fmla="*/ 53805 h 443727"/>
              <a:gd name="connsiteX2422" fmla="*/ 137911 w 1972510"/>
              <a:gd name="connsiteY2422" fmla="*/ 51728 h 443727"/>
              <a:gd name="connsiteX2423" fmla="*/ 137299 w 1972510"/>
              <a:gd name="connsiteY2423" fmla="*/ 50788 h 443727"/>
              <a:gd name="connsiteX2424" fmla="*/ 136118 w 1972510"/>
              <a:gd name="connsiteY2424" fmla="*/ 49782 h 443727"/>
              <a:gd name="connsiteX2425" fmla="*/ 133932 w 1972510"/>
              <a:gd name="connsiteY2425" fmla="*/ 49782 h 443727"/>
              <a:gd name="connsiteX2426" fmla="*/ 321077 w 1972510"/>
              <a:gd name="connsiteY2426" fmla="*/ 46875 h 443727"/>
              <a:gd name="connsiteX2427" fmla="*/ 320356 w 1972510"/>
              <a:gd name="connsiteY2427" fmla="*/ 47115 h 443727"/>
              <a:gd name="connsiteX2428" fmla="*/ 319613 w 1972510"/>
              <a:gd name="connsiteY2428" fmla="*/ 48580 h 443727"/>
              <a:gd name="connsiteX2429" fmla="*/ 318498 w 1972510"/>
              <a:gd name="connsiteY2429" fmla="*/ 50110 h 443727"/>
              <a:gd name="connsiteX2430" fmla="*/ 316464 w 1972510"/>
              <a:gd name="connsiteY2430" fmla="*/ 52296 h 443727"/>
              <a:gd name="connsiteX2431" fmla="*/ 313119 w 1972510"/>
              <a:gd name="connsiteY2431" fmla="*/ 51662 h 443727"/>
              <a:gd name="connsiteX2432" fmla="*/ 311436 w 1972510"/>
              <a:gd name="connsiteY2432" fmla="*/ 50635 h 443727"/>
              <a:gd name="connsiteX2433" fmla="*/ 310474 w 1972510"/>
              <a:gd name="connsiteY2433" fmla="*/ 50635 h 443727"/>
              <a:gd name="connsiteX2434" fmla="*/ 309468 w 1972510"/>
              <a:gd name="connsiteY2434" fmla="*/ 50460 h 443727"/>
              <a:gd name="connsiteX2435" fmla="*/ 308441 w 1972510"/>
              <a:gd name="connsiteY2435" fmla="*/ 50766 h 443727"/>
              <a:gd name="connsiteX2436" fmla="*/ 307457 w 1972510"/>
              <a:gd name="connsiteY2436" fmla="*/ 51619 h 443727"/>
              <a:gd name="connsiteX2437" fmla="*/ 307829 w 1972510"/>
              <a:gd name="connsiteY2437" fmla="*/ 54133 h 443727"/>
              <a:gd name="connsiteX2438" fmla="*/ 308703 w 1972510"/>
              <a:gd name="connsiteY2438" fmla="*/ 55379 h 443727"/>
              <a:gd name="connsiteX2439" fmla="*/ 309468 w 1972510"/>
              <a:gd name="connsiteY2439" fmla="*/ 55816 h 443727"/>
              <a:gd name="connsiteX2440" fmla="*/ 310387 w 1972510"/>
              <a:gd name="connsiteY2440" fmla="*/ 56057 h 443727"/>
              <a:gd name="connsiteX2441" fmla="*/ 310999 w 1972510"/>
              <a:gd name="connsiteY2441" fmla="*/ 56407 h 443727"/>
              <a:gd name="connsiteX2442" fmla="*/ 311808 w 1972510"/>
              <a:gd name="connsiteY2442" fmla="*/ 56822 h 443727"/>
              <a:gd name="connsiteX2443" fmla="*/ 310846 w 1972510"/>
              <a:gd name="connsiteY2443" fmla="*/ 57740 h 443727"/>
              <a:gd name="connsiteX2444" fmla="*/ 307807 w 1972510"/>
              <a:gd name="connsiteY2444" fmla="*/ 59533 h 443727"/>
              <a:gd name="connsiteX2445" fmla="*/ 301729 w 1972510"/>
              <a:gd name="connsiteY2445" fmla="*/ 61020 h 443727"/>
              <a:gd name="connsiteX2446" fmla="*/ 300985 w 1972510"/>
              <a:gd name="connsiteY2446" fmla="*/ 61020 h 443727"/>
              <a:gd name="connsiteX2447" fmla="*/ 299783 w 1972510"/>
              <a:gd name="connsiteY2447" fmla="*/ 61173 h 443727"/>
              <a:gd name="connsiteX2448" fmla="*/ 298165 w 1972510"/>
              <a:gd name="connsiteY2448" fmla="*/ 61173 h 443727"/>
              <a:gd name="connsiteX2449" fmla="*/ 298165 w 1972510"/>
              <a:gd name="connsiteY2449" fmla="*/ 61085 h 443727"/>
              <a:gd name="connsiteX2450" fmla="*/ 297094 w 1972510"/>
              <a:gd name="connsiteY2450" fmla="*/ 61348 h 443727"/>
              <a:gd name="connsiteX2451" fmla="*/ 297750 w 1972510"/>
              <a:gd name="connsiteY2451" fmla="*/ 62113 h 443727"/>
              <a:gd name="connsiteX2452" fmla="*/ 297750 w 1972510"/>
              <a:gd name="connsiteY2452" fmla="*/ 63381 h 443727"/>
              <a:gd name="connsiteX2453" fmla="*/ 298056 w 1972510"/>
              <a:gd name="connsiteY2453" fmla="*/ 64299 h 443727"/>
              <a:gd name="connsiteX2454" fmla="*/ 299127 w 1972510"/>
              <a:gd name="connsiteY2454" fmla="*/ 64671 h 443727"/>
              <a:gd name="connsiteX2455" fmla="*/ 301095 w 1972510"/>
              <a:gd name="connsiteY2455" fmla="*/ 65239 h 443727"/>
              <a:gd name="connsiteX2456" fmla="*/ 303565 w 1972510"/>
              <a:gd name="connsiteY2456" fmla="*/ 65239 h 443727"/>
              <a:gd name="connsiteX2457" fmla="*/ 306998 w 1972510"/>
              <a:gd name="connsiteY2457" fmla="*/ 65239 h 443727"/>
              <a:gd name="connsiteX2458" fmla="*/ 310867 w 1972510"/>
              <a:gd name="connsiteY2458" fmla="*/ 64277 h 443727"/>
              <a:gd name="connsiteX2459" fmla="*/ 314059 w 1972510"/>
              <a:gd name="connsiteY2459" fmla="*/ 62659 h 443727"/>
              <a:gd name="connsiteX2460" fmla="*/ 315284 w 1972510"/>
              <a:gd name="connsiteY2460" fmla="*/ 66245 h 443727"/>
              <a:gd name="connsiteX2461" fmla="*/ 315721 w 1972510"/>
              <a:gd name="connsiteY2461" fmla="*/ 68125 h 443727"/>
              <a:gd name="connsiteX2462" fmla="*/ 316180 w 1972510"/>
              <a:gd name="connsiteY2462" fmla="*/ 71426 h 443727"/>
              <a:gd name="connsiteX2463" fmla="*/ 316180 w 1972510"/>
              <a:gd name="connsiteY2463" fmla="*/ 75099 h 443727"/>
              <a:gd name="connsiteX2464" fmla="*/ 316792 w 1972510"/>
              <a:gd name="connsiteY2464" fmla="*/ 76411 h 443727"/>
              <a:gd name="connsiteX2465" fmla="*/ 318454 w 1972510"/>
              <a:gd name="connsiteY2465" fmla="*/ 77701 h 443727"/>
              <a:gd name="connsiteX2466" fmla="*/ 319481 w 1972510"/>
              <a:gd name="connsiteY2466" fmla="*/ 78576 h 443727"/>
              <a:gd name="connsiteX2467" fmla="*/ 320815 w 1972510"/>
              <a:gd name="connsiteY2467" fmla="*/ 79319 h 443727"/>
              <a:gd name="connsiteX2468" fmla="*/ 322039 w 1972510"/>
              <a:gd name="connsiteY2468" fmla="*/ 80128 h 443727"/>
              <a:gd name="connsiteX2469" fmla="*/ 322673 w 1972510"/>
              <a:gd name="connsiteY2469" fmla="*/ 80346 h 443727"/>
              <a:gd name="connsiteX2470" fmla="*/ 323504 w 1972510"/>
              <a:gd name="connsiteY2470" fmla="*/ 80193 h 443727"/>
              <a:gd name="connsiteX2471" fmla="*/ 325297 w 1972510"/>
              <a:gd name="connsiteY2471" fmla="*/ 80193 h 443727"/>
              <a:gd name="connsiteX2472" fmla="*/ 325931 w 1972510"/>
              <a:gd name="connsiteY2472" fmla="*/ 79363 h 443727"/>
              <a:gd name="connsiteX2473" fmla="*/ 326565 w 1972510"/>
              <a:gd name="connsiteY2473" fmla="*/ 78882 h 443727"/>
              <a:gd name="connsiteX2474" fmla="*/ 325953 w 1972510"/>
              <a:gd name="connsiteY2474" fmla="*/ 78029 h 443727"/>
              <a:gd name="connsiteX2475" fmla="*/ 324073 w 1972510"/>
              <a:gd name="connsiteY2475" fmla="*/ 75843 h 443727"/>
              <a:gd name="connsiteX2476" fmla="*/ 323417 w 1972510"/>
              <a:gd name="connsiteY2476" fmla="*/ 74553 h 443727"/>
              <a:gd name="connsiteX2477" fmla="*/ 322345 w 1972510"/>
              <a:gd name="connsiteY2477" fmla="*/ 73197 h 443727"/>
              <a:gd name="connsiteX2478" fmla="*/ 320881 w 1972510"/>
              <a:gd name="connsiteY2478" fmla="*/ 70136 h 443727"/>
              <a:gd name="connsiteX2479" fmla="*/ 320050 w 1972510"/>
              <a:gd name="connsiteY2479" fmla="*/ 66114 h 443727"/>
              <a:gd name="connsiteX2480" fmla="*/ 318738 w 1972510"/>
              <a:gd name="connsiteY2480" fmla="*/ 60998 h 443727"/>
              <a:gd name="connsiteX2481" fmla="*/ 319394 w 1972510"/>
              <a:gd name="connsiteY2481" fmla="*/ 59380 h 443727"/>
              <a:gd name="connsiteX2482" fmla="*/ 320553 w 1972510"/>
              <a:gd name="connsiteY2482" fmla="*/ 58812 h 443727"/>
              <a:gd name="connsiteX2483" fmla="*/ 322914 w 1972510"/>
              <a:gd name="connsiteY2483" fmla="*/ 59183 h 443727"/>
              <a:gd name="connsiteX2484" fmla="*/ 324269 w 1972510"/>
              <a:gd name="connsiteY2484" fmla="*/ 59752 h 443727"/>
              <a:gd name="connsiteX2485" fmla="*/ 325822 w 1972510"/>
              <a:gd name="connsiteY2485" fmla="*/ 60080 h 443727"/>
              <a:gd name="connsiteX2486" fmla="*/ 328183 w 1972510"/>
              <a:gd name="connsiteY2486" fmla="*/ 60364 h 443727"/>
              <a:gd name="connsiteX2487" fmla="*/ 329342 w 1972510"/>
              <a:gd name="connsiteY2487" fmla="*/ 60233 h 443727"/>
              <a:gd name="connsiteX2488" fmla="*/ 330019 w 1972510"/>
              <a:gd name="connsiteY2488" fmla="*/ 59948 h 443727"/>
              <a:gd name="connsiteX2489" fmla="*/ 330019 w 1972510"/>
              <a:gd name="connsiteY2489" fmla="*/ 57412 h 443727"/>
              <a:gd name="connsiteX2490" fmla="*/ 328817 w 1972510"/>
              <a:gd name="connsiteY2490" fmla="*/ 56101 h 443727"/>
              <a:gd name="connsiteX2491" fmla="*/ 327112 w 1972510"/>
              <a:gd name="connsiteY2491" fmla="*/ 55117 h 443727"/>
              <a:gd name="connsiteX2492" fmla="*/ 325537 w 1972510"/>
              <a:gd name="connsiteY2492" fmla="*/ 55248 h 443727"/>
              <a:gd name="connsiteX2493" fmla="*/ 324401 w 1972510"/>
              <a:gd name="connsiteY2493" fmla="*/ 55029 h 443727"/>
              <a:gd name="connsiteX2494" fmla="*/ 323395 w 1972510"/>
              <a:gd name="connsiteY2494" fmla="*/ 54920 h 443727"/>
              <a:gd name="connsiteX2495" fmla="*/ 322652 w 1972510"/>
              <a:gd name="connsiteY2495" fmla="*/ 54723 h 443727"/>
              <a:gd name="connsiteX2496" fmla="*/ 323220 w 1972510"/>
              <a:gd name="connsiteY2496" fmla="*/ 53805 h 443727"/>
              <a:gd name="connsiteX2497" fmla="*/ 324794 w 1972510"/>
              <a:gd name="connsiteY2497" fmla="*/ 52581 h 443727"/>
              <a:gd name="connsiteX2498" fmla="*/ 325122 w 1972510"/>
              <a:gd name="connsiteY2498" fmla="*/ 51619 h 443727"/>
              <a:gd name="connsiteX2499" fmla="*/ 325341 w 1972510"/>
              <a:gd name="connsiteY2499" fmla="*/ 50569 h 443727"/>
              <a:gd name="connsiteX2500" fmla="*/ 324685 w 1972510"/>
              <a:gd name="connsiteY2500" fmla="*/ 48798 h 443727"/>
              <a:gd name="connsiteX2501" fmla="*/ 323132 w 1972510"/>
              <a:gd name="connsiteY2501" fmla="*/ 47815 h 443727"/>
              <a:gd name="connsiteX2502" fmla="*/ 322127 w 1972510"/>
              <a:gd name="connsiteY2502" fmla="*/ 47596 h 443727"/>
              <a:gd name="connsiteX2503" fmla="*/ 321077 w 1972510"/>
              <a:gd name="connsiteY2503" fmla="*/ 46875 h 443727"/>
              <a:gd name="connsiteX2504" fmla="*/ 178007 w 1972510"/>
              <a:gd name="connsiteY2504" fmla="*/ 43486 h 443727"/>
              <a:gd name="connsiteX2505" fmla="*/ 178073 w 1972510"/>
              <a:gd name="connsiteY2505" fmla="*/ 43573 h 443727"/>
              <a:gd name="connsiteX2506" fmla="*/ 178022 w 1972510"/>
              <a:gd name="connsiteY2506" fmla="*/ 43514 h 443727"/>
              <a:gd name="connsiteX2507" fmla="*/ 125843 w 1972510"/>
              <a:gd name="connsiteY2507" fmla="*/ 39332 h 443727"/>
              <a:gd name="connsiteX2508" fmla="*/ 124728 w 1972510"/>
              <a:gd name="connsiteY2508" fmla="*/ 39616 h 443727"/>
              <a:gd name="connsiteX2509" fmla="*/ 123940 w 1972510"/>
              <a:gd name="connsiteY2509" fmla="*/ 39616 h 443727"/>
              <a:gd name="connsiteX2510" fmla="*/ 122913 w 1972510"/>
              <a:gd name="connsiteY2510" fmla="*/ 40228 h 443727"/>
              <a:gd name="connsiteX2511" fmla="*/ 122060 w 1972510"/>
              <a:gd name="connsiteY2511" fmla="*/ 40644 h 443727"/>
              <a:gd name="connsiteX2512" fmla="*/ 121536 w 1972510"/>
              <a:gd name="connsiteY2512" fmla="*/ 41299 h 443727"/>
              <a:gd name="connsiteX2513" fmla="*/ 120880 w 1972510"/>
              <a:gd name="connsiteY2513" fmla="*/ 41780 h 443727"/>
              <a:gd name="connsiteX2514" fmla="*/ 120355 w 1972510"/>
              <a:gd name="connsiteY2514" fmla="*/ 42502 h 443727"/>
              <a:gd name="connsiteX2515" fmla="*/ 119262 w 1972510"/>
              <a:gd name="connsiteY2515" fmla="*/ 43420 h 443727"/>
              <a:gd name="connsiteX2516" fmla="*/ 119415 w 1972510"/>
              <a:gd name="connsiteY2516" fmla="*/ 44251 h 443727"/>
              <a:gd name="connsiteX2517" fmla="*/ 121426 w 1972510"/>
              <a:gd name="connsiteY2517" fmla="*/ 45760 h 443727"/>
              <a:gd name="connsiteX2518" fmla="*/ 121645 w 1972510"/>
              <a:gd name="connsiteY2518" fmla="*/ 46700 h 443727"/>
              <a:gd name="connsiteX2519" fmla="*/ 121798 w 1972510"/>
              <a:gd name="connsiteY2519" fmla="*/ 47487 h 443727"/>
              <a:gd name="connsiteX2520" fmla="*/ 122038 w 1972510"/>
              <a:gd name="connsiteY2520" fmla="*/ 48252 h 443727"/>
              <a:gd name="connsiteX2521" fmla="*/ 122957 w 1972510"/>
              <a:gd name="connsiteY2521" fmla="*/ 48252 h 443727"/>
              <a:gd name="connsiteX2522" fmla="*/ 123766 w 1972510"/>
              <a:gd name="connsiteY2522" fmla="*/ 48077 h 443727"/>
              <a:gd name="connsiteX2523" fmla="*/ 124247 w 1972510"/>
              <a:gd name="connsiteY2523" fmla="*/ 48645 h 443727"/>
              <a:gd name="connsiteX2524" fmla="*/ 123634 w 1972510"/>
              <a:gd name="connsiteY2524" fmla="*/ 49782 h 443727"/>
              <a:gd name="connsiteX2525" fmla="*/ 121732 w 1972510"/>
              <a:gd name="connsiteY2525" fmla="*/ 51969 h 443727"/>
              <a:gd name="connsiteX2526" fmla="*/ 120595 w 1972510"/>
              <a:gd name="connsiteY2526" fmla="*/ 52887 h 443727"/>
              <a:gd name="connsiteX2527" fmla="*/ 117994 w 1972510"/>
              <a:gd name="connsiteY2527" fmla="*/ 55270 h 443727"/>
              <a:gd name="connsiteX2528" fmla="*/ 117010 w 1972510"/>
              <a:gd name="connsiteY2528" fmla="*/ 56429 h 443727"/>
              <a:gd name="connsiteX2529" fmla="*/ 116245 w 1972510"/>
              <a:gd name="connsiteY2529" fmla="*/ 56429 h 443727"/>
              <a:gd name="connsiteX2530" fmla="*/ 116245 w 1972510"/>
              <a:gd name="connsiteY2530" fmla="*/ 56341 h 443727"/>
              <a:gd name="connsiteX2531" fmla="*/ 114649 w 1972510"/>
              <a:gd name="connsiteY2531" fmla="*/ 58790 h 443727"/>
              <a:gd name="connsiteX2532" fmla="*/ 114889 w 1972510"/>
              <a:gd name="connsiteY2532" fmla="*/ 59642 h 443727"/>
              <a:gd name="connsiteX2533" fmla="*/ 115523 w 1972510"/>
              <a:gd name="connsiteY2533" fmla="*/ 60582 h 443727"/>
              <a:gd name="connsiteX2534" fmla="*/ 116485 w 1972510"/>
              <a:gd name="connsiteY2534" fmla="*/ 61544 h 443727"/>
              <a:gd name="connsiteX2535" fmla="*/ 117622 w 1972510"/>
              <a:gd name="connsiteY2535" fmla="*/ 60976 h 443727"/>
              <a:gd name="connsiteX2536" fmla="*/ 118453 w 1972510"/>
              <a:gd name="connsiteY2536" fmla="*/ 60976 h 443727"/>
              <a:gd name="connsiteX2537" fmla="*/ 118934 w 1972510"/>
              <a:gd name="connsiteY2537" fmla="*/ 60123 h 443727"/>
              <a:gd name="connsiteX2538" fmla="*/ 119612 w 1972510"/>
              <a:gd name="connsiteY2538" fmla="*/ 59336 h 443727"/>
              <a:gd name="connsiteX2539" fmla="*/ 120442 w 1972510"/>
              <a:gd name="connsiteY2539" fmla="*/ 58484 h 443727"/>
              <a:gd name="connsiteX2540" fmla="*/ 121033 w 1972510"/>
              <a:gd name="connsiteY2540" fmla="*/ 58090 h 443727"/>
              <a:gd name="connsiteX2541" fmla="*/ 121798 w 1972510"/>
              <a:gd name="connsiteY2541" fmla="*/ 57587 h 443727"/>
              <a:gd name="connsiteX2542" fmla="*/ 122541 w 1972510"/>
              <a:gd name="connsiteY2542" fmla="*/ 56822 h 443727"/>
              <a:gd name="connsiteX2543" fmla="*/ 123285 w 1972510"/>
              <a:gd name="connsiteY2543" fmla="*/ 56210 h 443727"/>
              <a:gd name="connsiteX2544" fmla="*/ 124115 w 1972510"/>
              <a:gd name="connsiteY2544" fmla="*/ 55401 h 443727"/>
              <a:gd name="connsiteX2545" fmla="*/ 124990 w 1972510"/>
              <a:gd name="connsiteY2545" fmla="*/ 54505 h 443727"/>
              <a:gd name="connsiteX2546" fmla="*/ 125886 w 1972510"/>
              <a:gd name="connsiteY2546" fmla="*/ 53586 h 443727"/>
              <a:gd name="connsiteX2547" fmla="*/ 129122 w 1972510"/>
              <a:gd name="connsiteY2547" fmla="*/ 50329 h 443727"/>
              <a:gd name="connsiteX2548" fmla="*/ 130346 w 1972510"/>
              <a:gd name="connsiteY2548" fmla="*/ 48667 h 443727"/>
              <a:gd name="connsiteX2549" fmla="*/ 131505 w 1972510"/>
              <a:gd name="connsiteY2549" fmla="*/ 48033 h 443727"/>
              <a:gd name="connsiteX2550" fmla="*/ 132423 w 1972510"/>
              <a:gd name="connsiteY2550" fmla="*/ 46918 h 443727"/>
              <a:gd name="connsiteX2551" fmla="*/ 133385 w 1972510"/>
              <a:gd name="connsiteY2551" fmla="*/ 45869 h 443727"/>
              <a:gd name="connsiteX2552" fmla="*/ 134566 w 1972510"/>
              <a:gd name="connsiteY2552" fmla="*/ 44951 h 443727"/>
              <a:gd name="connsiteX2553" fmla="*/ 136096 w 1972510"/>
              <a:gd name="connsiteY2553" fmla="*/ 43857 h 443727"/>
              <a:gd name="connsiteX2554" fmla="*/ 137233 w 1972510"/>
              <a:gd name="connsiteY2554" fmla="*/ 43573 h 443727"/>
              <a:gd name="connsiteX2555" fmla="*/ 138086 w 1972510"/>
              <a:gd name="connsiteY2555" fmla="*/ 41015 h 443727"/>
              <a:gd name="connsiteX2556" fmla="*/ 137539 w 1972510"/>
              <a:gd name="connsiteY2556" fmla="*/ 39988 h 443727"/>
              <a:gd name="connsiteX2557" fmla="*/ 136818 w 1972510"/>
              <a:gd name="connsiteY2557" fmla="*/ 39769 h 443727"/>
              <a:gd name="connsiteX2558" fmla="*/ 135309 w 1972510"/>
              <a:gd name="connsiteY2558" fmla="*/ 39507 h 443727"/>
              <a:gd name="connsiteX2559" fmla="*/ 134347 w 1972510"/>
              <a:gd name="connsiteY2559" fmla="*/ 39725 h 443727"/>
              <a:gd name="connsiteX2560" fmla="*/ 133341 w 1972510"/>
              <a:gd name="connsiteY2560" fmla="*/ 39878 h 443727"/>
              <a:gd name="connsiteX2561" fmla="*/ 131767 w 1972510"/>
              <a:gd name="connsiteY2561" fmla="*/ 41387 h 443727"/>
              <a:gd name="connsiteX2562" fmla="*/ 129013 w 1972510"/>
              <a:gd name="connsiteY2562" fmla="*/ 44054 h 443727"/>
              <a:gd name="connsiteX2563" fmla="*/ 128510 w 1972510"/>
              <a:gd name="connsiteY2563" fmla="*/ 43617 h 443727"/>
              <a:gd name="connsiteX2564" fmla="*/ 128510 w 1972510"/>
              <a:gd name="connsiteY2564" fmla="*/ 41431 h 443727"/>
              <a:gd name="connsiteX2565" fmla="*/ 126804 w 1972510"/>
              <a:gd name="connsiteY2565" fmla="*/ 40250 h 443727"/>
              <a:gd name="connsiteX2566" fmla="*/ 125843 w 1972510"/>
              <a:gd name="connsiteY2566" fmla="*/ 39332 h 443727"/>
              <a:gd name="connsiteX2567" fmla="*/ 195028 w 1972510"/>
              <a:gd name="connsiteY2567" fmla="*/ 33155 h 443727"/>
              <a:gd name="connsiteX2568" fmla="*/ 195388 w 1972510"/>
              <a:gd name="connsiteY2568" fmla="*/ 33538 h 443727"/>
              <a:gd name="connsiteX2569" fmla="*/ 194776 w 1972510"/>
              <a:gd name="connsiteY2569" fmla="*/ 35090 h 443727"/>
              <a:gd name="connsiteX2570" fmla="*/ 193486 w 1972510"/>
              <a:gd name="connsiteY2570" fmla="*/ 35090 h 443727"/>
              <a:gd name="connsiteX2571" fmla="*/ 193289 w 1972510"/>
              <a:gd name="connsiteY2571" fmla="*/ 34391 h 443727"/>
              <a:gd name="connsiteX2572" fmla="*/ 193530 w 1972510"/>
              <a:gd name="connsiteY2572" fmla="*/ 33603 h 443727"/>
              <a:gd name="connsiteX2573" fmla="*/ 194929 w 1972510"/>
              <a:gd name="connsiteY2573" fmla="*/ 33166 h 443727"/>
              <a:gd name="connsiteX2574" fmla="*/ 195028 w 1972510"/>
              <a:gd name="connsiteY2574" fmla="*/ 33155 h 443727"/>
              <a:gd name="connsiteX2575" fmla="*/ 199018 w 1972510"/>
              <a:gd name="connsiteY2575" fmla="*/ 31331 h 443727"/>
              <a:gd name="connsiteX2576" fmla="*/ 199761 w 1972510"/>
              <a:gd name="connsiteY2576" fmla="*/ 31484 h 443727"/>
              <a:gd name="connsiteX2577" fmla="*/ 199870 w 1972510"/>
              <a:gd name="connsiteY2577" fmla="*/ 32424 h 443727"/>
              <a:gd name="connsiteX2578" fmla="*/ 198733 w 1972510"/>
              <a:gd name="connsiteY2578" fmla="*/ 33539 h 443727"/>
              <a:gd name="connsiteX2579" fmla="*/ 197946 w 1972510"/>
              <a:gd name="connsiteY2579" fmla="*/ 32992 h 443727"/>
              <a:gd name="connsiteX2580" fmla="*/ 197946 w 1972510"/>
              <a:gd name="connsiteY2580" fmla="*/ 31855 h 443727"/>
              <a:gd name="connsiteX2581" fmla="*/ 199018 w 1972510"/>
              <a:gd name="connsiteY2581" fmla="*/ 31331 h 443727"/>
              <a:gd name="connsiteX2582" fmla="*/ 193837 w 1972510"/>
              <a:gd name="connsiteY2582" fmla="*/ 28444 h 443727"/>
              <a:gd name="connsiteX2583" fmla="*/ 194908 w 1972510"/>
              <a:gd name="connsiteY2583" fmla="*/ 29362 h 443727"/>
              <a:gd name="connsiteX2584" fmla="*/ 193662 w 1972510"/>
              <a:gd name="connsiteY2584" fmla="*/ 30915 h 443727"/>
              <a:gd name="connsiteX2585" fmla="*/ 193093 w 1972510"/>
              <a:gd name="connsiteY2585" fmla="*/ 30674 h 443727"/>
              <a:gd name="connsiteX2586" fmla="*/ 192787 w 1972510"/>
              <a:gd name="connsiteY2586" fmla="*/ 29472 h 443727"/>
              <a:gd name="connsiteX2587" fmla="*/ 193837 w 1972510"/>
              <a:gd name="connsiteY2587" fmla="*/ 28444 h 443727"/>
              <a:gd name="connsiteX2588" fmla="*/ 255270 w 1972510"/>
              <a:gd name="connsiteY2588" fmla="*/ 27548 h 443727"/>
              <a:gd name="connsiteX2589" fmla="*/ 253827 w 1972510"/>
              <a:gd name="connsiteY2589" fmla="*/ 28269 h 443727"/>
              <a:gd name="connsiteX2590" fmla="*/ 253609 w 1972510"/>
              <a:gd name="connsiteY2590" fmla="*/ 29647 h 443727"/>
              <a:gd name="connsiteX2591" fmla="*/ 253609 w 1972510"/>
              <a:gd name="connsiteY2591" fmla="*/ 31111 h 443727"/>
              <a:gd name="connsiteX2592" fmla="*/ 254133 w 1972510"/>
              <a:gd name="connsiteY2592" fmla="*/ 33079 h 443727"/>
              <a:gd name="connsiteX2593" fmla="*/ 254243 w 1972510"/>
              <a:gd name="connsiteY2593" fmla="*/ 34653 h 443727"/>
              <a:gd name="connsiteX2594" fmla="*/ 255861 w 1972510"/>
              <a:gd name="connsiteY2594" fmla="*/ 34937 h 443727"/>
              <a:gd name="connsiteX2595" fmla="*/ 257151 w 1972510"/>
              <a:gd name="connsiteY2595" fmla="*/ 34937 h 443727"/>
              <a:gd name="connsiteX2596" fmla="*/ 257151 w 1972510"/>
              <a:gd name="connsiteY2596" fmla="*/ 36140 h 443727"/>
              <a:gd name="connsiteX2597" fmla="*/ 256538 w 1972510"/>
              <a:gd name="connsiteY2597" fmla="*/ 37517 h 443727"/>
              <a:gd name="connsiteX2598" fmla="*/ 252975 w 1972510"/>
              <a:gd name="connsiteY2598" fmla="*/ 41190 h 443727"/>
              <a:gd name="connsiteX2599" fmla="*/ 249433 w 1972510"/>
              <a:gd name="connsiteY2599" fmla="*/ 41715 h 443727"/>
              <a:gd name="connsiteX2600" fmla="*/ 248209 w 1972510"/>
              <a:gd name="connsiteY2600" fmla="*/ 41715 h 443727"/>
              <a:gd name="connsiteX2601" fmla="*/ 244995 w 1972510"/>
              <a:gd name="connsiteY2601" fmla="*/ 42087 h 443727"/>
              <a:gd name="connsiteX2602" fmla="*/ 243617 w 1972510"/>
              <a:gd name="connsiteY2602" fmla="*/ 41606 h 443727"/>
              <a:gd name="connsiteX2603" fmla="*/ 240906 w 1972510"/>
              <a:gd name="connsiteY2603" fmla="*/ 42327 h 443727"/>
              <a:gd name="connsiteX2604" fmla="*/ 240666 w 1972510"/>
              <a:gd name="connsiteY2604" fmla="*/ 43857 h 443727"/>
              <a:gd name="connsiteX2605" fmla="*/ 240666 w 1972510"/>
              <a:gd name="connsiteY2605" fmla="*/ 43770 h 443727"/>
              <a:gd name="connsiteX2606" fmla="*/ 240229 w 1972510"/>
              <a:gd name="connsiteY2606" fmla="*/ 45125 h 443727"/>
              <a:gd name="connsiteX2607" fmla="*/ 241912 w 1972510"/>
              <a:gd name="connsiteY2607" fmla="*/ 47749 h 443727"/>
              <a:gd name="connsiteX2608" fmla="*/ 248187 w 1972510"/>
              <a:gd name="connsiteY2608" fmla="*/ 47006 h 443727"/>
              <a:gd name="connsiteX2609" fmla="*/ 253128 w 1972510"/>
              <a:gd name="connsiteY2609" fmla="*/ 47202 h 443727"/>
              <a:gd name="connsiteX2610" fmla="*/ 255773 w 1972510"/>
              <a:gd name="connsiteY2610" fmla="*/ 47924 h 443727"/>
              <a:gd name="connsiteX2611" fmla="*/ 258178 w 1972510"/>
              <a:gd name="connsiteY2611" fmla="*/ 48164 h 443727"/>
              <a:gd name="connsiteX2612" fmla="*/ 260649 w 1972510"/>
              <a:gd name="connsiteY2612" fmla="*/ 48580 h 443727"/>
              <a:gd name="connsiteX2613" fmla="*/ 263032 w 1972510"/>
              <a:gd name="connsiteY2613" fmla="*/ 49170 h 443727"/>
              <a:gd name="connsiteX2614" fmla="*/ 265590 w 1972510"/>
              <a:gd name="connsiteY2614" fmla="*/ 50045 h 443727"/>
              <a:gd name="connsiteX2615" fmla="*/ 267208 w 1972510"/>
              <a:gd name="connsiteY2615" fmla="*/ 50307 h 443727"/>
              <a:gd name="connsiteX2616" fmla="*/ 268694 w 1972510"/>
              <a:gd name="connsiteY2616" fmla="*/ 50963 h 443727"/>
              <a:gd name="connsiteX2617" fmla="*/ 270137 w 1972510"/>
              <a:gd name="connsiteY2617" fmla="*/ 51225 h 443727"/>
              <a:gd name="connsiteX2618" fmla="*/ 271055 w 1972510"/>
              <a:gd name="connsiteY2618" fmla="*/ 50657 h 443727"/>
              <a:gd name="connsiteX2619" fmla="*/ 271646 w 1972510"/>
              <a:gd name="connsiteY2619" fmla="*/ 49892 h 443727"/>
              <a:gd name="connsiteX2620" fmla="*/ 271646 w 1972510"/>
              <a:gd name="connsiteY2620" fmla="*/ 49323 h 443727"/>
              <a:gd name="connsiteX2621" fmla="*/ 271646 w 1972510"/>
              <a:gd name="connsiteY2621" fmla="*/ 48930 h 443727"/>
              <a:gd name="connsiteX2622" fmla="*/ 271646 w 1972510"/>
              <a:gd name="connsiteY2622" fmla="*/ 47902 h 443727"/>
              <a:gd name="connsiteX2623" fmla="*/ 270465 w 1972510"/>
              <a:gd name="connsiteY2623" fmla="*/ 46350 h 443727"/>
              <a:gd name="connsiteX2624" fmla="*/ 269503 w 1972510"/>
              <a:gd name="connsiteY2624" fmla="*/ 45453 h 443727"/>
              <a:gd name="connsiteX2625" fmla="*/ 268432 w 1972510"/>
              <a:gd name="connsiteY2625" fmla="*/ 44863 h 443727"/>
              <a:gd name="connsiteX2626" fmla="*/ 267360 w 1972510"/>
              <a:gd name="connsiteY2626" fmla="*/ 44710 h 443727"/>
              <a:gd name="connsiteX2627" fmla="*/ 266158 w 1972510"/>
              <a:gd name="connsiteY2627" fmla="*/ 44863 h 443727"/>
              <a:gd name="connsiteX2628" fmla="*/ 261917 w 1972510"/>
              <a:gd name="connsiteY2628" fmla="*/ 43923 h 443727"/>
              <a:gd name="connsiteX2629" fmla="*/ 262376 w 1972510"/>
              <a:gd name="connsiteY2629" fmla="*/ 41540 h 443727"/>
              <a:gd name="connsiteX2630" fmla="*/ 262769 w 1972510"/>
              <a:gd name="connsiteY2630" fmla="*/ 40687 h 443727"/>
              <a:gd name="connsiteX2631" fmla="*/ 263207 w 1972510"/>
              <a:gd name="connsiteY2631" fmla="*/ 39900 h 443727"/>
              <a:gd name="connsiteX2632" fmla="*/ 263731 w 1972510"/>
              <a:gd name="connsiteY2632" fmla="*/ 39157 h 443727"/>
              <a:gd name="connsiteX2633" fmla="*/ 264300 w 1972510"/>
              <a:gd name="connsiteY2633" fmla="*/ 38392 h 443727"/>
              <a:gd name="connsiteX2634" fmla="*/ 264300 w 1972510"/>
              <a:gd name="connsiteY2634" fmla="*/ 36337 h 443727"/>
              <a:gd name="connsiteX2635" fmla="*/ 266989 w 1972510"/>
              <a:gd name="connsiteY2635" fmla="*/ 35309 h 443727"/>
              <a:gd name="connsiteX2636" fmla="*/ 268322 w 1972510"/>
              <a:gd name="connsiteY2636" fmla="*/ 34828 h 443727"/>
              <a:gd name="connsiteX2637" fmla="*/ 270115 w 1972510"/>
              <a:gd name="connsiteY2637" fmla="*/ 33932 h 443727"/>
              <a:gd name="connsiteX2638" fmla="*/ 272433 w 1972510"/>
              <a:gd name="connsiteY2638" fmla="*/ 32664 h 443727"/>
              <a:gd name="connsiteX2639" fmla="*/ 272170 w 1972510"/>
              <a:gd name="connsiteY2639" fmla="*/ 31789 h 443727"/>
              <a:gd name="connsiteX2640" fmla="*/ 272170 w 1972510"/>
              <a:gd name="connsiteY2640" fmla="*/ 30587 h 443727"/>
              <a:gd name="connsiteX2641" fmla="*/ 271296 w 1972510"/>
              <a:gd name="connsiteY2641" fmla="*/ 29144 h 443727"/>
              <a:gd name="connsiteX2642" fmla="*/ 270596 w 1972510"/>
              <a:gd name="connsiteY2642" fmla="*/ 28488 h 443727"/>
              <a:gd name="connsiteX2643" fmla="*/ 269612 w 1972510"/>
              <a:gd name="connsiteY2643" fmla="*/ 28488 h 443727"/>
              <a:gd name="connsiteX2644" fmla="*/ 268497 w 1972510"/>
              <a:gd name="connsiteY2644" fmla="*/ 28357 h 443727"/>
              <a:gd name="connsiteX2645" fmla="*/ 264256 w 1972510"/>
              <a:gd name="connsiteY2645" fmla="*/ 29013 h 443727"/>
              <a:gd name="connsiteX2646" fmla="*/ 263578 w 1972510"/>
              <a:gd name="connsiteY2646" fmla="*/ 29013 h 443727"/>
              <a:gd name="connsiteX2647" fmla="*/ 262616 w 1972510"/>
              <a:gd name="connsiteY2647" fmla="*/ 29013 h 443727"/>
              <a:gd name="connsiteX2648" fmla="*/ 257282 w 1972510"/>
              <a:gd name="connsiteY2648" fmla="*/ 28597 h 443727"/>
              <a:gd name="connsiteX2649" fmla="*/ 255270 w 1972510"/>
              <a:gd name="connsiteY2649" fmla="*/ 27548 h 443727"/>
              <a:gd name="connsiteX2650" fmla="*/ 186009 w 1972510"/>
              <a:gd name="connsiteY2650" fmla="*/ 26039 h 443727"/>
              <a:gd name="connsiteX2651" fmla="*/ 184282 w 1972510"/>
              <a:gd name="connsiteY2651" fmla="*/ 26411 h 443727"/>
              <a:gd name="connsiteX2652" fmla="*/ 178554 w 1972510"/>
              <a:gd name="connsiteY2652" fmla="*/ 30215 h 443727"/>
              <a:gd name="connsiteX2653" fmla="*/ 177155 w 1972510"/>
              <a:gd name="connsiteY2653" fmla="*/ 30565 h 443727"/>
              <a:gd name="connsiteX2654" fmla="*/ 176171 w 1972510"/>
              <a:gd name="connsiteY2654" fmla="*/ 31374 h 443727"/>
              <a:gd name="connsiteX2655" fmla="*/ 175777 w 1972510"/>
              <a:gd name="connsiteY2655" fmla="*/ 32226 h 443727"/>
              <a:gd name="connsiteX2656" fmla="*/ 175165 w 1972510"/>
              <a:gd name="connsiteY2656" fmla="*/ 32729 h 443727"/>
              <a:gd name="connsiteX2657" fmla="*/ 175712 w 1972510"/>
              <a:gd name="connsiteY2657" fmla="*/ 34150 h 443727"/>
              <a:gd name="connsiteX2658" fmla="*/ 176411 w 1972510"/>
              <a:gd name="connsiteY2658" fmla="*/ 34478 h 443727"/>
              <a:gd name="connsiteX2659" fmla="*/ 177308 w 1972510"/>
              <a:gd name="connsiteY2659" fmla="*/ 35222 h 443727"/>
              <a:gd name="connsiteX2660" fmla="*/ 178597 w 1972510"/>
              <a:gd name="connsiteY2660" fmla="*/ 35506 h 443727"/>
              <a:gd name="connsiteX2661" fmla="*/ 179778 w 1972510"/>
              <a:gd name="connsiteY2661" fmla="*/ 36337 h 443727"/>
              <a:gd name="connsiteX2662" fmla="*/ 179778 w 1972510"/>
              <a:gd name="connsiteY2662" fmla="*/ 38523 h 443727"/>
              <a:gd name="connsiteX2663" fmla="*/ 178597 w 1972510"/>
              <a:gd name="connsiteY2663" fmla="*/ 39813 h 443727"/>
              <a:gd name="connsiteX2664" fmla="*/ 177614 w 1972510"/>
              <a:gd name="connsiteY2664" fmla="*/ 39813 h 443727"/>
              <a:gd name="connsiteX2665" fmla="*/ 176411 w 1972510"/>
              <a:gd name="connsiteY2665" fmla="*/ 41474 h 443727"/>
              <a:gd name="connsiteX2666" fmla="*/ 177504 w 1972510"/>
              <a:gd name="connsiteY2666" fmla="*/ 42917 h 443727"/>
              <a:gd name="connsiteX2667" fmla="*/ 178022 w 1972510"/>
              <a:gd name="connsiteY2667" fmla="*/ 43514 h 443727"/>
              <a:gd name="connsiteX2668" fmla="*/ 178401 w 1972510"/>
              <a:gd name="connsiteY2668" fmla="*/ 44229 h 443727"/>
              <a:gd name="connsiteX2669" fmla="*/ 178401 w 1972510"/>
              <a:gd name="connsiteY2669" fmla="*/ 45300 h 443727"/>
              <a:gd name="connsiteX2670" fmla="*/ 178401 w 1972510"/>
              <a:gd name="connsiteY2670" fmla="*/ 46131 h 443727"/>
              <a:gd name="connsiteX2671" fmla="*/ 177723 w 1972510"/>
              <a:gd name="connsiteY2671" fmla="*/ 47093 h 443727"/>
              <a:gd name="connsiteX2672" fmla="*/ 176717 w 1972510"/>
              <a:gd name="connsiteY2672" fmla="*/ 48077 h 443727"/>
              <a:gd name="connsiteX2673" fmla="*/ 174990 w 1972510"/>
              <a:gd name="connsiteY2673" fmla="*/ 50263 h 443727"/>
              <a:gd name="connsiteX2674" fmla="*/ 175624 w 1972510"/>
              <a:gd name="connsiteY2674" fmla="*/ 52231 h 443727"/>
              <a:gd name="connsiteX2675" fmla="*/ 176564 w 1972510"/>
              <a:gd name="connsiteY2675" fmla="*/ 53215 h 443727"/>
              <a:gd name="connsiteX2676" fmla="*/ 177242 w 1972510"/>
              <a:gd name="connsiteY2676" fmla="*/ 54242 h 443727"/>
              <a:gd name="connsiteX2677" fmla="*/ 178554 w 1972510"/>
              <a:gd name="connsiteY2677" fmla="*/ 54417 h 443727"/>
              <a:gd name="connsiteX2678" fmla="*/ 179450 w 1972510"/>
              <a:gd name="connsiteY2678" fmla="*/ 54264 h 443727"/>
              <a:gd name="connsiteX2679" fmla="*/ 181396 w 1972510"/>
              <a:gd name="connsiteY2679" fmla="*/ 52078 h 443727"/>
              <a:gd name="connsiteX2680" fmla="*/ 185637 w 1972510"/>
              <a:gd name="connsiteY2680" fmla="*/ 49148 h 443727"/>
              <a:gd name="connsiteX2681" fmla="*/ 187955 w 1972510"/>
              <a:gd name="connsiteY2681" fmla="*/ 45410 h 443727"/>
              <a:gd name="connsiteX2682" fmla="*/ 187496 w 1972510"/>
              <a:gd name="connsiteY2682" fmla="*/ 44360 h 443727"/>
              <a:gd name="connsiteX2683" fmla="*/ 186424 w 1972510"/>
              <a:gd name="connsiteY2683" fmla="*/ 43857 h 443727"/>
              <a:gd name="connsiteX2684" fmla="*/ 185331 w 1972510"/>
              <a:gd name="connsiteY2684" fmla="*/ 44010 h 443727"/>
              <a:gd name="connsiteX2685" fmla="*/ 185025 w 1972510"/>
              <a:gd name="connsiteY2685" fmla="*/ 42917 h 443727"/>
              <a:gd name="connsiteX2686" fmla="*/ 187561 w 1972510"/>
              <a:gd name="connsiteY2686" fmla="*/ 39725 h 443727"/>
              <a:gd name="connsiteX2687" fmla="*/ 187692 w 1972510"/>
              <a:gd name="connsiteY2687" fmla="*/ 39113 h 443727"/>
              <a:gd name="connsiteX2688" fmla="*/ 186883 w 1972510"/>
              <a:gd name="connsiteY2688" fmla="*/ 37758 h 443727"/>
              <a:gd name="connsiteX2689" fmla="*/ 186424 w 1972510"/>
              <a:gd name="connsiteY2689" fmla="*/ 36883 h 443727"/>
              <a:gd name="connsiteX2690" fmla="*/ 185441 w 1972510"/>
              <a:gd name="connsiteY2690" fmla="*/ 37058 h 443727"/>
              <a:gd name="connsiteX2691" fmla="*/ 185156 w 1972510"/>
              <a:gd name="connsiteY2691" fmla="*/ 35768 h 443727"/>
              <a:gd name="connsiteX2692" fmla="*/ 185047 w 1972510"/>
              <a:gd name="connsiteY2692" fmla="*/ 33866 h 443727"/>
              <a:gd name="connsiteX2693" fmla="*/ 186337 w 1972510"/>
              <a:gd name="connsiteY2693" fmla="*/ 31964 h 443727"/>
              <a:gd name="connsiteX2694" fmla="*/ 187080 w 1972510"/>
              <a:gd name="connsiteY2694" fmla="*/ 30630 h 443727"/>
              <a:gd name="connsiteX2695" fmla="*/ 187343 w 1972510"/>
              <a:gd name="connsiteY2695" fmla="*/ 28881 h 443727"/>
              <a:gd name="connsiteX2696" fmla="*/ 187343 w 1972510"/>
              <a:gd name="connsiteY2696" fmla="*/ 27351 h 443727"/>
              <a:gd name="connsiteX2697" fmla="*/ 186009 w 1972510"/>
              <a:gd name="connsiteY2697" fmla="*/ 26039 h 443727"/>
              <a:gd name="connsiteX2698" fmla="*/ 200548 w 1972510"/>
              <a:gd name="connsiteY2698" fmla="*/ 25689 h 443727"/>
              <a:gd name="connsiteX2699" fmla="*/ 200811 w 1972510"/>
              <a:gd name="connsiteY2699" fmla="*/ 26761 h 443727"/>
              <a:gd name="connsiteX2700" fmla="*/ 199980 w 1972510"/>
              <a:gd name="connsiteY2700" fmla="*/ 28357 h 443727"/>
              <a:gd name="connsiteX2701" fmla="*/ 198449 w 1972510"/>
              <a:gd name="connsiteY2701" fmla="*/ 28488 h 443727"/>
              <a:gd name="connsiteX2702" fmla="*/ 197859 w 1972510"/>
              <a:gd name="connsiteY2702" fmla="*/ 27198 h 443727"/>
              <a:gd name="connsiteX2703" fmla="*/ 200548 w 1972510"/>
              <a:gd name="connsiteY2703" fmla="*/ 25689 h 443727"/>
              <a:gd name="connsiteX2704" fmla="*/ 201663 w 1972510"/>
              <a:gd name="connsiteY2704" fmla="*/ 21339 h 443727"/>
              <a:gd name="connsiteX2705" fmla="*/ 196350 w 1972510"/>
              <a:gd name="connsiteY2705" fmla="*/ 23919 h 443727"/>
              <a:gd name="connsiteX2706" fmla="*/ 194535 w 1972510"/>
              <a:gd name="connsiteY2706" fmla="*/ 24356 h 443727"/>
              <a:gd name="connsiteX2707" fmla="*/ 192349 w 1972510"/>
              <a:gd name="connsiteY2707" fmla="*/ 25646 h 443727"/>
              <a:gd name="connsiteX2708" fmla="*/ 191037 w 1972510"/>
              <a:gd name="connsiteY2708" fmla="*/ 26280 h 443727"/>
              <a:gd name="connsiteX2709" fmla="*/ 190010 w 1972510"/>
              <a:gd name="connsiteY2709" fmla="*/ 26542 h 443727"/>
              <a:gd name="connsiteX2710" fmla="*/ 188807 w 1972510"/>
              <a:gd name="connsiteY2710" fmla="*/ 26017 h 443727"/>
              <a:gd name="connsiteX2711" fmla="*/ 188195 w 1972510"/>
              <a:gd name="connsiteY2711" fmla="*/ 27898 h 443727"/>
              <a:gd name="connsiteX2712" fmla="*/ 188195 w 1972510"/>
              <a:gd name="connsiteY2712" fmla="*/ 29712 h 443727"/>
              <a:gd name="connsiteX2713" fmla="*/ 188130 w 1972510"/>
              <a:gd name="connsiteY2713" fmla="*/ 29625 h 443727"/>
              <a:gd name="connsiteX2714" fmla="*/ 188195 w 1972510"/>
              <a:gd name="connsiteY2714" fmla="*/ 30827 h 443727"/>
              <a:gd name="connsiteX2715" fmla="*/ 188786 w 1972510"/>
              <a:gd name="connsiteY2715" fmla="*/ 32117 h 443727"/>
              <a:gd name="connsiteX2716" fmla="*/ 189551 w 1972510"/>
              <a:gd name="connsiteY2716" fmla="*/ 35222 h 443727"/>
              <a:gd name="connsiteX2717" fmla="*/ 189157 w 1972510"/>
              <a:gd name="connsiteY2717" fmla="*/ 37255 h 443727"/>
              <a:gd name="connsiteX2718" fmla="*/ 189682 w 1972510"/>
              <a:gd name="connsiteY2718" fmla="*/ 38501 h 443727"/>
              <a:gd name="connsiteX2719" fmla="*/ 190469 w 1972510"/>
              <a:gd name="connsiteY2719" fmla="*/ 39572 h 443727"/>
              <a:gd name="connsiteX2720" fmla="*/ 190841 w 1972510"/>
              <a:gd name="connsiteY2720" fmla="*/ 40338 h 443727"/>
              <a:gd name="connsiteX2721" fmla="*/ 191256 w 1972510"/>
              <a:gd name="connsiteY2721" fmla="*/ 40819 h 443727"/>
              <a:gd name="connsiteX2722" fmla="*/ 191978 w 1972510"/>
              <a:gd name="connsiteY2722" fmla="*/ 40819 h 443727"/>
              <a:gd name="connsiteX2723" fmla="*/ 192808 w 1972510"/>
              <a:gd name="connsiteY2723" fmla="*/ 40512 h 443727"/>
              <a:gd name="connsiteX2724" fmla="*/ 193705 w 1972510"/>
              <a:gd name="connsiteY2724" fmla="*/ 40097 h 443727"/>
              <a:gd name="connsiteX2725" fmla="*/ 194448 w 1972510"/>
              <a:gd name="connsiteY2725" fmla="*/ 40097 h 443727"/>
              <a:gd name="connsiteX2726" fmla="*/ 194448 w 1972510"/>
              <a:gd name="connsiteY2726" fmla="*/ 41321 h 443727"/>
              <a:gd name="connsiteX2727" fmla="*/ 193967 w 1972510"/>
              <a:gd name="connsiteY2727" fmla="*/ 41868 h 443727"/>
              <a:gd name="connsiteX2728" fmla="*/ 193399 w 1972510"/>
              <a:gd name="connsiteY2728" fmla="*/ 41977 h 443727"/>
              <a:gd name="connsiteX2729" fmla="*/ 192786 w 1972510"/>
              <a:gd name="connsiteY2729" fmla="*/ 42174 h 443727"/>
              <a:gd name="connsiteX2730" fmla="*/ 192196 w 1972510"/>
              <a:gd name="connsiteY2730" fmla="*/ 42065 h 443727"/>
              <a:gd name="connsiteX2731" fmla="*/ 191737 w 1972510"/>
              <a:gd name="connsiteY2731" fmla="*/ 42895 h 443727"/>
              <a:gd name="connsiteX2732" fmla="*/ 191737 w 1972510"/>
              <a:gd name="connsiteY2732" fmla="*/ 43923 h 443727"/>
              <a:gd name="connsiteX2733" fmla="*/ 191737 w 1972510"/>
              <a:gd name="connsiteY2733" fmla="*/ 44776 h 443727"/>
              <a:gd name="connsiteX2734" fmla="*/ 192655 w 1972510"/>
              <a:gd name="connsiteY2734" fmla="*/ 45082 h 443727"/>
              <a:gd name="connsiteX2735" fmla="*/ 193683 w 1972510"/>
              <a:gd name="connsiteY2735" fmla="*/ 45082 h 443727"/>
              <a:gd name="connsiteX2736" fmla="*/ 194186 w 1972510"/>
              <a:gd name="connsiteY2736" fmla="*/ 45738 h 443727"/>
              <a:gd name="connsiteX2737" fmla="*/ 191846 w 1972510"/>
              <a:gd name="connsiteY2737" fmla="*/ 47181 h 443727"/>
              <a:gd name="connsiteX2738" fmla="*/ 189988 w 1972510"/>
              <a:gd name="connsiteY2738" fmla="*/ 48121 h 443727"/>
              <a:gd name="connsiteX2739" fmla="*/ 189267 w 1972510"/>
              <a:gd name="connsiteY2739" fmla="*/ 47902 h 443727"/>
              <a:gd name="connsiteX2740" fmla="*/ 188786 w 1972510"/>
              <a:gd name="connsiteY2740" fmla="*/ 48405 h 443727"/>
              <a:gd name="connsiteX2741" fmla="*/ 188458 w 1972510"/>
              <a:gd name="connsiteY2741" fmla="*/ 49498 h 443727"/>
              <a:gd name="connsiteX2742" fmla="*/ 188458 w 1972510"/>
              <a:gd name="connsiteY2742" fmla="*/ 50394 h 443727"/>
              <a:gd name="connsiteX2743" fmla="*/ 189048 w 1972510"/>
              <a:gd name="connsiteY2743" fmla="*/ 52275 h 443727"/>
              <a:gd name="connsiteX2744" fmla="*/ 190600 w 1972510"/>
              <a:gd name="connsiteY2744" fmla="*/ 52821 h 443727"/>
              <a:gd name="connsiteX2745" fmla="*/ 192786 w 1972510"/>
              <a:gd name="connsiteY2745" fmla="*/ 51815 h 443727"/>
              <a:gd name="connsiteX2746" fmla="*/ 194973 w 1972510"/>
              <a:gd name="connsiteY2746" fmla="*/ 51269 h 443727"/>
              <a:gd name="connsiteX2747" fmla="*/ 197159 w 1972510"/>
              <a:gd name="connsiteY2747" fmla="*/ 50547 h 443727"/>
              <a:gd name="connsiteX2748" fmla="*/ 198886 w 1972510"/>
              <a:gd name="connsiteY2748" fmla="*/ 50001 h 443727"/>
              <a:gd name="connsiteX2749" fmla="*/ 200438 w 1972510"/>
              <a:gd name="connsiteY2749" fmla="*/ 49629 h 443727"/>
              <a:gd name="connsiteX2750" fmla="*/ 202253 w 1972510"/>
              <a:gd name="connsiteY2750" fmla="*/ 49476 h 443727"/>
              <a:gd name="connsiteX2751" fmla="*/ 205532 w 1972510"/>
              <a:gd name="connsiteY2751" fmla="*/ 48886 h 443727"/>
              <a:gd name="connsiteX2752" fmla="*/ 207609 w 1972510"/>
              <a:gd name="connsiteY2752" fmla="*/ 48886 h 443727"/>
              <a:gd name="connsiteX2753" fmla="*/ 209358 w 1972510"/>
              <a:gd name="connsiteY2753" fmla="*/ 45410 h 443727"/>
              <a:gd name="connsiteX2754" fmla="*/ 207872 w 1972510"/>
              <a:gd name="connsiteY2754" fmla="*/ 43617 h 443727"/>
              <a:gd name="connsiteX2755" fmla="*/ 206385 w 1972510"/>
              <a:gd name="connsiteY2755" fmla="*/ 43857 h 443727"/>
              <a:gd name="connsiteX2756" fmla="*/ 204702 w 1972510"/>
              <a:gd name="connsiteY2756" fmla="*/ 44448 h 443727"/>
              <a:gd name="connsiteX2757" fmla="*/ 203302 w 1972510"/>
              <a:gd name="connsiteY2757" fmla="*/ 44579 h 443727"/>
              <a:gd name="connsiteX2758" fmla="*/ 201510 w 1972510"/>
              <a:gd name="connsiteY2758" fmla="*/ 45191 h 443727"/>
              <a:gd name="connsiteX2759" fmla="*/ 200766 w 1972510"/>
              <a:gd name="connsiteY2759" fmla="*/ 44754 h 443727"/>
              <a:gd name="connsiteX2760" fmla="*/ 201073 w 1972510"/>
              <a:gd name="connsiteY2760" fmla="*/ 43879 h 443727"/>
              <a:gd name="connsiteX2761" fmla="*/ 202406 w 1972510"/>
              <a:gd name="connsiteY2761" fmla="*/ 43180 h 443727"/>
              <a:gd name="connsiteX2762" fmla="*/ 203477 w 1972510"/>
              <a:gd name="connsiteY2762" fmla="*/ 42152 h 443727"/>
              <a:gd name="connsiteX2763" fmla="*/ 203609 w 1972510"/>
              <a:gd name="connsiteY2763" fmla="*/ 41431 h 443727"/>
              <a:gd name="connsiteX2764" fmla="*/ 203018 w 1972510"/>
              <a:gd name="connsiteY2764" fmla="*/ 39769 h 443727"/>
              <a:gd name="connsiteX2765" fmla="*/ 202384 w 1972510"/>
              <a:gd name="connsiteY2765" fmla="*/ 39244 h 443727"/>
              <a:gd name="connsiteX2766" fmla="*/ 200985 w 1972510"/>
              <a:gd name="connsiteY2766" fmla="*/ 39004 h 443727"/>
              <a:gd name="connsiteX2767" fmla="*/ 200089 w 1972510"/>
              <a:gd name="connsiteY2767" fmla="*/ 39594 h 443727"/>
              <a:gd name="connsiteX2768" fmla="*/ 198908 w 1972510"/>
              <a:gd name="connsiteY2768" fmla="*/ 39966 h 443727"/>
              <a:gd name="connsiteX2769" fmla="*/ 198733 w 1972510"/>
              <a:gd name="connsiteY2769" fmla="*/ 38742 h 443727"/>
              <a:gd name="connsiteX2770" fmla="*/ 200242 w 1972510"/>
              <a:gd name="connsiteY2770" fmla="*/ 38042 h 443727"/>
              <a:gd name="connsiteX2771" fmla="*/ 201269 w 1972510"/>
              <a:gd name="connsiteY2771" fmla="*/ 37539 h 443727"/>
              <a:gd name="connsiteX2772" fmla="*/ 202297 w 1972510"/>
              <a:gd name="connsiteY2772" fmla="*/ 37364 h 443727"/>
              <a:gd name="connsiteX2773" fmla="*/ 202996 w 1972510"/>
              <a:gd name="connsiteY2773" fmla="*/ 36424 h 443727"/>
              <a:gd name="connsiteX2774" fmla="*/ 204767 w 1972510"/>
              <a:gd name="connsiteY2774" fmla="*/ 30849 h 443727"/>
              <a:gd name="connsiteX2775" fmla="*/ 205707 w 1972510"/>
              <a:gd name="connsiteY2775" fmla="*/ 29406 h 443727"/>
              <a:gd name="connsiteX2776" fmla="*/ 206582 w 1972510"/>
              <a:gd name="connsiteY2776" fmla="*/ 27045 h 443727"/>
              <a:gd name="connsiteX2777" fmla="*/ 206713 w 1972510"/>
              <a:gd name="connsiteY2777" fmla="*/ 25624 h 443727"/>
              <a:gd name="connsiteX2778" fmla="*/ 207216 w 1972510"/>
              <a:gd name="connsiteY2778" fmla="*/ 24050 h 443727"/>
              <a:gd name="connsiteX2779" fmla="*/ 206101 w 1972510"/>
              <a:gd name="connsiteY2779" fmla="*/ 22432 h 443727"/>
              <a:gd name="connsiteX2780" fmla="*/ 205532 w 1972510"/>
              <a:gd name="connsiteY2780" fmla="*/ 21470 h 443727"/>
              <a:gd name="connsiteX2781" fmla="*/ 203018 w 1972510"/>
              <a:gd name="connsiteY2781" fmla="*/ 21645 h 443727"/>
              <a:gd name="connsiteX2782" fmla="*/ 201663 w 1972510"/>
              <a:gd name="connsiteY2782" fmla="*/ 21339 h 443727"/>
              <a:gd name="connsiteX2783" fmla="*/ 221864 w 1972510"/>
              <a:gd name="connsiteY2783" fmla="*/ 7871 h 443727"/>
              <a:gd name="connsiteX2784" fmla="*/ 435770 w 1972510"/>
              <a:gd name="connsiteY2784" fmla="*/ 221864 h 443727"/>
              <a:gd name="connsiteX2785" fmla="*/ 435770 w 1972510"/>
              <a:gd name="connsiteY2785" fmla="*/ 221951 h 443727"/>
              <a:gd name="connsiteX2786" fmla="*/ 221689 w 1972510"/>
              <a:gd name="connsiteY2786" fmla="*/ 435857 h 443727"/>
              <a:gd name="connsiteX2787" fmla="*/ 7783 w 1972510"/>
              <a:gd name="connsiteY2787" fmla="*/ 221777 h 443727"/>
              <a:gd name="connsiteX2788" fmla="*/ 221864 w 1972510"/>
              <a:gd name="connsiteY2788" fmla="*/ 7871 h 443727"/>
              <a:gd name="connsiteX2789" fmla="*/ 221864 w 1972510"/>
              <a:gd name="connsiteY2789" fmla="*/ 4963 h 443727"/>
              <a:gd name="connsiteX2790" fmla="*/ 4963 w 1972510"/>
              <a:gd name="connsiteY2790" fmla="*/ 221864 h 443727"/>
              <a:gd name="connsiteX2791" fmla="*/ 221864 w 1972510"/>
              <a:gd name="connsiteY2791" fmla="*/ 438764 h 443727"/>
              <a:gd name="connsiteX2792" fmla="*/ 438765 w 1972510"/>
              <a:gd name="connsiteY2792" fmla="*/ 221864 h 443727"/>
              <a:gd name="connsiteX2793" fmla="*/ 221864 w 1972510"/>
              <a:gd name="connsiteY2793" fmla="*/ 4963 h 443727"/>
              <a:gd name="connsiteX2794" fmla="*/ 221864 w 1972510"/>
              <a:gd name="connsiteY2794" fmla="*/ 0 h 443727"/>
              <a:gd name="connsiteX2795" fmla="*/ 443728 w 1972510"/>
              <a:gd name="connsiteY2795" fmla="*/ 221864 h 443727"/>
              <a:gd name="connsiteX2796" fmla="*/ 221864 w 1972510"/>
              <a:gd name="connsiteY2796" fmla="*/ 443727 h 443727"/>
              <a:gd name="connsiteX2797" fmla="*/ 0 w 1972510"/>
              <a:gd name="connsiteY2797" fmla="*/ 221864 h 443727"/>
              <a:gd name="connsiteX2798" fmla="*/ 221864 w 1972510"/>
              <a:gd name="connsiteY2798" fmla="*/ 0 h 443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72510" h="443727">
                <a:moveTo>
                  <a:pt x="259556" y="400811"/>
                </a:moveTo>
                <a:cubicBezTo>
                  <a:pt x="260898" y="402265"/>
                  <a:pt x="261759" y="404097"/>
                  <a:pt x="262026" y="406058"/>
                </a:cubicBezTo>
                <a:cubicBezTo>
                  <a:pt x="262500" y="407930"/>
                  <a:pt x="262378" y="409902"/>
                  <a:pt x="261676" y="411699"/>
                </a:cubicBezTo>
                <a:cubicBezTo>
                  <a:pt x="261475" y="412112"/>
                  <a:pt x="261217" y="412497"/>
                  <a:pt x="260911" y="412840"/>
                </a:cubicBezTo>
                <a:cubicBezTo>
                  <a:pt x="259075" y="414891"/>
                  <a:pt x="255922" y="415066"/>
                  <a:pt x="253871" y="413229"/>
                </a:cubicBezTo>
                <a:cubicBezTo>
                  <a:pt x="252546" y="411817"/>
                  <a:pt x="251691" y="410031"/>
                  <a:pt x="251423" y="408113"/>
                </a:cubicBezTo>
                <a:cubicBezTo>
                  <a:pt x="250939" y="406192"/>
                  <a:pt x="251062" y="404169"/>
                  <a:pt x="251772" y="402320"/>
                </a:cubicBezTo>
                <a:cubicBezTo>
                  <a:pt x="251991" y="401852"/>
                  <a:pt x="252282" y="401421"/>
                  <a:pt x="252634" y="401045"/>
                </a:cubicBezTo>
                <a:cubicBezTo>
                  <a:pt x="254481" y="399069"/>
                  <a:pt x="257579" y="398964"/>
                  <a:pt x="259556" y="400811"/>
                </a:cubicBezTo>
                <a:close/>
                <a:moveTo>
                  <a:pt x="229822" y="399390"/>
                </a:moveTo>
                <a:lnTo>
                  <a:pt x="215196" y="399652"/>
                </a:lnTo>
                <a:lnTo>
                  <a:pt x="215589" y="421252"/>
                </a:lnTo>
                <a:lnTo>
                  <a:pt x="230281" y="420968"/>
                </a:lnTo>
                <a:lnTo>
                  <a:pt x="230281" y="419044"/>
                </a:lnTo>
                <a:lnTo>
                  <a:pt x="230281" y="417142"/>
                </a:lnTo>
                <a:lnTo>
                  <a:pt x="219350" y="417339"/>
                </a:lnTo>
                <a:lnTo>
                  <a:pt x="219350" y="411720"/>
                </a:lnTo>
                <a:lnTo>
                  <a:pt x="229057" y="411545"/>
                </a:lnTo>
                <a:lnTo>
                  <a:pt x="229057" y="409687"/>
                </a:lnTo>
                <a:lnTo>
                  <a:pt x="229057" y="407829"/>
                </a:lnTo>
                <a:lnTo>
                  <a:pt x="219350" y="408004"/>
                </a:lnTo>
                <a:lnTo>
                  <a:pt x="219350" y="403412"/>
                </a:lnTo>
                <a:lnTo>
                  <a:pt x="229822" y="403237"/>
                </a:lnTo>
                <a:lnTo>
                  <a:pt x="229822" y="401314"/>
                </a:lnTo>
                <a:close/>
                <a:moveTo>
                  <a:pt x="193967" y="397728"/>
                </a:moveTo>
                <a:lnTo>
                  <a:pt x="193727" y="399630"/>
                </a:lnTo>
                <a:lnTo>
                  <a:pt x="193508" y="401532"/>
                </a:lnTo>
                <a:lnTo>
                  <a:pt x="199455" y="402254"/>
                </a:lnTo>
                <a:lnTo>
                  <a:pt x="197268" y="419875"/>
                </a:lnTo>
                <a:lnTo>
                  <a:pt x="199455" y="420137"/>
                </a:lnTo>
                <a:lnTo>
                  <a:pt x="201488" y="420378"/>
                </a:lnTo>
                <a:lnTo>
                  <a:pt x="203674" y="402757"/>
                </a:lnTo>
                <a:lnTo>
                  <a:pt x="209643" y="403500"/>
                </a:lnTo>
                <a:lnTo>
                  <a:pt x="209861" y="401576"/>
                </a:lnTo>
                <a:lnTo>
                  <a:pt x="209992" y="399696"/>
                </a:lnTo>
                <a:close/>
                <a:moveTo>
                  <a:pt x="261252" y="397046"/>
                </a:moveTo>
                <a:cubicBezTo>
                  <a:pt x="256809" y="394381"/>
                  <a:pt x="251049" y="395822"/>
                  <a:pt x="248384" y="400264"/>
                </a:cubicBezTo>
                <a:cubicBezTo>
                  <a:pt x="247050" y="402977"/>
                  <a:pt x="246718" y="406075"/>
                  <a:pt x="247443" y="409009"/>
                </a:cubicBezTo>
                <a:cubicBezTo>
                  <a:pt x="247857" y="411950"/>
                  <a:pt x="249317" y="414643"/>
                  <a:pt x="251554" y="416596"/>
                </a:cubicBezTo>
                <a:cubicBezTo>
                  <a:pt x="251757" y="416744"/>
                  <a:pt x="251967" y="416886"/>
                  <a:pt x="252181" y="417020"/>
                </a:cubicBezTo>
                <a:cubicBezTo>
                  <a:pt x="256641" y="419772"/>
                  <a:pt x="262487" y="418388"/>
                  <a:pt x="265240" y="413928"/>
                </a:cubicBezTo>
                <a:cubicBezTo>
                  <a:pt x="266584" y="411281"/>
                  <a:pt x="266919" y="408235"/>
                  <a:pt x="266180" y="405358"/>
                </a:cubicBezTo>
                <a:cubicBezTo>
                  <a:pt x="265780" y="402363"/>
                  <a:pt x="264322" y="399610"/>
                  <a:pt x="262070" y="397597"/>
                </a:cubicBezTo>
                <a:cubicBezTo>
                  <a:pt x="261807" y="397398"/>
                  <a:pt x="261534" y="397214"/>
                  <a:pt x="261252" y="397046"/>
                </a:cubicBezTo>
                <a:close/>
                <a:moveTo>
                  <a:pt x="812669" y="394746"/>
                </a:moveTo>
                <a:lnTo>
                  <a:pt x="813115" y="394944"/>
                </a:lnTo>
                <a:lnTo>
                  <a:pt x="812582" y="394792"/>
                </a:lnTo>
                <a:close/>
                <a:moveTo>
                  <a:pt x="173766" y="393093"/>
                </a:moveTo>
                <a:lnTo>
                  <a:pt x="170508" y="406211"/>
                </a:lnTo>
                <a:cubicBezTo>
                  <a:pt x="169767" y="408460"/>
                  <a:pt x="169883" y="410907"/>
                  <a:pt x="170836" y="413076"/>
                </a:cubicBezTo>
                <a:cubicBezTo>
                  <a:pt x="172034" y="414967"/>
                  <a:pt x="173984" y="416255"/>
                  <a:pt x="176193" y="416618"/>
                </a:cubicBezTo>
                <a:cubicBezTo>
                  <a:pt x="178318" y="417365"/>
                  <a:pt x="180659" y="417182"/>
                  <a:pt x="182642" y="416115"/>
                </a:cubicBezTo>
                <a:cubicBezTo>
                  <a:pt x="184490" y="414593"/>
                  <a:pt x="185712" y="412446"/>
                  <a:pt x="186075" y="410081"/>
                </a:cubicBezTo>
                <a:lnTo>
                  <a:pt x="189245" y="396963"/>
                </a:lnTo>
                <a:lnTo>
                  <a:pt x="187233" y="396460"/>
                </a:lnTo>
                <a:lnTo>
                  <a:pt x="185222" y="395979"/>
                </a:lnTo>
                <a:lnTo>
                  <a:pt x="181921" y="409097"/>
                </a:lnTo>
                <a:cubicBezTo>
                  <a:pt x="181728" y="410347"/>
                  <a:pt x="181120" y="411495"/>
                  <a:pt x="180193" y="412354"/>
                </a:cubicBezTo>
                <a:cubicBezTo>
                  <a:pt x="179247" y="412931"/>
                  <a:pt x="178086" y="413045"/>
                  <a:pt x="177045" y="412660"/>
                </a:cubicBezTo>
                <a:cubicBezTo>
                  <a:pt x="175965" y="412477"/>
                  <a:pt x="175032" y="411808"/>
                  <a:pt x="174509" y="410846"/>
                </a:cubicBezTo>
                <a:cubicBezTo>
                  <a:pt x="174092" y="409672"/>
                  <a:pt x="174092" y="408391"/>
                  <a:pt x="174509" y="407216"/>
                </a:cubicBezTo>
                <a:lnTo>
                  <a:pt x="177789" y="394099"/>
                </a:lnTo>
                <a:lnTo>
                  <a:pt x="175777" y="393596"/>
                </a:lnTo>
                <a:close/>
                <a:moveTo>
                  <a:pt x="283473" y="388808"/>
                </a:moveTo>
                <a:lnTo>
                  <a:pt x="270028" y="393181"/>
                </a:lnTo>
                <a:lnTo>
                  <a:pt x="276587" y="413710"/>
                </a:lnTo>
                <a:lnTo>
                  <a:pt x="278576" y="413054"/>
                </a:lnTo>
                <a:lnTo>
                  <a:pt x="280544" y="412420"/>
                </a:lnTo>
                <a:lnTo>
                  <a:pt x="277811" y="403740"/>
                </a:lnTo>
                <a:lnTo>
                  <a:pt x="286097" y="401051"/>
                </a:lnTo>
                <a:lnTo>
                  <a:pt x="285529" y="399280"/>
                </a:lnTo>
                <a:lnTo>
                  <a:pt x="284938" y="397509"/>
                </a:lnTo>
                <a:lnTo>
                  <a:pt x="276674" y="400199"/>
                </a:lnTo>
                <a:lnTo>
                  <a:pt x="275165" y="395542"/>
                </a:lnTo>
                <a:lnTo>
                  <a:pt x="284654" y="392459"/>
                </a:lnTo>
                <a:lnTo>
                  <a:pt x="284064" y="390623"/>
                </a:lnTo>
                <a:close/>
                <a:moveTo>
                  <a:pt x="153936" y="386338"/>
                </a:moveTo>
                <a:lnTo>
                  <a:pt x="153302" y="388152"/>
                </a:lnTo>
                <a:lnTo>
                  <a:pt x="152690" y="389967"/>
                </a:lnTo>
                <a:lnTo>
                  <a:pt x="158353" y="391913"/>
                </a:lnTo>
                <a:lnTo>
                  <a:pt x="152581" y="408703"/>
                </a:lnTo>
                <a:lnTo>
                  <a:pt x="154548" y="409381"/>
                </a:lnTo>
                <a:lnTo>
                  <a:pt x="156494" y="410059"/>
                </a:lnTo>
                <a:lnTo>
                  <a:pt x="162266" y="393268"/>
                </a:lnTo>
                <a:lnTo>
                  <a:pt x="167950" y="395214"/>
                </a:lnTo>
                <a:lnTo>
                  <a:pt x="168584" y="393399"/>
                </a:lnTo>
                <a:lnTo>
                  <a:pt x="169240" y="391607"/>
                </a:lnTo>
                <a:close/>
                <a:moveTo>
                  <a:pt x="146087" y="382490"/>
                </a:moveTo>
                <a:lnTo>
                  <a:pt x="136971" y="402057"/>
                </a:lnTo>
                <a:lnTo>
                  <a:pt x="138851" y="402931"/>
                </a:lnTo>
                <a:lnTo>
                  <a:pt x="140709" y="403806"/>
                </a:lnTo>
                <a:lnTo>
                  <a:pt x="149848" y="384239"/>
                </a:lnTo>
                <a:lnTo>
                  <a:pt x="147946" y="383364"/>
                </a:lnTo>
                <a:close/>
                <a:moveTo>
                  <a:pt x="309862" y="376018"/>
                </a:moveTo>
                <a:lnTo>
                  <a:pt x="295607" y="383583"/>
                </a:lnTo>
                <a:lnTo>
                  <a:pt x="296504" y="385288"/>
                </a:lnTo>
                <a:lnTo>
                  <a:pt x="297400" y="386972"/>
                </a:lnTo>
                <a:lnTo>
                  <a:pt x="302691" y="384151"/>
                </a:lnTo>
                <a:lnTo>
                  <a:pt x="311042" y="399827"/>
                </a:lnTo>
                <a:lnTo>
                  <a:pt x="312879" y="398865"/>
                </a:lnTo>
                <a:lnTo>
                  <a:pt x="314693" y="397881"/>
                </a:lnTo>
                <a:lnTo>
                  <a:pt x="306364" y="382205"/>
                </a:lnTo>
                <a:lnTo>
                  <a:pt x="311655" y="379385"/>
                </a:lnTo>
                <a:lnTo>
                  <a:pt x="310758" y="377702"/>
                </a:lnTo>
                <a:close/>
                <a:moveTo>
                  <a:pt x="127504" y="372389"/>
                </a:moveTo>
                <a:lnTo>
                  <a:pt x="126651" y="374182"/>
                </a:lnTo>
                <a:lnTo>
                  <a:pt x="125733" y="375865"/>
                </a:lnTo>
                <a:lnTo>
                  <a:pt x="130980" y="378773"/>
                </a:lnTo>
                <a:lnTo>
                  <a:pt x="122366" y="394296"/>
                </a:lnTo>
                <a:lnTo>
                  <a:pt x="124181" y="395301"/>
                </a:lnTo>
                <a:lnTo>
                  <a:pt x="125996" y="396307"/>
                </a:lnTo>
                <a:lnTo>
                  <a:pt x="134522" y="380653"/>
                </a:lnTo>
                <a:lnTo>
                  <a:pt x="139769" y="383561"/>
                </a:lnTo>
                <a:lnTo>
                  <a:pt x="140687" y="381899"/>
                </a:lnTo>
                <a:lnTo>
                  <a:pt x="141628" y="380216"/>
                </a:lnTo>
                <a:close/>
                <a:moveTo>
                  <a:pt x="234633" y="369284"/>
                </a:moveTo>
                <a:cubicBezTo>
                  <a:pt x="230654" y="370640"/>
                  <a:pt x="229648" y="377417"/>
                  <a:pt x="229058" y="377811"/>
                </a:cubicBezTo>
                <a:lnTo>
                  <a:pt x="228554" y="378974"/>
                </a:lnTo>
                <a:lnTo>
                  <a:pt x="228555" y="378948"/>
                </a:lnTo>
                <a:lnTo>
                  <a:pt x="228489" y="379123"/>
                </a:lnTo>
                <a:lnTo>
                  <a:pt x="228554" y="378974"/>
                </a:lnTo>
                <a:lnTo>
                  <a:pt x="228446" y="381068"/>
                </a:lnTo>
                <a:lnTo>
                  <a:pt x="256666" y="379669"/>
                </a:lnTo>
                <a:lnTo>
                  <a:pt x="250155" y="379669"/>
                </a:lnTo>
                <a:cubicBezTo>
                  <a:pt x="250155" y="379669"/>
                  <a:pt x="250549" y="371580"/>
                  <a:pt x="245783" y="369743"/>
                </a:cubicBezTo>
                <a:cubicBezTo>
                  <a:pt x="242232" y="368296"/>
                  <a:pt x="238288" y="368132"/>
                  <a:pt x="234633" y="369284"/>
                </a:cubicBezTo>
                <a:close/>
                <a:moveTo>
                  <a:pt x="263251" y="369241"/>
                </a:moveTo>
                <a:lnTo>
                  <a:pt x="263251" y="369307"/>
                </a:lnTo>
                <a:cubicBezTo>
                  <a:pt x="264103" y="369307"/>
                  <a:pt x="264235" y="370138"/>
                  <a:pt x="264103" y="371165"/>
                </a:cubicBezTo>
                <a:cubicBezTo>
                  <a:pt x="263972" y="372193"/>
                  <a:pt x="264016" y="376675"/>
                  <a:pt x="263229" y="376675"/>
                </a:cubicBezTo>
                <a:cubicBezTo>
                  <a:pt x="262442" y="376675"/>
                  <a:pt x="262704" y="373111"/>
                  <a:pt x="262704" y="371428"/>
                </a:cubicBezTo>
                <a:cubicBezTo>
                  <a:pt x="262704" y="369744"/>
                  <a:pt x="262704" y="369241"/>
                  <a:pt x="263251" y="369241"/>
                </a:cubicBezTo>
                <a:close/>
                <a:moveTo>
                  <a:pt x="226325" y="369241"/>
                </a:moveTo>
                <a:lnTo>
                  <a:pt x="226325" y="369307"/>
                </a:lnTo>
                <a:cubicBezTo>
                  <a:pt x="227178" y="369307"/>
                  <a:pt x="227309" y="370138"/>
                  <a:pt x="227178" y="371165"/>
                </a:cubicBezTo>
                <a:cubicBezTo>
                  <a:pt x="227046" y="372193"/>
                  <a:pt x="227090" y="376675"/>
                  <a:pt x="226303" y="376675"/>
                </a:cubicBezTo>
                <a:cubicBezTo>
                  <a:pt x="225516" y="376675"/>
                  <a:pt x="225778" y="373111"/>
                  <a:pt x="225778" y="371428"/>
                </a:cubicBezTo>
                <a:cubicBezTo>
                  <a:pt x="225778" y="369744"/>
                  <a:pt x="225778" y="369241"/>
                  <a:pt x="226325" y="369241"/>
                </a:cubicBezTo>
                <a:close/>
                <a:moveTo>
                  <a:pt x="182512" y="369022"/>
                </a:moveTo>
                <a:cubicBezTo>
                  <a:pt x="182512" y="369022"/>
                  <a:pt x="183430" y="368607"/>
                  <a:pt x="183692" y="369197"/>
                </a:cubicBezTo>
                <a:cubicBezTo>
                  <a:pt x="183885" y="371554"/>
                  <a:pt x="183935" y="373920"/>
                  <a:pt x="183845" y="376281"/>
                </a:cubicBezTo>
                <a:cubicBezTo>
                  <a:pt x="183845" y="376827"/>
                  <a:pt x="182774" y="377046"/>
                  <a:pt x="182512" y="376281"/>
                </a:cubicBezTo>
                <a:cubicBezTo>
                  <a:pt x="182381" y="373878"/>
                  <a:pt x="182381" y="371469"/>
                  <a:pt x="182512" y="369066"/>
                </a:cubicBezTo>
                <a:close/>
                <a:moveTo>
                  <a:pt x="257130" y="368913"/>
                </a:moveTo>
                <a:cubicBezTo>
                  <a:pt x="257676" y="368913"/>
                  <a:pt x="257938" y="370072"/>
                  <a:pt x="257938" y="371100"/>
                </a:cubicBezTo>
                <a:cubicBezTo>
                  <a:pt x="257938" y="372127"/>
                  <a:pt x="257895" y="376500"/>
                  <a:pt x="257239" y="376500"/>
                </a:cubicBezTo>
                <a:cubicBezTo>
                  <a:pt x="256583" y="376500"/>
                  <a:pt x="256211" y="372892"/>
                  <a:pt x="256211" y="371274"/>
                </a:cubicBezTo>
                <a:cubicBezTo>
                  <a:pt x="256211" y="369657"/>
                  <a:pt x="256211" y="368979"/>
                  <a:pt x="257130" y="368979"/>
                </a:cubicBezTo>
                <a:close/>
                <a:moveTo>
                  <a:pt x="220203" y="368913"/>
                </a:moveTo>
                <a:cubicBezTo>
                  <a:pt x="220749" y="368913"/>
                  <a:pt x="221012" y="370160"/>
                  <a:pt x="221012" y="371100"/>
                </a:cubicBezTo>
                <a:cubicBezTo>
                  <a:pt x="221012" y="372040"/>
                  <a:pt x="220990" y="376609"/>
                  <a:pt x="220334" y="376609"/>
                </a:cubicBezTo>
                <a:cubicBezTo>
                  <a:pt x="219678" y="376609"/>
                  <a:pt x="219284" y="372892"/>
                  <a:pt x="219284" y="371274"/>
                </a:cubicBezTo>
                <a:cubicBezTo>
                  <a:pt x="219284" y="369657"/>
                  <a:pt x="219284" y="368979"/>
                  <a:pt x="220203" y="368979"/>
                </a:cubicBezTo>
                <a:close/>
                <a:moveTo>
                  <a:pt x="547487" y="368573"/>
                </a:moveTo>
                <a:lnTo>
                  <a:pt x="547564" y="383741"/>
                </a:lnTo>
                <a:lnTo>
                  <a:pt x="560902" y="383741"/>
                </a:lnTo>
                <a:cubicBezTo>
                  <a:pt x="563237" y="383942"/>
                  <a:pt x="565558" y="383232"/>
                  <a:pt x="567381" y="381759"/>
                </a:cubicBezTo>
                <a:cubicBezTo>
                  <a:pt x="568894" y="380102"/>
                  <a:pt x="569664" y="377900"/>
                  <a:pt x="569515" y="375662"/>
                </a:cubicBezTo>
                <a:cubicBezTo>
                  <a:pt x="569655" y="373635"/>
                  <a:pt x="568838" y="371660"/>
                  <a:pt x="567304" y="370326"/>
                </a:cubicBezTo>
                <a:cubicBezTo>
                  <a:pt x="565365" y="368989"/>
                  <a:pt x="563021" y="368369"/>
                  <a:pt x="560674" y="368573"/>
                </a:cubicBezTo>
                <a:close/>
                <a:moveTo>
                  <a:pt x="188939" y="368520"/>
                </a:moveTo>
                <a:cubicBezTo>
                  <a:pt x="189748" y="368433"/>
                  <a:pt x="189552" y="370510"/>
                  <a:pt x="189552" y="371100"/>
                </a:cubicBezTo>
                <a:cubicBezTo>
                  <a:pt x="189552" y="371690"/>
                  <a:pt x="189595" y="376238"/>
                  <a:pt x="188939" y="376238"/>
                </a:cubicBezTo>
                <a:cubicBezTo>
                  <a:pt x="188284" y="376238"/>
                  <a:pt x="188284" y="372368"/>
                  <a:pt x="188284" y="371100"/>
                </a:cubicBezTo>
                <a:cubicBezTo>
                  <a:pt x="188284" y="369832"/>
                  <a:pt x="188152" y="368520"/>
                  <a:pt x="188939" y="368520"/>
                </a:cubicBezTo>
                <a:close/>
                <a:moveTo>
                  <a:pt x="185354" y="368017"/>
                </a:moveTo>
                <a:lnTo>
                  <a:pt x="185359" y="368164"/>
                </a:lnTo>
                <a:lnTo>
                  <a:pt x="185354" y="368170"/>
                </a:lnTo>
                <a:close/>
                <a:moveTo>
                  <a:pt x="185712" y="367730"/>
                </a:moveTo>
                <a:cubicBezTo>
                  <a:pt x="186114" y="367486"/>
                  <a:pt x="186639" y="367615"/>
                  <a:pt x="186884" y="368017"/>
                </a:cubicBezTo>
                <a:cubicBezTo>
                  <a:pt x="187146" y="368367"/>
                  <a:pt x="187146" y="376259"/>
                  <a:pt x="187146" y="376762"/>
                </a:cubicBezTo>
                <a:cubicBezTo>
                  <a:pt x="187146" y="377265"/>
                  <a:pt x="185900" y="377177"/>
                  <a:pt x="185638" y="376762"/>
                </a:cubicBezTo>
                <a:lnTo>
                  <a:pt x="185359" y="368164"/>
                </a:lnTo>
                <a:close/>
                <a:moveTo>
                  <a:pt x="260453" y="367404"/>
                </a:moveTo>
                <a:cubicBezTo>
                  <a:pt x="261568" y="367404"/>
                  <a:pt x="261240" y="369000"/>
                  <a:pt x="261240" y="370684"/>
                </a:cubicBezTo>
                <a:cubicBezTo>
                  <a:pt x="261240" y="372367"/>
                  <a:pt x="261524" y="377046"/>
                  <a:pt x="260322" y="377046"/>
                </a:cubicBezTo>
                <a:cubicBezTo>
                  <a:pt x="259119" y="377046"/>
                  <a:pt x="259382" y="372127"/>
                  <a:pt x="259382" y="370596"/>
                </a:cubicBezTo>
                <a:cubicBezTo>
                  <a:pt x="259382" y="369066"/>
                  <a:pt x="259119" y="367404"/>
                  <a:pt x="260453" y="367404"/>
                </a:cubicBezTo>
                <a:close/>
                <a:moveTo>
                  <a:pt x="223526" y="367404"/>
                </a:moveTo>
                <a:cubicBezTo>
                  <a:pt x="224663" y="367404"/>
                  <a:pt x="224313" y="369000"/>
                  <a:pt x="224313" y="370684"/>
                </a:cubicBezTo>
                <a:cubicBezTo>
                  <a:pt x="224313" y="372367"/>
                  <a:pt x="224597" y="377046"/>
                  <a:pt x="223395" y="377046"/>
                </a:cubicBezTo>
                <a:cubicBezTo>
                  <a:pt x="222192" y="377046"/>
                  <a:pt x="222455" y="372127"/>
                  <a:pt x="222455" y="370596"/>
                </a:cubicBezTo>
                <a:cubicBezTo>
                  <a:pt x="222455" y="369066"/>
                  <a:pt x="222192" y="367404"/>
                  <a:pt x="223526" y="367404"/>
                </a:cubicBezTo>
                <a:close/>
                <a:moveTo>
                  <a:pt x="164518" y="366726"/>
                </a:moveTo>
                <a:lnTo>
                  <a:pt x="164650" y="366848"/>
                </a:lnTo>
                <a:lnTo>
                  <a:pt x="164452" y="366814"/>
                </a:lnTo>
                <a:close/>
                <a:moveTo>
                  <a:pt x="326499" y="365546"/>
                </a:moveTo>
                <a:lnTo>
                  <a:pt x="314234" y="373504"/>
                </a:lnTo>
                <a:lnTo>
                  <a:pt x="325997" y="391607"/>
                </a:lnTo>
                <a:lnTo>
                  <a:pt x="338590" y="383342"/>
                </a:lnTo>
                <a:lnTo>
                  <a:pt x="337540" y="381725"/>
                </a:lnTo>
                <a:lnTo>
                  <a:pt x="336513" y="380129"/>
                </a:lnTo>
                <a:lnTo>
                  <a:pt x="327352" y="386075"/>
                </a:lnTo>
                <a:lnTo>
                  <a:pt x="324269" y="381375"/>
                </a:lnTo>
                <a:lnTo>
                  <a:pt x="332490" y="376128"/>
                </a:lnTo>
                <a:lnTo>
                  <a:pt x="331484" y="374554"/>
                </a:lnTo>
                <a:lnTo>
                  <a:pt x="330478" y="373001"/>
                </a:lnTo>
                <a:lnTo>
                  <a:pt x="322324" y="378292"/>
                </a:lnTo>
                <a:lnTo>
                  <a:pt x="319831" y="374444"/>
                </a:lnTo>
                <a:lnTo>
                  <a:pt x="328576" y="368760"/>
                </a:lnTo>
                <a:lnTo>
                  <a:pt x="327549" y="367142"/>
                </a:lnTo>
                <a:close/>
                <a:moveTo>
                  <a:pt x="112309" y="363360"/>
                </a:moveTo>
                <a:cubicBezTo>
                  <a:pt x="110429" y="363552"/>
                  <a:pt x="108737" y="364580"/>
                  <a:pt x="107696" y="366158"/>
                </a:cubicBezTo>
                <a:cubicBezTo>
                  <a:pt x="106675" y="367326"/>
                  <a:pt x="106249" y="368898"/>
                  <a:pt x="106538" y="370421"/>
                </a:cubicBezTo>
                <a:cubicBezTo>
                  <a:pt x="107358" y="372557"/>
                  <a:pt x="108599" y="374505"/>
                  <a:pt x="110189" y="376150"/>
                </a:cubicBezTo>
                <a:cubicBezTo>
                  <a:pt x="111022" y="377002"/>
                  <a:pt x="111704" y="377995"/>
                  <a:pt x="112200" y="379079"/>
                </a:cubicBezTo>
                <a:cubicBezTo>
                  <a:pt x="112412" y="379746"/>
                  <a:pt x="112264" y="380474"/>
                  <a:pt x="111807" y="381003"/>
                </a:cubicBezTo>
                <a:cubicBezTo>
                  <a:pt x="111347" y="381659"/>
                  <a:pt x="110567" y="382011"/>
                  <a:pt x="109773" y="381921"/>
                </a:cubicBezTo>
                <a:cubicBezTo>
                  <a:pt x="108698" y="381777"/>
                  <a:pt x="107683" y="381340"/>
                  <a:pt x="106844" y="380653"/>
                </a:cubicBezTo>
                <a:cubicBezTo>
                  <a:pt x="105928" y="380076"/>
                  <a:pt x="105257" y="379182"/>
                  <a:pt x="104964" y="378139"/>
                </a:cubicBezTo>
                <a:cubicBezTo>
                  <a:pt x="104743" y="377155"/>
                  <a:pt x="104968" y="376123"/>
                  <a:pt x="105576" y="375319"/>
                </a:cubicBezTo>
                <a:lnTo>
                  <a:pt x="102340" y="372979"/>
                </a:lnTo>
                <a:cubicBezTo>
                  <a:pt x="101124" y="374606"/>
                  <a:pt x="100641" y="376665"/>
                  <a:pt x="101006" y="378664"/>
                </a:cubicBezTo>
                <a:cubicBezTo>
                  <a:pt x="101560" y="380728"/>
                  <a:pt x="102863" y="382512"/>
                  <a:pt x="104657" y="383670"/>
                </a:cubicBezTo>
                <a:cubicBezTo>
                  <a:pt x="106323" y="385011"/>
                  <a:pt x="108400" y="385736"/>
                  <a:pt x="110539" y="385725"/>
                </a:cubicBezTo>
                <a:cubicBezTo>
                  <a:pt x="112403" y="385623"/>
                  <a:pt x="114111" y="384652"/>
                  <a:pt x="115152" y="383102"/>
                </a:cubicBezTo>
                <a:cubicBezTo>
                  <a:pt x="116199" y="381897"/>
                  <a:pt x="116704" y="380317"/>
                  <a:pt x="116551" y="378729"/>
                </a:cubicBezTo>
                <a:cubicBezTo>
                  <a:pt x="115908" y="376703"/>
                  <a:pt x="114793" y="374857"/>
                  <a:pt x="113293" y="373351"/>
                </a:cubicBezTo>
                <a:cubicBezTo>
                  <a:pt x="112355" y="372343"/>
                  <a:pt x="111542" y="371228"/>
                  <a:pt x="110867" y="370028"/>
                </a:cubicBezTo>
                <a:cubicBezTo>
                  <a:pt x="110552" y="369473"/>
                  <a:pt x="110604" y="368782"/>
                  <a:pt x="110998" y="368279"/>
                </a:cubicBezTo>
                <a:cubicBezTo>
                  <a:pt x="111435" y="367612"/>
                  <a:pt x="112150" y="367179"/>
                  <a:pt x="112943" y="367098"/>
                </a:cubicBezTo>
                <a:cubicBezTo>
                  <a:pt x="113833" y="367072"/>
                  <a:pt x="114703" y="367367"/>
                  <a:pt x="115392" y="367929"/>
                </a:cubicBezTo>
                <a:cubicBezTo>
                  <a:pt x="116278" y="368513"/>
                  <a:pt x="116936" y="369385"/>
                  <a:pt x="117250" y="370400"/>
                </a:cubicBezTo>
                <a:cubicBezTo>
                  <a:pt x="117517" y="371320"/>
                  <a:pt x="117366" y="372313"/>
                  <a:pt x="116835" y="373111"/>
                </a:cubicBezTo>
                <a:lnTo>
                  <a:pt x="120093" y="375494"/>
                </a:lnTo>
                <a:lnTo>
                  <a:pt x="120093" y="375450"/>
                </a:lnTo>
                <a:cubicBezTo>
                  <a:pt x="121192" y="373839"/>
                  <a:pt x="121610" y="371858"/>
                  <a:pt x="121251" y="369941"/>
                </a:cubicBezTo>
                <a:cubicBezTo>
                  <a:pt x="120799" y="367999"/>
                  <a:pt x="119627" y="366305"/>
                  <a:pt x="117972" y="365196"/>
                </a:cubicBezTo>
                <a:cubicBezTo>
                  <a:pt x="116378" y="363900"/>
                  <a:pt x="114360" y="363246"/>
                  <a:pt x="112309" y="363360"/>
                </a:cubicBezTo>
                <a:close/>
                <a:moveTo>
                  <a:pt x="343137" y="353653"/>
                </a:moveTo>
                <a:cubicBezTo>
                  <a:pt x="340990" y="353611"/>
                  <a:pt x="338909" y="354394"/>
                  <a:pt x="337321" y="355839"/>
                </a:cubicBezTo>
                <a:cubicBezTo>
                  <a:pt x="335304" y="357409"/>
                  <a:pt x="334151" y="359842"/>
                  <a:pt x="334217" y="362398"/>
                </a:cubicBezTo>
                <a:cubicBezTo>
                  <a:pt x="334429" y="365393"/>
                  <a:pt x="335664" y="368226"/>
                  <a:pt x="337715" y="370421"/>
                </a:cubicBezTo>
                <a:cubicBezTo>
                  <a:pt x="339490" y="372778"/>
                  <a:pt x="342035" y="374442"/>
                  <a:pt x="344908" y="375122"/>
                </a:cubicBezTo>
                <a:cubicBezTo>
                  <a:pt x="349753" y="375868"/>
                  <a:pt x="354289" y="372553"/>
                  <a:pt x="355052" y="367710"/>
                </a:cubicBezTo>
                <a:lnTo>
                  <a:pt x="355008" y="367667"/>
                </a:lnTo>
                <a:cubicBezTo>
                  <a:pt x="355162" y="365461"/>
                  <a:pt x="354519" y="363272"/>
                  <a:pt x="353194" y="361501"/>
                </a:cubicBezTo>
                <a:lnTo>
                  <a:pt x="350002" y="364169"/>
                </a:lnTo>
                <a:cubicBezTo>
                  <a:pt x="350699" y="365113"/>
                  <a:pt x="351034" y="366276"/>
                  <a:pt x="350942" y="367448"/>
                </a:cubicBezTo>
                <a:cubicBezTo>
                  <a:pt x="350911" y="367695"/>
                  <a:pt x="350859" y="367940"/>
                  <a:pt x="350785" y="368178"/>
                </a:cubicBezTo>
                <a:cubicBezTo>
                  <a:pt x="350078" y="370487"/>
                  <a:pt x="347632" y="371786"/>
                  <a:pt x="345323" y="371077"/>
                </a:cubicBezTo>
                <a:cubicBezTo>
                  <a:pt x="343574" y="370415"/>
                  <a:pt x="342057" y="369261"/>
                  <a:pt x="340951" y="367754"/>
                </a:cubicBezTo>
                <a:cubicBezTo>
                  <a:pt x="339617" y="366342"/>
                  <a:pt x="338721" y="364571"/>
                  <a:pt x="338371" y="362660"/>
                </a:cubicBezTo>
                <a:cubicBezTo>
                  <a:pt x="338146" y="361198"/>
                  <a:pt x="338712" y="359726"/>
                  <a:pt x="339858" y="358790"/>
                </a:cubicBezTo>
                <a:cubicBezTo>
                  <a:pt x="340671" y="358052"/>
                  <a:pt x="341731" y="357645"/>
                  <a:pt x="342831" y="357654"/>
                </a:cubicBezTo>
                <a:cubicBezTo>
                  <a:pt x="343900" y="357678"/>
                  <a:pt x="344921" y="358117"/>
                  <a:pt x="345673" y="358878"/>
                </a:cubicBezTo>
                <a:lnTo>
                  <a:pt x="348865" y="356211"/>
                </a:lnTo>
                <a:cubicBezTo>
                  <a:pt x="347350" y="354663"/>
                  <a:pt x="345301" y="353749"/>
                  <a:pt x="343137" y="353653"/>
                </a:cubicBezTo>
                <a:close/>
                <a:moveTo>
                  <a:pt x="229292" y="353066"/>
                </a:moveTo>
                <a:lnTo>
                  <a:pt x="229336" y="353066"/>
                </a:lnTo>
                <a:lnTo>
                  <a:pt x="229336" y="358903"/>
                </a:lnTo>
                <a:lnTo>
                  <a:pt x="224373" y="358903"/>
                </a:lnTo>
                <a:close/>
                <a:moveTo>
                  <a:pt x="214147" y="351795"/>
                </a:moveTo>
                <a:cubicBezTo>
                  <a:pt x="216377" y="351795"/>
                  <a:pt x="217273" y="353084"/>
                  <a:pt x="217273" y="354549"/>
                </a:cubicBezTo>
                <a:cubicBezTo>
                  <a:pt x="217289" y="354718"/>
                  <a:pt x="217286" y="354886"/>
                  <a:pt x="217269" y="355054"/>
                </a:cubicBezTo>
                <a:cubicBezTo>
                  <a:pt x="217120" y="356543"/>
                  <a:pt x="215789" y="357630"/>
                  <a:pt x="214300" y="357479"/>
                </a:cubicBezTo>
                <a:cubicBezTo>
                  <a:pt x="213010" y="357479"/>
                  <a:pt x="211174" y="357173"/>
                  <a:pt x="211174" y="354680"/>
                </a:cubicBezTo>
                <a:cubicBezTo>
                  <a:pt x="211169" y="354575"/>
                  <a:pt x="211171" y="354471"/>
                  <a:pt x="211178" y="354366"/>
                </a:cubicBezTo>
                <a:cubicBezTo>
                  <a:pt x="211289" y="352835"/>
                  <a:pt x="212617" y="351685"/>
                  <a:pt x="214147" y="351795"/>
                </a:cubicBezTo>
                <a:close/>
                <a:moveTo>
                  <a:pt x="241060" y="351794"/>
                </a:moveTo>
                <a:cubicBezTo>
                  <a:pt x="243377" y="351794"/>
                  <a:pt x="244296" y="353718"/>
                  <a:pt x="244296" y="356954"/>
                </a:cubicBezTo>
                <a:cubicBezTo>
                  <a:pt x="244296" y="360190"/>
                  <a:pt x="243290" y="362114"/>
                  <a:pt x="241060" y="362114"/>
                </a:cubicBezTo>
                <a:cubicBezTo>
                  <a:pt x="238830" y="362114"/>
                  <a:pt x="237824" y="360168"/>
                  <a:pt x="237824" y="356954"/>
                </a:cubicBezTo>
                <a:cubicBezTo>
                  <a:pt x="237824" y="353740"/>
                  <a:pt x="238874" y="351794"/>
                  <a:pt x="241060" y="351794"/>
                </a:cubicBezTo>
                <a:close/>
                <a:moveTo>
                  <a:pt x="213539" y="350465"/>
                </a:moveTo>
                <a:cubicBezTo>
                  <a:pt x="211123" y="350487"/>
                  <a:pt x="209184" y="352461"/>
                  <a:pt x="209206" y="354877"/>
                </a:cubicBezTo>
                <a:cubicBezTo>
                  <a:pt x="209210" y="354975"/>
                  <a:pt x="209217" y="355074"/>
                  <a:pt x="209228" y="355170"/>
                </a:cubicBezTo>
                <a:cubicBezTo>
                  <a:pt x="209497" y="357570"/>
                  <a:pt x="211659" y="359300"/>
                  <a:pt x="214060" y="359031"/>
                </a:cubicBezTo>
                <a:cubicBezTo>
                  <a:pt x="215419" y="359129"/>
                  <a:pt x="216742" y="358559"/>
                  <a:pt x="217601" y="357500"/>
                </a:cubicBezTo>
                <a:cubicBezTo>
                  <a:pt x="217120" y="360845"/>
                  <a:pt x="216071" y="362310"/>
                  <a:pt x="213885" y="362310"/>
                </a:cubicBezTo>
                <a:cubicBezTo>
                  <a:pt x="213734" y="362339"/>
                  <a:pt x="213581" y="362352"/>
                  <a:pt x="213430" y="362350"/>
                </a:cubicBezTo>
                <a:cubicBezTo>
                  <a:pt x="212221" y="362328"/>
                  <a:pt x="211261" y="361331"/>
                  <a:pt x="211283" y="360124"/>
                </a:cubicBezTo>
                <a:lnTo>
                  <a:pt x="209337" y="360124"/>
                </a:lnTo>
                <a:cubicBezTo>
                  <a:pt x="209337" y="361392"/>
                  <a:pt x="210321" y="363578"/>
                  <a:pt x="213928" y="363578"/>
                </a:cubicBezTo>
                <a:lnTo>
                  <a:pt x="213928" y="363644"/>
                </a:lnTo>
                <a:cubicBezTo>
                  <a:pt x="219328" y="363644"/>
                  <a:pt x="219547" y="357697"/>
                  <a:pt x="219591" y="356473"/>
                </a:cubicBezTo>
                <a:cubicBezTo>
                  <a:pt x="219591" y="354396"/>
                  <a:pt x="219088" y="350504"/>
                  <a:pt x="214169" y="350504"/>
                </a:cubicBezTo>
                <a:cubicBezTo>
                  <a:pt x="213959" y="350476"/>
                  <a:pt x="213749" y="350463"/>
                  <a:pt x="213539" y="350465"/>
                </a:cubicBezTo>
                <a:close/>
                <a:moveTo>
                  <a:pt x="241060" y="350439"/>
                </a:moveTo>
                <a:cubicBezTo>
                  <a:pt x="236622" y="350439"/>
                  <a:pt x="235769" y="354374"/>
                  <a:pt x="235769" y="356998"/>
                </a:cubicBezTo>
                <a:cubicBezTo>
                  <a:pt x="235769" y="359621"/>
                  <a:pt x="236688" y="363556"/>
                  <a:pt x="241060" y="363556"/>
                </a:cubicBezTo>
                <a:lnTo>
                  <a:pt x="241060" y="363644"/>
                </a:lnTo>
                <a:cubicBezTo>
                  <a:pt x="245564" y="363644"/>
                  <a:pt x="246351" y="359621"/>
                  <a:pt x="246351" y="356998"/>
                </a:cubicBezTo>
                <a:cubicBezTo>
                  <a:pt x="246351" y="354374"/>
                  <a:pt x="245498" y="350439"/>
                  <a:pt x="241060" y="350439"/>
                </a:cubicBezTo>
                <a:close/>
                <a:moveTo>
                  <a:pt x="229276" y="350351"/>
                </a:moveTo>
                <a:lnTo>
                  <a:pt x="222214" y="358506"/>
                </a:lnTo>
                <a:lnTo>
                  <a:pt x="222214" y="360080"/>
                </a:lnTo>
                <a:lnTo>
                  <a:pt x="228948" y="360080"/>
                </a:lnTo>
                <a:lnTo>
                  <a:pt x="228948" y="363228"/>
                </a:lnTo>
                <a:lnTo>
                  <a:pt x="230894" y="363228"/>
                </a:lnTo>
                <a:lnTo>
                  <a:pt x="230894" y="360080"/>
                </a:lnTo>
                <a:lnTo>
                  <a:pt x="233080" y="360080"/>
                </a:lnTo>
                <a:lnTo>
                  <a:pt x="233080" y="358703"/>
                </a:lnTo>
                <a:lnTo>
                  <a:pt x="230894" y="358703"/>
                </a:lnTo>
                <a:lnTo>
                  <a:pt x="230894" y="350351"/>
                </a:lnTo>
                <a:close/>
                <a:moveTo>
                  <a:pt x="201270" y="350264"/>
                </a:moveTo>
                <a:cubicBezTo>
                  <a:pt x="200658" y="352363"/>
                  <a:pt x="199608" y="352581"/>
                  <a:pt x="197116" y="352712"/>
                </a:cubicBezTo>
                <a:lnTo>
                  <a:pt x="197116" y="354090"/>
                </a:lnTo>
                <a:lnTo>
                  <a:pt x="200723" y="354090"/>
                </a:lnTo>
                <a:lnTo>
                  <a:pt x="200723" y="363228"/>
                </a:lnTo>
                <a:lnTo>
                  <a:pt x="202778" y="363228"/>
                </a:lnTo>
                <a:lnTo>
                  <a:pt x="202778" y="350264"/>
                </a:lnTo>
                <a:close/>
                <a:moveTo>
                  <a:pt x="94907" y="346526"/>
                </a:moveTo>
                <a:lnTo>
                  <a:pt x="80171" y="362310"/>
                </a:lnTo>
                <a:lnTo>
                  <a:pt x="81592" y="363644"/>
                </a:lnTo>
                <a:lnTo>
                  <a:pt x="83013" y="365043"/>
                </a:lnTo>
                <a:lnTo>
                  <a:pt x="93617" y="353653"/>
                </a:lnTo>
                <a:lnTo>
                  <a:pt x="89004" y="370640"/>
                </a:lnTo>
                <a:lnTo>
                  <a:pt x="90512" y="372039"/>
                </a:lnTo>
                <a:lnTo>
                  <a:pt x="92021" y="373373"/>
                </a:lnTo>
                <a:lnTo>
                  <a:pt x="106734" y="357566"/>
                </a:lnTo>
                <a:lnTo>
                  <a:pt x="105313" y="356254"/>
                </a:lnTo>
                <a:lnTo>
                  <a:pt x="103914" y="354943"/>
                </a:lnTo>
                <a:lnTo>
                  <a:pt x="93573" y="366027"/>
                </a:lnTo>
                <a:lnTo>
                  <a:pt x="98077" y="349499"/>
                </a:lnTo>
                <a:lnTo>
                  <a:pt x="96481" y="348012"/>
                </a:lnTo>
                <a:close/>
                <a:moveTo>
                  <a:pt x="547487" y="346393"/>
                </a:moveTo>
                <a:lnTo>
                  <a:pt x="547564" y="358969"/>
                </a:lnTo>
                <a:lnTo>
                  <a:pt x="560140" y="358969"/>
                </a:lnTo>
                <a:cubicBezTo>
                  <a:pt x="562326" y="359108"/>
                  <a:pt x="564498" y="358519"/>
                  <a:pt x="566314" y="357293"/>
                </a:cubicBezTo>
                <a:cubicBezTo>
                  <a:pt x="567706" y="355973"/>
                  <a:pt x="568433" y="354099"/>
                  <a:pt x="568296" y="352186"/>
                </a:cubicBezTo>
                <a:cubicBezTo>
                  <a:pt x="568403" y="350462"/>
                  <a:pt x="567592" y="348810"/>
                  <a:pt x="566162" y="347841"/>
                </a:cubicBezTo>
                <a:cubicBezTo>
                  <a:pt x="564191" y="346732"/>
                  <a:pt x="561937" y="346229"/>
                  <a:pt x="559682" y="346393"/>
                </a:cubicBezTo>
                <a:close/>
                <a:moveTo>
                  <a:pt x="1831349" y="344796"/>
                </a:moveTo>
                <a:cubicBezTo>
                  <a:pt x="1828074" y="344278"/>
                  <a:pt x="1824601" y="345010"/>
                  <a:pt x="1821707" y="347114"/>
                </a:cubicBezTo>
                <a:cubicBezTo>
                  <a:pt x="1820609" y="347912"/>
                  <a:pt x="1819644" y="348877"/>
                  <a:pt x="1818846" y="349974"/>
                </a:cubicBezTo>
                <a:cubicBezTo>
                  <a:pt x="1816005" y="354529"/>
                  <a:pt x="1814671" y="359864"/>
                  <a:pt x="1815035" y="365219"/>
                </a:cubicBezTo>
                <a:cubicBezTo>
                  <a:pt x="1814768" y="370315"/>
                  <a:pt x="1816072" y="375369"/>
                  <a:pt x="1818770" y="379701"/>
                </a:cubicBezTo>
                <a:cubicBezTo>
                  <a:pt x="1823091" y="385510"/>
                  <a:pt x="1831304" y="386716"/>
                  <a:pt x="1837113" y="382395"/>
                </a:cubicBezTo>
                <a:cubicBezTo>
                  <a:pt x="1838137" y="381632"/>
                  <a:pt x="1839044" y="380725"/>
                  <a:pt x="1839806" y="379701"/>
                </a:cubicBezTo>
                <a:lnTo>
                  <a:pt x="1839807" y="379701"/>
                </a:lnTo>
                <a:cubicBezTo>
                  <a:pt x="1842564" y="375393"/>
                  <a:pt x="1843897" y="370326"/>
                  <a:pt x="1843617" y="365219"/>
                </a:cubicBezTo>
                <a:cubicBezTo>
                  <a:pt x="1843981" y="359864"/>
                  <a:pt x="1842648" y="354529"/>
                  <a:pt x="1839807" y="349974"/>
                </a:cubicBezTo>
                <a:cubicBezTo>
                  <a:pt x="1837702" y="347080"/>
                  <a:pt x="1834624" y="345313"/>
                  <a:pt x="1831349" y="344796"/>
                </a:cubicBezTo>
                <a:close/>
                <a:moveTo>
                  <a:pt x="1723813" y="344792"/>
                </a:moveTo>
                <a:cubicBezTo>
                  <a:pt x="1720516" y="344281"/>
                  <a:pt x="1717025" y="345028"/>
                  <a:pt x="1714120" y="347154"/>
                </a:cubicBezTo>
                <a:cubicBezTo>
                  <a:pt x="1713041" y="347943"/>
                  <a:pt x="1712088" y="348896"/>
                  <a:pt x="1711299" y="349975"/>
                </a:cubicBezTo>
                <a:cubicBezTo>
                  <a:pt x="1708484" y="354539"/>
                  <a:pt x="1707178" y="359872"/>
                  <a:pt x="1707564" y="365219"/>
                </a:cubicBezTo>
                <a:cubicBezTo>
                  <a:pt x="1707262" y="370319"/>
                  <a:pt x="1708568" y="375384"/>
                  <a:pt x="1711299" y="379701"/>
                </a:cubicBezTo>
                <a:cubicBezTo>
                  <a:pt x="1715621" y="385510"/>
                  <a:pt x="1723833" y="386716"/>
                  <a:pt x="1729642" y="382394"/>
                </a:cubicBezTo>
                <a:cubicBezTo>
                  <a:pt x="1730666" y="381632"/>
                  <a:pt x="1731574" y="380725"/>
                  <a:pt x="1732335" y="379701"/>
                </a:cubicBezTo>
                <a:cubicBezTo>
                  <a:pt x="1735067" y="375384"/>
                  <a:pt x="1736372" y="370318"/>
                  <a:pt x="1736070" y="365219"/>
                </a:cubicBezTo>
                <a:cubicBezTo>
                  <a:pt x="1736457" y="359872"/>
                  <a:pt x="1735150" y="354539"/>
                  <a:pt x="1732335" y="349975"/>
                </a:cubicBezTo>
                <a:cubicBezTo>
                  <a:pt x="1730210" y="347071"/>
                  <a:pt x="1727109" y="345303"/>
                  <a:pt x="1723813" y="344792"/>
                </a:cubicBezTo>
                <a:close/>
                <a:moveTo>
                  <a:pt x="1326322" y="344792"/>
                </a:moveTo>
                <a:cubicBezTo>
                  <a:pt x="1323026" y="344281"/>
                  <a:pt x="1319535" y="345028"/>
                  <a:pt x="1316630" y="347154"/>
                </a:cubicBezTo>
                <a:cubicBezTo>
                  <a:pt x="1315551" y="347943"/>
                  <a:pt x="1314598" y="348896"/>
                  <a:pt x="1313809" y="349975"/>
                </a:cubicBezTo>
                <a:cubicBezTo>
                  <a:pt x="1310994" y="354539"/>
                  <a:pt x="1309688" y="359872"/>
                  <a:pt x="1310074" y="365219"/>
                </a:cubicBezTo>
                <a:cubicBezTo>
                  <a:pt x="1309772" y="370319"/>
                  <a:pt x="1311078" y="375384"/>
                  <a:pt x="1313809" y="379701"/>
                </a:cubicBezTo>
                <a:cubicBezTo>
                  <a:pt x="1318131" y="385510"/>
                  <a:pt x="1326343" y="386716"/>
                  <a:pt x="1332152" y="382394"/>
                </a:cubicBezTo>
                <a:cubicBezTo>
                  <a:pt x="1333176" y="381632"/>
                  <a:pt x="1334084" y="380725"/>
                  <a:pt x="1334845" y="379701"/>
                </a:cubicBezTo>
                <a:cubicBezTo>
                  <a:pt x="1337577" y="375384"/>
                  <a:pt x="1338882" y="370318"/>
                  <a:pt x="1338580" y="365219"/>
                </a:cubicBezTo>
                <a:cubicBezTo>
                  <a:pt x="1338967" y="359872"/>
                  <a:pt x="1337660" y="354539"/>
                  <a:pt x="1334845" y="349975"/>
                </a:cubicBezTo>
                <a:cubicBezTo>
                  <a:pt x="1332720" y="347071"/>
                  <a:pt x="1329619" y="345303"/>
                  <a:pt x="1326322" y="344792"/>
                </a:cubicBezTo>
                <a:close/>
                <a:moveTo>
                  <a:pt x="87932" y="338917"/>
                </a:moveTo>
                <a:lnTo>
                  <a:pt x="71885" y="353369"/>
                </a:lnTo>
                <a:lnTo>
                  <a:pt x="73284" y="354899"/>
                </a:lnTo>
                <a:lnTo>
                  <a:pt x="74662" y="356451"/>
                </a:lnTo>
                <a:lnTo>
                  <a:pt x="90709" y="342000"/>
                </a:lnTo>
                <a:lnTo>
                  <a:pt x="89332" y="340448"/>
                </a:lnTo>
                <a:close/>
                <a:moveTo>
                  <a:pt x="1921959" y="336669"/>
                </a:moveTo>
                <a:lnTo>
                  <a:pt x="1928438" y="336669"/>
                </a:lnTo>
                <a:lnTo>
                  <a:pt x="1934993" y="336669"/>
                </a:lnTo>
                <a:lnTo>
                  <a:pt x="1945930" y="361352"/>
                </a:lnTo>
                <a:lnTo>
                  <a:pt x="1945893" y="361441"/>
                </a:lnTo>
                <a:lnTo>
                  <a:pt x="1945969" y="361441"/>
                </a:lnTo>
                <a:lnTo>
                  <a:pt x="1945930" y="361352"/>
                </a:lnTo>
                <a:lnTo>
                  <a:pt x="1956182" y="336669"/>
                </a:lnTo>
                <a:lnTo>
                  <a:pt x="1962432" y="336669"/>
                </a:lnTo>
                <a:lnTo>
                  <a:pt x="1968606" y="336669"/>
                </a:lnTo>
                <a:lnTo>
                  <a:pt x="1951228" y="372111"/>
                </a:lnTo>
                <a:lnTo>
                  <a:pt x="1951228" y="393835"/>
                </a:lnTo>
                <a:lnTo>
                  <a:pt x="1945816" y="393835"/>
                </a:lnTo>
                <a:lnTo>
                  <a:pt x="1940252" y="393835"/>
                </a:lnTo>
                <a:lnTo>
                  <a:pt x="1940252" y="372340"/>
                </a:lnTo>
                <a:close/>
                <a:moveTo>
                  <a:pt x="1759076" y="336669"/>
                </a:moveTo>
                <a:lnTo>
                  <a:pt x="1764564" y="336669"/>
                </a:lnTo>
                <a:lnTo>
                  <a:pt x="1770052" y="336669"/>
                </a:lnTo>
                <a:lnTo>
                  <a:pt x="1770052" y="383621"/>
                </a:lnTo>
                <a:lnTo>
                  <a:pt x="1796120" y="383621"/>
                </a:lnTo>
                <a:lnTo>
                  <a:pt x="1796120" y="388728"/>
                </a:lnTo>
                <a:lnTo>
                  <a:pt x="1796120" y="393758"/>
                </a:lnTo>
                <a:lnTo>
                  <a:pt x="1759076" y="393758"/>
                </a:lnTo>
                <a:close/>
                <a:moveTo>
                  <a:pt x="1642916" y="336669"/>
                </a:moveTo>
                <a:lnTo>
                  <a:pt x="1648633" y="336669"/>
                </a:lnTo>
                <a:lnTo>
                  <a:pt x="1654350" y="336669"/>
                </a:lnTo>
                <a:lnTo>
                  <a:pt x="1675463" y="376761"/>
                </a:lnTo>
                <a:lnTo>
                  <a:pt x="1675463" y="336669"/>
                </a:lnTo>
                <a:lnTo>
                  <a:pt x="1680570" y="336669"/>
                </a:lnTo>
                <a:lnTo>
                  <a:pt x="1685752" y="336669"/>
                </a:lnTo>
                <a:lnTo>
                  <a:pt x="1685752" y="393758"/>
                </a:lnTo>
                <a:lnTo>
                  <a:pt x="1680264" y="393758"/>
                </a:lnTo>
                <a:lnTo>
                  <a:pt x="1674776" y="393758"/>
                </a:lnTo>
                <a:lnTo>
                  <a:pt x="1653129" y="352599"/>
                </a:lnTo>
                <a:lnTo>
                  <a:pt x="1653129" y="393758"/>
                </a:lnTo>
                <a:lnTo>
                  <a:pt x="1648023" y="393758"/>
                </a:lnTo>
                <a:lnTo>
                  <a:pt x="1642916" y="393758"/>
                </a:lnTo>
                <a:close/>
                <a:moveTo>
                  <a:pt x="1587275" y="336669"/>
                </a:moveTo>
                <a:lnTo>
                  <a:pt x="1592687" y="336669"/>
                </a:lnTo>
                <a:lnTo>
                  <a:pt x="1598175" y="336669"/>
                </a:lnTo>
                <a:lnTo>
                  <a:pt x="1598175" y="358087"/>
                </a:lnTo>
                <a:lnTo>
                  <a:pt x="1618754" y="358087"/>
                </a:lnTo>
                <a:lnTo>
                  <a:pt x="1618754" y="336669"/>
                </a:lnTo>
                <a:lnTo>
                  <a:pt x="1624242" y="336669"/>
                </a:lnTo>
                <a:lnTo>
                  <a:pt x="1629730" y="336669"/>
                </a:lnTo>
                <a:lnTo>
                  <a:pt x="1629730" y="393758"/>
                </a:lnTo>
                <a:lnTo>
                  <a:pt x="1624242" y="393758"/>
                </a:lnTo>
                <a:lnTo>
                  <a:pt x="1618754" y="393758"/>
                </a:lnTo>
                <a:lnTo>
                  <a:pt x="1618754" y="367920"/>
                </a:lnTo>
                <a:lnTo>
                  <a:pt x="1598175" y="367920"/>
                </a:lnTo>
                <a:lnTo>
                  <a:pt x="1598175" y="393758"/>
                </a:lnTo>
                <a:lnTo>
                  <a:pt x="1592763" y="393758"/>
                </a:lnTo>
                <a:lnTo>
                  <a:pt x="1587275" y="393758"/>
                </a:lnTo>
                <a:close/>
                <a:moveTo>
                  <a:pt x="1480109" y="336669"/>
                </a:moveTo>
                <a:lnTo>
                  <a:pt x="1518753" y="336669"/>
                </a:lnTo>
                <a:lnTo>
                  <a:pt x="1518753" y="341699"/>
                </a:lnTo>
                <a:lnTo>
                  <a:pt x="1518753" y="346806"/>
                </a:lnTo>
                <a:lnTo>
                  <a:pt x="1491085" y="346806"/>
                </a:lnTo>
                <a:lnTo>
                  <a:pt x="1491085" y="358925"/>
                </a:lnTo>
                <a:lnTo>
                  <a:pt x="1516771" y="358925"/>
                </a:lnTo>
                <a:lnTo>
                  <a:pt x="1516771" y="363804"/>
                </a:lnTo>
                <a:lnTo>
                  <a:pt x="1516771" y="368758"/>
                </a:lnTo>
                <a:lnTo>
                  <a:pt x="1491085" y="368758"/>
                </a:lnTo>
                <a:lnTo>
                  <a:pt x="1491085" y="383621"/>
                </a:lnTo>
                <a:lnTo>
                  <a:pt x="1519973" y="383621"/>
                </a:lnTo>
                <a:lnTo>
                  <a:pt x="1519973" y="388728"/>
                </a:lnTo>
                <a:lnTo>
                  <a:pt x="1519973" y="393758"/>
                </a:lnTo>
                <a:lnTo>
                  <a:pt x="1480109" y="393758"/>
                </a:lnTo>
                <a:close/>
                <a:moveTo>
                  <a:pt x="1427897" y="336669"/>
                </a:moveTo>
                <a:lnTo>
                  <a:pt x="1470657" y="336669"/>
                </a:lnTo>
                <a:lnTo>
                  <a:pt x="1470657" y="341699"/>
                </a:lnTo>
                <a:lnTo>
                  <a:pt x="1470657" y="346806"/>
                </a:lnTo>
                <a:lnTo>
                  <a:pt x="1454727" y="346806"/>
                </a:lnTo>
                <a:lnTo>
                  <a:pt x="1454727" y="393758"/>
                </a:lnTo>
                <a:lnTo>
                  <a:pt x="1449315" y="393758"/>
                </a:lnTo>
                <a:lnTo>
                  <a:pt x="1443827" y="393758"/>
                </a:lnTo>
                <a:lnTo>
                  <a:pt x="1443827" y="346806"/>
                </a:lnTo>
                <a:lnTo>
                  <a:pt x="1427897" y="346806"/>
                </a:lnTo>
                <a:lnTo>
                  <a:pt x="1427897" y="341776"/>
                </a:lnTo>
                <a:close/>
                <a:moveTo>
                  <a:pt x="1361586" y="336669"/>
                </a:moveTo>
                <a:lnTo>
                  <a:pt x="1398934" y="336669"/>
                </a:lnTo>
                <a:lnTo>
                  <a:pt x="1398934" y="341699"/>
                </a:lnTo>
                <a:lnTo>
                  <a:pt x="1398934" y="346806"/>
                </a:lnTo>
                <a:lnTo>
                  <a:pt x="1372562" y="346806"/>
                </a:lnTo>
                <a:lnTo>
                  <a:pt x="1372562" y="359764"/>
                </a:lnTo>
                <a:lnTo>
                  <a:pt x="1395581" y="359764"/>
                </a:lnTo>
                <a:lnTo>
                  <a:pt x="1395581" y="364718"/>
                </a:lnTo>
                <a:lnTo>
                  <a:pt x="1395581" y="369596"/>
                </a:lnTo>
                <a:lnTo>
                  <a:pt x="1372562" y="369596"/>
                </a:lnTo>
                <a:lnTo>
                  <a:pt x="1372562" y="393758"/>
                </a:lnTo>
                <a:lnTo>
                  <a:pt x="1367074" y="393758"/>
                </a:lnTo>
                <a:lnTo>
                  <a:pt x="1361586" y="393758"/>
                </a:lnTo>
                <a:close/>
                <a:moveTo>
                  <a:pt x="1226676" y="336669"/>
                </a:moveTo>
                <a:lnTo>
                  <a:pt x="1265396" y="336669"/>
                </a:lnTo>
                <a:lnTo>
                  <a:pt x="1265396" y="341699"/>
                </a:lnTo>
                <a:lnTo>
                  <a:pt x="1265396" y="346806"/>
                </a:lnTo>
                <a:lnTo>
                  <a:pt x="1237652" y="346806"/>
                </a:lnTo>
                <a:lnTo>
                  <a:pt x="1237652" y="358925"/>
                </a:lnTo>
                <a:lnTo>
                  <a:pt x="1263338" y="358925"/>
                </a:lnTo>
                <a:lnTo>
                  <a:pt x="1263338" y="363804"/>
                </a:lnTo>
                <a:lnTo>
                  <a:pt x="1263338" y="368758"/>
                </a:lnTo>
                <a:lnTo>
                  <a:pt x="1237652" y="368758"/>
                </a:lnTo>
                <a:lnTo>
                  <a:pt x="1237652" y="383621"/>
                </a:lnTo>
                <a:lnTo>
                  <a:pt x="1266616" y="383621"/>
                </a:lnTo>
                <a:lnTo>
                  <a:pt x="1266616" y="388728"/>
                </a:lnTo>
                <a:lnTo>
                  <a:pt x="1266616" y="393758"/>
                </a:lnTo>
                <a:lnTo>
                  <a:pt x="1226676" y="393758"/>
                </a:lnTo>
                <a:close/>
                <a:moveTo>
                  <a:pt x="1174541" y="336669"/>
                </a:moveTo>
                <a:lnTo>
                  <a:pt x="1217225" y="336669"/>
                </a:lnTo>
                <a:lnTo>
                  <a:pt x="1217225" y="341699"/>
                </a:lnTo>
                <a:lnTo>
                  <a:pt x="1217225" y="346806"/>
                </a:lnTo>
                <a:lnTo>
                  <a:pt x="1201371" y="346806"/>
                </a:lnTo>
                <a:lnTo>
                  <a:pt x="1201371" y="393758"/>
                </a:lnTo>
                <a:lnTo>
                  <a:pt x="1195883" y="393758"/>
                </a:lnTo>
                <a:lnTo>
                  <a:pt x="1190395" y="393758"/>
                </a:lnTo>
                <a:lnTo>
                  <a:pt x="1190395" y="346806"/>
                </a:lnTo>
                <a:lnTo>
                  <a:pt x="1174541" y="346806"/>
                </a:lnTo>
                <a:lnTo>
                  <a:pt x="1174541" y="341776"/>
                </a:lnTo>
                <a:close/>
                <a:moveTo>
                  <a:pt x="1071109" y="336669"/>
                </a:moveTo>
                <a:lnTo>
                  <a:pt x="1113793" y="336669"/>
                </a:lnTo>
                <a:lnTo>
                  <a:pt x="1113793" y="341699"/>
                </a:lnTo>
                <a:lnTo>
                  <a:pt x="1113793" y="346806"/>
                </a:lnTo>
                <a:lnTo>
                  <a:pt x="1097939" y="346806"/>
                </a:lnTo>
                <a:lnTo>
                  <a:pt x="1097939" y="393758"/>
                </a:lnTo>
                <a:lnTo>
                  <a:pt x="1092451" y="393758"/>
                </a:lnTo>
                <a:lnTo>
                  <a:pt x="1086963" y="393758"/>
                </a:lnTo>
                <a:lnTo>
                  <a:pt x="1086963" y="346806"/>
                </a:lnTo>
                <a:lnTo>
                  <a:pt x="1071109" y="346806"/>
                </a:lnTo>
                <a:lnTo>
                  <a:pt x="1071109" y="341776"/>
                </a:lnTo>
                <a:close/>
                <a:moveTo>
                  <a:pt x="1051445" y="336669"/>
                </a:moveTo>
                <a:lnTo>
                  <a:pt x="1056933" y="336669"/>
                </a:lnTo>
                <a:lnTo>
                  <a:pt x="1062421" y="336669"/>
                </a:lnTo>
                <a:lnTo>
                  <a:pt x="1062421" y="393758"/>
                </a:lnTo>
                <a:lnTo>
                  <a:pt x="1057009" y="393758"/>
                </a:lnTo>
                <a:lnTo>
                  <a:pt x="1051445" y="393758"/>
                </a:lnTo>
                <a:close/>
                <a:moveTo>
                  <a:pt x="1000224" y="336669"/>
                </a:moveTo>
                <a:lnTo>
                  <a:pt x="1042908" y="336669"/>
                </a:lnTo>
                <a:lnTo>
                  <a:pt x="1042908" y="341699"/>
                </a:lnTo>
                <a:lnTo>
                  <a:pt x="1042908" y="346806"/>
                </a:lnTo>
                <a:lnTo>
                  <a:pt x="1027054" y="346806"/>
                </a:lnTo>
                <a:lnTo>
                  <a:pt x="1027054" y="393758"/>
                </a:lnTo>
                <a:lnTo>
                  <a:pt x="1021566" y="393758"/>
                </a:lnTo>
                <a:lnTo>
                  <a:pt x="1016078" y="393758"/>
                </a:lnTo>
                <a:lnTo>
                  <a:pt x="1016078" y="346806"/>
                </a:lnTo>
                <a:lnTo>
                  <a:pt x="1000224" y="346806"/>
                </a:lnTo>
                <a:lnTo>
                  <a:pt x="1000224" y="341776"/>
                </a:lnTo>
                <a:close/>
                <a:moveTo>
                  <a:pt x="896640" y="336669"/>
                </a:moveTo>
                <a:lnTo>
                  <a:pt x="902433" y="336669"/>
                </a:lnTo>
                <a:lnTo>
                  <a:pt x="908150" y="336669"/>
                </a:lnTo>
                <a:lnTo>
                  <a:pt x="929263" y="376761"/>
                </a:lnTo>
                <a:lnTo>
                  <a:pt x="929263" y="336669"/>
                </a:lnTo>
                <a:lnTo>
                  <a:pt x="934370" y="336669"/>
                </a:lnTo>
                <a:lnTo>
                  <a:pt x="939553" y="336669"/>
                </a:lnTo>
                <a:lnTo>
                  <a:pt x="939553" y="393758"/>
                </a:lnTo>
                <a:lnTo>
                  <a:pt x="934065" y="393758"/>
                </a:lnTo>
                <a:lnTo>
                  <a:pt x="928577" y="393758"/>
                </a:lnTo>
                <a:lnTo>
                  <a:pt x="906930" y="352599"/>
                </a:lnTo>
                <a:lnTo>
                  <a:pt x="906930" y="393758"/>
                </a:lnTo>
                <a:lnTo>
                  <a:pt x="901823" y="393758"/>
                </a:lnTo>
                <a:lnTo>
                  <a:pt x="896640" y="393758"/>
                </a:lnTo>
                <a:close/>
                <a:moveTo>
                  <a:pt x="873089" y="336669"/>
                </a:moveTo>
                <a:lnTo>
                  <a:pt x="878501" y="336669"/>
                </a:lnTo>
                <a:lnTo>
                  <a:pt x="884065" y="336669"/>
                </a:lnTo>
                <a:lnTo>
                  <a:pt x="884065" y="393758"/>
                </a:lnTo>
                <a:lnTo>
                  <a:pt x="878577" y="393758"/>
                </a:lnTo>
                <a:lnTo>
                  <a:pt x="873089" y="393758"/>
                </a:lnTo>
                <a:close/>
                <a:moveTo>
                  <a:pt x="734519" y="336669"/>
                </a:moveTo>
                <a:lnTo>
                  <a:pt x="740236" y="336669"/>
                </a:lnTo>
                <a:lnTo>
                  <a:pt x="746029" y="336669"/>
                </a:lnTo>
                <a:lnTo>
                  <a:pt x="767066" y="376761"/>
                </a:lnTo>
                <a:lnTo>
                  <a:pt x="767066" y="336669"/>
                </a:lnTo>
                <a:lnTo>
                  <a:pt x="772172" y="336669"/>
                </a:lnTo>
                <a:lnTo>
                  <a:pt x="777355" y="336669"/>
                </a:lnTo>
                <a:lnTo>
                  <a:pt x="777355" y="393758"/>
                </a:lnTo>
                <a:lnTo>
                  <a:pt x="771868" y="393758"/>
                </a:lnTo>
                <a:lnTo>
                  <a:pt x="766380" y="393758"/>
                </a:lnTo>
                <a:lnTo>
                  <a:pt x="744732" y="352599"/>
                </a:lnTo>
                <a:lnTo>
                  <a:pt x="744732" y="393758"/>
                </a:lnTo>
                <a:lnTo>
                  <a:pt x="739626" y="393758"/>
                </a:lnTo>
                <a:lnTo>
                  <a:pt x="734519" y="393758"/>
                </a:lnTo>
                <a:close/>
                <a:moveTo>
                  <a:pt x="710891" y="336669"/>
                </a:moveTo>
                <a:lnTo>
                  <a:pt x="716379" y="336669"/>
                </a:lnTo>
                <a:lnTo>
                  <a:pt x="721867" y="336669"/>
                </a:lnTo>
                <a:lnTo>
                  <a:pt x="721867" y="393758"/>
                </a:lnTo>
                <a:lnTo>
                  <a:pt x="716379" y="393758"/>
                </a:lnTo>
                <a:lnTo>
                  <a:pt x="710891" y="393758"/>
                </a:lnTo>
                <a:close/>
                <a:moveTo>
                  <a:pt x="643969" y="336669"/>
                </a:moveTo>
                <a:lnTo>
                  <a:pt x="649457" y="336669"/>
                </a:lnTo>
                <a:lnTo>
                  <a:pt x="654945" y="336669"/>
                </a:lnTo>
                <a:lnTo>
                  <a:pt x="654945" y="393758"/>
                </a:lnTo>
                <a:lnTo>
                  <a:pt x="649533" y="393758"/>
                </a:lnTo>
                <a:lnTo>
                  <a:pt x="643969" y="393758"/>
                </a:lnTo>
                <a:close/>
                <a:moveTo>
                  <a:pt x="593130" y="336669"/>
                </a:moveTo>
                <a:lnTo>
                  <a:pt x="631774" y="336669"/>
                </a:lnTo>
                <a:lnTo>
                  <a:pt x="631774" y="341699"/>
                </a:lnTo>
                <a:lnTo>
                  <a:pt x="631774" y="346806"/>
                </a:lnTo>
                <a:lnTo>
                  <a:pt x="604106" y="346806"/>
                </a:lnTo>
                <a:lnTo>
                  <a:pt x="604106" y="358925"/>
                </a:lnTo>
                <a:lnTo>
                  <a:pt x="629792" y="358925"/>
                </a:lnTo>
                <a:lnTo>
                  <a:pt x="629792" y="363804"/>
                </a:lnTo>
                <a:lnTo>
                  <a:pt x="629792" y="368758"/>
                </a:lnTo>
                <a:lnTo>
                  <a:pt x="604106" y="368758"/>
                </a:lnTo>
                <a:lnTo>
                  <a:pt x="604106" y="383621"/>
                </a:lnTo>
                <a:lnTo>
                  <a:pt x="632994" y="383621"/>
                </a:lnTo>
                <a:lnTo>
                  <a:pt x="632994" y="388728"/>
                </a:lnTo>
                <a:lnTo>
                  <a:pt x="632994" y="393758"/>
                </a:lnTo>
                <a:lnTo>
                  <a:pt x="593130" y="393758"/>
                </a:lnTo>
                <a:close/>
                <a:moveTo>
                  <a:pt x="537045" y="336561"/>
                </a:moveTo>
                <a:lnTo>
                  <a:pt x="562731" y="336561"/>
                </a:lnTo>
                <a:cubicBezTo>
                  <a:pt x="567031" y="336306"/>
                  <a:pt x="571271" y="337666"/>
                  <a:pt x="574621" y="340371"/>
                </a:cubicBezTo>
                <a:cubicBezTo>
                  <a:pt x="577592" y="343100"/>
                  <a:pt x="579186" y="347015"/>
                  <a:pt x="578967" y="351042"/>
                </a:cubicBezTo>
                <a:cubicBezTo>
                  <a:pt x="579240" y="355215"/>
                  <a:pt x="577409" y="359248"/>
                  <a:pt x="574088" y="361789"/>
                </a:cubicBezTo>
                <a:cubicBezTo>
                  <a:pt x="573578" y="362274"/>
                  <a:pt x="572984" y="362661"/>
                  <a:pt x="572335" y="362933"/>
                </a:cubicBezTo>
                <a:cubicBezTo>
                  <a:pt x="573534" y="363413"/>
                  <a:pt x="574662" y="364054"/>
                  <a:pt x="575689" y="364838"/>
                </a:cubicBezTo>
                <a:cubicBezTo>
                  <a:pt x="579083" y="367435"/>
                  <a:pt x="580967" y="371548"/>
                  <a:pt x="580719" y="375814"/>
                </a:cubicBezTo>
                <a:cubicBezTo>
                  <a:pt x="581066" y="380758"/>
                  <a:pt x="579227" y="385606"/>
                  <a:pt x="575689" y="389077"/>
                </a:cubicBezTo>
                <a:cubicBezTo>
                  <a:pt x="571593" y="392396"/>
                  <a:pt x="566388" y="394031"/>
                  <a:pt x="561131" y="393650"/>
                </a:cubicBezTo>
                <a:lnTo>
                  <a:pt x="537274" y="393650"/>
                </a:lnTo>
                <a:close/>
                <a:moveTo>
                  <a:pt x="686818" y="336560"/>
                </a:moveTo>
                <a:lnTo>
                  <a:pt x="697718" y="336560"/>
                </a:lnTo>
                <a:lnTo>
                  <a:pt x="697718" y="377643"/>
                </a:lnTo>
                <a:cubicBezTo>
                  <a:pt x="698092" y="382406"/>
                  <a:pt x="696557" y="387124"/>
                  <a:pt x="693449" y="390753"/>
                </a:cubicBezTo>
                <a:cubicBezTo>
                  <a:pt x="690042" y="393949"/>
                  <a:pt x="685457" y="395579"/>
                  <a:pt x="680796" y="395251"/>
                </a:cubicBezTo>
                <a:cubicBezTo>
                  <a:pt x="675925" y="395666"/>
                  <a:pt x="671129" y="393843"/>
                  <a:pt x="667763" y="390296"/>
                </a:cubicBezTo>
                <a:cubicBezTo>
                  <a:pt x="664642" y="385863"/>
                  <a:pt x="663258" y="380438"/>
                  <a:pt x="663876" y="375051"/>
                </a:cubicBezTo>
                <a:lnTo>
                  <a:pt x="663876" y="372079"/>
                </a:lnTo>
                <a:lnTo>
                  <a:pt x="674318" y="372079"/>
                </a:lnTo>
                <a:lnTo>
                  <a:pt x="674318" y="375509"/>
                </a:lnTo>
                <a:cubicBezTo>
                  <a:pt x="674071" y="378136"/>
                  <a:pt x="674572" y="380779"/>
                  <a:pt x="675766" y="383131"/>
                </a:cubicBezTo>
                <a:cubicBezTo>
                  <a:pt x="676817" y="384831"/>
                  <a:pt x="678729" y="385802"/>
                  <a:pt x="680720" y="385646"/>
                </a:cubicBezTo>
                <a:cubicBezTo>
                  <a:pt x="682474" y="385818"/>
                  <a:pt x="684204" y="385138"/>
                  <a:pt x="685370" y="383817"/>
                </a:cubicBezTo>
                <a:cubicBezTo>
                  <a:pt x="686463" y="382036"/>
                  <a:pt x="686969" y="379956"/>
                  <a:pt x="686818" y="377872"/>
                </a:cubicBezTo>
                <a:close/>
                <a:moveTo>
                  <a:pt x="1122419" y="336484"/>
                </a:moveTo>
                <a:lnTo>
                  <a:pt x="1133394" y="336484"/>
                </a:lnTo>
                <a:lnTo>
                  <a:pt x="1133394" y="372460"/>
                </a:lnTo>
                <a:cubicBezTo>
                  <a:pt x="1133174" y="375741"/>
                  <a:pt x="1134089" y="378997"/>
                  <a:pt x="1135985" y="381682"/>
                </a:cubicBezTo>
                <a:cubicBezTo>
                  <a:pt x="1137923" y="383817"/>
                  <a:pt x="1140734" y="384941"/>
                  <a:pt x="1143607" y="384731"/>
                </a:cubicBezTo>
                <a:cubicBezTo>
                  <a:pt x="1146440" y="384966"/>
                  <a:pt x="1149231" y="383933"/>
                  <a:pt x="1151229" y="381911"/>
                </a:cubicBezTo>
                <a:cubicBezTo>
                  <a:pt x="1153080" y="379126"/>
                  <a:pt x="1153913" y="375788"/>
                  <a:pt x="1153592" y="372460"/>
                </a:cubicBezTo>
                <a:lnTo>
                  <a:pt x="1153592" y="336484"/>
                </a:lnTo>
                <a:lnTo>
                  <a:pt x="1164873" y="336484"/>
                </a:lnTo>
                <a:lnTo>
                  <a:pt x="1164873" y="372079"/>
                </a:lnTo>
                <a:cubicBezTo>
                  <a:pt x="1165456" y="378382"/>
                  <a:pt x="1163693" y="384679"/>
                  <a:pt x="1159918" y="389762"/>
                </a:cubicBezTo>
                <a:cubicBezTo>
                  <a:pt x="1155499" y="393751"/>
                  <a:pt x="1149613" y="395713"/>
                  <a:pt x="1143683" y="395174"/>
                </a:cubicBezTo>
                <a:cubicBezTo>
                  <a:pt x="1137791" y="395634"/>
                  <a:pt x="1131979" y="393586"/>
                  <a:pt x="1127678" y="389533"/>
                </a:cubicBezTo>
                <a:cubicBezTo>
                  <a:pt x="1123856" y="384550"/>
                  <a:pt x="1121986" y="378344"/>
                  <a:pt x="1122419" y="372079"/>
                </a:cubicBezTo>
                <a:close/>
                <a:moveTo>
                  <a:pt x="1827952" y="335226"/>
                </a:moveTo>
                <a:cubicBezTo>
                  <a:pt x="1834262" y="334874"/>
                  <a:pt x="1840706" y="336929"/>
                  <a:pt x="1845790" y="341475"/>
                </a:cubicBezTo>
                <a:cubicBezTo>
                  <a:pt x="1846473" y="342088"/>
                  <a:pt x="1847122" y="342736"/>
                  <a:pt x="1847734" y="343420"/>
                </a:cubicBezTo>
                <a:cubicBezTo>
                  <a:pt x="1852606" y="349751"/>
                  <a:pt x="1855040" y="357623"/>
                  <a:pt x="1854594" y="365600"/>
                </a:cubicBezTo>
                <a:cubicBezTo>
                  <a:pt x="1855026" y="373435"/>
                  <a:pt x="1852588" y="381158"/>
                  <a:pt x="1847734" y="387323"/>
                </a:cubicBezTo>
                <a:cubicBezTo>
                  <a:pt x="1838391" y="397489"/>
                  <a:pt x="1822576" y="398157"/>
                  <a:pt x="1812409" y="388813"/>
                </a:cubicBezTo>
                <a:cubicBezTo>
                  <a:pt x="1811892" y="388338"/>
                  <a:pt x="1811394" y="387841"/>
                  <a:pt x="1810919" y="387323"/>
                </a:cubicBezTo>
                <a:cubicBezTo>
                  <a:pt x="1806066" y="381158"/>
                  <a:pt x="1803627" y="373435"/>
                  <a:pt x="1804059" y="365600"/>
                </a:cubicBezTo>
                <a:cubicBezTo>
                  <a:pt x="1803612" y="357623"/>
                  <a:pt x="1806046" y="349751"/>
                  <a:pt x="1810919" y="343420"/>
                </a:cubicBezTo>
                <a:cubicBezTo>
                  <a:pt x="1815465" y="338337"/>
                  <a:pt x="1821642" y="335578"/>
                  <a:pt x="1827952" y="335226"/>
                </a:cubicBezTo>
                <a:close/>
                <a:moveTo>
                  <a:pt x="1720466" y="335220"/>
                </a:moveTo>
                <a:cubicBezTo>
                  <a:pt x="1726796" y="334875"/>
                  <a:pt x="1733259" y="336944"/>
                  <a:pt x="1738352" y="341510"/>
                </a:cubicBezTo>
                <a:cubicBezTo>
                  <a:pt x="1739024" y="342111"/>
                  <a:pt x="1739661" y="342749"/>
                  <a:pt x="1740262" y="343420"/>
                </a:cubicBezTo>
                <a:cubicBezTo>
                  <a:pt x="1745114" y="349759"/>
                  <a:pt x="1747523" y="357632"/>
                  <a:pt x="1747047" y="365600"/>
                </a:cubicBezTo>
                <a:cubicBezTo>
                  <a:pt x="1747501" y="373425"/>
                  <a:pt x="1745089" y="381147"/>
                  <a:pt x="1740262" y="387323"/>
                </a:cubicBezTo>
                <a:cubicBezTo>
                  <a:pt x="1730881" y="397510"/>
                  <a:pt x="1715016" y="398162"/>
                  <a:pt x="1704830" y="388780"/>
                </a:cubicBezTo>
                <a:cubicBezTo>
                  <a:pt x="1704324" y="388315"/>
                  <a:pt x="1703838" y="387828"/>
                  <a:pt x="1703373" y="387323"/>
                </a:cubicBezTo>
                <a:lnTo>
                  <a:pt x="1703372" y="387323"/>
                </a:lnTo>
                <a:cubicBezTo>
                  <a:pt x="1698577" y="381131"/>
                  <a:pt x="1696168" y="373421"/>
                  <a:pt x="1696588" y="365600"/>
                </a:cubicBezTo>
                <a:cubicBezTo>
                  <a:pt x="1696153" y="357637"/>
                  <a:pt x="1698557" y="349777"/>
                  <a:pt x="1703372" y="343420"/>
                </a:cubicBezTo>
                <a:cubicBezTo>
                  <a:pt x="1707938" y="338326"/>
                  <a:pt x="1714136" y="335566"/>
                  <a:pt x="1720466" y="335220"/>
                </a:cubicBezTo>
                <a:close/>
                <a:moveTo>
                  <a:pt x="1322976" y="335220"/>
                </a:moveTo>
                <a:cubicBezTo>
                  <a:pt x="1329307" y="334875"/>
                  <a:pt x="1335769" y="336944"/>
                  <a:pt x="1340862" y="341510"/>
                </a:cubicBezTo>
                <a:cubicBezTo>
                  <a:pt x="1341534" y="342111"/>
                  <a:pt x="1342171" y="342749"/>
                  <a:pt x="1342772" y="343420"/>
                </a:cubicBezTo>
                <a:cubicBezTo>
                  <a:pt x="1347624" y="349759"/>
                  <a:pt x="1350033" y="357632"/>
                  <a:pt x="1349557" y="365600"/>
                </a:cubicBezTo>
                <a:cubicBezTo>
                  <a:pt x="1350011" y="373425"/>
                  <a:pt x="1347599" y="381147"/>
                  <a:pt x="1342772" y="387323"/>
                </a:cubicBezTo>
                <a:cubicBezTo>
                  <a:pt x="1333391" y="397510"/>
                  <a:pt x="1317526" y="398162"/>
                  <a:pt x="1307340" y="388780"/>
                </a:cubicBezTo>
                <a:cubicBezTo>
                  <a:pt x="1306834" y="388315"/>
                  <a:pt x="1306348" y="387828"/>
                  <a:pt x="1305883" y="387323"/>
                </a:cubicBezTo>
                <a:lnTo>
                  <a:pt x="1305882" y="387323"/>
                </a:lnTo>
                <a:cubicBezTo>
                  <a:pt x="1301087" y="381131"/>
                  <a:pt x="1298678" y="373421"/>
                  <a:pt x="1299098" y="365600"/>
                </a:cubicBezTo>
                <a:cubicBezTo>
                  <a:pt x="1298663" y="357637"/>
                  <a:pt x="1301067" y="349777"/>
                  <a:pt x="1305882" y="343420"/>
                </a:cubicBezTo>
                <a:cubicBezTo>
                  <a:pt x="1310448" y="338326"/>
                  <a:pt x="1316646" y="335566"/>
                  <a:pt x="1322976" y="335220"/>
                </a:cubicBezTo>
                <a:close/>
                <a:moveTo>
                  <a:pt x="1889655" y="335188"/>
                </a:moveTo>
                <a:cubicBezTo>
                  <a:pt x="1895371" y="334929"/>
                  <a:pt x="1900983" y="336773"/>
                  <a:pt x="1905433" y="340371"/>
                </a:cubicBezTo>
                <a:cubicBezTo>
                  <a:pt x="1909601" y="343908"/>
                  <a:pt x="1912203" y="348949"/>
                  <a:pt x="1912674" y="354396"/>
                </a:cubicBezTo>
                <a:lnTo>
                  <a:pt x="1901927" y="354396"/>
                </a:lnTo>
                <a:cubicBezTo>
                  <a:pt x="1901546" y="351805"/>
                  <a:pt x="1900146" y="349473"/>
                  <a:pt x="1898039" y="347917"/>
                </a:cubicBezTo>
                <a:cubicBezTo>
                  <a:pt x="1895926" y="346082"/>
                  <a:pt x="1893217" y="345079"/>
                  <a:pt x="1890417" y="345097"/>
                </a:cubicBezTo>
                <a:cubicBezTo>
                  <a:pt x="1886023" y="344883"/>
                  <a:pt x="1881816" y="346887"/>
                  <a:pt x="1879213" y="350432"/>
                </a:cubicBezTo>
                <a:cubicBezTo>
                  <a:pt x="1873934" y="359638"/>
                  <a:pt x="1873934" y="370953"/>
                  <a:pt x="1879213" y="380158"/>
                </a:cubicBezTo>
                <a:cubicBezTo>
                  <a:pt x="1881940" y="383610"/>
                  <a:pt x="1886178" y="385516"/>
                  <a:pt x="1890570" y="385265"/>
                </a:cubicBezTo>
                <a:cubicBezTo>
                  <a:pt x="1894595" y="385411"/>
                  <a:pt x="1898384" y="383370"/>
                  <a:pt x="1900479" y="379930"/>
                </a:cubicBezTo>
                <a:cubicBezTo>
                  <a:pt x="1901881" y="377798"/>
                  <a:pt x="1902865" y="375418"/>
                  <a:pt x="1903374" y="372918"/>
                </a:cubicBezTo>
                <a:lnTo>
                  <a:pt x="1891027" y="372918"/>
                </a:lnTo>
                <a:lnTo>
                  <a:pt x="1891027" y="363085"/>
                </a:lnTo>
                <a:lnTo>
                  <a:pt x="1913055" y="363085"/>
                </a:lnTo>
                <a:lnTo>
                  <a:pt x="1913055" y="393574"/>
                </a:lnTo>
                <a:lnTo>
                  <a:pt x="1905433" y="393574"/>
                </a:lnTo>
                <a:lnTo>
                  <a:pt x="1904366" y="385952"/>
                </a:lnTo>
                <a:lnTo>
                  <a:pt x="1904213" y="387323"/>
                </a:lnTo>
                <a:cubicBezTo>
                  <a:pt x="1900922" y="392527"/>
                  <a:pt x="1895123" y="395600"/>
                  <a:pt x="1888969" y="395403"/>
                </a:cubicBezTo>
                <a:lnTo>
                  <a:pt x="1888969" y="394945"/>
                </a:lnTo>
                <a:cubicBezTo>
                  <a:pt x="1882029" y="395317"/>
                  <a:pt x="1875299" y="392512"/>
                  <a:pt x="1870676" y="387323"/>
                </a:cubicBezTo>
                <a:cubicBezTo>
                  <a:pt x="1861400" y="374159"/>
                  <a:pt x="1861400" y="356585"/>
                  <a:pt x="1870676" y="343420"/>
                </a:cubicBezTo>
                <a:cubicBezTo>
                  <a:pt x="1875408" y="337915"/>
                  <a:pt x="1882402" y="334882"/>
                  <a:pt x="1889655" y="335188"/>
                </a:cubicBezTo>
                <a:close/>
                <a:moveTo>
                  <a:pt x="1554056" y="335035"/>
                </a:moveTo>
                <a:cubicBezTo>
                  <a:pt x="1559645" y="334891"/>
                  <a:pt x="1565084" y="336850"/>
                  <a:pt x="1569300" y="340523"/>
                </a:cubicBezTo>
                <a:cubicBezTo>
                  <a:pt x="1573624" y="344339"/>
                  <a:pt x="1576347" y="349647"/>
                  <a:pt x="1576922" y="355386"/>
                </a:cubicBezTo>
                <a:lnTo>
                  <a:pt x="1565946" y="355386"/>
                </a:lnTo>
                <a:cubicBezTo>
                  <a:pt x="1565761" y="352467"/>
                  <a:pt x="1564449" y="349734"/>
                  <a:pt x="1562288" y="347764"/>
                </a:cubicBezTo>
                <a:cubicBezTo>
                  <a:pt x="1560153" y="345974"/>
                  <a:pt x="1557452" y="345001"/>
                  <a:pt x="1554665" y="345020"/>
                </a:cubicBezTo>
                <a:cubicBezTo>
                  <a:pt x="1550736" y="344937"/>
                  <a:pt x="1547067" y="346975"/>
                  <a:pt x="1545062" y="350356"/>
                </a:cubicBezTo>
                <a:cubicBezTo>
                  <a:pt x="1542537" y="354831"/>
                  <a:pt x="1541347" y="359936"/>
                  <a:pt x="1541632" y="365066"/>
                </a:cubicBezTo>
                <a:cubicBezTo>
                  <a:pt x="1541351" y="370075"/>
                  <a:pt x="1542544" y="375057"/>
                  <a:pt x="1545062" y="379396"/>
                </a:cubicBezTo>
                <a:cubicBezTo>
                  <a:pt x="1548689" y="384769"/>
                  <a:pt x="1555985" y="386184"/>
                  <a:pt x="1561358" y="382557"/>
                </a:cubicBezTo>
                <a:cubicBezTo>
                  <a:pt x="1561819" y="382246"/>
                  <a:pt x="1562256" y="381903"/>
                  <a:pt x="1562668" y="381530"/>
                </a:cubicBezTo>
                <a:cubicBezTo>
                  <a:pt x="1564823" y="379335"/>
                  <a:pt x="1566121" y="376442"/>
                  <a:pt x="1566327" y="373374"/>
                </a:cubicBezTo>
                <a:lnTo>
                  <a:pt x="1576465" y="373679"/>
                </a:lnTo>
                <a:cubicBezTo>
                  <a:pt x="1576084" y="379615"/>
                  <a:pt x="1573534" y="385204"/>
                  <a:pt x="1569300" y="389381"/>
                </a:cubicBezTo>
                <a:cubicBezTo>
                  <a:pt x="1565180" y="393253"/>
                  <a:pt x="1559708" y="395359"/>
                  <a:pt x="1554056" y="395250"/>
                </a:cubicBezTo>
                <a:cubicBezTo>
                  <a:pt x="1547232" y="395529"/>
                  <a:pt x="1540687" y="392526"/>
                  <a:pt x="1536449" y="387171"/>
                </a:cubicBezTo>
                <a:cubicBezTo>
                  <a:pt x="1531795" y="380917"/>
                  <a:pt x="1529475" y="373232"/>
                  <a:pt x="1529894" y="365447"/>
                </a:cubicBezTo>
                <a:cubicBezTo>
                  <a:pt x="1529458" y="357519"/>
                  <a:pt x="1531774" y="349684"/>
                  <a:pt x="1536449" y="343267"/>
                </a:cubicBezTo>
                <a:cubicBezTo>
                  <a:pt x="1540647" y="337844"/>
                  <a:pt x="1547203" y="334779"/>
                  <a:pt x="1554056" y="335035"/>
                </a:cubicBezTo>
                <a:close/>
                <a:moveTo>
                  <a:pt x="971807" y="335035"/>
                </a:moveTo>
                <a:cubicBezTo>
                  <a:pt x="977076" y="334805"/>
                  <a:pt x="982233" y="336605"/>
                  <a:pt x="986213" y="340066"/>
                </a:cubicBezTo>
                <a:cubicBezTo>
                  <a:pt x="989976" y="343625"/>
                  <a:pt x="992169" y="348533"/>
                  <a:pt x="992311" y="353710"/>
                </a:cubicBezTo>
                <a:lnTo>
                  <a:pt x="981182" y="353710"/>
                </a:lnTo>
                <a:cubicBezTo>
                  <a:pt x="981097" y="351173"/>
                  <a:pt x="979899" y="348802"/>
                  <a:pt x="977904" y="347231"/>
                </a:cubicBezTo>
                <a:cubicBezTo>
                  <a:pt x="975706" y="345600"/>
                  <a:pt x="973018" y="344767"/>
                  <a:pt x="970282" y="344869"/>
                </a:cubicBezTo>
                <a:cubicBezTo>
                  <a:pt x="967952" y="344705"/>
                  <a:pt x="965644" y="345411"/>
                  <a:pt x="963804" y="346850"/>
                </a:cubicBezTo>
                <a:cubicBezTo>
                  <a:pt x="962187" y="348232"/>
                  <a:pt x="961313" y="350292"/>
                  <a:pt x="961441" y="352414"/>
                </a:cubicBezTo>
                <a:cubicBezTo>
                  <a:pt x="961437" y="354091"/>
                  <a:pt x="962381" y="355626"/>
                  <a:pt x="963880" y="356377"/>
                </a:cubicBezTo>
                <a:cubicBezTo>
                  <a:pt x="967188" y="357891"/>
                  <a:pt x="970670" y="358992"/>
                  <a:pt x="974246" y="359655"/>
                </a:cubicBezTo>
                <a:cubicBezTo>
                  <a:pt x="979755" y="360623"/>
                  <a:pt x="984970" y="362840"/>
                  <a:pt x="989490" y="366134"/>
                </a:cubicBezTo>
                <a:cubicBezTo>
                  <a:pt x="992317" y="369297"/>
                  <a:pt x="993698" y="373496"/>
                  <a:pt x="993301" y="377719"/>
                </a:cubicBezTo>
                <a:cubicBezTo>
                  <a:pt x="993570" y="382677"/>
                  <a:pt x="991409" y="387454"/>
                  <a:pt x="987508" y="390524"/>
                </a:cubicBezTo>
                <a:cubicBezTo>
                  <a:pt x="982953" y="393876"/>
                  <a:pt x="977378" y="395546"/>
                  <a:pt x="971731" y="395250"/>
                </a:cubicBezTo>
                <a:cubicBezTo>
                  <a:pt x="966202" y="395514"/>
                  <a:pt x="960772" y="393721"/>
                  <a:pt x="956486" y="390219"/>
                </a:cubicBezTo>
                <a:cubicBezTo>
                  <a:pt x="952601" y="386502"/>
                  <a:pt x="950422" y="381344"/>
                  <a:pt x="950465" y="375966"/>
                </a:cubicBezTo>
                <a:lnTo>
                  <a:pt x="961060" y="375967"/>
                </a:lnTo>
                <a:cubicBezTo>
                  <a:pt x="961004" y="378637"/>
                  <a:pt x="962117" y="381199"/>
                  <a:pt x="964109" y="382979"/>
                </a:cubicBezTo>
                <a:cubicBezTo>
                  <a:pt x="966297" y="384637"/>
                  <a:pt x="968986" y="385497"/>
                  <a:pt x="971731" y="385418"/>
                </a:cubicBezTo>
                <a:cubicBezTo>
                  <a:pt x="974590" y="385570"/>
                  <a:pt x="977437" y="384937"/>
                  <a:pt x="979963" y="383589"/>
                </a:cubicBezTo>
                <a:cubicBezTo>
                  <a:pt x="981801" y="382545"/>
                  <a:pt x="982936" y="380595"/>
                  <a:pt x="982935" y="378482"/>
                </a:cubicBezTo>
                <a:cubicBezTo>
                  <a:pt x="983059" y="376627"/>
                  <a:pt x="982260" y="374831"/>
                  <a:pt x="980801" y="373680"/>
                </a:cubicBezTo>
                <a:cubicBezTo>
                  <a:pt x="978022" y="372150"/>
                  <a:pt x="975008" y="371094"/>
                  <a:pt x="971883" y="370555"/>
                </a:cubicBezTo>
                <a:cubicBezTo>
                  <a:pt x="965927" y="369542"/>
                  <a:pt x="960244" y="367310"/>
                  <a:pt x="955191" y="363999"/>
                </a:cubicBezTo>
                <a:cubicBezTo>
                  <a:pt x="952221" y="361184"/>
                  <a:pt x="950681" y="357179"/>
                  <a:pt x="950998" y="353100"/>
                </a:cubicBezTo>
                <a:cubicBezTo>
                  <a:pt x="950746" y="348086"/>
                  <a:pt x="952794" y="343231"/>
                  <a:pt x="956562" y="339914"/>
                </a:cubicBezTo>
                <a:cubicBezTo>
                  <a:pt x="960834" y="336400"/>
                  <a:pt x="966289" y="334655"/>
                  <a:pt x="971807" y="335035"/>
                </a:cubicBezTo>
                <a:close/>
                <a:moveTo>
                  <a:pt x="811658" y="334826"/>
                </a:moveTo>
                <a:cubicBezTo>
                  <a:pt x="817858" y="334281"/>
                  <a:pt x="824252" y="335940"/>
                  <a:pt x="829579" y="339914"/>
                </a:cubicBezTo>
                <a:cubicBezTo>
                  <a:pt x="833774" y="343430"/>
                  <a:pt x="836382" y="348482"/>
                  <a:pt x="836820" y="353938"/>
                </a:cubicBezTo>
                <a:lnTo>
                  <a:pt x="825844" y="353938"/>
                </a:lnTo>
                <a:cubicBezTo>
                  <a:pt x="825533" y="351342"/>
                  <a:pt x="824152" y="348993"/>
                  <a:pt x="822033" y="347460"/>
                </a:cubicBezTo>
                <a:cubicBezTo>
                  <a:pt x="819920" y="345624"/>
                  <a:pt x="817210" y="344621"/>
                  <a:pt x="814411" y="344639"/>
                </a:cubicBezTo>
                <a:cubicBezTo>
                  <a:pt x="810026" y="344466"/>
                  <a:pt x="805836" y="346461"/>
                  <a:pt x="803207" y="349975"/>
                </a:cubicBezTo>
                <a:cubicBezTo>
                  <a:pt x="800230" y="354478"/>
                  <a:pt x="798811" y="359833"/>
                  <a:pt x="799167" y="365219"/>
                </a:cubicBezTo>
                <a:cubicBezTo>
                  <a:pt x="798811" y="370440"/>
                  <a:pt x="800176" y="375634"/>
                  <a:pt x="803054" y="380005"/>
                </a:cubicBezTo>
                <a:cubicBezTo>
                  <a:pt x="805789" y="383447"/>
                  <a:pt x="810022" y="385351"/>
                  <a:pt x="814411" y="385112"/>
                </a:cubicBezTo>
                <a:cubicBezTo>
                  <a:pt x="818429" y="385226"/>
                  <a:pt x="822203" y="383193"/>
                  <a:pt x="824320" y="379777"/>
                </a:cubicBezTo>
                <a:cubicBezTo>
                  <a:pt x="825692" y="377629"/>
                  <a:pt x="826672" y="375255"/>
                  <a:pt x="827216" y="372765"/>
                </a:cubicBezTo>
                <a:lnTo>
                  <a:pt x="814868" y="372765"/>
                </a:lnTo>
                <a:lnTo>
                  <a:pt x="814868" y="362932"/>
                </a:lnTo>
                <a:lnTo>
                  <a:pt x="837125" y="362932"/>
                </a:lnTo>
                <a:lnTo>
                  <a:pt x="837125" y="393420"/>
                </a:lnTo>
                <a:lnTo>
                  <a:pt x="829503" y="393420"/>
                </a:lnTo>
                <a:lnTo>
                  <a:pt x="828435" y="385798"/>
                </a:lnTo>
                <a:lnTo>
                  <a:pt x="827826" y="386713"/>
                </a:lnTo>
                <a:lnTo>
                  <a:pt x="812669" y="394746"/>
                </a:lnTo>
                <a:lnTo>
                  <a:pt x="794898" y="386865"/>
                </a:lnTo>
                <a:cubicBezTo>
                  <a:pt x="785756" y="373659"/>
                  <a:pt x="785756" y="356169"/>
                  <a:pt x="794898" y="342963"/>
                </a:cubicBezTo>
                <a:cubicBezTo>
                  <a:pt x="799451" y="338120"/>
                  <a:pt x="805457" y="335371"/>
                  <a:pt x="811658" y="334826"/>
                </a:cubicBezTo>
                <a:close/>
                <a:moveTo>
                  <a:pt x="359053" y="334698"/>
                </a:moveTo>
                <a:lnTo>
                  <a:pt x="357676" y="336250"/>
                </a:lnTo>
                <a:lnTo>
                  <a:pt x="356277" y="337780"/>
                </a:lnTo>
                <a:lnTo>
                  <a:pt x="362289" y="343202"/>
                </a:lnTo>
                <a:lnTo>
                  <a:pt x="357107" y="348974"/>
                </a:lnTo>
                <a:lnTo>
                  <a:pt x="351095" y="343552"/>
                </a:lnTo>
                <a:lnTo>
                  <a:pt x="349696" y="345104"/>
                </a:lnTo>
                <a:lnTo>
                  <a:pt x="348318" y="346635"/>
                </a:lnTo>
                <a:lnTo>
                  <a:pt x="364322" y="361130"/>
                </a:lnTo>
                <a:lnTo>
                  <a:pt x="365699" y="359578"/>
                </a:lnTo>
                <a:lnTo>
                  <a:pt x="367099" y="358047"/>
                </a:lnTo>
                <a:lnTo>
                  <a:pt x="359818" y="351488"/>
                </a:lnTo>
                <a:lnTo>
                  <a:pt x="365022" y="345717"/>
                </a:lnTo>
                <a:lnTo>
                  <a:pt x="372280" y="352275"/>
                </a:lnTo>
                <a:lnTo>
                  <a:pt x="373679" y="350723"/>
                </a:lnTo>
                <a:lnTo>
                  <a:pt x="375100" y="349149"/>
                </a:lnTo>
                <a:close/>
                <a:moveTo>
                  <a:pt x="221602" y="323897"/>
                </a:moveTo>
                <a:cubicBezTo>
                  <a:pt x="222081" y="324608"/>
                  <a:pt x="222614" y="325281"/>
                  <a:pt x="223198" y="325909"/>
                </a:cubicBezTo>
                <a:cubicBezTo>
                  <a:pt x="223876" y="326586"/>
                  <a:pt x="224882" y="327199"/>
                  <a:pt x="224947" y="327592"/>
                </a:cubicBezTo>
                <a:cubicBezTo>
                  <a:pt x="225013" y="327986"/>
                  <a:pt x="224466" y="328117"/>
                  <a:pt x="224466" y="328117"/>
                </a:cubicBezTo>
                <a:lnTo>
                  <a:pt x="224466" y="341584"/>
                </a:lnTo>
                <a:cubicBezTo>
                  <a:pt x="224466" y="341584"/>
                  <a:pt x="229582" y="341497"/>
                  <a:pt x="231244" y="342765"/>
                </a:cubicBezTo>
                <a:cubicBezTo>
                  <a:pt x="232905" y="344033"/>
                  <a:pt x="235769" y="345104"/>
                  <a:pt x="236513" y="345979"/>
                </a:cubicBezTo>
                <a:cubicBezTo>
                  <a:pt x="237256" y="346853"/>
                  <a:pt x="240360" y="347050"/>
                  <a:pt x="241629" y="347400"/>
                </a:cubicBezTo>
                <a:cubicBezTo>
                  <a:pt x="242897" y="347750"/>
                  <a:pt x="243509" y="349389"/>
                  <a:pt x="244230" y="349936"/>
                </a:cubicBezTo>
                <a:cubicBezTo>
                  <a:pt x="244952" y="350482"/>
                  <a:pt x="246067" y="349870"/>
                  <a:pt x="247138" y="350198"/>
                </a:cubicBezTo>
                <a:cubicBezTo>
                  <a:pt x="248209" y="350526"/>
                  <a:pt x="250024" y="352669"/>
                  <a:pt x="251204" y="353237"/>
                </a:cubicBezTo>
                <a:cubicBezTo>
                  <a:pt x="252385" y="353806"/>
                  <a:pt x="253828" y="353915"/>
                  <a:pt x="254353" y="355183"/>
                </a:cubicBezTo>
                <a:cubicBezTo>
                  <a:pt x="254877" y="356451"/>
                  <a:pt x="254571" y="357151"/>
                  <a:pt x="255927" y="357151"/>
                </a:cubicBezTo>
                <a:cubicBezTo>
                  <a:pt x="257029" y="357105"/>
                  <a:pt x="258096" y="357533"/>
                  <a:pt x="258856" y="358331"/>
                </a:cubicBezTo>
                <a:cubicBezTo>
                  <a:pt x="259316" y="358725"/>
                  <a:pt x="260802" y="358244"/>
                  <a:pt x="262180" y="358725"/>
                </a:cubicBezTo>
                <a:cubicBezTo>
                  <a:pt x="262879" y="358921"/>
                  <a:pt x="265153" y="360080"/>
                  <a:pt x="266552" y="360474"/>
                </a:cubicBezTo>
                <a:cubicBezTo>
                  <a:pt x="268771" y="361429"/>
                  <a:pt x="270890" y="362610"/>
                  <a:pt x="272870" y="363994"/>
                </a:cubicBezTo>
                <a:cubicBezTo>
                  <a:pt x="277018" y="364278"/>
                  <a:pt x="281126" y="364973"/>
                  <a:pt x="285135" y="366071"/>
                </a:cubicBezTo>
                <a:lnTo>
                  <a:pt x="159752" y="366202"/>
                </a:lnTo>
                <a:cubicBezTo>
                  <a:pt x="159752" y="366202"/>
                  <a:pt x="163797" y="365393"/>
                  <a:pt x="174728" y="364453"/>
                </a:cubicBezTo>
                <a:cubicBezTo>
                  <a:pt x="176655" y="362850"/>
                  <a:pt x="178887" y="361652"/>
                  <a:pt x="181287" y="360933"/>
                </a:cubicBezTo>
                <a:cubicBezTo>
                  <a:pt x="182074" y="360867"/>
                  <a:pt x="184501" y="358069"/>
                  <a:pt x="184807" y="357610"/>
                </a:cubicBezTo>
                <a:cubicBezTo>
                  <a:pt x="185113" y="357151"/>
                  <a:pt x="187737" y="357500"/>
                  <a:pt x="188327" y="355839"/>
                </a:cubicBezTo>
                <a:cubicBezTo>
                  <a:pt x="188917" y="354177"/>
                  <a:pt x="190557" y="354396"/>
                  <a:pt x="191475" y="354068"/>
                </a:cubicBezTo>
                <a:cubicBezTo>
                  <a:pt x="192393" y="353740"/>
                  <a:pt x="192525" y="351423"/>
                  <a:pt x="194208" y="350548"/>
                </a:cubicBezTo>
                <a:cubicBezTo>
                  <a:pt x="194973" y="350154"/>
                  <a:pt x="196919" y="349520"/>
                  <a:pt x="198318" y="348974"/>
                </a:cubicBezTo>
                <a:cubicBezTo>
                  <a:pt x="199718" y="348427"/>
                  <a:pt x="201204" y="346394"/>
                  <a:pt x="202232" y="346241"/>
                </a:cubicBezTo>
                <a:cubicBezTo>
                  <a:pt x="204009" y="346154"/>
                  <a:pt x="205747" y="345684"/>
                  <a:pt x="207326" y="344864"/>
                </a:cubicBezTo>
                <a:cubicBezTo>
                  <a:pt x="208812" y="343858"/>
                  <a:pt x="210540" y="342874"/>
                  <a:pt x="211830" y="342131"/>
                </a:cubicBezTo>
                <a:cubicBezTo>
                  <a:pt x="213119" y="341388"/>
                  <a:pt x="218979" y="341781"/>
                  <a:pt x="218979" y="341781"/>
                </a:cubicBezTo>
                <a:lnTo>
                  <a:pt x="218979" y="328401"/>
                </a:lnTo>
                <a:lnTo>
                  <a:pt x="218323" y="327789"/>
                </a:lnTo>
                <a:cubicBezTo>
                  <a:pt x="218039" y="327527"/>
                  <a:pt x="219241" y="326718"/>
                  <a:pt x="220050" y="325909"/>
                </a:cubicBezTo>
                <a:cubicBezTo>
                  <a:pt x="220636" y="325294"/>
                  <a:pt x="221156" y="324621"/>
                  <a:pt x="221602" y="323897"/>
                </a:cubicBezTo>
                <a:close/>
                <a:moveTo>
                  <a:pt x="372258" y="316639"/>
                </a:moveTo>
                <a:lnTo>
                  <a:pt x="371143" y="318235"/>
                </a:lnTo>
                <a:lnTo>
                  <a:pt x="370028" y="319831"/>
                </a:lnTo>
                <a:lnTo>
                  <a:pt x="382446" y="328576"/>
                </a:lnTo>
                <a:lnTo>
                  <a:pt x="365459" y="326390"/>
                </a:lnTo>
                <a:lnTo>
                  <a:pt x="364213" y="328183"/>
                </a:lnTo>
                <a:lnTo>
                  <a:pt x="362967" y="329954"/>
                </a:lnTo>
                <a:lnTo>
                  <a:pt x="380654" y="342350"/>
                </a:lnTo>
                <a:lnTo>
                  <a:pt x="381769" y="340754"/>
                </a:lnTo>
                <a:lnTo>
                  <a:pt x="382862" y="339158"/>
                </a:lnTo>
                <a:lnTo>
                  <a:pt x="370116" y="330238"/>
                </a:lnTo>
                <a:lnTo>
                  <a:pt x="387606" y="332424"/>
                </a:lnTo>
                <a:lnTo>
                  <a:pt x="388808" y="330719"/>
                </a:lnTo>
                <a:lnTo>
                  <a:pt x="389945" y="329035"/>
                </a:lnTo>
                <a:close/>
                <a:moveTo>
                  <a:pt x="67207" y="314737"/>
                </a:moveTo>
                <a:cubicBezTo>
                  <a:pt x="61126" y="314503"/>
                  <a:pt x="55543" y="318080"/>
                  <a:pt x="53214" y="323701"/>
                </a:cubicBezTo>
                <a:cubicBezTo>
                  <a:pt x="52447" y="326224"/>
                  <a:pt x="52891" y="328961"/>
                  <a:pt x="54417" y="331112"/>
                </a:cubicBezTo>
                <a:cubicBezTo>
                  <a:pt x="55626" y="333062"/>
                  <a:pt x="57764" y="334239"/>
                  <a:pt x="60057" y="334217"/>
                </a:cubicBezTo>
                <a:lnTo>
                  <a:pt x="60473" y="334217"/>
                </a:lnTo>
                <a:lnTo>
                  <a:pt x="58286" y="336075"/>
                </a:lnTo>
                <a:lnTo>
                  <a:pt x="59795" y="338414"/>
                </a:lnTo>
                <a:lnTo>
                  <a:pt x="69568" y="332074"/>
                </a:lnTo>
                <a:lnTo>
                  <a:pt x="65042" y="325078"/>
                </a:lnTo>
                <a:lnTo>
                  <a:pt x="61916" y="327111"/>
                </a:lnTo>
                <a:lnTo>
                  <a:pt x="64342" y="331112"/>
                </a:lnTo>
                <a:cubicBezTo>
                  <a:pt x="63444" y="331464"/>
                  <a:pt x="62488" y="331650"/>
                  <a:pt x="61522" y="331659"/>
                </a:cubicBezTo>
                <a:cubicBezTo>
                  <a:pt x="60011" y="331661"/>
                  <a:pt x="58606" y="330885"/>
                  <a:pt x="57805" y="329604"/>
                </a:cubicBezTo>
                <a:cubicBezTo>
                  <a:pt x="56811" y="328266"/>
                  <a:pt x="56542" y="326523"/>
                  <a:pt x="57084" y="324947"/>
                </a:cubicBezTo>
                <a:cubicBezTo>
                  <a:pt x="57878" y="323137"/>
                  <a:pt x="59246" y="321639"/>
                  <a:pt x="60976" y="320684"/>
                </a:cubicBezTo>
                <a:cubicBezTo>
                  <a:pt x="62585" y="319501"/>
                  <a:pt x="64533" y="318871"/>
                  <a:pt x="66529" y="318891"/>
                </a:cubicBezTo>
                <a:cubicBezTo>
                  <a:pt x="68197" y="318974"/>
                  <a:pt x="69710" y="319897"/>
                  <a:pt x="70552" y="321340"/>
                </a:cubicBezTo>
                <a:cubicBezTo>
                  <a:pt x="71120" y="322221"/>
                  <a:pt x="71352" y="323274"/>
                  <a:pt x="71207" y="324313"/>
                </a:cubicBezTo>
                <a:cubicBezTo>
                  <a:pt x="71148" y="325308"/>
                  <a:pt x="70691" y="326237"/>
                  <a:pt x="69939" y="326893"/>
                </a:cubicBezTo>
                <a:lnTo>
                  <a:pt x="72388" y="330369"/>
                </a:lnTo>
                <a:cubicBezTo>
                  <a:pt x="74017" y="329094"/>
                  <a:pt x="75084" y="327236"/>
                  <a:pt x="75361" y="325187"/>
                </a:cubicBezTo>
                <a:cubicBezTo>
                  <a:pt x="75576" y="323036"/>
                  <a:pt x="75009" y="320878"/>
                  <a:pt x="73765" y="319110"/>
                </a:cubicBezTo>
                <a:cubicBezTo>
                  <a:pt x="72381" y="316707"/>
                  <a:pt x="69955" y="315091"/>
                  <a:pt x="67207" y="314737"/>
                </a:cubicBezTo>
                <a:close/>
                <a:moveTo>
                  <a:pt x="386098" y="302166"/>
                </a:moveTo>
                <a:cubicBezTo>
                  <a:pt x="388068" y="302044"/>
                  <a:pt x="390027" y="302525"/>
                  <a:pt x="391717" y="303543"/>
                </a:cubicBezTo>
                <a:cubicBezTo>
                  <a:pt x="393534" y="304298"/>
                  <a:pt x="395060" y="305616"/>
                  <a:pt x="396067" y="307304"/>
                </a:cubicBezTo>
                <a:cubicBezTo>
                  <a:pt x="396251" y="307706"/>
                  <a:pt x="396382" y="308132"/>
                  <a:pt x="396454" y="308567"/>
                </a:cubicBezTo>
                <a:cubicBezTo>
                  <a:pt x="396905" y="311285"/>
                  <a:pt x="395066" y="313849"/>
                  <a:pt x="392351" y="314300"/>
                </a:cubicBezTo>
                <a:cubicBezTo>
                  <a:pt x="390416" y="314448"/>
                  <a:pt x="388481" y="313989"/>
                  <a:pt x="386819" y="312988"/>
                </a:cubicBezTo>
                <a:cubicBezTo>
                  <a:pt x="384994" y="312175"/>
                  <a:pt x="383468" y="310815"/>
                  <a:pt x="382447" y="309096"/>
                </a:cubicBezTo>
                <a:cubicBezTo>
                  <a:pt x="381704" y="307734"/>
                  <a:pt x="381704" y="306086"/>
                  <a:pt x="382447" y="304724"/>
                </a:cubicBezTo>
                <a:cubicBezTo>
                  <a:pt x="383144" y="303301"/>
                  <a:pt x="384522" y="302334"/>
                  <a:pt x="386098" y="302166"/>
                </a:cubicBezTo>
                <a:close/>
                <a:moveTo>
                  <a:pt x="385136" y="298274"/>
                </a:moveTo>
                <a:cubicBezTo>
                  <a:pt x="384814" y="298353"/>
                  <a:pt x="384497" y="298451"/>
                  <a:pt x="384187" y="298563"/>
                </a:cubicBezTo>
                <a:cubicBezTo>
                  <a:pt x="379318" y="300334"/>
                  <a:pt x="376806" y="305714"/>
                  <a:pt x="378577" y="310583"/>
                </a:cubicBezTo>
                <a:cubicBezTo>
                  <a:pt x="379842" y="313318"/>
                  <a:pt x="382033" y="315518"/>
                  <a:pt x="384764" y="316792"/>
                </a:cubicBezTo>
                <a:cubicBezTo>
                  <a:pt x="387309" y="318320"/>
                  <a:pt x="390321" y="318880"/>
                  <a:pt x="393247" y="318366"/>
                </a:cubicBezTo>
                <a:cubicBezTo>
                  <a:pt x="395850" y="317807"/>
                  <a:pt x="398048" y="316071"/>
                  <a:pt x="399193" y="313666"/>
                </a:cubicBezTo>
                <a:lnTo>
                  <a:pt x="399150" y="313622"/>
                </a:lnTo>
                <a:cubicBezTo>
                  <a:pt x="400501" y="311337"/>
                  <a:pt x="400743" y="308563"/>
                  <a:pt x="399805" y="306079"/>
                </a:cubicBezTo>
                <a:cubicBezTo>
                  <a:pt x="398596" y="303366"/>
                  <a:pt x="396445" y="301182"/>
                  <a:pt x="393749" y="299936"/>
                </a:cubicBezTo>
                <a:cubicBezTo>
                  <a:pt x="391167" y="298373"/>
                  <a:pt x="388113" y="297785"/>
                  <a:pt x="385136" y="298274"/>
                </a:cubicBezTo>
                <a:close/>
                <a:moveTo>
                  <a:pt x="58330" y="291431"/>
                </a:moveTo>
                <a:lnTo>
                  <a:pt x="38763" y="300570"/>
                </a:lnTo>
                <a:lnTo>
                  <a:pt x="39572" y="302319"/>
                </a:lnTo>
                <a:lnTo>
                  <a:pt x="40403" y="304068"/>
                </a:lnTo>
                <a:lnTo>
                  <a:pt x="54504" y="297509"/>
                </a:lnTo>
                <a:lnTo>
                  <a:pt x="43857" y="311523"/>
                </a:lnTo>
                <a:lnTo>
                  <a:pt x="44732" y="313382"/>
                </a:lnTo>
                <a:lnTo>
                  <a:pt x="45606" y="315218"/>
                </a:lnTo>
                <a:lnTo>
                  <a:pt x="65173" y="306101"/>
                </a:lnTo>
                <a:lnTo>
                  <a:pt x="64342" y="304330"/>
                </a:lnTo>
                <a:lnTo>
                  <a:pt x="63534" y="302581"/>
                </a:lnTo>
                <a:lnTo>
                  <a:pt x="49804" y="308987"/>
                </a:lnTo>
                <a:lnTo>
                  <a:pt x="60167" y="295388"/>
                </a:lnTo>
                <a:lnTo>
                  <a:pt x="59248" y="293421"/>
                </a:lnTo>
                <a:close/>
                <a:moveTo>
                  <a:pt x="407545" y="282577"/>
                </a:moveTo>
                <a:lnTo>
                  <a:pt x="404003" y="291803"/>
                </a:lnTo>
                <a:lnTo>
                  <a:pt x="387431" y="285441"/>
                </a:lnTo>
                <a:lnTo>
                  <a:pt x="386688" y="287387"/>
                </a:lnTo>
                <a:lnTo>
                  <a:pt x="385944" y="289311"/>
                </a:lnTo>
                <a:lnTo>
                  <a:pt x="406146" y="297072"/>
                </a:lnTo>
                <a:lnTo>
                  <a:pt x="411130" y="283954"/>
                </a:lnTo>
                <a:lnTo>
                  <a:pt x="409338" y="283277"/>
                </a:lnTo>
                <a:close/>
                <a:moveTo>
                  <a:pt x="54526" y="281834"/>
                </a:moveTo>
                <a:lnTo>
                  <a:pt x="34369" y="289573"/>
                </a:lnTo>
                <a:lnTo>
                  <a:pt x="35112" y="291519"/>
                </a:lnTo>
                <a:lnTo>
                  <a:pt x="35855" y="293443"/>
                </a:lnTo>
                <a:lnTo>
                  <a:pt x="56013" y="285703"/>
                </a:lnTo>
                <a:lnTo>
                  <a:pt x="55269" y="283779"/>
                </a:lnTo>
                <a:close/>
                <a:moveTo>
                  <a:pt x="36052" y="267120"/>
                </a:moveTo>
                <a:lnTo>
                  <a:pt x="34806" y="267448"/>
                </a:lnTo>
                <a:cubicBezTo>
                  <a:pt x="32786" y="267761"/>
                  <a:pt x="30949" y="268803"/>
                  <a:pt x="29646" y="270377"/>
                </a:cubicBezTo>
                <a:cubicBezTo>
                  <a:pt x="28704" y="271965"/>
                  <a:pt x="28520" y="273889"/>
                  <a:pt x="29143" y="275625"/>
                </a:cubicBezTo>
                <a:cubicBezTo>
                  <a:pt x="29476" y="277354"/>
                  <a:pt x="30514" y="278867"/>
                  <a:pt x="32007" y="279800"/>
                </a:cubicBezTo>
                <a:lnTo>
                  <a:pt x="32007" y="279757"/>
                </a:lnTo>
                <a:cubicBezTo>
                  <a:pt x="33634" y="280561"/>
                  <a:pt x="35514" y="280688"/>
                  <a:pt x="37233" y="280106"/>
                </a:cubicBezTo>
                <a:lnTo>
                  <a:pt x="52230" y="276084"/>
                </a:lnTo>
                <a:lnTo>
                  <a:pt x="51684" y="274072"/>
                </a:lnTo>
                <a:lnTo>
                  <a:pt x="51159" y="272083"/>
                </a:lnTo>
                <a:lnTo>
                  <a:pt x="36161" y="276106"/>
                </a:lnTo>
                <a:cubicBezTo>
                  <a:pt x="35400" y="276346"/>
                  <a:pt x="34583" y="276346"/>
                  <a:pt x="33822" y="276106"/>
                </a:cubicBezTo>
                <a:cubicBezTo>
                  <a:pt x="33745" y="276060"/>
                  <a:pt x="33671" y="276007"/>
                  <a:pt x="33599" y="275953"/>
                </a:cubicBezTo>
                <a:cubicBezTo>
                  <a:pt x="32526" y="275130"/>
                  <a:pt x="32322" y="273594"/>
                  <a:pt x="33144" y="272520"/>
                </a:cubicBezTo>
                <a:cubicBezTo>
                  <a:pt x="33901" y="271862"/>
                  <a:pt x="34823" y="271425"/>
                  <a:pt x="35811" y="271252"/>
                </a:cubicBezTo>
                <a:lnTo>
                  <a:pt x="37058" y="270924"/>
                </a:lnTo>
                <a:close/>
                <a:moveTo>
                  <a:pt x="850235" y="262626"/>
                </a:moveTo>
                <a:lnTo>
                  <a:pt x="850158" y="262779"/>
                </a:lnTo>
                <a:lnTo>
                  <a:pt x="850171" y="262697"/>
                </a:lnTo>
                <a:close/>
                <a:moveTo>
                  <a:pt x="400702" y="260168"/>
                </a:moveTo>
                <a:cubicBezTo>
                  <a:pt x="402589" y="259582"/>
                  <a:pt x="404609" y="259582"/>
                  <a:pt x="406496" y="260168"/>
                </a:cubicBezTo>
                <a:cubicBezTo>
                  <a:pt x="408404" y="260531"/>
                  <a:pt x="410147" y="261488"/>
                  <a:pt x="411480" y="262901"/>
                </a:cubicBezTo>
                <a:cubicBezTo>
                  <a:pt x="411756" y="263246"/>
                  <a:pt x="411985" y="263629"/>
                  <a:pt x="412163" y="264035"/>
                </a:cubicBezTo>
                <a:cubicBezTo>
                  <a:pt x="413260" y="266571"/>
                  <a:pt x="412095" y="269521"/>
                  <a:pt x="409557" y="270618"/>
                </a:cubicBezTo>
                <a:cubicBezTo>
                  <a:pt x="407707" y="271206"/>
                  <a:pt x="405722" y="271206"/>
                  <a:pt x="403872" y="270618"/>
                </a:cubicBezTo>
                <a:cubicBezTo>
                  <a:pt x="401931" y="270249"/>
                  <a:pt x="400151" y="269287"/>
                  <a:pt x="398778" y="267863"/>
                </a:cubicBezTo>
                <a:cubicBezTo>
                  <a:pt x="398444" y="267466"/>
                  <a:pt x="398175" y="267020"/>
                  <a:pt x="397982" y="266536"/>
                </a:cubicBezTo>
                <a:cubicBezTo>
                  <a:pt x="396974" y="264027"/>
                  <a:pt x="398192" y="261176"/>
                  <a:pt x="400702" y="260168"/>
                </a:cubicBezTo>
                <a:close/>
                <a:moveTo>
                  <a:pt x="407457" y="256145"/>
                </a:moveTo>
                <a:cubicBezTo>
                  <a:pt x="404578" y="255259"/>
                  <a:pt x="401478" y="255430"/>
                  <a:pt x="398712" y="256626"/>
                </a:cubicBezTo>
                <a:cubicBezTo>
                  <a:pt x="398417" y="256783"/>
                  <a:pt x="398129" y="256956"/>
                  <a:pt x="397851" y="257144"/>
                </a:cubicBezTo>
                <a:cubicBezTo>
                  <a:pt x="393570" y="260039"/>
                  <a:pt x="392449" y="265856"/>
                  <a:pt x="395345" y="270137"/>
                </a:cubicBezTo>
                <a:cubicBezTo>
                  <a:pt x="397243" y="272485"/>
                  <a:pt x="399906" y="274094"/>
                  <a:pt x="402866" y="274684"/>
                </a:cubicBezTo>
                <a:cubicBezTo>
                  <a:pt x="405708" y="275550"/>
                  <a:pt x="408765" y="275364"/>
                  <a:pt x="411480" y="274160"/>
                </a:cubicBezTo>
                <a:cubicBezTo>
                  <a:pt x="413852" y="272962"/>
                  <a:pt x="415549" y="270749"/>
                  <a:pt x="416093" y="268148"/>
                </a:cubicBezTo>
                <a:cubicBezTo>
                  <a:pt x="416856" y="265587"/>
                  <a:pt x="416388" y="262815"/>
                  <a:pt x="414825" y="260649"/>
                </a:cubicBezTo>
                <a:cubicBezTo>
                  <a:pt x="412995" y="258305"/>
                  <a:pt x="410378" y="256702"/>
                  <a:pt x="407457" y="256145"/>
                </a:cubicBezTo>
                <a:close/>
                <a:moveTo>
                  <a:pt x="47071" y="254724"/>
                </a:moveTo>
                <a:lnTo>
                  <a:pt x="25886" y="258856"/>
                </a:lnTo>
                <a:lnTo>
                  <a:pt x="26279" y="260889"/>
                </a:lnTo>
                <a:lnTo>
                  <a:pt x="26673" y="262922"/>
                </a:lnTo>
                <a:lnTo>
                  <a:pt x="47858" y="258812"/>
                </a:lnTo>
                <a:lnTo>
                  <a:pt x="47464" y="256757"/>
                </a:lnTo>
                <a:close/>
                <a:moveTo>
                  <a:pt x="93070" y="254505"/>
                </a:moveTo>
                <a:cubicBezTo>
                  <a:pt x="101175" y="256488"/>
                  <a:pt x="109432" y="257798"/>
                  <a:pt x="117753" y="258419"/>
                </a:cubicBezTo>
                <a:cubicBezTo>
                  <a:pt x="133713" y="259053"/>
                  <a:pt x="156319" y="257697"/>
                  <a:pt x="177002" y="257938"/>
                </a:cubicBezTo>
                <a:cubicBezTo>
                  <a:pt x="180303" y="258550"/>
                  <a:pt x="183276" y="259053"/>
                  <a:pt x="185594" y="259337"/>
                </a:cubicBezTo>
                <a:cubicBezTo>
                  <a:pt x="191147" y="260102"/>
                  <a:pt x="200395" y="261086"/>
                  <a:pt x="204461" y="261523"/>
                </a:cubicBezTo>
                <a:lnTo>
                  <a:pt x="198668" y="284938"/>
                </a:lnTo>
                <a:lnTo>
                  <a:pt x="221864" y="288874"/>
                </a:lnTo>
                <a:lnTo>
                  <a:pt x="245039" y="284938"/>
                </a:lnTo>
                <a:lnTo>
                  <a:pt x="239245" y="261545"/>
                </a:lnTo>
                <a:cubicBezTo>
                  <a:pt x="243311" y="261064"/>
                  <a:pt x="252560" y="260080"/>
                  <a:pt x="258113" y="259359"/>
                </a:cubicBezTo>
                <a:cubicBezTo>
                  <a:pt x="260430" y="259075"/>
                  <a:pt x="263403" y="258572"/>
                  <a:pt x="266727" y="257960"/>
                </a:cubicBezTo>
                <a:cubicBezTo>
                  <a:pt x="287409" y="257719"/>
                  <a:pt x="309993" y="259075"/>
                  <a:pt x="325975" y="258441"/>
                </a:cubicBezTo>
                <a:lnTo>
                  <a:pt x="326062" y="258419"/>
                </a:lnTo>
                <a:cubicBezTo>
                  <a:pt x="334377" y="257796"/>
                  <a:pt x="342626" y="256488"/>
                  <a:pt x="350723" y="254505"/>
                </a:cubicBezTo>
                <a:cubicBezTo>
                  <a:pt x="350723" y="254505"/>
                  <a:pt x="343487" y="266136"/>
                  <a:pt x="335201" y="271821"/>
                </a:cubicBezTo>
                <a:cubicBezTo>
                  <a:pt x="303277" y="281049"/>
                  <a:pt x="270509" y="287055"/>
                  <a:pt x="237387" y="289748"/>
                </a:cubicBezTo>
                <a:lnTo>
                  <a:pt x="243661" y="314847"/>
                </a:lnTo>
                <a:lnTo>
                  <a:pt x="221799" y="319569"/>
                </a:lnTo>
                <a:lnTo>
                  <a:pt x="199936" y="314847"/>
                </a:lnTo>
                <a:lnTo>
                  <a:pt x="206210" y="289748"/>
                </a:lnTo>
                <a:cubicBezTo>
                  <a:pt x="173154" y="287042"/>
                  <a:pt x="140454" y="281036"/>
                  <a:pt x="108593" y="271821"/>
                </a:cubicBezTo>
                <a:cubicBezTo>
                  <a:pt x="100307" y="266136"/>
                  <a:pt x="93070" y="254505"/>
                  <a:pt x="93070" y="254505"/>
                </a:cubicBezTo>
                <a:close/>
                <a:moveTo>
                  <a:pt x="823481" y="242428"/>
                </a:moveTo>
                <a:cubicBezTo>
                  <a:pt x="828893" y="242428"/>
                  <a:pt x="829198" y="251956"/>
                  <a:pt x="831103" y="251956"/>
                </a:cubicBezTo>
                <a:cubicBezTo>
                  <a:pt x="833885" y="251731"/>
                  <a:pt x="836613" y="251062"/>
                  <a:pt x="839183" y="249974"/>
                </a:cubicBezTo>
                <a:cubicBezTo>
                  <a:pt x="842305" y="249789"/>
                  <a:pt x="845435" y="249789"/>
                  <a:pt x="848558" y="249974"/>
                </a:cubicBezTo>
                <a:cubicBezTo>
                  <a:pt x="850082" y="249974"/>
                  <a:pt x="851836" y="250279"/>
                  <a:pt x="851836" y="251499"/>
                </a:cubicBezTo>
                <a:cubicBezTo>
                  <a:pt x="852143" y="253313"/>
                  <a:pt x="851876" y="255178"/>
                  <a:pt x="851073" y="256834"/>
                </a:cubicBezTo>
                <a:lnTo>
                  <a:pt x="850171" y="262697"/>
                </a:lnTo>
                <a:lnTo>
                  <a:pt x="846119" y="267124"/>
                </a:lnTo>
                <a:cubicBezTo>
                  <a:pt x="845509" y="268114"/>
                  <a:pt x="842536" y="268800"/>
                  <a:pt x="841926" y="270249"/>
                </a:cubicBezTo>
                <a:cubicBezTo>
                  <a:pt x="840555" y="273678"/>
                  <a:pt x="840555" y="276804"/>
                  <a:pt x="838954" y="278709"/>
                </a:cubicBezTo>
                <a:cubicBezTo>
                  <a:pt x="837353" y="280615"/>
                  <a:pt x="835524" y="281148"/>
                  <a:pt x="833009" y="282749"/>
                </a:cubicBezTo>
                <a:cubicBezTo>
                  <a:pt x="830494" y="284350"/>
                  <a:pt x="827826" y="282902"/>
                  <a:pt x="826149" y="283359"/>
                </a:cubicBezTo>
                <a:cubicBezTo>
                  <a:pt x="823314" y="285037"/>
                  <a:pt x="820262" y="286320"/>
                  <a:pt x="817079" y="287170"/>
                </a:cubicBezTo>
                <a:cubicBezTo>
                  <a:pt x="811515" y="287170"/>
                  <a:pt x="806255" y="284654"/>
                  <a:pt x="806255" y="278252"/>
                </a:cubicBezTo>
                <a:cubicBezTo>
                  <a:pt x="806255" y="276728"/>
                  <a:pt x="807398" y="273069"/>
                  <a:pt x="807398" y="271544"/>
                </a:cubicBezTo>
                <a:cubicBezTo>
                  <a:pt x="807398" y="270020"/>
                  <a:pt x="805798" y="267733"/>
                  <a:pt x="805798" y="266209"/>
                </a:cubicBezTo>
                <a:cubicBezTo>
                  <a:pt x="805798" y="264685"/>
                  <a:pt x="808618" y="261788"/>
                  <a:pt x="809076" y="259959"/>
                </a:cubicBezTo>
                <a:cubicBezTo>
                  <a:pt x="809974" y="254339"/>
                  <a:pt x="812937" y="249257"/>
                  <a:pt x="817384" y="245706"/>
                </a:cubicBezTo>
                <a:cubicBezTo>
                  <a:pt x="819442" y="244638"/>
                  <a:pt x="821957" y="242428"/>
                  <a:pt x="823481" y="242428"/>
                </a:cubicBezTo>
                <a:close/>
                <a:moveTo>
                  <a:pt x="44557" y="234282"/>
                </a:moveTo>
                <a:lnTo>
                  <a:pt x="23131" y="236927"/>
                </a:lnTo>
                <a:lnTo>
                  <a:pt x="24968" y="251969"/>
                </a:lnTo>
                <a:lnTo>
                  <a:pt x="26870" y="251750"/>
                </a:lnTo>
                <a:lnTo>
                  <a:pt x="28772" y="251510"/>
                </a:lnTo>
                <a:lnTo>
                  <a:pt x="27438" y="240579"/>
                </a:lnTo>
                <a:lnTo>
                  <a:pt x="33013" y="239879"/>
                </a:lnTo>
                <a:lnTo>
                  <a:pt x="34194" y="249520"/>
                </a:lnTo>
                <a:lnTo>
                  <a:pt x="36052" y="249302"/>
                </a:lnTo>
                <a:lnTo>
                  <a:pt x="37888" y="249083"/>
                </a:lnTo>
                <a:lnTo>
                  <a:pt x="36708" y="239442"/>
                </a:lnTo>
                <a:lnTo>
                  <a:pt x="41255" y="238873"/>
                </a:lnTo>
                <a:lnTo>
                  <a:pt x="42523" y="249258"/>
                </a:lnTo>
                <a:lnTo>
                  <a:pt x="44447" y="249039"/>
                </a:lnTo>
                <a:lnTo>
                  <a:pt x="46327" y="248799"/>
                </a:lnTo>
                <a:close/>
                <a:moveTo>
                  <a:pt x="405883" y="230631"/>
                </a:moveTo>
                <a:cubicBezTo>
                  <a:pt x="403824" y="230600"/>
                  <a:pt x="401834" y="231387"/>
                  <a:pt x="400352" y="232817"/>
                </a:cubicBezTo>
                <a:cubicBezTo>
                  <a:pt x="397051" y="236567"/>
                  <a:pt x="397051" y="242185"/>
                  <a:pt x="400352" y="245935"/>
                </a:cubicBezTo>
                <a:cubicBezTo>
                  <a:pt x="405000" y="249844"/>
                  <a:pt x="411585" y="250463"/>
                  <a:pt x="416880" y="247487"/>
                </a:cubicBezTo>
                <a:cubicBezTo>
                  <a:pt x="419045" y="245985"/>
                  <a:pt x="420387" y="243561"/>
                  <a:pt x="420510" y="240928"/>
                </a:cubicBezTo>
                <a:cubicBezTo>
                  <a:pt x="420759" y="238646"/>
                  <a:pt x="419797" y="236398"/>
                  <a:pt x="417973" y="235004"/>
                </a:cubicBezTo>
                <a:lnTo>
                  <a:pt x="417645" y="234829"/>
                </a:lnTo>
                <a:lnTo>
                  <a:pt x="420466" y="234654"/>
                </a:lnTo>
                <a:lnTo>
                  <a:pt x="420663" y="231921"/>
                </a:lnTo>
                <a:lnTo>
                  <a:pt x="409053" y="230915"/>
                </a:lnTo>
                <a:lnTo>
                  <a:pt x="408332" y="239201"/>
                </a:lnTo>
                <a:lnTo>
                  <a:pt x="412049" y="239529"/>
                </a:lnTo>
                <a:lnTo>
                  <a:pt x="412442" y="234850"/>
                </a:lnTo>
                <a:cubicBezTo>
                  <a:pt x="413369" y="235126"/>
                  <a:pt x="414235" y="235572"/>
                  <a:pt x="415000" y="236162"/>
                </a:cubicBezTo>
                <a:cubicBezTo>
                  <a:pt x="416194" y="237091"/>
                  <a:pt x="416821" y="238572"/>
                  <a:pt x="416662" y="240076"/>
                </a:cubicBezTo>
                <a:cubicBezTo>
                  <a:pt x="416638" y="241718"/>
                  <a:pt x="415824" y="243248"/>
                  <a:pt x="414475" y="244186"/>
                </a:cubicBezTo>
                <a:cubicBezTo>
                  <a:pt x="412728" y="245115"/>
                  <a:pt x="410726" y="245454"/>
                  <a:pt x="408769" y="245148"/>
                </a:cubicBezTo>
                <a:cubicBezTo>
                  <a:pt x="406771" y="245089"/>
                  <a:pt x="404845" y="244383"/>
                  <a:pt x="403282" y="243137"/>
                </a:cubicBezTo>
                <a:cubicBezTo>
                  <a:pt x="402040" y="242043"/>
                  <a:pt x="401417" y="240406"/>
                  <a:pt x="401620" y="238764"/>
                </a:cubicBezTo>
                <a:cubicBezTo>
                  <a:pt x="401707" y="237710"/>
                  <a:pt x="402173" y="236724"/>
                  <a:pt x="402932" y="235987"/>
                </a:cubicBezTo>
                <a:cubicBezTo>
                  <a:pt x="403601" y="235248"/>
                  <a:pt x="404539" y="234809"/>
                  <a:pt x="405533" y="234763"/>
                </a:cubicBezTo>
                <a:close/>
                <a:moveTo>
                  <a:pt x="107259" y="223919"/>
                </a:moveTo>
                <a:cubicBezTo>
                  <a:pt x="111776" y="224761"/>
                  <a:pt x="116352" y="225257"/>
                  <a:pt x="120945" y="225406"/>
                </a:cubicBezTo>
                <a:cubicBezTo>
                  <a:pt x="124203" y="225537"/>
                  <a:pt x="128226" y="225406"/>
                  <a:pt x="132817" y="225406"/>
                </a:cubicBezTo>
                <a:cubicBezTo>
                  <a:pt x="136905" y="225275"/>
                  <a:pt x="141540" y="225275"/>
                  <a:pt x="146416" y="225275"/>
                </a:cubicBezTo>
                <a:cubicBezTo>
                  <a:pt x="152078" y="225275"/>
                  <a:pt x="159227" y="225340"/>
                  <a:pt x="166945" y="225800"/>
                </a:cubicBezTo>
                <a:cubicBezTo>
                  <a:pt x="174230" y="227975"/>
                  <a:pt x="181639" y="229698"/>
                  <a:pt x="189136" y="230959"/>
                </a:cubicBezTo>
                <a:cubicBezTo>
                  <a:pt x="194328" y="231696"/>
                  <a:pt x="199566" y="232054"/>
                  <a:pt x="204811" y="232030"/>
                </a:cubicBezTo>
                <a:lnTo>
                  <a:pt x="199520" y="254527"/>
                </a:lnTo>
                <a:lnTo>
                  <a:pt x="221383" y="257107"/>
                </a:lnTo>
                <a:lnTo>
                  <a:pt x="221624" y="257107"/>
                </a:lnTo>
                <a:lnTo>
                  <a:pt x="221908" y="257107"/>
                </a:lnTo>
                <a:lnTo>
                  <a:pt x="243924" y="254483"/>
                </a:lnTo>
                <a:lnTo>
                  <a:pt x="238633" y="231987"/>
                </a:lnTo>
                <a:cubicBezTo>
                  <a:pt x="243878" y="232011"/>
                  <a:pt x="249116" y="231652"/>
                  <a:pt x="254309" y="230915"/>
                </a:cubicBezTo>
                <a:cubicBezTo>
                  <a:pt x="261834" y="229680"/>
                  <a:pt x="269274" y="227977"/>
                  <a:pt x="276587" y="225821"/>
                </a:cubicBezTo>
                <a:cubicBezTo>
                  <a:pt x="284304" y="225297"/>
                  <a:pt x="291453" y="225297"/>
                  <a:pt x="297116" y="225297"/>
                </a:cubicBezTo>
                <a:cubicBezTo>
                  <a:pt x="301969" y="225297"/>
                  <a:pt x="306626" y="225428"/>
                  <a:pt x="310715" y="225428"/>
                </a:cubicBezTo>
                <a:cubicBezTo>
                  <a:pt x="315328" y="225428"/>
                  <a:pt x="319350" y="225428"/>
                  <a:pt x="322586" y="225428"/>
                </a:cubicBezTo>
                <a:lnTo>
                  <a:pt x="322586" y="225406"/>
                </a:lnTo>
                <a:cubicBezTo>
                  <a:pt x="327180" y="225257"/>
                  <a:pt x="331755" y="224761"/>
                  <a:pt x="336272" y="223919"/>
                </a:cubicBezTo>
                <a:cubicBezTo>
                  <a:pt x="332564" y="228852"/>
                  <a:pt x="328144" y="233207"/>
                  <a:pt x="323155" y="236840"/>
                </a:cubicBezTo>
                <a:cubicBezTo>
                  <a:pt x="317061" y="240312"/>
                  <a:pt x="310675" y="243237"/>
                  <a:pt x="304068" y="245585"/>
                </a:cubicBezTo>
                <a:cubicBezTo>
                  <a:pt x="288773" y="250004"/>
                  <a:pt x="273211" y="253443"/>
                  <a:pt x="257479" y="255883"/>
                </a:cubicBezTo>
                <a:cubicBezTo>
                  <a:pt x="250308" y="256801"/>
                  <a:pt x="236818" y="258222"/>
                  <a:pt x="236687" y="258222"/>
                </a:cubicBezTo>
                <a:lnTo>
                  <a:pt x="234676" y="258419"/>
                </a:lnTo>
                <a:lnTo>
                  <a:pt x="240513" y="282096"/>
                </a:lnTo>
                <a:lnTo>
                  <a:pt x="221689" y="285288"/>
                </a:lnTo>
                <a:lnTo>
                  <a:pt x="202844" y="282096"/>
                </a:lnTo>
                <a:lnTo>
                  <a:pt x="208703" y="258419"/>
                </a:lnTo>
                <a:lnTo>
                  <a:pt x="206670" y="258222"/>
                </a:lnTo>
                <a:cubicBezTo>
                  <a:pt x="206538" y="258200"/>
                  <a:pt x="193049" y="256801"/>
                  <a:pt x="185878" y="255883"/>
                </a:cubicBezTo>
                <a:cubicBezTo>
                  <a:pt x="170205" y="253432"/>
                  <a:pt x="154702" y="249993"/>
                  <a:pt x="139463" y="245585"/>
                </a:cubicBezTo>
                <a:cubicBezTo>
                  <a:pt x="132856" y="243237"/>
                  <a:pt x="126470" y="240312"/>
                  <a:pt x="120377" y="236840"/>
                </a:cubicBezTo>
                <a:cubicBezTo>
                  <a:pt x="115388" y="233207"/>
                  <a:pt x="110967" y="228852"/>
                  <a:pt x="107259" y="223919"/>
                </a:cubicBezTo>
                <a:close/>
                <a:moveTo>
                  <a:pt x="925159" y="223677"/>
                </a:moveTo>
                <a:cubicBezTo>
                  <a:pt x="927142" y="223372"/>
                  <a:pt x="928132" y="225583"/>
                  <a:pt x="931258" y="225049"/>
                </a:cubicBezTo>
                <a:cubicBezTo>
                  <a:pt x="932249" y="224973"/>
                  <a:pt x="935983" y="228250"/>
                  <a:pt x="937432" y="228250"/>
                </a:cubicBezTo>
                <a:cubicBezTo>
                  <a:pt x="939435" y="228826"/>
                  <a:pt x="941532" y="229008"/>
                  <a:pt x="943605" y="228784"/>
                </a:cubicBezTo>
                <a:cubicBezTo>
                  <a:pt x="945435" y="228555"/>
                  <a:pt x="948255" y="230689"/>
                  <a:pt x="949703" y="230689"/>
                </a:cubicBezTo>
                <a:cubicBezTo>
                  <a:pt x="951476" y="230559"/>
                  <a:pt x="953236" y="230279"/>
                  <a:pt x="954962" y="229851"/>
                </a:cubicBezTo>
                <a:cubicBezTo>
                  <a:pt x="958087" y="229241"/>
                  <a:pt x="965100" y="237702"/>
                  <a:pt x="967462" y="240903"/>
                </a:cubicBezTo>
                <a:lnTo>
                  <a:pt x="966777" y="241055"/>
                </a:lnTo>
                <a:cubicBezTo>
                  <a:pt x="968039" y="242533"/>
                  <a:pt x="969138" y="244143"/>
                  <a:pt x="970054" y="245857"/>
                </a:cubicBezTo>
                <a:cubicBezTo>
                  <a:pt x="970499" y="247917"/>
                  <a:pt x="970499" y="250048"/>
                  <a:pt x="970054" y="252107"/>
                </a:cubicBezTo>
                <a:cubicBezTo>
                  <a:pt x="968987" y="255462"/>
                  <a:pt x="967005" y="256376"/>
                  <a:pt x="965633" y="257901"/>
                </a:cubicBezTo>
                <a:cubicBezTo>
                  <a:pt x="964261" y="259425"/>
                  <a:pt x="963728" y="263084"/>
                  <a:pt x="962203" y="264913"/>
                </a:cubicBezTo>
                <a:cubicBezTo>
                  <a:pt x="961029" y="266627"/>
                  <a:pt x="959675" y="268212"/>
                  <a:pt x="958164" y="269638"/>
                </a:cubicBezTo>
                <a:cubicBezTo>
                  <a:pt x="956062" y="271081"/>
                  <a:pt x="953667" y="272045"/>
                  <a:pt x="951151" y="272458"/>
                </a:cubicBezTo>
                <a:cubicBezTo>
                  <a:pt x="949474" y="272458"/>
                  <a:pt x="946883" y="272001"/>
                  <a:pt x="945206" y="272458"/>
                </a:cubicBezTo>
                <a:cubicBezTo>
                  <a:pt x="942310" y="273221"/>
                  <a:pt x="941014" y="275431"/>
                  <a:pt x="938956" y="275431"/>
                </a:cubicBezTo>
                <a:cubicBezTo>
                  <a:pt x="936898" y="275431"/>
                  <a:pt x="934840" y="273526"/>
                  <a:pt x="934078" y="270248"/>
                </a:cubicBezTo>
                <a:cubicBezTo>
                  <a:pt x="934078" y="268572"/>
                  <a:pt x="934916" y="265446"/>
                  <a:pt x="934078" y="263389"/>
                </a:cubicBezTo>
                <a:cubicBezTo>
                  <a:pt x="932229" y="260411"/>
                  <a:pt x="930550" y="257332"/>
                  <a:pt x="929047" y="254165"/>
                </a:cubicBezTo>
                <a:cubicBezTo>
                  <a:pt x="928895" y="250431"/>
                  <a:pt x="925007" y="248601"/>
                  <a:pt x="925007" y="246162"/>
                </a:cubicBezTo>
                <a:cubicBezTo>
                  <a:pt x="925019" y="243034"/>
                  <a:pt x="924204" y="239957"/>
                  <a:pt x="922644" y="237245"/>
                </a:cubicBezTo>
                <a:cubicBezTo>
                  <a:pt x="922107" y="235422"/>
                  <a:pt x="922271" y="233465"/>
                  <a:pt x="923102" y="231757"/>
                </a:cubicBezTo>
                <a:cubicBezTo>
                  <a:pt x="924322" y="230080"/>
                  <a:pt x="922644" y="225583"/>
                  <a:pt x="925159" y="223677"/>
                </a:cubicBezTo>
                <a:close/>
                <a:moveTo>
                  <a:pt x="35724" y="215917"/>
                </a:moveTo>
                <a:lnTo>
                  <a:pt x="40469" y="215917"/>
                </a:lnTo>
                <a:lnTo>
                  <a:pt x="40469" y="220509"/>
                </a:lnTo>
                <a:cubicBezTo>
                  <a:pt x="40512" y="221357"/>
                  <a:pt x="40307" y="222201"/>
                  <a:pt x="39878" y="222935"/>
                </a:cubicBezTo>
                <a:cubicBezTo>
                  <a:pt x="39505" y="223475"/>
                  <a:pt x="38873" y="223777"/>
                  <a:pt x="38217" y="223722"/>
                </a:cubicBezTo>
                <a:cubicBezTo>
                  <a:pt x="37506" y="223781"/>
                  <a:pt x="36807" y="223517"/>
                  <a:pt x="36315" y="223001"/>
                </a:cubicBezTo>
                <a:cubicBezTo>
                  <a:pt x="35851" y="222314"/>
                  <a:pt x="35644" y="221486"/>
                  <a:pt x="35724" y="220662"/>
                </a:cubicBezTo>
                <a:close/>
                <a:moveTo>
                  <a:pt x="26345" y="215633"/>
                </a:moveTo>
                <a:lnTo>
                  <a:pt x="32095" y="215743"/>
                </a:lnTo>
                <a:lnTo>
                  <a:pt x="32095" y="220684"/>
                </a:lnTo>
                <a:cubicBezTo>
                  <a:pt x="32139" y="221569"/>
                  <a:pt x="31892" y="222444"/>
                  <a:pt x="31395" y="223176"/>
                </a:cubicBezTo>
                <a:cubicBezTo>
                  <a:pt x="30879" y="223744"/>
                  <a:pt x="30125" y="224037"/>
                  <a:pt x="29362" y="223963"/>
                </a:cubicBezTo>
                <a:cubicBezTo>
                  <a:pt x="28512" y="224011"/>
                  <a:pt x="27679" y="223701"/>
                  <a:pt x="27066" y="223110"/>
                </a:cubicBezTo>
                <a:cubicBezTo>
                  <a:pt x="26516" y="222420"/>
                  <a:pt x="26258" y="221541"/>
                  <a:pt x="26345" y="220662"/>
                </a:cubicBezTo>
                <a:close/>
                <a:moveTo>
                  <a:pt x="22738" y="211589"/>
                </a:moveTo>
                <a:lnTo>
                  <a:pt x="22738" y="213578"/>
                </a:lnTo>
                <a:lnTo>
                  <a:pt x="22716" y="220596"/>
                </a:lnTo>
                <a:cubicBezTo>
                  <a:pt x="22532" y="222586"/>
                  <a:pt x="23111" y="224568"/>
                  <a:pt x="24334" y="226149"/>
                </a:cubicBezTo>
                <a:cubicBezTo>
                  <a:pt x="25645" y="227491"/>
                  <a:pt x="27466" y="228206"/>
                  <a:pt x="29340" y="228117"/>
                </a:cubicBezTo>
                <a:cubicBezTo>
                  <a:pt x="30949" y="228233"/>
                  <a:pt x="32515" y="227546"/>
                  <a:pt x="33516" y="226280"/>
                </a:cubicBezTo>
                <a:cubicBezTo>
                  <a:pt x="33811" y="225906"/>
                  <a:pt x="34054" y="225495"/>
                  <a:pt x="34237" y="225056"/>
                </a:cubicBezTo>
                <a:cubicBezTo>
                  <a:pt x="35088" y="226674"/>
                  <a:pt x="36784" y="227664"/>
                  <a:pt x="38610" y="227614"/>
                </a:cubicBezTo>
                <a:cubicBezTo>
                  <a:pt x="40121" y="227721"/>
                  <a:pt x="41603" y="227153"/>
                  <a:pt x="42655" y="226062"/>
                </a:cubicBezTo>
                <a:cubicBezTo>
                  <a:pt x="43697" y="224807"/>
                  <a:pt x="44235" y="223209"/>
                  <a:pt x="44163" y="221580"/>
                </a:cubicBezTo>
                <a:lnTo>
                  <a:pt x="44316" y="213950"/>
                </a:lnTo>
                <a:lnTo>
                  <a:pt x="44316" y="211982"/>
                </a:lnTo>
                <a:close/>
                <a:moveTo>
                  <a:pt x="399412" y="207741"/>
                </a:moveTo>
                <a:lnTo>
                  <a:pt x="399412" y="210102"/>
                </a:lnTo>
                <a:lnTo>
                  <a:pt x="399412" y="212441"/>
                </a:lnTo>
                <a:lnTo>
                  <a:pt x="408878" y="215983"/>
                </a:lnTo>
                <a:lnTo>
                  <a:pt x="399674" y="220355"/>
                </a:lnTo>
                <a:lnTo>
                  <a:pt x="399674" y="222826"/>
                </a:lnTo>
                <a:lnTo>
                  <a:pt x="399674" y="225296"/>
                </a:lnTo>
                <a:lnTo>
                  <a:pt x="412792" y="217885"/>
                </a:lnTo>
                <a:lnTo>
                  <a:pt x="420903" y="217601"/>
                </a:lnTo>
                <a:lnTo>
                  <a:pt x="420903" y="215524"/>
                </a:lnTo>
                <a:lnTo>
                  <a:pt x="420903" y="213469"/>
                </a:lnTo>
                <a:lnTo>
                  <a:pt x="412704" y="213753"/>
                </a:lnTo>
                <a:close/>
                <a:moveTo>
                  <a:pt x="323090" y="189835"/>
                </a:moveTo>
                <a:cubicBezTo>
                  <a:pt x="319502" y="195172"/>
                  <a:pt x="315149" y="199953"/>
                  <a:pt x="310169" y="204024"/>
                </a:cubicBezTo>
                <a:cubicBezTo>
                  <a:pt x="304388" y="208950"/>
                  <a:pt x="297984" y="213095"/>
                  <a:pt x="291126" y="216355"/>
                </a:cubicBezTo>
                <a:cubicBezTo>
                  <a:pt x="279158" y="221687"/>
                  <a:pt x="266535" y="225399"/>
                  <a:pt x="253588" y="227396"/>
                </a:cubicBezTo>
                <a:cubicBezTo>
                  <a:pt x="248220" y="228128"/>
                  <a:pt x="242805" y="228471"/>
                  <a:pt x="237387" y="228423"/>
                </a:cubicBezTo>
                <a:lnTo>
                  <a:pt x="234042" y="228423"/>
                </a:lnTo>
                <a:lnTo>
                  <a:pt x="239464" y="251445"/>
                </a:lnTo>
                <a:lnTo>
                  <a:pt x="221974" y="253631"/>
                </a:lnTo>
                <a:lnTo>
                  <a:pt x="221755" y="253631"/>
                </a:lnTo>
                <a:lnTo>
                  <a:pt x="221515" y="253631"/>
                </a:lnTo>
                <a:lnTo>
                  <a:pt x="204025" y="251445"/>
                </a:lnTo>
                <a:lnTo>
                  <a:pt x="209469" y="228467"/>
                </a:lnTo>
                <a:lnTo>
                  <a:pt x="206124" y="228467"/>
                </a:lnTo>
                <a:cubicBezTo>
                  <a:pt x="200706" y="228517"/>
                  <a:pt x="195291" y="228174"/>
                  <a:pt x="189923" y="227439"/>
                </a:cubicBezTo>
                <a:cubicBezTo>
                  <a:pt x="176974" y="225450"/>
                  <a:pt x="164350" y="221735"/>
                  <a:pt x="152385" y="216399"/>
                </a:cubicBezTo>
                <a:cubicBezTo>
                  <a:pt x="145507" y="213139"/>
                  <a:pt x="139090" y="208985"/>
                  <a:pt x="133299" y="204046"/>
                </a:cubicBezTo>
                <a:cubicBezTo>
                  <a:pt x="128327" y="199988"/>
                  <a:pt x="123987" y="195214"/>
                  <a:pt x="120421" y="189879"/>
                </a:cubicBezTo>
                <a:cubicBezTo>
                  <a:pt x="125187" y="190601"/>
                  <a:pt x="132205" y="191409"/>
                  <a:pt x="133933" y="191409"/>
                </a:cubicBezTo>
                <a:lnTo>
                  <a:pt x="139180" y="191650"/>
                </a:lnTo>
                <a:cubicBezTo>
                  <a:pt x="145542" y="191934"/>
                  <a:pt x="153806" y="192328"/>
                  <a:pt x="163841" y="192940"/>
                </a:cubicBezTo>
                <a:cubicBezTo>
                  <a:pt x="164737" y="193443"/>
                  <a:pt x="165655" y="193924"/>
                  <a:pt x="166596" y="194405"/>
                </a:cubicBezTo>
                <a:cubicBezTo>
                  <a:pt x="175347" y="198836"/>
                  <a:pt x="184750" y="201840"/>
                  <a:pt x="194449" y="203303"/>
                </a:cubicBezTo>
                <a:cubicBezTo>
                  <a:pt x="196099" y="203535"/>
                  <a:pt x="197765" y="203644"/>
                  <a:pt x="199434" y="203631"/>
                </a:cubicBezTo>
                <a:cubicBezTo>
                  <a:pt x="201729" y="203631"/>
                  <a:pt x="203937" y="203456"/>
                  <a:pt x="205555" y="203303"/>
                </a:cubicBezTo>
                <a:lnTo>
                  <a:pt x="200745" y="223307"/>
                </a:lnTo>
                <a:lnTo>
                  <a:pt x="221865" y="224641"/>
                </a:lnTo>
                <a:lnTo>
                  <a:pt x="242962" y="223307"/>
                </a:lnTo>
                <a:lnTo>
                  <a:pt x="238174" y="203303"/>
                </a:lnTo>
                <a:cubicBezTo>
                  <a:pt x="239770" y="203456"/>
                  <a:pt x="242088" y="203631"/>
                  <a:pt x="244274" y="203631"/>
                </a:cubicBezTo>
                <a:cubicBezTo>
                  <a:pt x="245942" y="203646"/>
                  <a:pt x="247608" y="203537"/>
                  <a:pt x="249259" y="203303"/>
                </a:cubicBezTo>
                <a:cubicBezTo>
                  <a:pt x="258964" y="201836"/>
                  <a:pt x="268373" y="198832"/>
                  <a:pt x="277134" y="194405"/>
                </a:cubicBezTo>
                <a:lnTo>
                  <a:pt x="279889" y="192940"/>
                </a:lnTo>
                <a:cubicBezTo>
                  <a:pt x="289924" y="192328"/>
                  <a:pt x="298166" y="191934"/>
                  <a:pt x="304550" y="191650"/>
                </a:cubicBezTo>
                <a:lnTo>
                  <a:pt x="309775" y="191409"/>
                </a:lnTo>
                <a:lnTo>
                  <a:pt x="309557" y="191366"/>
                </a:lnTo>
                <a:cubicBezTo>
                  <a:pt x="311306" y="191278"/>
                  <a:pt x="318302" y="190557"/>
                  <a:pt x="323090" y="189835"/>
                </a:cubicBezTo>
                <a:close/>
                <a:moveTo>
                  <a:pt x="903284" y="179470"/>
                </a:moveTo>
                <a:cubicBezTo>
                  <a:pt x="901372" y="179333"/>
                  <a:pt x="899451" y="179592"/>
                  <a:pt x="897644" y="180231"/>
                </a:cubicBezTo>
                <a:cubicBezTo>
                  <a:pt x="895433" y="181604"/>
                  <a:pt x="893299" y="180841"/>
                  <a:pt x="891852" y="182137"/>
                </a:cubicBezTo>
                <a:cubicBezTo>
                  <a:pt x="890528" y="183236"/>
                  <a:pt x="889068" y="184159"/>
                  <a:pt x="887507" y="184881"/>
                </a:cubicBezTo>
                <a:cubicBezTo>
                  <a:pt x="883638" y="186246"/>
                  <a:pt x="879869" y="187876"/>
                  <a:pt x="876226" y="189759"/>
                </a:cubicBezTo>
                <a:cubicBezTo>
                  <a:pt x="874052" y="190857"/>
                  <a:pt x="872713" y="193117"/>
                  <a:pt x="872796" y="195552"/>
                </a:cubicBezTo>
                <a:cubicBezTo>
                  <a:pt x="872875" y="198212"/>
                  <a:pt x="875014" y="200350"/>
                  <a:pt x="877674" y="200430"/>
                </a:cubicBezTo>
                <a:cubicBezTo>
                  <a:pt x="880670" y="200013"/>
                  <a:pt x="883579" y="199112"/>
                  <a:pt x="886287" y="197762"/>
                </a:cubicBezTo>
                <a:cubicBezTo>
                  <a:pt x="889183" y="196009"/>
                  <a:pt x="890631" y="193799"/>
                  <a:pt x="894367" y="191512"/>
                </a:cubicBezTo>
                <a:cubicBezTo>
                  <a:pt x="896883" y="189872"/>
                  <a:pt x="899143" y="187868"/>
                  <a:pt x="901074" y="185567"/>
                </a:cubicBezTo>
                <a:cubicBezTo>
                  <a:pt x="902522" y="183051"/>
                  <a:pt x="904427" y="179470"/>
                  <a:pt x="903284" y="179470"/>
                </a:cubicBezTo>
                <a:close/>
                <a:moveTo>
                  <a:pt x="1171047" y="167199"/>
                </a:moveTo>
                <a:cubicBezTo>
                  <a:pt x="1168039" y="167474"/>
                  <a:pt x="1165058" y="167984"/>
                  <a:pt x="1162129" y="168723"/>
                </a:cubicBezTo>
                <a:cubicBezTo>
                  <a:pt x="1160887" y="170000"/>
                  <a:pt x="1160132" y="171672"/>
                  <a:pt x="1159995" y="173448"/>
                </a:cubicBezTo>
                <a:cubicBezTo>
                  <a:pt x="1159776" y="174958"/>
                  <a:pt x="1160015" y="176497"/>
                  <a:pt x="1160681" y="177870"/>
                </a:cubicBezTo>
                <a:cubicBezTo>
                  <a:pt x="1163196" y="178707"/>
                  <a:pt x="1166779" y="179546"/>
                  <a:pt x="1168303" y="178707"/>
                </a:cubicBezTo>
                <a:lnTo>
                  <a:pt x="1168379" y="178707"/>
                </a:lnTo>
                <a:cubicBezTo>
                  <a:pt x="1171325" y="176679"/>
                  <a:pt x="1173201" y="173432"/>
                  <a:pt x="1173486" y="169866"/>
                </a:cubicBezTo>
                <a:cubicBezTo>
                  <a:pt x="1173504" y="169732"/>
                  <a:pt x="1173509" y="169598"/>
                  <a:pt x="1173504" y="169463"/>
                </a:cubicBezTo>
                <a:cubicBezTo>
                  <a:pt x="1173450" y="168159"/>
                  <a:pt x="1172351" y="167145"/>
                  <a:pt x="1171047" y="167199"/>
                </a:cubicBezTo>
                <a:close/>
                <a:moveTo>
                  <a:pt x="1197724" y="159271"/>
                </a:moveTo>
                <a:cubicBezTo>
                  <a:pt x="1195590" y="159881"/>
                  <a:pt x="1194065" y="161558"/>
                  <a:pt x="1190789" y="161558"/>
                </a:cubicBezTo>
                <a:cubicBezTo>
                  <a:pt x="1189187" y="163387"/>
                  <a:pt x="1189874" y="166893"/>
                  <a:pt x="1189949" y="168494"/>
                </a:cubicBezTo>
                <a:cubicBezTo>
                  <a:pt x="1190026" y="170095"/>
                  <a:pt x="1193227" y="172381"/>
                  <a:pt x="1194217" y="172381"/>
                </a:cubicBezTo>
                <a:cubicBezTo>
                  <a:pt x="1197526" y="171802"/>
                  <a:pt x="1200358" y="169678"/>
                  <a:pt x="1201840" y="166665"/>
                </a:cubicBezTo>
                <a:lnTo>
                  <a:pt x="1202145" y="166665"/>
                </a:lnTo>
                <a:cubicBezTo>
                  <a:pt x="1202340" y="164739"/>
                  <a:pt x="1202340" y="162797"/>
                  <a:pt x="1202145" y="160872"/>
                </a:cubicBezTo>
                <a:cubicBezTo>
                  <a:pt x="1201840" y="158890"/>
                  <a:pt x="1199858" y="158661"/>
                  <a:pt x="1197724" y="159271"/>
                </a:cubicBezTo>
                <a:close/>
                <a:moveTo>
                  <a:pt x="918986" y="150505"/>
                </a:moveTo>
                <a:cubicBezTo>
                  <a:pt x="921266" y="151070"/>
                  <a:pt x="923468" y="151915"/>
                  <a:pt x="925541" y="153021"/>
                </a:cubicBezTo>
                <a:cubicBezTo>
                  <a:pt x="927065" y="153021"/>
                  <a:pt x="931638" y="152030"/>
                  <a:pt x="933163" y="153021"/>
                </a:cubicBezTo>
                <a:cubicBezTo>
                  <a:pt x="936971" y="154993"/>
                  <a:pt x="940571" y="157341"/>
                  <a:pt x="943910" y="160033"/>
                </a:cubicBezTo>
                <a:cubicBezTo>
                  <a:pt x="945153" y="162916"/>
                  <a:pt x="946147" y="165899"/>
                  <a:pt x="946883" y="168951"/>
                </a:cubicBezTo>
                <a:cubicBezTo>
                  <a:pt x="947660" y="171197"/>
                  <a:pt x="947660" y="173640"/>
                  <a:pt x="946883" y="175887"/>
                </a:cubicBezTo>
                <a:cubicBezTo>
                  <a:pt x="943692" y="178793"/>
                  <a:pt x="940664" y="181871"/>
                  <a:pt x="937812" y="185110"/>
                </a:cubicBezTo>
                <a:lnTo>
                  <a:pt x="937507" y="185110"/>
                </a:lnTo>
                <a:cubicBezTo>
                  <a:pt x="936223" y="187741"/>
                  <a:pt x="934772" y="190286"/>
                  <a:pt x="933163" y="192732"/>
                </a:cubicBezTo>
                <a:cubicBezTo>
                  <a:pt x="927948" y="200739"/>
                  <a:pt x="923189" y="209035"/>
                  <a:pt x="918909" y="217580"/>
                </a:cubicBezTo>
                <a:cubicBezTo>
                  <a:pt x="916991" y="220372"/>
                  <a:pt x="914904" y="223044"/>
                  <a:pt x="912659" y="225583"/>
                </a:cubicBezTo>
                <a:cubicBezTo>
                  <a:pt x="911339" y="226625"/>
                  <a:pt x="909554" y="226860"/>
                  <a:pt x="908010" y="226192"/>
                </a:cubicBezTo>
                <a:cubicBezTo>
                  <a:pt x="906867" y="225735"/>
                  <a:pt x="903589" y="228022"/>
                  <a:pt x="903589" y="231147"/>
                </a:cubicBezTo>
                <a:cubicBezTo>
                  <a:pt x="903453" y="234237"/>
                  <a:pt x="903946" y="237323"/>
                  <a:pt x="905038" y="240217"/>
                </a:cubicBezTo>
                <a:cubicBezTo>
                  <a:pt x="905953" y="253641"/>
                  <a:pt x="905953" y="267113"/>
                  <a:pt x="905038" y="280537"/>
                </a:cubicBezTo>
                <a:cubicBezTo>
                  <a:pt x="904377" y="285313"/>
                  <a:pt x="901570" y="289524"/>
                  <a:pt x="897416" y="291971"/>
                </a:cubicBezTo>
                <a:cubicBezTo>
                  <a:pt x="895205" y="293037"/>
                  <a:pt x="892080" y="298830"/>
                  <a:pt x="889260" y="300126"/>
                </a:cubicBezTo>
                <a:cubicBezTo>
                  <a:pt x="886440" y="301422"/>
                  <a:pt x="883162" y="304013"/>
                  <a:pt x="881638" y="304013"/>
                </a:cubicBezTo>
                <a:cubicBezTo>
                  <a:pt x="880167" y="303860"/>
                  <a:pt x="878875" y="302970"/>
                  <a:pt x="878208" y="301650"/>
                </a:cubicBezTo>
                <a:cubicBezTo>
                  <a:pt x="877521" y="300735"/>
                  <a:pt x="874549" y="300278"/>
                  <a:pt x="872872" y="299288"/>
                </a:cubicBezTo>
                <a:cubicBezTo>
                  <a:pt x="871196" y="298296"/>
                  <a:pt x="870433" y="296925"/>
                  <a:pt x="868680" y="296010"/>
                </a:cubicBezTo>
                <a:cubicBezTo>
                  <a:pt x="866139" y="295341"/>
                  <a:pt x="863755" y="294175"/>
                  <a:pt x="861668" y="292580"/>
                </a:cubicBezTo>
                <a:cubicBezTo>
                  <a:pt x="859914" y="290903"/>
                  <a:pt x="859610" y="288464"/>
                  <a:pt x="857857" y="285415"/>
                </a:cubicBezTo>
                <a:cubicBezTo>
                  <a:pt x="855418" y="281071"/>
                  <a:pt x="847262" y="276879"/>
                  <a:pt x="847110" y="274440"/>
                </a:cubicBezTo>
                <a:cubicBezTo>
                  <a:pt x="846957" y="272001"/>
                  <a:pt x="853207" y="271620"/>
                  <a:pt x="853970" y="271620"/>
                </a:cubicBezTo>
                <a:cubicBezTo>
                  <a:pt x="859153" y="271467"/>
                  <a:pt x="862659" y="275125"/>
                  <a:pt x="864107" y="275125"/>
                </a:cubicBezTo>
                <a:cubicBezTo>
                  <a:pt x="869290" y="275125"/>
                  <a:pt x="871805" y="273220"/>
                  <a:pt x="872262" y="265598"/>
                </a:cubicBezTo>
                <a:cubicBezTo>
                  <a:pt x="872262" y="264074"/>
                  <a:pt x="872262" y="260491"/>
                  <a:pt x="872262" y="258967"/>
                </a:cubicBezTo>
                <a:cubicBezTo>
                  <a:pt x="871953" y="255951"/>
                  <a:pt x="871953" y="252912"/>
                  <a:pt x="872262" y="249897"/>
                </a:cubicBezTo>
                <a:cubicBezTo>
                  <a:pt x="872408" y="245824"/>
                  <a:pt x="872892" y="241770"/>
                  <a:pt x="873711" y="237778"/>
                </a:cubicBezTo>
                <a:cubicBezTo>
                  <a:pt x="873711" y="236558"/>
                  <a:pt x="872567" y="233662"/>
                  <a:pt x="871501" y="233662"/>
                </a:cubicBezTo>
                <a:cubicBezTo>
                  <a:pt x="868985" y="234271"/>
                  <a:pt x="866470" y="231832"/>
                  <a:pt x="864945" y="231832"/>
                </a:cubicBezTo>
                <a:cubicBezTo>
                  <a:pt x="863421" y="231832"/>
                  <a:pt x="861287" y="232747"/>
                  <a:pt x="859762" y="232747"/>
                </a:cubicBezTo>
                <a:cubicBezTo>
                  <a:pt x="856974" y="232806"/>
                  <a:pt x="854186" y="232551"/>
                  <a:pt x="851454" y="231985"/>
                </a:cubicBezTo>
                <a:cubicBezTo>
                  <a:pt x="850297" y="231302"/>
                  <a:pt x="849286" y="230395"/>
                  <a:pt x="848482" y="229317"/>
                </a:cubicBezTo>
                <a:cubicBezTo>
                  <a:pt x="847683" y="227358"/>
                  <a:pt x="847120" y="225311"/>
                  <a:pt x="846804" y="223220"/>
                </a:cubicBezTo>
                <a:cubicBezTo>
                  <a:pt x="846423" y="222686"/>
                  <a:pt x="845967" y="219942"/>
                  <a:pt x="845357" y="219942"/>
                </a:cubicBezTo>
                <a:cubicBezTo>
                  <a:pt x="845204" y="218189"/>
                  <a:pt x="844594" y="215293"/>
                  <a:pt x="844594" y="213539"/>
                </a:cubicBezTo>
                <a:cubicBezTo>
                  <a:pt x="844594" y="211787"/>
                  <a:pt x="843070" y="208585"/>
                  <a:pt x="842536" y="204165"/>
                </a:cubicBezTo>
                <a:cubicBezTo>
                  <a:pt x="842003" y="199744"/>
                  <a:pt x="840555" y="196924"/>
                  <a:pt x="840555" y="192122"/>
                </a:cubicBezTo>
                <a:cubicBezTo>
                  <a:pt x="839945" y="184881"/>
                  <a:pt x="839945" y="181375"/>
                  <a:pt x="839945" y="179927"/>
                </a:cubicBezTo>
                <a:cubicBezTo>
                  <a:pt x="840402" y="171314"/>
                  <a:pt x="845509" y="169409"/>
                  <a:pt x="847567" y="166131"/>
                </a:cubicBezTo>
                <a:cubicBezTo>
                  <a:pt x="849777" y="164911"/>
                  <a:pt x="851911" y="162701"/>
                  <a:pt x="854579" y="163006"/>
                </a:cubicBezTo>
                <a:cubicBezTo>
                  <a:pt x="857247" y="163311"/>
                  <a:pt x="858009" y="164302"/>
                  <a:pt x="860829" y="166283"/>
                </a:cubicBezTo>
                <a:cubicBezTo>
                  <a:pt x="861893" y="167548"/>
                  <a:pt x="862886" y="168871"/>
                  <a:pt x="863802" y="170246"/>
                </a:cubicBezTo>
                <a:cubicBezTo>
                  <a:pt x="868344" y="169914"/>
                  <a:pt x="872762" y="168616"/>
                  <a:pt x="876760" y="166436"/>
                </a:cubicBezTo>
                <a:cubicBezTo>
                  <a:pt x="878741" y="165368"/>
                  <a:pt x="883009" y="165368"/>
                  <a:pt x="886363" y="163844"/>
                </a:cubicBezTo>
                <a:cubicBezTo>
                  <a:pt x="888564" y="162665"/>
                  <a:pt x="890927" y="161818"/>
                  <a:pt x="893375" y="161329"/>
                </a:cubicBezTo>
                <a:cubicBezTo>
                  <a:pt x="894900" y="161329"/>
                  <a:pt x="895357" y="160719"/>
                  <a:pt x="898863" y="159728"/>
                </a:cubicBezTo>
                <a:cubicBezTo>
                  <a:pt x="901594" y="159316"/>
                  <a:pt x="904197" y="158300"/>
                  <a:pt x="906485" y="156756"/>
                </a:cubicBezTo>
                <a:cubicBezTo>
                  <a:pt x="908087" y="155612"/>
                  <a:pt x="909534" y="154698"/>
                  <a:pt x="910830" y="153936"/>
                </a:cubicBezTo>
                <a:cubicBezTo>
                  <a:pt x="912052" y="153186"/>
                  <a:pt x="913326" y="152524"/>
                  <a:pt x="914641" y="151954"/>
                </a:cubicBezTo>
                <a:cubicBezTo>
                  <a:pt x="915809" y="150861"/>
                  <a:pt x="917395" y="150332"/>
                  <a:pt x="918986" y="150505"/>
                </a:cubicBezTo>
                <a:close/>
                <a:moveTo>
                  <a:pt x="1168760" y="138006"/>
                </a:moveTo>
                <a:cubicBezTo>
                  <a:pt x="1166931" y="139835"/>
                  <a:pt x="1161138" y="138006"/>
                  <a:pt x="1161138" y="143265"/>
                </a:cubicBezTo>
                <a:cubicBezTo>
                  <a:pt x="1161214" y="145857"/>
                  <a:pt x="1160148" y="149287"/>
                  <a:pt x="1161977" y="150887"/>
                </a:cubicBezTo>
                <a:cubicBezTo>
                  <a:pt x="1161977" y="150887"/>
                  <a:pt x="1163425" y="154317"/>
                  <a:pt x="1165254" y="152869"/>
                </a:cubicBezTo>
                <a:cubicBezTo>
                  <a:pt x="1168913" y="150125"/>
                  <a:pt x="1173486" y="148982"/>
                  <a:pt x="1173943" y="144637"/>
                </a:cubicBezTo>
                <a:lnTo>
                  <a:pt x="1174324" y="144408"/>
                </a:lnTo>
                <a:cubicBezTo>
                  <a:pt x="1175011" y="138539"/>
                  <a:pt x="1173562" y="136862"/>
                  <a:pt x="1168760" y="138006"/>
                </a:cubicBezTo>
                <a:close/>
                <a:moveTo>
                  <a:pt x="1209919" y="126801"/>
                </a:moveTo>
                <a:cubicBezTo>
                  <a:pt x="1203441" y="128859"/>
                  <a:pt x="1192999" y="128555"/>
                  <a:pt x="1192465" y="133661"/>
                </a:cubicBezTo>
                <a:cubicBezTo>
                  <a:pt x="1192236" y="136329"/>
                  <a:pt x="1192236" y="140902"/>
                  <a:pt x="1194980" y="141893"/>
                </a:cubicBezTo>
                <a:cubicBezTo>
                  <a:pt x="1198043" y="142663"/>
                  <a:pt x="1201225" y="142844"/>
                  <a:pt x="1204355" y="142426"/>
                </a:cubicBezTo>
                <a:cubicBezTo>
                  <a:pt x="1207317" y="140178"/>
                  <a:pt x="1209502" y="137060"/>
                  <a:pt x="1210605" y="133509"/>
                </a:cubicBezTo>
                <a:cubicBezTo>
                  <a:pt x="1210605" y="131908"/>
                  <a:pt x="1210682" y="127487"/>
                  <a:pt x="1209919" y="126801"/>
                </a:cubicBezTo>
                <a:close/>
                <a:moveTo>
                  <a:pt x="1459008" y="125048"/>
                </a:moveTo>
                <a:cubicBezTo>
                  <a:pt x="1461001" y="125424"/>
                  <a:pt x="1462804" y="126473"/>
                  <a:pt x="1464115" y="128021"/>
                </a:cubicBezTo>
                <a:cubicBezTo>
                  <a:pt x="1466783" y="130841"/>
                  <a:pt x="1469679" y="132213"/>
                  <a:pt x="1471737" y="135109"/>
                </a:cubicBezTo>
                <a:cubicBezTo>
                  <a:pt x="1472917" y="137289"/>
                  <a:pt x="1473691" y="139665"/>
                  <a:pt x="1474023" y="142122"/>
                </a:cubicBezTo>
                <a:cubicBezTo>
                  <a:pt x="1474481" y="143799"/>
                  <a:pt x="1476996" y="145856"/>
                  <a:pt x="1476996" y="146771"/>
                </a:cubicBezTo>
                <a:cubicBezTo>
                  <a:pt x="1476462" y="153326"/>
                  <a:pt x="1471661" y="153173"/>
                  <a:pt x="1465182" y="157747"/>
                </a:cubicBezTo>
                <a:cubicBezTo>
                  <a:pt x="1461631" y="159681"/>
                  <a:pt x="1458476" y="162266"/>
                  <a:pt x="1455883" y="165369"/>
                </a:cubicBezTo>
                <a:cubicBezTo>
                  <a:pt x="1453843" y="167437"/>
                  <a:pt x="1451406" y="169070"/>
                  <a:pt x="1448718" y="170171"/>
                </a:cubicBezTo>
                <a:cubicBezTo>
                  <a:pt x="1441477" y="173296"/>
                  <a:pt x="1434998" y="172991"/>
                  <a:pt x="1434465" y="180156"/>
                </a:cubicBezTo>
                <a:cubicBezTo>
                  <a:pt x="1433932" y="187320"/>
                  <a:pt x="1437895" y="184424"/>
                  <a:pt x="1437895" y="192046"/>
                </a:cubicBezTo>
                <a:cubicBezTo>
                  <a:pt x="1437554" y="194037"/>
                  <a:pt x="1436744" y="195918"/>
                  <a:pt x="1435532" y="197534"/>
                </a:cubicBezTo>
                <a:cubicBezTo>
                  <a:pt x="1434403" y="198979"/>
                  <a:pt x="1433739" y="200733"/>
                  <a:pt x="1433627" y="202564"/>
                </a:cubicBezTo>
                <a:cubicBezTo>
                  <a:pt x="1433607" y="204438"/>
                  <a:pt x="1433108" y="206274"/>
                  <a:pt x="1432178" y="207900"/>
                </a:cubicBezTo>
                <a:cubicBezTo>
                  <a:pt x="1431344" y="209656"/>
                  <a:pt x="1431001" y="211605"/>
                  <a:pt x="1431188" y="213540"/>
                </a:cubicBezTo>
                <a:cubicBezTo>
                  <a:pt x="1431035" y="220552"/>
                  <a:pt x="1429892" y="226422"/>
                  <a:pt x="1431949" y="228174"/>
                </a:cubicBezTo>
                <a:cubicBezTo>
                  <a:pt x="1440721" y="227466"/>
                  <a:pt x="1449527" y="227263"/>
                  <a:pt x="1458322" y="227565"/>
                </a:cubicBezTo>
                <a:cubicBezTo>
                  <a:pt x="1461523" y="227565"/>
                  <a:pt x="1462819" y="225430"/>
                  <a:pt x="1465182" y="224897"/>
                </a:cubicBezTo>
                <a:cubicBezTo>
                  <a:pt x="1467333" y="224420"/>
                  <a:pt x="1469533" y="224190"/>
                  <a:pt x="1471737" y="224211"/>
                </a:cubicBezTo>
                <a:cubicBezTo>
                  <a:pt x="1474179" y="224627"/>
                  <a:pt x="1476577" y="225265"/>
                  <a:pt x="1478902" y="226117"/>
                </a:cubicBezTo>
                <a:cubicBezTo>
                  <a:pt x="1481340" y="227222"/>
                  <a:pt x="1483684" y="228522"/>
                  <a:pt x="1485914" y="230004"/>
                </a:cubicBezTo>
                <a:cubicBezTo>
                  <a:pt x="1488506" y="231833"/>
                  <a:pt x="1493155" y="232824"/>
                  <a:pt x="1495060" y="237626"/>
                </a:cubicBezTo>
                <a:cubicBezTo>
                  <a:pt x="1495643" y="239657"/>
                  <a:pt x="1495925" y="241763"/>
                  <a:pt x="1495899" y="243876"/>
                </a:cubicBezTo>
                <a:lnTo>
                  <a:pt x="1494602" y="244028"/>
                </a:lnTo>
                <a:cubicBezTo>
                  <a:pt x="1494606" y="244879"/>
                  <a:pt x="1494934" y="245697"/>
                  <a:pt x="1495517" y="246315"/>
                </a:cubicBezTo>
                <a:cubicBezTo>
                  <a:pt x="1496082" y="247336"/>
                  <a:pt x="1496297" y="248514"/>
                  <a:pt x="1496128" y="249669"/>
                </a:cubicBezTo>
                <a:cubicBezTo>
                  <a:pt x="1495772" y="251619"/>
                  <a:pt x="1494991" y="253466"/>
                  <a:pt x="1493841" y="255081"/>
                </a:cubicBezTo>
                <a:cubicBezTo>
                  <a:pt x="1492621" y="256986"/>
                  <a:pt x="1491097" y="259730"/>
                  <a:pt x="1489267" y="259730"/>
                </a:cubicBezTo>
                <a:cubicBezTo>
                  <a:pt x="1484389" y="259882"/>
                  <a:pt x="1481950" y="260340"/>
                  <a:pt x="1480350" y="260264"/>
                </a:cubicBezTo>
                <a:cubicBezTo>
                  <a:pt x="1478749" y="260187"/>
                  <a:pt x="1474023" y="258586"/>
                  <a:pt x="1470670" y="258586"/>
                </a:cubicBezTo>
                <a:cubicBezTo>
                  <a:pt x="1467316" y="258586"/>
                  <a:pt x="1464954" y="259501"/>
                  <a:pt x="1460761" y="259425"/>
                </a:cubicBezTo>
                <a:cubicBezTo>
                  <a:pt x="1456569" y="259349"/>
                  <a:pt x="1449024" y="258586"/>
                  <a:pt x="1444374" y="258053"/>
                </a:cubicBezTo>
                <a:cubicBezTo>
                  <a:pt x="1441402" y="257672"/>
                  <a:pt x="1432102" y="258434"/>
                  <a:pt x="1429129" y="258053"/>
                </a:cubicBezTo>
                <a:cubicBezTo>
                  <a:pt x="1424016" y="257574"/>
                  <a:pt x="1418858" y="257986"/>
                  <a:pt x="1413885" y="259272"/>
                </a:cubicBezTo>
                <a:lnTo>
                  <a:pt x="1399327" y="261330"/>
                </a:lnTo>
                <a:cubicBezTo>
                  <a:pt x="1394145" y="262093"/>
                  <a:pt x="1387437" y="260949"/>
                  <a:pt x="1382787" y="260949"/>
                </a:cubicBezTo>
                <a:cubicBezTo>
                  <a:pt x="1372815" y="261879"/>
                  <a:pt x="1362975" y="263898"/>
                  <a:pt x="1353442" y="266971"/>
                </a:cubicBezTo>
                <a:cubicBezTo>
                  <a:pt x="1341323" y="271163"/>
                  <a:pt x="1320134" y="280996"/>
                  <a:pt x="1317466" y="280691"/>
                </a:cubicBezTo>
                <a:cubicBezTo>
                  <a:pt x="1314798" y="280386"/>
                  <a:pt x="1309158" y="272840"/>
                  <a:pt x="1303747" y="267733"/>
                </a:cubicBezTo>
                <a:cubicBezTo>
                  <a:pt x="1303289" y="265213"/>
                  <a:pt x="1303289" y="262631"/>
                  <a:pt x="1303747" y="260111"/>
                </a:cubicBezTo>
                <a:cubicBezTo>
                  <a:pt x="1304248" y="256990"/>
                  <a:pt x="1303961" y="253792"/>
                  <a:pt x="1302908" y="250812"/>
                </a:cubicBezTo>
                <a:cubicBezTo>
                  <a:pt x="1304966" y="247230"/>
                  <a:pt x="1316933" y="242809"/>
                  <a:pt x="1318152" y="242504"/>
                </a:cubicBezTo>
                <a:cubicBezTo>
                  <a:pt x="1319372" y="242199"/>
                  <a:pt x="1324098" y="244028"/>
                  <a:pt x="1326994" y="243342"/>
                </a:cubicBezTo>
                <a:cubicBezTo>
                  <a:pt x="1328518" y="242961"/>
                  <a:pt x="1339342" y="238540"/>
                  <a:pt x="1345287" y="236406"/>
                </a:cubicBezTo>
                <a:cubicBezTo>
                  <a:pt x="1347650" y="235644"/>
                  <a:pt x="1351079" y="235491"/>
                  <a:pt x="1352909" y="234959"/>
                </a:cubicBezTo>
                <a:cubicBezTo>
                  <a:pt x="1358549" y="233205"/>
                  <a:pt x="1366857" y="229013"/>
                  <a:pt x="1372955" y="226574"/>
                </a:cubicBezTo>
                <a:cubicBezTo>
                  <a:pt x="1385989" y="221391"/>
                  <a:pt x="1386675" y="205690"/>
                  <a:pt x="1388656" y="199744"/>
                </a:cubicBezTo>
                <a:cubicBezTo>
                  <a:pt x="1389702" y="196860"/>
                  <a:pt x="1390243" y="193818"/>
                  <a:pt x="1390257" y="190751"/>
                </a:cubicBezTo>
                <a:cubicBezTo>
                  <a:pt x="1390333" y="187778"/>
                  <a:pt x="1390104" y="184195"/>
                  <a:pt x="1388656" y="183662"/>
                </a:cubicBezTo>
                <a:cubicBezTo>
                  <a:pt x="1386089" y="183880"/>
                  <a:pt x="1383541" y="184288"/>
                  <a:pt x="1381034" y="184881"/>
                </a:cubicBezTo>
                <a:cubicBezTo>
                  <a:pt x="1377824" y="185985"/>
                  <a:pt x="1374379" y="186221"/>
                  <a:pt x="1371050" y="185568"/>
                </a:cubicBezTo>
                <a:cubicBezTo>
                  <a:pt x="1368001" y="184119"/>
                  <a:pt x="1368458" y="180537"/>
                  <a:pt x="1368001" y="176497"/>
                </a:cubicBezTo>
                <a:cubicBezTo>
                  <a:pt x="1367025" y="172399"/>
                  <a:pt x="1364973" y="168636"/>
                  <a:pt x="1362055" y="165597"/>
                </a:cubicBezTo>
                <a:cubicBezTo>
                  <a:pt x="1360912" y="162822"/>
                  <a:pt x="1360392" y="159830"/>
                  <a:pt x="1360531" y="156832"/>
                </a:cubicBezTo>
                <a:cubicBezTo>
                  <a:pt x="1360607" y="155231"/>
                  <a:pt x="1359769" y="149972"/>
                  <a:pt x="1359769" y="148372"/>
                </a:cubicBezTo>
                <a:cubicBezTo>
                  <a:pt x="1359769" y="144180"/>
                  <a:pt x="1363732" y="143875"/>
                  <a:pt x="1367391" y="142046"/>
                </a:cubicBezTo>
                <a:cubicBezTo>
                  <a:pt x="1371923" y="142837"/>
                  <a:pt x="1376404" y="143906"/>
                  <a:pt x="1380806" y="145246"/>
                </a:cubicBezTo>
                <a:cubicBezTo>
                  <a:pt x="1391570" y="144080"/>
                  <a:pt x="1402258" y="142299"/>
                  <a:pt x="1412819" y="139911"/>
                </a:cubicBezTo>
                <a:cubicBezTo>
                  <a:pt x="1415182" y="139378"/>
                  <a:pt x="1417773" y="138539"/>
                  <a:pt x="1418383" y="138387"/>
                </a:cubicBezTo>
                <a:cubicBezTo>
                  <a:pt x="1418992" y="138234"/>
                  <a:pt x="1421203" y="137243"/>
                  <a:pt x="1422346" y="136863"/>
                </a:cubicBezTo>
                <a:cubicBezTo>
                  <a:pt x="1430709" y="134409"/>
                  <a:pt x="1438765" y="131008"/>
                  <a:pt x="1446356" y="126725"/>
                </a:cubicBezTo>
                <a:cubicBezTo>
                  <a:pt x="1448534" y="125976"/>
                  <a:pt x="1450844" y="125691"/>
                  <a:pt x="1453139" y="125887"/>
                </a:cubicBezTo>
                <a:cubicBezTo>
                  <a:pt x="1455110" y="125718"/>
                  <a:pt x="1457069" y="125438"/>
                  <a:pt x="1459008" y="125048"/>
                </a:cubicBezTo>
                <a:close/>
                <a:moveTo>
                  <a:pt x="1121808" y="116206"/>
                </a:moveTo>
                <a:cubicBezTo>
                  <a:pt x="1125544" y="113996"/>
                  <a:pt x="1127449" y="122228"/>
                  <a:pt x="1128669" y="125201"/>
                </a:cubicBezTo>
                <a:cubicBezTo>
                  <a:pt x="1129354" y="126648"/>
                  <a:pt x="1127297" y="132289"/>
                  <a:pt x="1127067" y="134270"/>
                </a:cubicBezTo>
                <a:cubicBezTo>
                  <a:pt x="1126839" y="136252"/>
                  <a:pt x="1123943" y="138692"/>
                  <a:pt x="1123943" y="144636"/>
                </a:cubicBezTo>
                <a:cubicBezTo>
                  <a:pt x="1124019" y="147304"/>
                  <a:pt x="1121580" y="149286"/>
                  <a:pt x="1118303" y="152258"/>
                </a:cubicBezTo>
                <a:cubicBezTo>
                  <a:pt x="1114950" y="155501"/>
                  <a:pt x="1111819" y="158964"/>
                  <a:pt x="1108928" y="162624"/>
                </a:cubicBezTo>
                <a:cubicBezTo>
                  <a:pt x="1107400" y="166262"/>
                  <a:pt x="1107053" y="170289"/>
                  <a:pt x="1107937" y="174134"/>
                </a:cubicBezTo>
                <a:cubicBezTo>
                  <a:pt x="1107937" y="175429"/>
                  <a:pt x="1106336" y="179546"/>
                  <a:pt x="1108622" y="181756"/>
                </a:cubicBezTo>
                <a:cubicBezTo>
                  <a:pt x="1110909" y="183967"/>
                  <a:pt x="1113425" y="181604"/>
                  <a:pt x="1114720" y="181756"/>
                </a:cubicBezTo>
                <a:cubicBezTo>
                  <a:pt x="1116016" y="181909"/>
                  <a:pt x="1115178" y="184500"/>
                  <a:pt x="1116702" y="187320"/>
                </a:cubicBezTo>
                <a:cubicBezTo>
                  <a:pt x="1119522" y="192732"/>
                  <a:pt x="1120437" y="193570"/>
                  <a:pt x="1120437" y="196238"/>
                </a:cubicBezTo>
                <a:cubicBezTo>
                  <a:pt x="1120360" y="197763"/>
                  <a:pt x="1120360" y="199058"/>
                  <a:pt x="1119141" y="199820"/>
                </a:cubicBezTo>
                <a:cubicBezTo>
                  <a:pt x="1112082" y="204075"/>
                  <a:pt x="1106066" y="209857"/>
                  <a:pt x="1101534" y="216741"/>
                </a:cubicBezTo>
                <a:cubicBezTo>
                  <a:pt x="1101033" y="219082"/>
                  <a:pt x="1101328" y="221523"/>
                  <a:pt x="1102373" y="223678"/>
                </a:cubicBezTo>
                <a:cubicBezTo>
                  <a:pt x="1103820" y="223678"/>
                  <a:pt x="1107479" y="223678"/>
                  <a:pt x="1109080" y="223678"/>
                </a:cubicBezTo>
                <a:lnTo>
                  <a:pt x="1108851" y="224135"/>
                </a:lnTo>
                <a:cubicBezTo>
                  <a:pt x="1111244" y="224796"/>
                  <a:pt x="1113373" y="226180"/>
                  <a:pt x="1114949" y="228098"/>
                </a:cubicBezTo>
                <a:cubicBezTo>
                  <a:pt x="1116045" y="230118"/>
                  <a:pt x="1116670" y="232358"/>
                  <a:pt x="1116778" y="234653"/>
                </a:cubicBezTo>
                <a:cubicBezTo>
                  <a:pt x="1115635" y="244334"/>
                  <a:pt x="1107251" y="250354"/>
                  <a:pt x="1099629" y="255233"/>
                </a:cubicBezTo>
                <a:cubicBezTo>
                  <a:pt x="1092007" y="260111"/>
                  <a:pt x="1078210" y="265447"/>
                  <a:pt x="1071656" y="269181"/>
                </a:cubicBezTo>
                <a:cubicBezTo>
                  <a:pt x="1066244" y="272306"/>
                  <a:pt x="1061138" y="280081"/>
                  <a:pt x="1058012" y="281376"/>
                </a:cubicBezTo>
                <a:cubicBezTo>
                  <a:pt x="1058012" y="281376"/>
                  <a:pt x="1054277" y="282596"/>
                  <a:pt x="1052601" y="281376"/>
                </a:cubicBezTo>
                <a:cubicBezTo>
                  <a:pt x="1050116" y="280479"/>
                  <a:pt x="1047568" y="279766"/>
                  <a:pt x="1044979" y="279242"/>
                </a:cubicBezTo>
                <a:cubicBezTo>
                  <a:pt x="1042387" y="278404"/>
                  <a:pt x="1043606" y="274745"/>
                  <a:pt x="1041701" y="272535"/>
                </a:cubicBezTo>
                <a:cubicBezTo>
                  <a:pt x="1039709" y="270594"/>
                  <a:pt x="1038105" y="268292"/>
                  <a:pt x="1036975" y="265751"/>
                </a:cubicBezTo>
                <a:cubicBezTo>
                  <a:pt x="1035383" y="261837"/>
                  <a:pt x="1034655" y="257625"/>
                  <a:pt x="1034841" y="253403"/>
                </a:cubicBezTo>
                <a:cubicBezTo>
                  <a:pt x="1037114" y="248021"/>
                  <a:pt x="1041495" y="243806"/>
                  <a:pt x="1046960" y="241742"/>
                </a:cubicBezTo>
                <a:cubicBezTo>
                  <a:pt x="1049366" y="240172"/>
                  <a:pt x="1051682" y="238466"/>
                  <a:pt x="1053896" y="236635"/>
                </a:cubicBezTo>
                <a:cubicBezTo>
                  <a:pt x="1056015" y="235459"/>
                  <a:pt x="1057740" y="233682"/>
                  <a:pt x="1058851" y="231528"/>
                </a:cubicBezTo>
                <a:cubicBezTo>
                  <a:pt x="1059512" y="229946"/>
                  <a:pt x="1059949" y="228278"/>
                  <a:pt x="1060146" y="226574"/>
                </a:cubicBezTo>
                <a:cubicBezTo>
                  <a:pt x="1060299" y="223983"/>
                  <a:pt x="1061595" y="222077"/>
                  <a:pt x="1061594" y="220171"/>
                </a:cubicBezTo>
                <a:cubicBezTo>
                  <a:pt x="1061384" y="218272"/>
                  <a:pt x="1060585" y="216486"/>
                  <a:pt x="1059308" y="215065"/>
                </a:cubicBezTo>
                <a:cubicBezTo>
                  <a:pt x="1058076" y="213813"/>
                  <a:pt x="1057138" y="212303"/>
                  <a:pt x="1056564" y="210644"/>
                </a:cubicBezTo>
                <a:cubicBezTo>
                  <a:pt x="1056564" y="210568"/>
                  <a:pt x="1051077" y="204241"/>
                  <a:pt x="1051076" y="201116"/>
                </a:cubicBezTo>
                <a:cubicBezTo>
                  <a:pt x="1051257" y="196300"/>
                  <a:pt x="1055034" y="192392"/>
                  <a:pt x="1059841" y="192046"/>
                </a:cubicBezTo>
                <a:cubicBezTo>
                  <a:pt x="1061366" y="191436"/>
                  <a:pt x="1064186" y="192046"/>
                  <a:pt x="1065710" y="192046"/>
                </a:cubicBezTo>
                <a:cubicBezTo>
                  <a:pt x="1069369" y="191741"/>
                  <a:pt x="1071961" y="188235"/>
                  <a:pt x="1073943" y="185263"/>
                </a:cubicBezTo>
                <a:cubicBezTo>
                  <a:pt x="1075001" y="181173"/>
                  <a:pt x="1075614" y="176983"/>
                  <a:pt x="1075771" y="172762"/>
                </a:cubicBezTo>
                <a:cubicBezTo>
                  <a:pt x="1076991" y="168494"/>
                  <a:pt x="1071885" y="167807"/>
                  <a:pt x="1069369" y="166817"/>
                </a:cubicBezTo>
                <a:cubicBezTo>
                  <a:pt x="1066950" y="165596"/>
                  <a:pt x="1064390" y="164675"/>
                  <a:pt x="1061747" y="164073"/>
                </a:cubicBezTo>
                <a:cubicBezTo>
                  <a:pt x="1059689" y="163921"/>
                  <a:pt x="1057936" y="161482"/>
                  <a:pt x="1056945" y="158814"/>
                </a:cubicBezTo>
                <a:cubicBezTo>
                  <a:pt x="1055955" y="156146"/>
                  <a:pt x="1055115" y="156984"/>
                  <a:pt x="1052982" y="156146"/>
                </a:cubicBezTo>
                <a:cubicBezTo>
                  <a:pt x="1050847" y="155307"/>
                  <a:pt x="1050847" y="148067"/>
                  <a:pt x="1050847" y="147228"/>
                </a:cubicBezTo>
                <a:cubicBezTo>
                  <a:pt x="1050847" y="146390"/>
                  <a:pt x="1053058" y="145475"/>
                  <a:pt x="1054963" y="144636"/>
                </a:cubicBezTo>
                <a:cubicBezTo>
                  <a:pt x="1056869" y="143799"/>
                  <a:pt x="1056869" y="142426"/>
                  <a:pt x="1058088" y="139835"/>
                </a:cubicBezTo>
                <a:cubicBezTo>
                  <a:pt x="1059308" y="137243"/>
                  <a:pt x="1062128" y="136633"/>
                  <a:pt x="1064719" y="135948"/>
                </a:cubicBezTo>
                <a:cubicBezTo>
                  <a:pt x="1067631" y="135776"/>
                  <a:pt x="1070533" y="135445"/>
                  <a:pt x="1073409" y="134957"/>
                </a:cubicBezTo>
                <a:cubicBezTo>
                  <a:pt x="1085603" y="130003"/>
                  <a:pt x="1099400" y="116359"/>
                  <a:pt x="1111062" y="116969"/>
                </a:cubicBezTo>
                <a:cubicBezTo>
                  <a:pt x="1117006" y="117350"/>
                  <a:pt x="1119445" y="117503"/>
                  <a:pt x="1121808" y="116206"/>
                </a:cubicBezTo>
                <a:close/>
                <a:moveTo>
                  <a:pt x="1647883" y="115902"/>
                </a:moveTo>
                <a:cubicBezTo>
                  <a:pt x="1650703" y="116359"/>
                  <a:pt x="1658249" y="115063"/>
                  <a:pt x="1658935" y="116359"/>
                </a:cubicBezTo>
                <a:cubicBezTo>
                  <a:pt x="1661127" y="119570"/>
                  <a:pt x="1664196" y="122083"/>
                  <a:pt x="1667777" y="123600"/>
                </a:cubicBezTo>
                <a:cubicBezTo>
                  <a:pt x="1670750" y="125124"/>
                  <a:pt x="1669454" y="127182"/>
                  <a:pt x="1669835" y="129850"/>
                </a:cubicBezTo>
                <a:cubicBezTo>
                  <a:pt x="1670216" y="132517"/>
                  <a:pt x="1671893" y="133585"/>
                  <a:pt x="1671055" y="135871"/>
                </a:cubicBezTo>
                <a:cubicBezTo>
                  <a:pt x="1670216" y="138158"/>
                  <a:pt x="1668159" y="142198"/>
                  <a:pt x="1666405" y="147076"/>
                </a:cubicBezTo>
                <a:cubicBezTo>
                  <a:pt x="1666405" y="148142"/>
                  <a:pt x="1665033" y="153630"/>
                  <a:pt x="1666405" y="153630"/>
                </a:cubicBezTo>
                <a:cubicBezTo>
                  <a:pt x="1667987" y="153726"/>
                  <a:pt x="1669559" y="153326"/>
                  <a:pt x="1670902" y="152488"/>
                </a:cubicBezTo>
                <a:cubicBezTo>
                  <a:pt x="1671588" y="152183"/>
                  <a:pt x="1674637" y="150658"/>
                  <a:pt x="1676542" y="149972"/>
                </a:cubicBezTo>
                <a:cubicBezTo>
                  <a:pt x="1678832" y="149462"/>
                  <a:pt x="1681056" y="148695"/>
                  <a:pt x="1683174" y="147686"/>
                </a:cubicBezTo>
                <a:cubicBezTo>
                  <a:pt x="1685766" y="145856"/>
                  <a:pt x="1689195" y="142198"/>
                  <a:pt x="1690796" y="142198"/>
                </a:cubicBezTo>
                <a:cubicBezTo>
                  <a:pt x="1690796" y="142198"/>
                  <a:pt x="1700933" y="139225"/>
                  <a:pt x="1702686" y="142198"/>
                </a:cubicBezTo>
                <a:cubicBezTo>
                  <a:pt x="1704439" y="145170"/>
                  <a:pt x="1708707" y="144866"/>
                  <a:pt x="1713052" y="145551"/>
                </a:cubicBezTo>
                <a:cubicBezTo>
                  <a:pt x="1717397" y="146237"/>
                  <a:pt x="1720217" y="153249"/>
                  <a:pt x="1720217" y="159195"/>
                </a:cubicBezTo>
                <a:cubicBezTo>
                  <a:pt x="1720293" y="161634"/>
                  <a:pt x="1720141" y="162625"/>
                  <a:pt x="1717473" y="162625"/>
                </a:cubicBezTo>
                <a:cubicBezTo>
                  <a:pt x="1716025" y="162701"/>
                  <a:pt x="1714424" y="165140"/>
                  <a:pt x="1711757" y="166893"/>
                </a:cubicBezTo>
                <a:cubicBezTo>
                  <a:pt x="1707598" y="169285"/>
                  <a:pt x="1703172" y="171178"/>
                  <a:pt x="1698570" y="172533"/>
                </a:cubicBezTo>
                <a:cubicBezTo>
                  <a:pt x="1696251" y="174081"/>
                  <a:pt x="1693668" y="175192"/>
                  <a:pt x="1690948" y="175811"/>
                </a:cubicBezTo>
                <a:cubicBezTo>
                  <a:pt x="1687594" y="176268"/>
                  <a:pt x="1684622" y="176421"/>
                  <a:pt x="1682107" y="176954"/>
                </a:cubicBezTo>
                <a:cubicBezTo>
                  <a:pt x="1677387" y="178113"/>
                  <a:pt x="1672829" y="179853"/>
                  <a:pt x="1668539" y="182137"/>
                </a:cubicBezTo>
                <a:cubicBezTo>
                  <a:pt x="1666710" y="184076"/>
                  <a:pt x="1665193" y="186288"/>
                  <a:pt x="1664042" y="188692"/>
                </a:cubicBezTo>
                <a:cubicBezTo>
                  <a:pt x="1662983" y="192262"/>
                  <a:pt x="1663569" y="196118"/>
                  <a:pt x="1665643" y="199211"/>
                </a:cubicBezTo>
                <a:cubicBezTo>
                  <a:pt x="1671991" y="207856"/>
                  <a:pt x="1679536" y="215556"/>
                  <a:pt x="1688052" y="222077"/>
                </a:cubicBezTo>
                <a:cubicBezTo>
                  <a:pt x="1692091" y="225507"/>
                  <a:pt x="1697808" y="237321"/>
                  <a:pt x="1704592" y="240751"/>
                </a:cubicBezTo>
                <a:cubicBezTo>
                  <a:pt x="1710643" y="244043"/>
                  <a:pt x="1716340" y="247951"/>
                  <a:pt x="1721589" y="252412"/>
                </a:cubicBezTo>
                <a:cubicBezTo>
                  <a:pt x="1724684" y="254052"/>
                  <a:pt x="1727958" y="255331"/>
                  <a:pt x="1731345" y="256224"/>
                </a:cubicBezTo>
                <a:cubicBezTo>
                  <a:pt x="1734394" y="257519"/>
                  <a:pt x="1737062" y="260339"/>
                  <a:pt x="1738967" y="261026"/>
                </a:cubicBezTo>
                <a:cubicBezTo>
                  <a:pt x="1743922" y="262702"/>
                  <a:pt x="1748190" y="264227"/>
                  <a:pt x="1755812" y="267275"/>
                </a:cubicBezTo>
                <a:cubicBezTo>
                  <a:pt x="1757641" y="268038"/>
                  <a:pt x="1760690" y="268266"/>
                  <a:pt x="1761605" y="269943"/>
                </a:cubicBezTo>
                <a:lnTo>
                  <a:pt x="1760995" y="270705"/>
                </a:lnTo>
                <a:cubicBezTo>
                  <a:pt x="1761758" y="272153"/>
                  <a:pt x="1759318" y="273449"/>
                  <a:pt x="1759166" y="275126"/>
                </a:cubicBezTo>
                <a:cubicBezTo>
                  <a:pt x="1759014" y="276803"/>
                  <a:pt x="1759775" y="279623"/>
                  <a:pt x="1758328" y="281376"/>
                </a:cubicBezTo>
                <a:cubicBezTo>
                  <a:pt x="1755985" y="284380"/>
                  <a:pt x="1752452" y="286216"/>
                  <a:pt x="1748648" y="286407"/>
                </a:cubicBezTo>
                <a:cubicBezTo>
                  <a:pt x="1747046" y="286559"/>
                  <a:pt x="1745827" y="288846"/>
                  <a:pt x="1744684" y="289685"/>
                </a:cubicBezTo>
                <a:cubicBezTo>
                  <a:pt x="1743541" y="290522"/>
                  <a:pt x="1741863" y="290522"/>
                  <a:pt x="1740720" y="290522"/>
                </a:cubicBezTo>
                <a:cubicBezTo>
                  <a:pt x="1737740" y="290534"/>
                  <a:pt x="1734761" y="290356"/>
                  <a:pt x="1731802" y="289989"/>
                </a:cubicBezTo>
                <a:cubicBezTo>
                  <a:pt x="1728730" y="290158"/>
                  <a:pt x="1725652" y="290158"/>
                  <a:pt x="1722580" y="289989"/>
                </a:cubicBezTo>
                <a:cubicBezTo>
                  <a:pt x="1719817" y="289965"/>
                  <a:pt x="1717081" y="289449"/>
                  <a:pt x="1714500" y="288465"/>
                </a:cubicBezTo>
                <a:cubicBezTo>
                  <a:pt x="1709470" y="285568"/>
                  <a:pt x="1705659" y="287702"/>
                  <a:pt x="1701848" y="286712"/>
                </a:cubicBezTo>
                <a:cubicBezTo>
                  <a:pt x="1698856" y="286173"/>
                  <a:pt x="1696243" y="284366"/>
                  <a:pt x="1694683" y="281758"/>
                </a:cubicBezTo>
                <a:cubicBezTo>
                  <a:pt x="1692244" y="274973"/>
                  <a:pt x="1695521" y="272992"/>
                  <a:pt x="1683708" y="262168"/>
                </a:cubicBezTo>
                <a:cubicBezTo>
                  <a:pt x="1679250" y="257166"/>
                  <a:pt x="1675101" y="251897"/>
                  <a:pt x="1671283" y="246391"/>
                </a:cubicBezTo>
                <a:cubicBezTo>
                  <a:pt x="1668959" y="243335"/>
                  <a:pt x="1666412" y="240457"/>
                  <a:pt x="1663661" y="237778"/>
                </a:cubicBezTo>
                <a:cubicBezTo>
                  <a:pt x="1655886" y="232062"/>
                  <a:pt x="1648951" y="224135"/>
                  <a:pt x="1646359" y="222534"/>
                </a:cubicBezTo>
                <a:cubicBezTo>
                  <a:pt x="1645444" y="222001"/>
                  <a:pt x="1640261" y="234348"/>
                  <a:pt x="1634393" y="240675"/>
                </a:cubicBezTo>
                <a:cubicBezTo>
                  <a:pt x="1628524" y="247001"/>
                  <a:pt x="1624255" y="249973"/>
                  <a:pt x="1617090" y="257595"/>
                </a:cubicBezTo>
                <a:cubicBezTo>
                  <a:pt x="1611861" y="262230"/>
                  <a:pt x="1605847" y="265896"/>
                  <a:pt x="1599331" y="268419"/>
                </a:cubicBezTo>
                <a:cubicBezTo>
                  <a:pt x="1596358" y="270400"/>
                  <a:pt x="1589575" y="273449"/>
                  <a:pt x="1586145" y="275583"/>
                </a:cubicBezTo>
                <a:cubicBezTo>
                  <a:pt x="1582715" y="277717"/>
                  <a:pt x="1576694" y="277412"/>
                  <a:pt x="1574026" y="278709"/>
                </a:cubicBezTo>
                <a:cubicBezTo>
                  <a:pt x="1571913" y="279535"/>
                  <a:pt x="1569662" y="279948"/>
                  <a:pt x="1567394" y="279928"/>
                </a:cubicBezTo>
                <a:cubicBezTo>
                  <a:pt x="1565565" y="279623"/>
                  <a:pt x="1564270" y="277032"/>
                  <a:pt x="1562897" y="276041"/>
                </a:cubicBezTo>
                <a:cubicBezTo>
                  <a:pt x="1561526" y="275050"/>
                  <a:pt x="1561526" y="270095"/>
                  <a:pt x="1559467" y="269181"/>
                </a:cubicBezTo>
                <a:cubicBezTo>
                  <a:pt x="1557481" y="268693"/>
                  <a:pt x="1555543" y="268030"/>
                  <a:pt x="1553675" y="267199"/>
                </a:cubicBezTo>
                <a:cubicBezTo>
                  <a:pt x="1552455" y="266056"/>
                  <a:pt x="1553446" y="264151"/>
                  <a:pt x="1557409" y="262855"/>
                </a:cubicBezTo>
                <a:cubicBezTo>
                  <a:pt x="1560570" y="261782"/>
                  <a:pt x="1563476" y="260069"/>
                  <a:pt x="1565946" y="257824"/>
                </a:cubicBezTo>
                <a:cubicBezTo>
                  <a:pt x="1568042" y="256574"/>
                  <a:pt x="1570008" y="255118"/>
                  <a:pt x="1571816" y="253480"/>
                </a:cubicBezTo>
                <a:cubicBezTo>
                  <a:pt x="1572501" y="252641"/>
                  <a:pt x="1574940" y="252260"/>
                  <a:pt x="1575932" y="251650"/>
                </a:cubicBezTo>
                <a:cubicBezTo>
                  <a:pt x="1585605" y="243451"/>
                  <a:pt x="1594768" y="234670"/>
                  <a:pt x="1603371" y="225354"/>
                </a:cubicBezTo>
                <a:cubicBezTo>
                  <a:pt x="1608289" y="220055"/>
                  <a:pt x="1611915" y="213690"/>
                  <a:pt x="1613965" y="206757"/>
                </a:cubicBezTo>
                <a:cubicBezTo>
                  <a:pt x="1615263" y="204413"/>
                  <a:pt x="1616018" y="201808"/>
                  <a:pt x="1616176" y="199135"/>
                </a:cubicBezTo>
                <a:cubicBezTo>
                  <a:pt x="1615947" y="197915"/>
                  <a:pt x="1612288" y="199135"/>
                  <a:pt x="1610688" y="199135"/>
                </a:cubicBezTo>
                <a:cubicBezTo>
                  <a:pt x="1609087" y="199135"/>
                  <a:pt x="1608097" y="199058"/>
                  <a:pt x="1606495" y="199135"/>
                </a:cubicBezTo>
                <a:cubicBezTo>
                  <a:pt x="1604895" y="199211"/>
                  <a:pt x="1602685" y="200659"/>
                  <a:pt x="1600855" y="200659"/>
                </a:cubicBezTo>
                <a:cubicBezTo>
                  <a:pt x="1599103" y="201269"/>
                  <a:pt x="1597196" y="201269"/>
                  <a:pt x="1595444" y="200659"/>
                </a:cubicBezTo>
                <a:cubicBezTo>
                  <a:pt x="1592547" y="199744"/>
                  <a:pt x="1591022" y="197305"/>
                  <a:pt x="1587135" y="196772"/>
                </a:cubicBezTo>
                <a:cubicBezTo>
                  <a:pt x="1581890" y="194911"/>
                  <a:pt x="1578144" y="190251"/>
                  <a:pt x="1577455" y="184728"/>
                </a:cubicBezTo>
                <a:cubicBezTo>
                  <a:pt x="1576797" y="181902"/>
                  <a:pt x="1577802" y="178947"/>
                  <a:pt x="1580047" y="177106"/>
                </a:cubicBezTo>
                <a:cubicBezTo>
                  <a:pt x="1582029" y="175659"/>
                  <a:pt x="1583019" y="173601"/>
                  <a:pt x="1584621" y="172381"/>
                </a:cubicBezTo>
                <a:cubicBezTo>
                  <a:pt x="1586221" y="171161"/>
                  <a:pt x="1589117" y="171009"/>
                  <a:pt x="1590413" y="170171"/>
                </a:cubicBezTo>
                <a:cubicBezTo>
                  <a:pt x="1591709" y="169332"/>
                  <a:pt x="1593081" y="167808"/>
                  <a:pt x="1595291" y="166969"/>
                </a:cubicBezTo>
                <a:cubicBezTo>
                  <a:pt x="1597502" y="166131"/>
                  <a:pt x="1603142" y="166969"/>
                  <a:pt x="1607182" y="166969"/>
                </a:cubicBezTo>
                <a:cubicBezTo>
                  <a:pt x="1614125" y="166057"/>
                  <a:pt x="1620799" y="163694"/>
                  <a:pt x="1626771" y="160033"/>
                </a:cubicBezTo>
                <a:cubicBezTo>
                  <a:pt x="1626563" y="153801"/>
                  <a:pt x="1627844" y="147608"/>
                  <a:pt x="1630505" y="141969"/>
                </a:cubicBezTo>
                <a:cubicBezTo>
                  <a:pt x="1631406" y="138225"/>
                  <a:pt x="1631842" y="134386"/>
                  <a:pt x="1631801" y="130536"/>
                </a:cubicBezTo>
                <a:cubicBezTo>
                  <a:pt x="1632219" y="127253"/>
                  <a:pt x="1632038" y="123922"/>
                  <a:pt x="1631268" y="120703"/>
                </a:cubicBezTo>
                <a:cubicBezTo>
                  <a:pt x="1631191" y="117959"/>
                  <a:pt x="1632715" y="117654"/>
                  <a:pt x="1634317" y="117197"/>
                </a:cubicBezTo>
                <a:cubicBezTo>
                  <a:pt x="1639347" y="115825"/>
                  <a:pt x="1639271" y="117731"/>
                  <a:pt x="1641939" y="117807"/>
                </a:cubicBezTo>
                <a:cubicBezTo>
                  <a:pt x="1644606" y="117883"/>
                  <a:pt x="1645063" y="115444"/>
                  <a:pt x="1647883" y="115902"/>
                </a:cubicBezTo>
                <a:close/>
                <a:moveTo>
                  <a:pt x="592838" y="113463"/>
                </a:moveTo>
                <a:cubicBezTo>
                  <a:pt x="594286" y="113616"/>
                  <a:pt x="595963" y="116055"/>
                  <a:pt x="598478" y="116588"/>
                </a:cubicBezTo>
                <a:cubicBezTo>
                  <a:pt x="600993" y="117121"/>
                  <a:pt x="604576" y="117045"/>
                  <a:pt x="607472" y="117579"/>
                </a:cubicBezTo>
                <a:cubicBezTo>
                  <a:pt x="608997" y="117579"/>
                  <a:pt x="615094" y="117579"/>
                  <a:pt x="616619" y="117579"/>
                </a:cubicBezTo>
                <a:cubicBezTo>
                  <a:pt x="618680" y="117705"/>
                  <a:pt x="620697" y="118222"/>
                  <a:pt x="622564" y="119104"/>
                </a:cubicBezTo>
                <a:cubicBezTo>
                  <a:pt x="623479" y="119637"/>
                  <a:pt x="626680" y="120323"/>
                  <a:pt x="627823" y="121619"/>
                </a:cubicBezTo>
                <a:cubicBezTo>
                  <a:pt x="630412" y="124018"/>
                  <a:pt x="632351" y="127034"/>
                  <a:pt x="633464" y="130384"/>
                </a:cubicBezTo>
                <a:lnTo>
                  <a:pt x="632472" y="130765"/>
                </a:lnTo>
                <a:cubicBezTo>
                  <a:pt x="632854" y="133509"/>
                  <a:pt x="632015" y="134424"/>
                  <a:pt x="632015" y="136558"/>
                </a:cubicBezTo>
                <a:cubicBezTo>
                  <a:pt x="632351" y="139495"/>
                  <a:pt x="632351" y="142462"/>
                  <a:pt x="632015" y="145399"/>
                </a:cubicBezTo>
                <a:cubicBezTo>
                  <a:pt x="631634" y="146924"/>
                  <a:pt x="629347" y="150658"/>
                  <a:pt x="627518" y="155004"/>
                </a:cubicBezTo>
                <a:cubicBezTo>
                  <a:pt x="626868" y="158274"/>
                  <a:pt x="626435" y="161584"/>
                  <a:pt x="626223" y="164912"/>
                </a:cubicBezTo>
                <a:cubicBezTo>
                  <a:pt x="626147" y="169561"/>
                  <a:pt x="625918" y="172992"/>
                  <a:pt x="625232" y="182900"/>
                </a:cubicBezTo>
                <a:cubicBezTo>
                  <a:pt x="625079" y="186254"/>
                  <a:pt x="624164" y="189379"/>
                  <a:pt x="623631" y="193876"/>
                </a:cubicBezTo>
                <a:cubicBezTo>
                  <a:pt x="623403" y="195552"/>
                  <a:pt x="622945" y="200278"/>
                  <a:pt x="622945" y="203174"/>
                </a:cubicBezTo>
                <a:cubicBezTo>
                  <a:pt x="622869" y="207519"/>
                  <a:pt x="624850" y="208358"/>
                  <a:pt x="625079" y="209501"/>
                </a:cubicBezTo>
                <a:cubicBezTo>
                  <a:pt x="625308" y="210644"/>
                  <a:pt x="625384" y="210873"/>
                  <a:pt x="625689" y="213159"/>
                </a:cubicBezTo>
                <a:cubicBezTo>
                  <a:pt x="625994" y="215446"/>
                  <a:pt x="627290" y="216513"/>
                  <a:pt x="626908" y="218876"/>
                </a:cubicBezTo>
                <a:cubicBezTo>
                  <a:pt x="626527" y="221239"/>
                  <a:pt x="624545" y="225203"/>
                  <a:pt x="623479" y="231147"/>
                </a:cubicBezTo>
                <a:cubicBezTo>
                  <a:pt x="622925" y="233850"/>
                  <a:pt x="621374" y="236245"/>
                  <a:pt x="619134" y="237855"/>
                </a:cubicBezTo>
                <a:cubicBezTo>
                  <a:pt x="615265" y="241093"/>
                  <a:pt x="610886" y="243668"/>
                  <a:pt x="606176" y="245477"/>
                </a:cubicBezTo>
                <a:cubicBezTo>
                  <a:pt x="600993" y="247154"/>
                  <a:pt x="597793" y="254319"/>
                  <a:pt x="594820" y="256224"/>
                </a:cubicBezTo>
                <a:cubicBezTo>
                  <a:pt x="590941" y="258262"/>
                  <a:pt x="586945" y="260069"/>
                  <a:pt x="582853" y="261636"/>
                </a:cubicBezTo>
                <a:cubicBezTo>
                  <a:pt x="577401" y="263987"/>
                  <a:pt x="572277" y="267036"/>
                  <a:pt x="567609" y="270706"/>
                </a:cubicBezTo>
                <a:cubicBezTo>
                  <a:pt x="564613" y="272315"/>
                  <a:pt x="561475" y="273641"/>
                  <a:pt x="558234" y="274670"/>
                </a:cubicBezTo>
                <a:cubicBezTo>
                  <a:pt x="553646" y="278564"/>
                  <a:pt x="548752" y="282081"/>
                  <a:pt x="543599" y="285189"/>
                </a:cubicBezTo>
                <a:cubicBezTo>
                  <a:pt x="540627" y="286484"/>
                  <a:pt x="537045" y="279701"/>
                  <a:pt x="534224" y="276728"/>
                </a:cubicBezTo>
                <a:cubicBezTo>
                  <a:pt x="532339" y="275026"/>
                  <a:pt x="530326" y="273472"/>
                  <a:pt x="528203" y="272079"/>
                </a:cubicBezTo>
                <a:cubicBezTo>
                  <a:pt x="526526" y="270706"/>
                  <a:pt x="527136" y="266819"/>
                  <a:pt x="526526" y="264457"/>
                </a:cubicBezTo>
                <a:cubicBezTo>
                  <a:pt x="525916" y="262093"/>
                  <a:pt x="524392" y="258892"/>
                  <a:pt x="524392" y="257825"/>
                </a:cubicBezTo>
                <a:cubicBezTo>
                  <a:pt x="524550" y="255587"/>
                  <a:pt x="525970" y="253634"/>
                  <a:pt x="528051" y="252794"/>
                </a:cubicBezTo>
                <a:cubicBezTo>
                  <a:pt x="529728" y="252260"/>
                  <a:pt x="532090" y="253023"/>
                  <a:pt x="533691" y="252260"/>
                </a:cubicBezTo>
                <a:cubicBezTo>
                  <a:pt x="536751" y="250778"/>
                  <a:pt x="539682" y="249045"/>
                  <a:pt x="542456" y="247077"/>
                </a:cubicBezTo>
                <a:cubicBezTo>
                  <a:pt x="545374" y="245400"/>
                  <a:pt x="548538" y="244192"/>
                  <a:pt x="551831" y="243496"/>
                </a:cubicBezTo>
                <a:cubicBezTo>
                  <a:pt x="557448" y="240884"/>
                  <a:pt x="562873" y="237878"/>
                  <a:pt x="568066" y="234501"/>
                </a:cubicBezTo>
                <a:cubicBezTo>
                  <a:pt x="570734" y="233053"/>
                  <a:pt x="575688" y="230615"/>
                  <a:pt x="575688" y="226879"/>
                </a:cubicBezTo>
                <a:cubicBezTo>
                  <a:pt x="575897" y="221134"/>
                  <a:pt x="575744" y="215380"/>
                  <a:pt x="575231" y="209654"/>
                </a:cubicBezTo>
                <a:cubicBezTo>
                  <a:pt x="574393" y="207900"/>
                  <a:pt x="571191" y="207215"/>
                  <a:pt x="571192" y="207215"/>
                </a:cubicBezTo>
                <a:cubicBezTo>
                  <a:pt x="568717" y="207934"/>
                  <a:pt x="566146" y="208268"/>
                  <a:pt x="563570" y="208205"/>
                </a:cubicBezTo>
                <a:cubicBezTo>
                  <a:pt x="561119" y="208885"/>
                  <a:pt x="558724" y="209751"/>
                  <a:pt x="556405" y="210796"/>
                </a:cubicBezTo>
                <a:cubicBezTo>
                  <a:pt x="554956" y="211483"/>
                  <a:pt x="552365" y="212169"/>
                  <a:pt x="550993" y="211483"/>
                </a:cubicBezTo>
                <a:cubicBezTo>
                  <a:pt x="549435" y="211072"/>
                  <a:pt x="548147" y="209979"/>
                  <a:pt x="547487" y="208510"/>
                </a:cubicBezTo>
                <a:cubicBezTo>
                  <a:pt x="546491" y="205665"/>
                  <a:pt x="545951" y="202681"/>
                  <a:pt x="545887" y="199669"/>
                </a:cubicBezTo>
                <a:cubicBezTo>
                  <a:pt x="544974" y="197732"/>
                  <a:pt x="544456" y="195633"/>
                  <a:pt x="544361" y="193495"/>
                </a:cubicBezTo>
                <a:cubicBezTo>
                  <a:pt x="545060" y="189367"/>
                  <a:pt x="545290" y="185173"/>
                  <a:pt x="545048" y="180995"/>
                </a:cubicBezTo>
                <a:cubicBezTo>
                  <a:pt x="545048" y="176040"/>
                  <a:pt x="549163" y="174363"/>
                  <a:pt x="552670" y="173754"/>
                </a:cubicBezTo>
                <a:cubicBezTo>
                  <a:pt x="556176" y="173144"/>
                  <a:pt x="559301" y="170552"/>
                  <a:pt x="562807" y="170553"/>
                </a:cubicBezTo>
                <a:cubicBezTo>
                  <a:pt x="565359" y="170630"/>
                  <a:pt x="567913" y="170452"/>
                  <a:pt x="570429" y="170019"/>
                </a:cubicBezTo>
                <a:cubicBezTo>
                  <a:pt x="574042" y="168974"/>
                  <a:pt x="577482" y="167408"/>
                  <a:pt x="580643" y="165370"/>
                </a:cubicBezTo>
                <a:cubicBezTo>
                  <a:pt x="582624" y="162473"/>
                  <a:pt x="585597" y="160644"/>
                  <a:pt x="585597" y="156070"/>
                </a:cubicBezTo>
                <a:cubicBezTo>
                  <a:pt x="586054" y="147458"/>
                  <a:pt x="588722" y="143646"/>
                  <a:pt x="588722" y="136024"/>
                </a:cubicBezTo>
                <a:cubicBezTo>
                  <a:pt x="589065" y="131156"/>
                  <a:pt x="587187" y="126393"/>
                  <a:pt x="583615" y="123067"/>
                </a:cubicBezTo>
                <a:cubicBezTo>
                  <a:pt x="582892" y="121955"/>
                  <a:pt x="582892" y="120521"/>
                  <a:pt x="583615" y="119408"/>
                </a:cubicBezTo>
                <a:cubicBezTo>
                  <a:pt x="585732" y="118230"/>
                  <a:pt x="587659" y="116740"/>
                  <a:pt x="589332" y="114987"/>
                </a:cubicBezTo>
                <a:cubicBezTo>
                  <a:pt x="590109" y="113846"/>
                  <a:pt x="591473" y="113253"/>
                  <a:pt x="592838" y="113463"/>
                </a:cubicBezTo>
                <a:close/>
                <a:moveTo>
                  <a:pt x="701072" y="103326"/>
                </a:moveTo>
                <a:cubicBezTo>
                  <a:pt x="704578" y="103478"/>
                  <a:pt x="705035" y="105460"/>
                  <a:pt x="706636" y="106604"/>
                </a:cubicBezTo>
                <a:cubicBezTo>
                  <a:pt x="708098" y="107270"/>
                  <a:pt x="709679" y="107633"/>
                  <a:pt x="711285" y="107671"/>
                </a:cubicBezTo>
                <a:cubicBezTo>
                  <a:pt x="712733" y="107899"/>
                  <a:pt x="714105" y="109958"/>
                  <a:pt x="714868" y="111710"/>
                </a:cubicBezTo>
                <a:cubicBezTo>
                  <a:pt x="716563" y="115217"/>
                  <a:pt x="717547" y="119026"/>
                  <a:pt x="717764" y="122915"/>
                </a:cubicBezTo>
                <a:cubicBezTo>
                  <a:pt x="717459" y="131223"/>
                  <a:pt x="711590" y="133052"/>
                  <a:pt x="709456" y="138159"/>
                </a:cubicBezTo>
                <a:cubicBezTo>
                  <a:pt x="708617" y="140626"/>
                  <a:pt x="708079" y="143185"/>
                  <a:pt x="707855" y="145781"/>
                </a:cubicBezTo>
                <a:cubicBezTo>
                  <a:pt x="708617" y="149973"/>
                  <a:pt x="712885" y="151117"/>
                  <a:pt x="714715" y="148144"/>
                </a:cubicBezTo>
                <a:cubicBezTo>
                  <a:pt x="718145" y="147382"/>
                  <a:pt x="719212" y="145400"/>
                  <a:pt x="721575" y="144256"/>
                </a:cubicBezTo>
                <a:cubicBezTo>
                  <a:pt x="723938" y="143114"/>
                  <a:pt x="727292" y="146924"/>
                  <a:pt x="732627" y="148144"/>
                </a:cubicBezTo>
                <a:cubicBezTo>
                  <a:pt x="735600" y="148830"/>
                  <a:pt x="736819" y="156223"/>
                  <a:pt x="738800" y="159653"/>
                </a:cubicBezTo>
                <a:cubicBezTo>
                  <a:pt x="739696" y="162304"/>
                  <a:pt x="740134" y="165088"/>
                  <a:pt x="740096" y="167885"/>
                </a:cubicBezTo>
                <a:cubicBezTo>
                  <a:pt x="739990" y="170001"/>
                  <a:pt x="738445" y="171768"/>
                  <a:pt x="736361" y="172154"/>
                </a:cubicBezTo>
                <a:cubicBezTo>
                  <a:pt x="733694" y="172763"/>
                  <a:pt x="732093" y="173144"/>
                  <a:pt x="728739" y="174135"/>
                </a:cubicBezTo>
                <a:cubicBezTo>
                  <a:pt x="726235" y="175216"/>
                  <a:pt x="723978" y="176798"/>
                  <a:pt x="722109" y="178784"/>
                </a:cubicBezTo>
                <a:cubicBezTo>
                  <a:pt x="719136" y="180918"/>
                  <a:pt x="716010" y="181376"/>
                  <a:pt x="712809" y="183967"/>
                </a:cubicBezTo>
                <a:cubicBezTo>
                  <a:pt x="708407" y="187316"/>
                  <a:pt x="703380" y="189752"/>
                  <a:pt x="698023" y="191132"/>
                </a:cubicBezTo>
                <a:cubicBezTo>
                  <a:pt x="695286" y="196190"/>
                  <a:pt x="693552" y="201728"/>
                  <a:pt x="692916" y="207443"/>
                </a:cubicBezTo>
                <a:cubicBezTo>
                  <a:pt x="692573" y="209994"/>
                  <a:pt x="692754" y="212588"/>
                  <a:pt x="693450" y="215065"/>
                </a:cubicBezTo>
                <a:cubicBezTo>
                  <a:pt x="694745" y="219639"/>
                  <a:pt x="693602" y="223984"/>
                  <a:pt x="697565" y="228557"/>
                </a:cubicBezTo>
                <a:cubicBezTo>
                  <a:pt x="700646" y="231465"/>
                  <a:pt x="704624" y="233238"/>
                  <a:pt x="708846" y="233587"/>
                </a:cubicBezTo>
                <a:cubicBezTo>
                  <a:pt x="711571" y="233634"/>
                  <a:pt x="714282" y="233993"/>
                  <a:pt x="716926" y="234655"/>
                </a:cubicBezTo>
                <a:cubicBezTo>
                  <a:pt x="718781" y="235270"/>
                  <a:pt x="720697" y="235679"/>
                  <a:pt x="722642" y="235874"/>
                </a:cubicBezTo>
                <a:cubicBezTo>
                  <a:pt x="724335" y="237019"/>
                  <a:pt x="726262" y="237775"/>
                  <a:pt x="728282" y="238084"/>
                </a:cubicBezTo>
                <a:cubicBezTo>
                  <a:pt x="731258" y="237961"/>
                  <a:pt x="734236" y="238269"/>
                  <a:pt x="737124" y="238999"/>
                </a:cubicBezTo>
                <a:lnTo>
                  <a:pt x="737505" y="239151"/>
                </a:lnTo>
                <a:cubicBezTo>
                  <a:pt x="741392" y="241508"/>
                  <a:pt x="743376" y="246056"/>
                  <a:pt x="742459" y="250509"/>
                </a:cubicBezTo>
                <a:cubicBezTo>
                  <a:pt x="741222" y="254805"/>
                  <a:pt x="739746" y="259028"/>
                  <a:pt x="738039" y="263161"/>
                </a:cubicBezTo>
                <a:cubicBezTo>
                  <a:pt x="736971" y="266514"/>
                  <a:pt x="736285" y="270021"/>
                  <a:pt x="734380" y="271469"/>
                </a:cubicBezTo>
                <a:cubicBezTo>
                  <a:pt x="732474" y="272917"/>
                  <a:pt x="727597" y="271850"/>
                  <a:pt x="724853" y="272917"/>
                </a:cubicBezTo>
                <a:cubicBezTo>
                  <a:pt x="721878" y="274190"/>
                  <a:pt x="718706" y="274938"/>
                  <a:pt x="715477" y="275127"/>
                </a:cubicBezTo>
                <a:cubicBezTo>
                  <a:pt x="713190" y="275127"/>
                  <a:pt x="710370" y="272917"/>
                  <a:pt x="708922" y="272307"/>
                </a:cubicBezTo>
                <a:cubicBezTo>
                  <a:pt x="705638" y="271329"/>
                  <a:pt x="702196" y="270992"/>
                  <a:pt x="698785" y="271317"/>
                </a:cubicBezTo>
                <a:cubicBezTo>
                  <a:pt x="696041" y="271317"/>
                  <a:pt x="688800" y="271317"/>
                  <a:pt x="688800" y="271317"/>
                </a:cubicBezTo>
                <a:cubicBezTo>
                  <a:pt x="687275" y="271317"/>
                  <a:pt x="683998" y="269563"/>
                  <a:pt x="680340" y="268877"/>
                </a:cubicBezTo>
                <a:cubicBezTo>
                  <a:pt x="676681" y="268192"/>
                  <a:pt x="670659" y="269030"/>
                  <a:pt x="667992" y="268192"/>
                </a:cubicBezTo>
                <a:cubicBezTo>
                  <a:pt x="665742" y="267382"/>
                  <a:pt x="663633" y="266225"/>
                  <a:pt x="661742" y="264761"/>
                </a:cubicBezTo>
                <a:cubicBezTo>
                  <a:pt x="659373" y="261957"/>
                  <a:pt x="657422" y="258825"/>
                  <a:pt x="655949" y="255463"/>
                </a:cubicBezTo>
                <a:cubicBezTo>
                  <a:pt x="655394" y="251882"/>
                  <a:pt x="655139" y="248262"/>
                  <a:pt x="655186" y="244639"/>
                </a:cubicBezTo>
                <a:cubicBezTo>
                  <a:pt x="654882" y="242582"/>
                  <a:pt x="652518" y="233282"/>
                  <a:pt x="652518" y="231758"/>
                </a:cubicBezTo>
                <a:lnTo>
                  <a:pt x="651986" y="223679"/>
                </a:lnTo>
                <a:cubicBezTo>
                  <a:pt x="651978" y="221106"/>
                  <a:pt x="651645" y="218545"/>
                  <a:pt x="650995" y="216057"/>
                </a:cubicBezTo>
                <a:cubicBezTo>
                  <a:pt x="650047" y="212141"/>
                  <a:pt x="649637" y="208115"/>
                  <a:pt x="649775" y="204090"/>
                </a:cubicBezTo>
                <a:cubicBezTo>
                  <a:pt x="649699" y="197840"/>
                  <a:pt x="651528" y="196849"/>
                  <a:pt x="652976" y="184806"/>
                </a:cubicBezTo>
                <a:cubicBezTo>
                  <a:pt x="653128" y="183586"/>
                  <a:pt x="655644" y="179928"/>
                  <a:pt x="655644" y="178784"/>
                </a:cubicBezTo>
                <a:cubicBezTo>
                  <a:pt x="656101" y="172839"/>
                  <a:pt x="657397" y="172915"/>
                  <a:pt x="657930" y="168876"/>
                </a:cubicBezTo>
                <a:cubicBezTo>
                  <a:pt x="658464" y="164836"/>
                  <a:pt x="660065" y="159958"/>
                  <a:pt x="660065" y="158739"/>
                </a:cubicBezTo>
                <a:cubicBezTo>
                  <a:pt x="660979" y="152564"/>
                  <a:pt x="660979" y="144561"/>
                  <a:pt x="660980" y="142961"/>
                </a:cubicBezTo>
                <a:cubicBezTo>
                  <a:pt x="661286" y="139668"/>
                  <a:pt x="662055" y="136435"/>
                  <a:pt x="663266" y="133357"/>
                </a:cubicBezTo>
                <a:cubicBezTo>
                  <a:pt x="664681" y="128351"/>
                  <a:pt x="665775" y="123259"/>
                  <a:pt x="666544" y="118113"/>
                </a:cubicBezTo>
                <a:cubicBezTo>
                  <a:pt x="666287" y="114628"/>
                  <a:pt x="666415" y="111127"/>
                  <a:pt x="666925" y="107671"/>
                </a:cubicBezTo>
                <a:cubicBezTo>
                  <a:pt x="667992" y="104012"/>
                  <a:pt x="669897" y="103402"/>
                  <a:pt x="672946" y="103402"/>
                </a:cubicBezTo>
                <a:cubicBezTo>
                  <a:pt x="674318" y="103326"/>
                  <a:pt x="678358" y="104927"/>
                  <a:pt x="680568" y="105003"/>
                </a:cubicBezTo>
                <a:cubicBezTo>
                  <a:pt x="682779" y="105079"/>
                  <a:pt x="685828" y="103555"/>
                  <a:pt x="687352" y="103555"/>
                </a:cubicBezTo>
                <a:cubicBezTo>
                  <a:pt x="689408" y="103835"/>
                  <a:pt x="691444" y="104242"/>
                  <a:pt x="693450" y="104775"/>
                </a:cubicBezTo>
                <a:cubicBezTo>
                  <a:pt x="695948" y="104092"/>
                  <a:pt x="698497" y="103608"/>
                  <a:pt x="701072" y="103326"/>
                </a:cubicBezTo>
                <a:close/>
                <a:moveTo>
                  <a:pt x="221646" y="102887"/>
                </a:moveTo>
                <a:cubicBezTo>
                  <a:pt x="218869" y="102887"/>
                  <a:pt x="217864" y="106013"/>
                  <a:pt x="217273" y="109074"/>
                </a:cubicBezTo>
                <a:lnTo>
                  <a:pt x="217273" y="109380"/>
                </a:lnTo>
                <a:cubicBezTo>
                  <a:pt x="216989" y="110976"/>
                  <a:pt x="213578" y="128466"/>
                  <a:pt x="213578" y="128466"/>
                </a:cubicBezTo>
                <a:lnTo>
                  <a:pt x="213294" y="129887"/>
                </a:lnTo>
                <a:lnTo>
                  <a:pt x="210583" y="129887"/>
                </a:lnTo>
                <a:cubicBezTo>
                  <a:pt x="188062" y="129979"/>
                  <a:pt x="165653" y="126745"/>
                  <a:pt x="144077" y="120289"/>
                </a:cubicBezTo>
                <a:cubicBezTo>
                  <a:pt x="144573" y="125512"/>
                  <a:pt x="146587" y="130475"/>
                  <a:pt x="149870" y="134566"/>
                </a:cubicBezTo>
                <a:cubicBezTo>
                  <a:pt x="153963" y="139448"/>
                  <a:pt x="159496" y="142906"/>
                  <a:pt x="165677" y="144448"/>
                </a:cubicBezTo>
                <a:lnTo>
                  <a:pt x="166989" y="144710"/>
                </a:lnTo>
                <a:lnTo>
                  <a:pt x="166989" y="146044"/>
                </a:lnTo>
                <a:lnTo>
                  <a:pt x="167076" y="146044"/>
                </a:lnTo>
                <a:cubicBezTo>
                  <a:pt x="167559" y="150499"/>
                  <a:pt x="169612" y="154638"/>
                  <a:pt x="172870" y="157718"/>
                </a:cubicBezTo>
                <a:cubicBezTo>
                  <a:pt x="176403" y="160327"/>
                  <a:pt x="180701" y="161686"/>
                  <a:pt x="185091" y="161588"/>
                </a:cubicBezTo>
                <a:cubicBezTo>
                  <a:pt x="186097" y="161588"/>
                  <a:pt x="186731" y="161588"/>
                  <a:pt x="186731" y="161588"/>
                </a:cubicBezTo>
                <a:lnTo>
                  <a:pt x="188108" y="161413"/>
                </a:lnTo>
                <a:lnTo>
                  <a:pt x="188589" y="162703"/>
                </a:lnTo>
                <a:cubicBezTo>
                  <a:pt x="190413" y="166415"/>
                  <a:pt x="193740" y="169170"/>
                  <a:pt x="197728" y="170268"/>
                </a:cubicBezTo>
                <a:cubicBezTo>
                  <a:pt x="199243" y="170738"/>
                  <a:pt x="200821" y="170974"/>
                  <a:pt x="202407" y="170967"/>
                </a:cubicBezTo>
                <a:cubicBezTo>
                  <a:pt x="204470" y="170965"/>
                  <a:pt x="206519" y="170609"/>
                  <a:pt x="208463" y="169918"/>
                </a:cubicBezTo>
                <a:lnTo>
                  <a:pt x="211676" y="168584"/>
                </a:lnTo>
                <a:lnTo>
                  <a:pt x="206954" y="187889"/>
                </a:lnTo>
                <a:lnTo>
                  <a:pt x="236687" y="187889"/>
                </a:lnTo>
                <a:lnTo>
                  <a:pt x="231943" y="168562"/>
                </a:lnTo>
                <a:lnTo>
                  <a:pt x="235179" y="169918"/>
                </a:lnTo>
                <a:cubicBezTo>
                  <a:pt x="237116" y="170611"/>
                  <a:pt x="239156" y="170967"/>
                  <a:pt x="241213" y="170967"/>
                </a:cubicBezTo>
                <a:cubicBezTo>
                  <a:pt x="242798" y="170972"/>
                  <a:pt x="244377" y="170738"/>
                  <a:pt x="245892" y="170268"/>
                </a:cubicBezTo>
                <a:cubicBezTo>
                  <a:pt x="249882" y="169172"/>
                  <a:pt x="253209" y="166418"/>
                  <a:pt x="255030" y="162703"/>
                </a:cubicBezTo>
                <a:lnTo>
                  <a:pt x="255511" y="161413"/>
                </a:lnTo>
                <a:lnTo>
                  <a:pt x="256889" y="161588"/>
                </a:lnTo>
                <a:cubicBezTo>
                  <a:pt x="256889" y="161588"/>
                  <a:pt x="257523" y="161588"/>
                  <a:pt x="258528" y="161588"/>
                </a:cubicBezTo>
                <a:cubicBezTo>
                  <a:pt x="262918" y="161686"/>
                  <a:pt x="267217" y="160327"/>
                  <a:pt x="270750" y="157718"/>
                </a:cubicBezTo>
                <a:cubicBezTo>
                  <a:pt x="274029" y="154647"/>
                  <a:pt x="276089" y="150493"/>
                  <a:pt x="276543" y="146022"/>
                </a:cubicBezTo>
                <a:lnTo>
                  <a:pt x="276543" y="144710"/>
                </a:lnTo>
                <a:lnTo>
                  <a:pt x="277855" y="144448"/>
                </a:lnTo>
                <a:cubicBezTo>
                  <a:pt x="284018" y="142882"/>
                  <a:pt x="289539" y="139426"/>
                  <a:pt x="293640" y="134566"/>
                </a:cubicBezTo>
                <a:cubicBezTo>
                  <a:pt x="296924" y="130475"/>
                  <a:pt x="298938" y="125512"/>
                  <a:pt x="299434" y="120289"/>
                </a:cubicBezTo>
                <a:cubicBezTo>
                  <a:pt x="277879" y="126739"/>
                  <a:pt x="255492" y="129972"/>
                  <a:pt x="232993" y="129887"/>
                </a:cubicBezTo>
                <a:lnTo>
                  <a:pt x="230282" y="129887"/>
                </a:lnTo>
                <a:lnTo>
                  <a:pt x="229997" y="128466"/>
                </a:lnTo>
                <a:cubicBezTo>
                  <a:pt x="229997" y="128466"/>
                  <a:pt x="226609" y="110888"/>
                  <a:pt x="226303" y="109380"/>
                </a:cubicBezTo>
                <a:lnTo>
                  <a:pt x="226303" y="109074"/>
                </a:lnTo>
                <a:cubicBezTo>
                  <a:pt x="225734" y="106013"/>
                  <a:pt x="224750" y="102887"/>
                  <a:pt x="221930" y="102887"/>
                </a:cubicBezTo>
                <a:close/>
                <a:moveTo>
                  <a:pt x="256036" y="102121"/>
                </a:moveTo>
                <a:cubicBezTo>
                  <a:pt x="259289" y="103252"/>
                  <a:pt x="262221" y="105149"/>
                  <a:pt x="264584" y="107653"/>
                </a:cubicBezTo>
                <a:cubicBezTo>
                  <a:pt x="261255" y="108374"/>
                  <a:pt x="257829" y="108560"/>
                  <a:pt x="254440" y="108199"/>
                </a:cubicBezTo>
                <a:cubicBezTo>
                  <a:pt x="250242" y="107762"/>
                  <a:pt x="246875" y="102690"/>
                  <a:pt x="246875" y="102690"/>
                </a:cubicBezTo>
                <a:cubicBezTo>
                  <a:pt x="249783" y="101503"/>
                  <a:pt x="253004" y="101302"/>
                  <a:pt x="256036" y="102121"/>
                </a:cubicBezTo>
                <a:close/>
                <a:moveTo>
                  <a:pt x="1220971" y="101191"/>
                </a:moveTo>
                <a:cubicBezTo>
                  <a:pt x="1223791" y="101191"/>
                  <a:pt x="1226078" y="104164"/>
                  <a:pt x="1228593" y="104164"/>
                </a:cubicBezTo>
                <a:cubicBezTo>
                  <a:pt x="1233703" y="103792"/>
                  <a:pt x="1238840" y="104177"/>
                  <a:pt x="1243837" y="105307"/>
                </a:cubicBezTo>
                <a:lnTo>
                  <a:pt x="1244524" y="105688"/>
                </a:lnTo>
                <a:cubicBezTo>
                  <a:pt x="1245438" y="106450"/>
                  <a:pt x="1246048" y="110947"/>
                  <a:pt x="1247115" y="111938"/>
                </a:cubicBezTo>
                <a:cubicBezTo>
                  <a:pt x="1250096" y="114745"/>
                  <a:pt x="1251963" y="118535"/>
                  <a:pt x="1252374" y="122609"/>
                </a:cubicBezTo>
                <a:cubicBezTo>
                  <a:pt x="1252146" y="125658"/>
                  <a:pt x="1248106" y="130536"/>
                  <a:pt x="1248106" y="131679"/>
                </a:cubicBezTo>
                <a:cubicBezTo>
                  <a:pt x="1248331" y="134612"/>
                  <a:pt x="1247638" y="137542"/>
                  <a:pt x="1246124" y="140063"/>
                </a:cubicBezTo>
                <a:cubicBezTo>
                  <a:pt x="1243059" y="144244"/>
                  <a:pt x="1240500" y="148772"/>
                  <a:pt x="1238502" y="153555"/>
                </a:cubicBezTo>
                <a:cubicBezTo>
                  <a:pt x="1237664" y="155155"/>
                  <a:pt x="1232481" y="159271"/>
                  <a:pt x="1231642" y="161177"/>
                </a:cubicBezTo>
                <a:cubicBezTo>
                  <a:pt x="1226459" y="172991"/>
                  <a:pt x="1220666" y="181223"/>
                  <a:pt x="1216398" y="193037"/>
                </a:cubicBezTo>
                <a:cubicBezTo>
                  <a:pt x="1215712" y="194942"/>
                  <a:pt x="1212740" y="198830"/>
                  <a:pt x="1211292" y="198144"/>
                </a:cubicBezTo>
                <a:cubicBezTo>
                  <a:pt x="1209304" y="197250"/>
                  <a:pt x="1207029" y="197250"/>
                  <a:pt x="1205041" y="198144"/>
                </a:cubicBezTo>
                <a:cubicBezTo>
                  <a:pt x="1204051" y="198982"/>
                  <a:pt x="1199858" y="198906"/>
                  <a:pt x="1198486" y="200278"/>
                </a:cubicBezTo>
                <a:cubicBezTo>
                  <a:pt x="1197114" y="201650"/>
                  <a:pt x="1190102" y="200583"/>
                  <a:pt x="1188730" y="203251"/>
                </a:cubicBezTo>
                <a:cubicBezTo>
                  <a:pt x="1187739" y="205695"/>
                  <a:pt x="1187739" y="208429"/>
                  <a:pt x="1188730" y="210873"/>
                </a:cubicBezTo>
                <a:cubicBezTo>
                  <a:pt x="1190941" y="213464"/>
                  <a:pt x="1195438" y="210873"/>
                  <a:pt x="1196352" y="209501"/>
                </a:cubicBezTo>
                <a:cubicBezTo>
                  <a:pt x="1197820" y="207738"/>
                  <a:pt x="1200004" y="206730"/>
                  <a:pt x="1202297" y="206757"/>
                </a:cubicBezTo>
                <a:cubicBezTo>
                  <a:pt x="1204941" y="207911"/>
                  <a:pt x="1207700" y="208780"/>
                  <a:pt x="1210529" y="209348"/>
                </a:cubicBezTo>
                <a:cubicBezTo>
                  <a:pt x="1212406" y="209646"/>
                  <a:pt x="1213792" y="211259"/>
                  <a:pt x="1213807" y="213159"/>
                </a:cubicBezTo>
                <a:cubicBezTo>
                  <a:pt x="1213854" y="216718"/>
                  <a:pt x="1214578" y="220237"/>
                  <a:pt x="1215941" y="223525"/>
                </a:cubicBezTo>
                <a:cubicBezTo>
                  <a:pt x="1216003" y="225054"/>
                  <a:pt x="1215546" y="226557"/>
                  <a:pt x="1214645" y="227793"/>
                </a:cubicBezTo>
                <a:cubicBezTo>
                  <a:pt x="1212337" y="229862"/>
                  <a:pt x="1209776" y="231629"/>
                  <a:pt x="1207023" y="233052"/>
                </a:cubicBezTo>
                <a:cubicBezTo>
                  <a:pt x="1205193" y="234196"/>
                  <a:pt x="1201078" y="234501"/>
                  <a:pt x="1198486" y="236178"/>
                </a:cubicBezTo>
                <a:cubicBezTo>
                  <a:pt x="1196913" y="237358"/>
                  <a:pt x="1195939" y="239169"/>
                  <a:pt x="1195819" y="241132"/>
                </a:cubicBezTo>
                <a:cubicBezTo>
                  <a:pt x="1195819" y="244410"/>
                  <a:pt x="1198334" y="244410"/>
                  <a:pt x="1199934" y="244410"/>
                </a:cubicBezTo>
                <a:cubicBezTo>
                  <a:pt x="1201535" y="244410"/>
                  <a:pt x="1208166" y="242276"/>
                  <a:pt x="1211292" y="242276"/>
                </a:cubicBezTo>
                <a:cubicBezTo>
                  <a:pt x="1214136" y="242419"/>
                  <a:pt x="1216984" y="242419"/>
                  <a:pt x="1219828" y="242276"/>
                </a:cubicBezTo>
                <a:cubicBezTo>
                  <a:pt x="1223231" y="241126"/>
                  <a:pt x="1226765" y="240409"/>
                  <a:pt x="1230346" y="240142"/>
                </a:cubicBezTo>
                <a:cubicBezTo>
                  <a:pt x="1233700" y="240980"/>
                  <a:pt x="1237435" y="237855"/>
                  <a:pt x="1239569" y="240142"/>
                </a:cubicBezTo>
                <a:cubicBezTo>
                  <a:pt x="1239569" y="244105"/>
                  <a:pt x="1247191" y="245934"/>
                  <a:pt x="1247191" y="252108"/>
                </a:cubicBezTo>
                <a:cubicBezTo>
                  <a:pt x="1247191" y="260950"/>
                  <a:pt x="1241322" y="270935"/>
                  <a:pt x="1233700" y="271545"/>
                </a:cubicBezTo>
                <a:cubicBezTo>
                  <a:pt x="1230498" y="271849"/>
                  <a:pt x="1232709" y="269410"/>
                  <a:pt x="1221429" y="269410"/>
                </a:cubicBezTo>
                <a:cubicBezTo>
                  <a:pt x="1211368" y="269562"/>
                  <a:pt x="1202754" y="270248"/>
                  <a:pt x="1201154" y="270248"/>
                </a:cubicBezTo>
                <a:cubicBezTo>
                  <a:pt x="1197458" y="270295"/>
                  <a:pt x="1193764" y="270065"/>
                  <a:pt x="1190102" y="269562"/>
                </a:cubicBezTo>
                <a:cubicBezTo>
                  <a:pt x="1186854" y="269631"/>
                  <a:pt x="1183616" y="269962"/>
                  <a:pt x="1180422" y="270554"/>
                </a:cubicBezTo>
                <a:cubicBezTo>
                  <a:pt x="1176872" y="271467"/>
                  <a:pt x="1173252" y="272079"/>
                  <a:pt x="1169599" y="272383"/>
                </a:cubicBezTo>
                <a:cubicBezTo>
                  <a:pt x="1165070" y="272318"/>
                  <a:pt x="1160579" y="273200"/>
                  <a:pt x="1156413" y="274974"/>
                </a:cubicBezTo>
                <a:cubicBezTo>
                  <a:pt x="1151923" y="275892"/>
                  <a:pt x="1147352" y="276351"/>
                  <a:pt x="1142769" y="276346"/>
                </a:cubicBezTo>
                <a:cubicBezTo>
                  <a:pt x="1138260" y="278266"/>
                  <a:pt x="1133559" y="279697"/>
                  <a:pt x="1128745" y="280614"/>
                </a:cubicBezTo>
                <a:cubicBezTo>
                  <a:pt x="1126153" y="280919"/>
                  <a:pt x="1120132" y="280157"/>
                  <a:pt x="1119903" y="275965"/>
                </a:cubicBezTo>
                <a:cubicBezTo>
                  <a:pt x="1119674" y="271773"/>
                  <a:pt x="1117388" y="269562"/>
                  <a:pt x="1117922" y="264151"/>
                </a:cubicBezTo>
                <a:cubicBezTo>
                  <a:pt x="1118379" y="262550"/>
                  <a:pt x="1118379" y="259959"/>
                  <a:pt x="1118378" y="258739"/>
                </a:cubicBezTo>
                <a:cubicBezTo>
                  <a:pt x="1118392" y="256318"/>
                  <a:pt x="1119481" y="254028"/>
                  <a:pt x="1121351" y="252489"/>
                </a:cubicBezTo>
                <a:cubicBezTo>
                  <a:pt x="1121884" y="252337"/>
                  <a:pt x="1123104" y="249669"/>
                  <a:pt x="1124628" y="249822"/>
                </a:cubicBezTo>
                <a:cubicBezTo>
                  <a:pt x="1126153" y="249974"/>
                  <a:pt x="1126458" y="251803"/>
                  <a:pt x="1128745" y="251803"/>
                </a:cubicBezTo>
                <a:cubicBezTo>
                  <a:pt x="1132905" y="250903"/>
                  <a:pt x="1136946" y="249522"/>
                  <a:pt x="1140788" y="247688"/>
                </a:cubicBezTo>
                <a:cubicBezTo>
                  <a:pt x="1145736" y="245160"/>
                  <a:pt x="1150826" y="242921"/>
                  <a:pt x="1156032" y="240980"/>
                </a:cubicBezTo>
                <a:cubicBezTo>
                  <a:pt x="1158013" y="238159"/>
                  <a:pt x="1154736" y="236712"/>
                  <a:pt x="1153516" y="236712"/>
                </a:cubicBezTo>
                <a:cubicBezTo>
                  <a:pt x="1151404" y="237282"/>
                  <a:pt x="1149153" y="236979"/>
                  <a:pt x="1147266" y="235873"/>
                </a:cubicBezTo>
                <a:cubicBezTo>
                  <a:pt x="1144142" y="235340"/>
                  <a:pt x="1142845" y="234578"/>
                  <a:pt x="1142007" y="233205"/>
                </a:cubicBezTo>
                <a:cubicBezTo>
                  <a:pt x="1141169" y="231834"/>
                  <a:pt x="1141778" y="230233"/>
                  <a:pt x="1142007" y="228098"/>
                </a:cubicBezTo>
                <a:cubicBezTo>
                  <a:pt x="1142235" y="225964"/>
                  <a:pt x="1142388" y="223678"/>
                  <a:pt x="1142693" y="221849"/>
                </a:cubicBezTo>
                <a:cubicBezTo>
                  <a:pt x="1142998" y="220019"/>
                  <a:pt x="1143226" y="217275"/>
                  <a:pt x="1146123" y="217275"/>
                </a:cubicBezTo>
                <a:cubicBezTo>
                  <a:pt x="1147723" y="217275"/>
                  <a:pt x="1148104" y="218418"/>
                  <a:pt x="1149629" y="218418"/>
                </a:cubicBezTo>
                <a:cubicBezTo>
                  <a:pt x="1151153" y="218418"/>
                  <a:pt x="1151839" y="217732"/>
                  <a:pt x="1153364" y="217732"/>
                </a:cubicBezTo>
                <a:cubicBezTo>
                  <a:pt x="1154575" y="217934"/>
                  <a:pt x="1155812" y="217934"/>
                  <a:pt x="1157023" y="217732"/>
                </a:cubicBezTo>
                <a:cubicBezTo>
                  <a:pt x="1158373" y="217069"/>
                  <a:pt x="1159509" y="216039"/>
                  <a:pt x="1160300" y="214760"/>
                </a:cubicBezTo>
                <a:cubicBezTo>
                  <a:pt x="1160985" y="212280"/>
                  <a:pt x="1161269" y="209707"/>
                  <a:pt x="1161138" y="207137"/>
                </a:cubicBezTo>
                <a:cubicBezTo>
                  <a:pt x="1160833" y="205080"/>
                  <a:pt x="1159004" y="205385"/>
                  <a:pt x="1156641" y="206528"/>
                </a:cubicBezTo>
                <a:cubicBezTo>
                  <a:pt x="1154780" y="207206"/>
                  <a:pt x="1152868" y="207742"/>
                  <a:pt x="1150924" y="208129"/>
                </a:cubicBezTo>
                <a:cubicBezTo>
                  <a:pt x="1149193" y="208602"/>
                  <a:pt x="1147438" y="208984"/>
                  <a:pt x="1145665" y="209272"/>
                </a:cubicBezTo>
                <a:cubicBezTo>
                  <a:pt x="1144220" y="209278"/>
                  <a:pt x="1142782" y="209073"/>
                  <a:pt x="1141397" y="208662"/>
                </a:cubicBezTo>
                <a:cubicBezTo>
                  <a:pt x="1139263" y="208129"/>
                  <a:pt x="1139796" y="206833"/>
                  <a:pt x="1139263" y="205308"/>
                </a:cubicBezTo>
                <a:cubicBezTo>
                  <a:pt x="1138401" y="203803"/>
                  <a:pt x="1137832" y="202148"/>
                  <a:pt x="1137586" y="200430"/>
                </a:cubicBezTo>
                <a:cubicBezTo>
                  <a:pt x="1137891" y="196086"/>
                  <a:pt x="1134385" y="194485"/>
                  <a:pt x="1133776" y="193342"/>
                </a:cubicBezTo>
                <a:cubicBezTo>
                  <a:pt x="1132627" y="190944"/>
                  <a:pt x="1131904" y="188365"/>
                  <a:pt x="1131641" y="185720"/>
                </a:cubicBezTo>
                <a:cubicBezTo>
                  <a:pt x="1131641" y="180766"/>
                  <a:pt x="1136291" y="176878"/>
                  <a:pt x="1135757" y="173753"/>
                </a:cubicBezTo>
                <a:cubicBezTo>
                  <a:pt x="1134373" y="167420"/>
                  <a:pt x="1133708" y="160951"/>
                  <a:pt x="1133775" y="154470"/>
                </a:cubicBezTo>
                <a:cubicBezTo>
                  <a:pt x="1134004" y="152716"/>
                  <a:pt x="1131336" y="149744"/>
                  <a:pt x="1131336" y="146238"/>
                </a:cubicBezTo>
                <a:cubicBezTo>
                  <a:pt x="1131449" y="144125"/>
                  <a:pt x="1131781" y="142031"/>
                  <a:pt x="1132326" y="139987"/>
                </a:cubicBezTo>
                <a:cubicBezTo>
                  <a:pt x="1133420" y="136518"/>
                  <a:pt x="1134136" y="132940"/>
                  <a:pt x="1134461" y="129316"/>
                </a:cubicBezTo>
                <a:cubicBezTo>
                  <a:pt x="1134004" y="124515"/>
                  <a:pt x="1136443" y="118493"/>
                  <a:pt x="1139720" y="118493"/>
                </a:cubicBezTo>
                <a:cubicBezTo>
                  <a:pt x="1142998" y="118493"/>
                  <a:pt x="1142921" y="122609"/>
                  <a:pt x="1146504" y="122609"/>
                </a:cubicBezTo>
                <a:cubicBezTo>
                  <a:pt x="1148660" y="122720"/>
                  <a:pt x="1150822" y="122489"/>
                  <a:pt x="1152906" y="121923"/>
                </a:cubicBezTo>
                <a:cubicBezTo>
                  <a:pt x="1153669" y="121389"/>
                  <a:pt x="1159538" y="119941"/>
                  <a:pt x="1161291" y="119255"/>
                </a:cubicBezTo>
                <a:cubicBezTo>
                  <a:pt x="1166397" y="117426"/>
                  <a:pt x="1170056" y="115140"/>
                  <a:pt x="1175620" y="113386"/>
                </a:cubicBezTo>
                <a:cubicBezTo>
                  <a:pt x="1179355" y="112243"/>
                  <a:pt x="1184004" y="113234"/>
                  <a:pt x="1186977" y="112243"/>
                </a:cubicBezTo>
                <a:cubicBezTo>
                  <a:pt x="1195209" y="109423"/>
                  <a:pt x="1218151" y="101191"/>
                  <a:pt x="1220971" y="101191"/>
                </a:cubicBezTo>
                <a:close/>
                <a:moveTo>
                  <a:pt x="72279" y="92458"/>
                </a:moveTo>
                <a:cubicBezTo>
                  <a:pt x="71994" y="92458"/>
                  <a:pt x="71557" y="92808"/>
                  <a:pt x="71382" y="92808"/>
                </a:cubicBezTo>
                <a:cubicBezTo>
                  <a:pt x="71067" y="92939"/>
                  <a:pt x="70779" y="93123"/>
                  <a:pt x="70530" y="93355"/>
                </a:cubicBezTo>
                <a:cubicBezTo>
                  <a:pt x="70355" y="93552"/>
                  <a:pt x="69917" y="94207"/>
                  <a:pt x="69524" y="94492"/>
                </a:cubicBezTo>
                <a:cubicBezTo>
                  <a:pt x="69130" y="94776"/>
                  <a:pt x="68649" y="95257"/>
                  <a:pt x="68387" y="95454"/>
                </a:cubicBezTo>
                <a:cubicBezTo>
                  <a:pt x="68125" y="95650"/>
                  <a:pt x="67556" y="95628"/>
                  <a:pt x="67381" y="95781"/>
                </a:cubicBezTo>
                <a:cubicBezTo>
                  <a:pt x="67204" y="95924"/>
                  <a:pt x="67121" y="96149"/>
                  <a:pt x="67163" y="96372"/>
                </a:cubicBezTo>
                <a:lnTo>
                  <a:pt x="67141" y="96372"/>
                </a:lnTo>
                <a:cubicBezTo>
                  <a:pt x="67161" y="96754"/>
                  <a:pt x="67123" y="97137"/>
                  <a:pt x="67032" y="97509"/>
                </a:cubicBezTo>
                <a:cubicBezTo>
                  <a:pt x="67084" y="97725"/>
                  <a:pt x="67252" y="97893"/>
                  <a:pt x="67469" y="97946"/>
                </a:cubicBezTo>
                <a:cubicBezTo>
                  <a:pt x="68287" y="97865"/>
                  <a:pt x="69098" y="98173"/>
                  <a:pt x="69655" y="98777"/>
                </a:cubicBezTo>
                <a:cubicBezTo>
                  <a:pt x="70508" y="99651"/>
                  <a:pt x="70726" y="100373"/>
                  <a:pt x="71710" y="101400"/>
                </a:cubicBezTo>
                <a:cubicBezTo>
                  <a:pt x="72279" y="101947"/>
                  <a:pt x="72147" y="102493"/>
                  <a:pt x="72279" y="103040"/>
                </a:cubicBezTo>
                <a:cubicBezTo>
                  <a:pt x="72158" y="103652"/>
                  <a:pt x="71959" y="104249"/>
                  <a:pt x="71688" y="104811"/>
                </a:cubicBezTo>
                <a:cubicBezTo>
                  <a:pt x="71454" y="105141"/>
                  <a:pt x="71199" y="105456"/>
                  <a:pt x="70923" y="105751"/>
                </a:cubicBezTo>
                <a:cubicBezTo>
                  <a:pt x="70530" y="106188"/>
                  <a:pt x="70486" y="106844"/>
                  <a:pt x="70158" y="107347"/>
                </a:cubicBezTo>
                <a:cubicBezTo>
                  <a:pt x="69708" y="107826"/>
                  <a:pt x="69708" y="108573"/>
                  <a:pt x="70158" y="109052"/>
                </a:cubicBezTo>
                <a:cubicBezTo>
                  <a:pt x="70689" y="109496"/>
                  <a:pt x="71175" y="109994"/>
                  <a:pt x="71601" y="110539"/>
                </a:cubicBezTo>
                <a:cubicBezTo>
                  <a:pt x="71973" y="110911"/>
                  <a:pt x="72060" y="110779"/>
                  <a:pt x="72497" y="111042"/>
                </a:cubicBezTo>
                <a:cubicBezTo>
                  <a:pt x="72935" y="111304"/>
                  <a:pt x="73175" y="111676"/>
                  <a:pt x="73743" y="111851"/>
                </a:cubicBezTo>
                <a:cubicBezTo>
                  <a:pt x="73986" y="111962"/>
                  <a:pt x="74266" y="111962"/>
                  <a:pt x="74509" y="111851"/>
                </a:cubicBezTo>
                <a:cubicBezTo>
                  <a:pt x="74749" y="111741"/>
                  <a:pt x="74902" y="111326"/>
                  <a:pt x="75033" y="111107"/>
                </a:cubicBezTo>
                <a:cubicBezTo>
                  <a:pt x="75167" y="110709"/>
                  <a:pt x="75326" y="110322"/>
                  <a:pt x="75514" y="109949"/>
                </a:cubicBezTo>
                <a:cubicBezTo>
                  <a:pt x="75820" y="109651"/>
                  <a:pt x="76072" y="109304"/>
                  <a:pt x="76258" y="108921"/>
                </a:cubicBezTo>
                <a:cubicBezTo>
                  <a:pt x="76258" y="108921"/>
                  <a:pt x="76695" y="108702"/>
                  <a:pt x="77001" y="108702"/>
                </a:cubicBezTo>
                <a:cubicBezTo>
                  <a:pt x="77764" y="109288"/>
                  <a:pt x="78494" y="109916"/>
                  <a:pt x="79187" y="110583"/>
                </a:cubicBezTo>
                <a:cubicBezTo>
                  <a:pt x="79559" y="111020"/>
                  <a:pt x="79318" y="111894"/>
                  <a:pt x="79187" y="112332"/>
                </a:cubicBezTo>
                <a:cubicBezTo>
                  <a:pt x="79023" y="113339"/>
                  <a:pt x="78781" y="114334"/>
                  <a:pt x="78466" y="115305"/>
                </a:cubicBezTo>
                <a:cubicBezTo>
                  <a:pt x="78168" y="115775"/>
                  <a:pt x="77954" y="116293"/>
                  <a:pt x="77832" y="116835"/>
                </a:cubicBezTo>
                <a:cubicBezTo>
                  <a:pt x="77755" y="117391"/>
                  <a:pt x="77631" y="117939"/>
                  <a:pt x="77460" y="118475"/>
                </a:cubicBezTo>
                <a:cubicBezTo>
                  <a:pt x="77373" y="118759"/>
                  <a:pt x="77023" y="118934"/>
                  <a:pt x="76892" y="119218"/>
                </a:cubicBezTo>
                <a:cubicBezTo>
                  <a:pt x="76769" y="119568"/>
                  <a:pt x="76855" y="119957"/>
                  <a:pt x="77110" y="120224"/>
                </a:cubicBezTo>
                <a:cubicBezTo>
                  <a:pt x="77220" y="120333"/>
                  <a:pt x="77832" y="120530"/>
                  <a:pt x="78138" y="120705"/>
                </a:cubicBezTo>
                <a:cubicBezTo>
                  <a:pt x="78444" y="120880"/>
                  <a:pt x="78881" y="121361"/>
                  <a:pt x="79231" y="121361"/>
                </a:cubicBezTo>
                <a:cubicBezTo>
                  <a:pt x="79642" y="121263"/>
                  <a:pt x="80057" y="121188"/>
                  <a:pt x="80477" y="121142"/>
                </a:cubicBezTo>
                <a:cubicBezTo>
                  <a:pt x="81155" y="121142"/>
                  <a:pt x="82379" y="121470"/>
                  <a:pt x="82554" y="120989"/>
                </a:cubicBezTo>
                <a:cubicBezTo>
                  <a:pt x="82757" y="120016"/>
                  <a:pt x="82882" y="119030"/>
                  <a:pt x="82926" y="118038"/>
                </a:cubicBezTo>
                <a:cubicBezTo>
                  <a:pt x="83164" y="117524"/>
                  <a:pt x="83354" y="116991"/>
                  <a:pt x="83494" y="116442"/>
                </a:cubicBezTo>
                <a:cubicBezTo>
                  <a:pt x="83590" y="115462"/>
                  <a:pt x="83811" y="114500"/>
                  <a:pt x="84150" y="113578"/>
                </a:cubicBezTo>
                <a:cubicBezTo>
                  <a:pt x="84421" y="112909"/>
                  <a:pt x="84649" y="112222"/>
                  <a:pt x="84828" y="111523"/>
                </a:cubicBezTo>
                <a:cubicBezTo>
                  <a:pt x="84959" y="110954"/>
                  <a:pt x="84456" y="109774"/>
                  <a:pt x="84828" y="108943"/>
                </a:cubicBezTo>
                <a:cubicBezTo>
                  <a:pt x="85136" y="108162"/>
                  <a:pt x="85307" y="107334"/>
                  <a:pt x="85331" y="106494"/>
                </a:cubicBezTo>
                <a:cubicBezTo>
                  <a:pt x="85394" y="106044"/>
                  <a:pt x="85276" y="105589"/>
                  <a:pt x="85003" y="105226"/>
                </a:cubicBezTo>
                <a:cubicBezTo>
                  <a:pt x="84413" y="104417"/>
                  <a:pt x="84063" y="103608"/>
                  <a:pt x="83910" y="103412"/>
                </a:cubicBezTo>
                <a:cubicBezTo>
                  <a:pt x="83757" y="103215"/>
                  <a:pt x="83407" y="103149"/>
                  <a:pt x="83101" y="102931"/>
                </a:cubicBezTo>
                <a:lnTo>
                  <a:pt x="82576" y="102581"/>
                </a:lnTo>
                <a:cubicBezTo>
                  <a:pt x="82423" y="102471"/>
                  <a:pt x="82095" y="102625"/>
                  <a:pt x="81592" y="102122"/>
                </a:cubicBezTo>
                <a:cubicBezTo>
                  <a:pt x="81223" y="101770"/>
                  <a:pt x="80873" y="101396"/>
                  <a:pt x="80543" y="101007"/>
                </a:cubicBezTo>
                <a:cubicBezTo>
                  <a:pt x="80062" y="100438"/>
                  <a:pt x="79756" y="99957"/>
                  <a:pt x="79406" y="99586"/>
                </a:cubicBezTo>
                <a:cubicBezTo>
                  <a:pt x="78269" y="98339"/>
                  <a:pt x="77897" y="97924"/>
                  <a:pt x="77351" y="97399"/>
                </a:cubicBezTo>
                <a:cubicBezTo>
                  <a:pt x="76968" y="96999"/>
                  <a:pt x="76610" y="96575"/>
                  <a:pt x="76280" y="96131"/>
                </a:cubicBezTo>
                <a:cubicBezTo>
                  <a:pt x="75973" y="95410"/>
                  <a:pt x="75777" y="94732"/>
                  <a:pt x="75646" y="94513"/>
                </a:cubicBezTo>
                <a:cubicBezTo>
                  <a:pt x="75337" y="94133"/>
                  <a:pt x="74992" y="93781"/>
                  <a:pt x="74618" y="93464"/>
                </a:cubicBezTo>
                <a:cubicBezTo>
                  <a:pt x="74334" y="93245"/>
                  <a:pt x="74334" y="93027"/>
                  <a:pt x="73962" y="92764"/>
                </a:cubicBezTo>
                <a:cubicBezTo>
                  <a:pt x="73433" y="92530"/>
                  <a:pt x="72856" y="92426"/>
                  <a:pt x="72279" y="92458"/>
                </a:cubicBezTo>
                <a:close/>
                <a:moveTo>
                  <a:pt x="265431" y="92373"/>
                </a:moveTo>
                <a:lnTo>
                  <a:pt x="274161" y="93574"/>
                </a:lnTo>
                <a:cubicBezTo>
                  <a:pt x="271902" y="95904"/>
                  <a:pt x="269016" y="97529"/>
                  <a:pt x="265853" y="98252"/>
                </a:cubicBezTo>
                <a:cubicBezTo>
                  <a:pt x="261961" y="99083"/>
                  <a:pt x="256976" y="95454"/>
                  <a:pt x="256976" y="95454"/>
                </a:cubicBezTo>
                <a:close/>
                <a:moveTo>
                  <a:pt x="265415" y="92371"/>
                </a:moveTo>
                <a:lnTo>
                  <a:pt x="265437" y="92371"/>
                </a:lnTo>
                <a:lnTo>
                  <a:pt x="265431" y="92373"/>
                </a:lnTo>
                <a:close/>
                <a:moveTo>
                  <a:pt x="369788" y="82095"/>
                </a:moveTo>
                <a:cubicBezTo>
                  <a:pt x="369372" y="81811"/>
                  <a:pt x="368563" y="82183"/>
                  <a:pt x="368607" y="82358"/>
                </a:cubicBezTo>
                <a:cubicBezTo>
                  <a:pt x="368651" y="82533"/>
                  <a:pt x="367864" y="83451"/>
                  <a:pt x="367470" y="83801"/>
                </a:cubicBezTo>
                <a:cubicBezTo>
                  <a:pt x="366158" y="84938"/>
                  <a:pt x="365852" y="85703"/>
                  <a:pt x="365284" y="86118"/>
                </a:cubicBezTo>
                <a:cubicBezTo>
                  <a:pt x="364366" y="86840"/>
                  <a:pt x="363142" y="87802"/>
                  <a:pt x="362967" y="87998"/>
                </a:cubicBezTo>
                <a:cubicBezTo>
                  <a:pt x="362615" y="88353"/>
                  <a:pt x="362306" y="88750"/>
                  <a:pt x="362048" y="89179"/>
                </a:cubicBezTo>
                <a:cubicBezTo>
                  <a:pt x="361935" y="89511"/>
                  <a:pt x="361782" y="89826"/>
                  <a:pt x="361589" y="90119"/>
                </a:cubicBezTo>
                <a:cubicBezTo>
                  <a:pt x="361414" y="90338"/>
                  <a:pt x="360890" y="90119"/>
                  <a:pt x="360890" y="90119"/>
                </a:cubicBezTo>
                <a:cubicBezTo>
                  <a:pt x="360389" y="89981"/>
                  <a:pt x="359917" y="89760"/>
                  <a:pt x="359490" y="89463"/>
                </a:cubicBezTo>
                <a:cubicBezTo>
                  <a:pt x="359425" y="89422"/>
                  <a:pt x="359370" y="89365"/>
                  <a:pt x="359329" y="89301"/>
                </a:cubicBezTo>
                <a:cubicBezTo>
                  <a:pt x="359165" y="89048"/>
                  <a:pt x="359237" y="88709"/>
                  <a:pt x="359490" y="88545"/>
                </a:cubicBezTo>
                <a:cubicBezTo>
                  <a:pt x="360008" y="88029"/>
                  <a:pt x="360457" y="87450"/>
                  <a:pt x="360824" y="86818"/>
                </a:cubicBezTo>
                <a:cubicBezTo>
                  <a:pt x="360802" y="86490"/>
                  <a:pt x="360474" y="86490"/>
                  <a:pt x="360474" y="86490"/>
                </a:cubicBezTo>
                <a:cubicBezTo>
                  <a:pt x="359425" y="86778"/>
                  <a:pt x="358358" y="87006"/>
                  <a:pt x="357282" y="87168"/>
                </a:cubicBezTo>
                <a:cubicBezTo>
                  <a:pt x="357009" y="87152"/>
                  <a:pt x="356742" y="87084"/>
                  <a:pt x="356495" y="86971"/>
                </a:cubicBezTo>
                <a:cubicBezTo>
                  <a:pt x="356119" y="86914"/>
                  <a:pt x="355743" y="87065"/>
                  <a:pt x="355511" y="87364"/>
                </a:cubicBezTo>
                <a:cubicBezTo>
                  <a:pt x="354746" y="88676"/>
                  <a:pt x="354287" y="88436"/>
                  <a:pt x="353719" y="88982"/>
                </a:cubicBezTo>
                <a:cubicBezTo>
                  <a:pt x="353146" y="89605"/>
                  <a:pt x="352728" y="90355"/>
                  <a:pt x="352494" y="91168"/>
                </a:cubicBezTo>
                <a:cubicBezTo>
                  <a:pt x="352357" y="91562"/>
                  <a:pt x="352523" y="91995"/>
                  <a:pt x="352888" y="92196"/>
                </a:cubicBezTo>
                <a:cubicBezTo>
                  <a:pt x="353675" y="92743"/>
                  <a:pt x="354834" y="92546"/>
                  <a:pt x="356124" y="92743"/>
                </a:cubicBezTo>
                <a:cubicBezTo>
                  <a:pt x="356436" y="92775"/>
                  <a:pt x="356751" y="92775"/>
                  <a:pt x="357064" y="92743"/>
                </a:cubicBezTo>
                <a:cubicBezTo>
                  <a:pt x="357779" y="92565"/>
                  <a:pt x="358515" y="92500"/>
                  <a:pt x="359250" y="92546"/>
                </a:cubicBezTo>
                <a:cubicBezTo>
                  <a:pt x="359930" y="92795"/>
                  <a:pt x="360570" y="93140"/>
                  <a:pt x="361152" y="93573"/>
                </a:cubicBezTo>
                <a:cubicBezTo>
                  <a:pt x="361589" y="93858"/>
                  <a:pt x="362245" y="94360"/>
                  <a:pt x="362573" y="94601"/>
                </a:cubicBezTo>
                <a:cubicBezTo>
                  <a:pt x="363183" y="95047"/>
                  <a:pt x="363769" y="95528"/>
                  <a:pt x="364322" y="96044"/>
                </a:cubicBezTo>
                <a:cubicBezTo>
                  <a:pt x="364689" y="96356"/>
                  <a:pt x="365085" y="96634"/>
                  <a:pt x="365503" y="96875"/>
                </a:cubicBezTo>
                <a:cubicBezTo>
                  <a:pt x="365942" y="97060"/>
                  <a:pt x="366342" y="97329"/>
                  <a:pt x="366683" y="97662"/>
                </a:cubicBezTo>
                <a:cubicBezTo>
                  <a:pt x="367252" y="98442"/>
                  <a:pt x="368002" y="99074"/>
                  <a:pt x="368870" y="99498"/>
                </a:cubicBezTo>
                <a:cubicBezTo>
                  <a:pt x="369132" y="99586"/>
                  <a:pt x="369875" y="100438"/>
                  <a:pt x="370247" y="100613"/>
                </a:cubicBezTo>
                <a:cubicBezTo>
                  <a:pt x="370730" y="100911"/>
                  <a:pt x="371165" y="101278"/>
                  <a:pt x="371537" y="101706"/>
                </a:cubicBezTo>
                <a:cubicBezTo>
                  <a:pt x="371189" y="102148"/>
                  <a:pt x="370595" y="102308"/>
                  <a:pt x="370072" y="102100"/>
                </a:cubicBezTo>
                <a:cubicBezTo>
                  <a:pt x="369832" y="101947"/>
                  <a:pt x="368935" y="101794"/>
                  <a:pt x="368738" y="101597"/>
                </a:cubicBezTo>
                <a:cubicBezTo>
                  <a:pt x="368500" y="101276"/>
                  <a:pt x="368308" y="100924"/>
                  <a:pt x="368170" y="100548"/>
                </a:cubicBezTo>
                <a:cubicBezTo>
                  <a:pt x="368061" y="100373"/>
                  <a:pt x="367623" y="100110"/>
                  <a:pt x="367361" y="99782"/>
                </a:cubicBezTo>
                <a:cubicBezTo>
                  <a:pt x="367118" y="99393"/>
                  <a:pt x="366808" y="99052"/>
                  <a:pt x="366443" y="98777"/>
                </a:cubicBezTo>
                <a:cubicBezTo>
                  <a:pt x="366180" y="98624"/>
                  <a:pt x="365743" y="98624"/>
                  <a:pt x="365743" y="98624"/>
                </a:cubicBezTo>
                <a:cubicBezTo>
                  <a:pt x="365000" y="98143"/>
                  <a:pt x="365175" y="98230"/>
                  <a:pt x="364825" y="98143"/>
                </a:cubicBezTo>
                <a:cubicBezTo>
                  <a:pt x="364475" y="98055"/>
                  <a:pt x="364038" y="97443"/>
                  <a:pt x="363863" y="97443"/>
                </a:cubicBezTo>
                <a:cubicBezTo>
                  <a:pt x="363397" y="97176"/>
                  <a:pt x="362951" y="96877"/>
                  <a:pt x="362529" y="96547"/>
                </a:cubicBezTo>
                <a:cubicBezTo>
                  <a:pt x="362223" y="96350"/>
                  <a:pt x="361764" y="95803"/>
                  <a:pt x="361502" y="95650"/>
                </a:cubicBezTo>
                <a:cubicBezTo>
                  <a:pt x="361294" y="95585"/>
                  <a:pt x="361082" y="95532"/>
                  <a:pt x="360868" y="95497"/>
                </a:cubicBezTo>
                <a:cubicBezTo>
                  <a:pt x="360496" y="95388"/>
                  <a:pt x="360190" y="94470"/>
                  <a:pt x="359775" y="94470"/>
                </a:cubicBezTo>
                <a:cubicBezTo>
                  <a:pt x="358550" y="94382"/>
                  <a:pt x="357566" y="95410"/>
                  <a:pt x="357239" y="95410"/>
                </a:cubicBezTo>
                <a:cubicBezTo>
                  <a:pt x="356782" y="95528"/>
                  <a:pt x="356371" y="95779"/>
                  <a:pt x="356058" y="96131"/>
                </a:cubicBezTo>
                <a:cubicBezTo>
                  <a:pt x="355642" y="96437"/>
                  <a:pt x="355490" y="96590"/>
                  <a:pt x="355642" y="97028"/>
                </a:cubicBezTo>
                <a:cubicBezTo>
                  <a:pt x="355776" y="97345"/>
                  <a:pt x="356016" y="97607"/>
                  <a:pt x="356320" y="97771"/>
                </a:cubicBezTo>
                <a:cubicBezTo>
                  <a:pt x="356699" y="98027"/>
                  <a:pt x="357134" y="98186"/>
                  <a:pt x="357588" y="98230"/>
                </a:cubicBezTo>
                <a:cubicBezTo>
                  <a:pt x="358015" y="98204"/>
                  <a:pt x="358441" y="98302"/>
                  <a:pt x="358813" y="98514"/>
                </a:cubicBezTo>
                <a:cubicBezTo>
                  <a:pt x="358988" y="98711"/>
                  <a:pt x="359687" y="99083"/>
                  <a:pt x="359381" y="99280"/>
                </a:cubicBezTo>
                <a:cubicBezTo>
                  <a:pt x="359005" y="99481"/>
                  <a:pt x="358609" y="99642"/>
                  <a:pt x="358201" y="99761"/>
                </a:cubicBezTo>
                <a:cubicBezTo>
                  <a:pt x="357916" y="99848"/>
                  <a:pt x="357392" y="100329"/>
                  <a:pt x="357195" y="100460"/>
                </a:cubicBezTo>
                <a:cubicBezTo>
                  <a:pt x="356998" y="100591"/>
                  <a:pt x="356845" y="100591"/>
                  <a:pt x="356539" y="100591"/>
                </a:cubicBezTo>
                <a:cubicBezTo>
                  <a:pt x="356172" y="100528"/>
                  <a:pt x="355815" y="100401"/>
                  <a:pt x="355490" y="100220"/>
                </a:cubicBezTo>
                <a:cubicBezTo>
                  <a:pt x="355035" y="99881"/>
                  <a:pt x="354552" y="99581"/>
                  <a:pt x="354047" y="99323"/>
                </a:cubicBezTo>
                <a:cubicBezTo>
                  <a:pt x="353566" y="99148"/>
                  <a:pt x="352691" y="99105"/>
                  <a:pt x="352516" y="98908"/>
                </a:cubicBezTo>
                <a:cubicBezTo>
                  <a:pt x="352341" y="98711"/>
                  <a:pt x="352035" y="97858"/>
                  <a:pt x="351838" y="97662"/>
                </a:cubicBezTo>
                <a:cubicBezTo>
                  <a:pt x="351224" y="97168"/>
                  <a:pt x="350428" y="96962"/>
                  <a:pt x="349652" y="97093"/>
                </a:cubicBezTo>
                <a:cubicBezTo>
                  <a:pt x="349169" y="97303"/>
                  <a:pt x="348721" y="97583"/>
                  <a:pt x="348318" y="97924"/>
                </a:cubicBezTo>
                <a:cubicBezTo>
                  <a:pt x="348122" y="98099"/>
                  <a:pt x="347553" y="98580"/>
                  <a:pt x="347597" y="98799"/>
                </a:cubicBezTo>
                <a:cubicBezTo>
                  <a:pt x="347641" y="99017"/>
                  <a:pt x="347859" y="99323"/>
                  <a:pt x="347859" y="99542"/>
                </a:cubicBezTo>
                <a:cubicBezTo>
                  <a:pt x="347838" y="100373"/>
                  <a:pt x="348428" y="100722"/>
                  <a:pt x="348625" y="100919"/>
                </a:cubicBezTo>
                <a:cubicBezTo>
                  <a:pt x="348821" y="101116"/>
                  <a:pt x="349914" y="101422"/>
                  <a:pt x="350264" y="101750"/>
                </a:cubicBezTo>
                <a:cubicBezTo>
                  <a:pt x="350782" y="102233"/>
                  <a:pt x="351347" y="102666"/>
                  <a:pt x="351948" y="103040"/>
                </a:cubicBezTo>
                <a:cubicBezTo>
                  <a:pt x="352540" y="103401"/>
                  <a:pt x="353095" y="103818"/>
                  <a:pt x="353609" y="104286"/>
                </a:cubicBezTo>
                <a:cubicBezTo>
                  <a:pt x="354047" y="104855"/>
                  <a:pt x="353740" y="105204"/>
                  <a:pt x="353391" y="105314"/>
                </a:cubicBezTo>
                <a:cubicBezTo>
                  <a:pt x="352232" y="105598"/>
                  <a:pt x="350221" y="106844"/>
                  <a:pt x="349171" y="106254"/>
                </a:cubicBezTo>
                <a:cubicBezTo>
                  <a:pt x="348756" y="105991"/>
                  <a:pt x="347925" y="105270"/>
                  <a:pt x="346985" y="104592"/>
                </a:cubicBezTo>
                <a:cubicBezTo>
                  <a:pt x="346460" y="104133"/>
                  <a:pt x="345935" y="103783"/>
                  <a:pt x="345804" y="104133"/>
                </a:cubicBezTo>
                <a:cubicBezTo>
                  <a:pt x="345673" y="104483"/>
                  <a:pt x="346395" y="106494"/>
                  <a:pt x="345804" y="107085"/>
                </a:cubicBezTo>
                <a:cubicBezTo>
                  <a:pt x="345498" y="107369"/>
                  <a:pt x="344908" y="107850"/>
                  <a:pt x="344624" y="108134"/>
                </a:cubicBezTo>
                <a:cubicBezTo>
                  <a:pt x="344963" y="108812"/>
                  <a:pt x="345485" y="109380"/>
                  <a:pt x="346132" y="109774"/>
                </a:cubicBezTo>
                <a:cubicBezTo>
                  <a:pt x="346602" y="109966"/>
                  <a:pt x="347037" y="110233"/>
                  <a:pt x="347422" y="110561"/>
                </a:cubicBezTo>
                <a:cubicBezTo>
                  <a:pt x="347982" y="110904"/>
                  <a:pt x="348565" y="111203"/>
                  <a:pt x="349171" y="111457"/>
                </a:cubicBezTo>
                <a:cubicBezTo>
                  <a:pt x="350002" y="111938"/>
                  <a:pt x="350876" y="111020"/>
                  <a:pt x="351795" y="110714"/>
                </a:cubicBezTo>
                <a:cubicBezTo>
                  <a:pt x="351926" y="110692"/>
                  <a:pt x="352691" y="110801"/>
                  <a:pt x="353063" y="110430"/>
                </a:cubicBezTo>
                <a:cubicBezTo>
                  <a:pt x="353493" y="110034"/>
                  <a:pt x="353998" y="109730"/>
                  <a:pt x="354549" y="109533"/>
                </a:cubicBezTo>
                <a:cubicBezTo>
                  <a:pt x="355008" y="109271"/>
                  <a:pt x="355336" y="108965"/>
                  <a:pt x="355752" y="108659"/>
                </a:cubicBezTo>
                <a:cubicBezTo>
                  <a:pt x="356167" y="108353"/>
                  <a:pt x="356408" y="107828"/>
                  <a:pt x="356932" y="107391"/>
                </a:cubicBezTo>
                <a:cubicBezTo>
                  <a:pt x="357457" y="106953"/>
                  <a:pt x="359206" y="108243"/>
                  <a:pt x="359468" y="108440"/>
                </a:cubicBezTo>
                <a:cubicBezTo>
                  <a:pt x="359731" y="108637"/>
                  <a:pt x="359906" y="108637"/>
                  <a:pt x="360474" y="108987"/>
                </a:cubicBezTo>
                <a:cubicBezTo>
                  <a:pt x="361043" y="109336"/>
                  <a:pt x="361283" y="109599"/>
                  <a:pt x="361786" y="109949"/>
                </a:cubicBezTo>
                <a:cubicBezTo>
                  <a:pt x="362158" y="110108"/>
                  <a:pt x="362569" y="110154"/>
                  <a:pt x="362967" y="110080"/>
                </a:cubicBezTo>
                <a:cubicBezTo>
                  <a:pt x="363426" y="110058"/>
                  <a:pt x="364016" y="109533"/>
                  <a:pt x="364388" y="109293"/>
                </a:cubicBezTo>
                <a:cubicBezTo>
                  <a:pt x="364759" y="109052"/>
                  <a:pt x="364388" y="108440"/>
                  <a:pt x="364388" y="108440"/>
                </a:cubicBezTo>
                <a:cubicBezTo>
                  <a:pt x="364038" y="107719"/>
                  <a:pt x="363950" y="107172"/>
                  <a:pt x="363797" y="106888"/>
                </a:cubicBezTo>
                <a:cubicBezTo>
                  <a:pt x="363316" y="106144"/>
                  <a:pt x="363491" y="105423"/>
                  <a:pt x="363316" y="105226"/>
                </a:cubicBezTo>
                <a:cubicBezTo>
                  <a:pt x="363142" y="105029"/>
                  <a:pt x="362726" y="105182"/>
                  <a:pt x="362376" y="104898"/>
                </a:cubicBezTo>
                <a:cubicBezTo>
                  <a:pt x="362027" y="104614"/>
                  <a:pt x="361349" y="104461"/>
                  <a:pt x="361043" y="104264"/>
                </a:cubicBezTo>
                <a:cubicBezTo>
                  <a:pt x="360737" y="104067"/>
                  <a:pt x="360627" y="103783"/>
                  <a:pt x="360627" y="103608"/>
                </a:cubicBezTo>
                <a:cubicBezTo>
                  <a:pt x="360938" y="103189"/>
                  <a:pt x="361386" y="102893"/>
                  <a:pt x="361895" y="102778"/>
                </a:cubicBezTo>
                <a:cubicBezTo>
                  <a:pt x="362534" y="102708"/>
                  <a:pt x="363179" y="102708"/>
                  <a:pt x="363819" y="102778"/>
                </a:cubicBezTo>
                <a:cubicBezTo>
                  <a:pt x="364285" y="102898"/>
                  <a:pt x="364775" y="102898"/>
                  <a:pt x="365240" y="102778"/>
                </a:cubicBezTo>
                <a:cubicBezTo>
                  <a:pt x="366373" y="102618"/>
                  <a:pt x="367523" y="102858"/>
                  <a:pt x="368498" y="103455"/>
                </a:cubicBezTo>
                <a:cubicBezTo>
                  <a:pt x="368957" y="103805"/>
                  <a:pt x="369547" y="104221"/>
                  <a:pt x="369591" y="104592"/>
                </a:cubicBezTo>
                <a:cubicBezTo>
                  <a:pt x="369635" y="104964"/>
                  <a:pt x="370181" y="105554"/>
                  <a:pt x="370334" y="105554"/>
                </a:cubicBezTo>
                <a:cubicBezTo>
                  <a:pt x="370706" y="105569"/>
                  <a:pt x="371058" y="105727"/>
                  <a:pt x="371318" y="105991"/>
                </a:cubicBezTo>
                <a:cubicBezTo>
                  <a:pt x="372061" y="106824"/>
                  <a:pt x="373023" y="107430"/>
                  <a:pt x="374095" y="107740"/>
                </a:cubicBezTo>
                <a:cubicBezTo>
                  <a:pt x="374803" y="107550"/>
                  <a:pt x="375459" y="107207"/>
                  <a:pt x="376019" y="106735"/>
                </a:cubicBezTo>
                <a:cubicBezTo>
                  <a:pt x="376655" y="106223"/>
                  <a:pt x="377121" y="105528"/>
                  <a:pt x="377352" y="104745"/>
                </a:cubicBezTo>
                <a:cubicBezTo>
                  <a:pt x="377396" y="104286"/>
                  <a:pt x="376981" y="104264"/>
                  <a:pt x="376915" y="103761"/>
                </a:cubicBezTo>
                <a:cubicBezTo>
                  <a:pt x="376849" y="103259"/>
                  <a:pt x="376500" y="103149"/>
                  <a:pt x="376500" y="102931"/>
                </a:cubicBezTo>
                <a:cubicBezTo>
                  <a:pt x="376500" y="102712"/>
                  <a:pt x="376500" y="102187"/>
                  <a:pt x="376500" y="101947"/>
                </a:cubicBezTo>
                <a:cubicBezTo>
                  <a:pt x="376301" y="101689"/>
                  <a:pt x="376065" y="101461"/>
                  <a:pt x="375800" y="101269"/>
                </a:cubicBezTo>
                <a:cubicBezTo>
                  <a:pt x="375247" y="101243"/>
                  <a:pt x="374711" y="101070"/>
                  <a:pt x="374248" y="100766"/>
                </a:cubicBezTo>
                <a:cubicBezTo>
                  <a:pt x="374073" y="100569"/>
                  <a:pt x="373701" y="100329"/>
                  <a:pt x="373920" y="100067"/>
                </a:cubicBezTo>
                <a:cubicBezTo>
                  <a:pt x="374313" y="99704"/>
                  <a:pt x="374764" y="99409"/>
                  <a:pt x="375253" y="99192"/>
                </a:cubicBezTo>
                <a:lnTo>
                  <a:pt x="376369" y="98580"/>
                </a:lnTo>
                <a:cubicBezTo>
                  <a:pt x="376543" y="98471"/>
                  <a:pt x="377396" y="98121"/>
                  <a:pt x="377396" y="98121"/>
                </a:cubicBezTo>
                <a:cubicBezTo>
                  <a:pt x="378299" y="97465"/>
                  <a:pt x="379366" y="97071"/>
                  <a:pt x="380479" y="96984"/>
                </a:cubicBezTo>
                <a:cubicBezTo>
                  <a:pt x="381222" y="97006"/>
                  <a:pt x="382468" y="97662"/>
                  <a:pt x="382534" y="97246"/>
                </a:cubicBezTo>
                <a:cubicBezTo>
                  <a:pt x="382599" y="96831"/>
                  <a:pt x="383430" y="96525"/>
                  <a:pt x="383736" y="96306"/>
                </a:cubicBezTo>
                <a:cubicBezTo>
                  <a:pt x="384014" y="96131"/>
                  <a:pt x="384178" y="95825"/>
                  <a:pt x="384174" y="95497"/>
                </a:cubicBezTo>
                <a:cubicBezTo>
                  <a:pt x="384130" y="95036"/>
                  <a:pt x="384034" y="94581"/>
                  <a:pt x="383889" y="94142"/>
                </a:cubicBezTo>
                <a:cubicBezTo>
                  <a:pt x="383758" y="93772"/>
                  <a:pt x="383443" y="93497"/>
                  <a:pt x="383059" y="93420"/>
                </a:cubicBezTo>
                <a:cubicBezTo>
                  <a:pt x="382862" y="93311"/>
                  <a:pt x="382862" y="93508"/>
                  <a:pt x="382490" y="93420"/>
                </a:cubicBezTo>
                <a:cubicBezTo>
                  <a:pt x="382118" y="93333"/>
                  <a:pt x="379713" y="91431"/>
                  <a:pt x="378598" y="92065"/>
                </a:cubicBezTo>
                <a:cubicBezTo>
                  <a:pt x="378052" y="92371"/>
                  <a:pt x="378402" y="93267"/>
                  <a:pt x="377811" y="93792"/>
                </a:cubicBezTo>
                <a:cubicBezTo>
                  <a:pt x="377551" y="93997"/>
                  <a:pt x="377254" y="94153"/>
                  <a:pt x="376937" y="94251"/>
                </a:cubicBezTo>
                <a:cubicBezTo>
                  <a:pt x="376631" y="94426"/>
                  <a:pt x="376150" y="94579"/>
                  <a:pt x="375909" y="94426"/>
                </a:cubicBezTo>
                <a:cubicBezTo>
                  <a:pt x="375669" y="94273"/>
                  <a:pt x="375450" y="94011"/>
                  <a:pt x="374838" y="94011"/>
                </a:cubicBezTo>
                <a:cubicBezTo>
                  <a:pt x="373876" y="94164"/>
                  <a:pt x="374292" y="94688"/>
                  <a:pt x="374029" y="94907"/>
                </a:cubicBezTo>
                <a:cubicBezTo>
                  <a:pt x="373767" y="95126"/>
                  <a:pt x="373330" y="94907"/>
                  <a:pt x="373133" y="94907"/>
                </a:cubicBezTo>
                <a:cubicBezTo>
                  <a:pt x="372827" y="94953"/>
                  <a:pt x="372516" y="94907"/>
                  <a:pt x="372236" y="94776"/>
                </a:cubicBezTo>
                <a:cubicBezTo>
                  <a:pt x="372105" y="94666"/>
                  <a:pt x="371471" y="95475"/>
                  <a:pt x="371515" y="95781"/>
                </a:cubicBezTo>
                <a:cubicBezTo>
                  <a:pt x="371559" y="96088"/>
                  <a:pt x="372280" y="96175"/>
                  <a:pt x="371996" y="96831"/>
                </a:cubicBezTo>
                <a:cubicBezTo>
                  <a:pt x="371712" y="97487"/>
                  <a:pt x="370859" y="97487"/>
                  <a:pt x="370247" y="96831"/>
                </a:cubicBezTo>
                <a:cubicBezTo>
                  <a:pt x="369635" y="96175"/>
                  <a:pt x="371274" y="96022"/>
                  <a:pt x="370597" y="95607"/>
                </a:cubicBezTo>
                <a:cubicBezTo>
                  <a:pt x="369919" y="95191"/>
                  <a:pt x="369941" y="94186"/>
                  <a:pt x="370181" y="94142"/>
                </a:cubicBezTo>
                <a:cubicBezTo>
                  <a:pt x="370422" y="94098"/>
                  <a:pt x="372127" y="93858"/>
                  <a:pt x="372127" y="93858"/>
                </a:cubicBezTo>
                <a:cubicBezTo>
                  <a:pt x="374248" y="93202"/>
                  <a:pt x="374947" y="93311"/>
                  <a:pt x="375341" y="92896"/>
                </a:cubicBezTo>
                <a:cubicBezTo>
                  <a:pt x="375579" y="92544"/>
                  <a:pt x="375673" y="92113"/>
                  <a:pt x="375603" y="91693"/>
                </a:cubicBezTo>
                <a:cubicBezTo>
                  <a:pt x="375603" y="91387"/>
                  <a:pt x="376369" y="90819"/>
                  <a:pt x="376543" y="90819"/>
                </a:cubicBezTo>
                <a:cubicBezTo>
                  <a:pt x="377121" y="90628"/>
                  <a:pt x="377733" y="90569"/>
                  <a:pt x="378336" y="90644"/>
                </a:cubicBezTo>
                <a:cubicBezTo>
                  <a:pt x="378926" y="90709"/>
                  <a:pt x="379910" y="90491"/>
                  <a:pt x="379910" y="89944"/>
                </a:cubicBezTo>
                <a:cubicBezTo>
                  <a:pt x="380087" y="89384"/>
                  <a:pt x="380033" y="88779"/>
                  <a:pt x="379757" y="88261"/>
                </a:cubicBezTo>
                <a:cubicBezTo>
                  <a:pt x="379606" y="88077"/>
                  <a:pt x="379410" y="87935"/>
                  <a:pt x="379189" y="87845"/>
                </a:cubicBezTo>
                <a:cubicBezTo>
                  <a:pt x="378992" y="87802"/>
                  <a:pt x="378883" y="87386"/>
                  <a:pt x="378664" y="87386"/>
                </a:cubicBezTo>
                <a:cubicBezTo>
                  <a:pt x="378074" y="87146"/>
                  <a:pt x="377527" y="87649"/>
                  <a:pt x="376893" y="87845"/>
                </a:cubicBezTo>
                <a:cubicBezTo>
                  <a:pt x="376259" y="88042"/>
                  <a:pt x="374969" y="88304"/>
                  <a:pt x="374969" y="88042"/>
                </a:cubicBezTo>
                <a:cubicBezTo>
                  <a:pt x="374969" y="87780"/>
                  <a:pt x="375166" y="86993"/>
                  <a:pt x="374969" y="86796"/>
                </a:cubicBezTo>
                <a:cubicBezTo>
                  <a:pt x="374569" y="86632"/>
                  <a:pt x="374123" y="86632"/>
                  <a:pt x="373723" y="86796"/>
                </a:cubicBezTo>
                <a:cubicBezTo>
                  <a:pt x="373548" y="86971"/>
                  <a:pt x="373417" y="87736"/>
                  <a:pt x="373067" y="88130"/>
                </a:cubicBezTo>
                <a:cubicBezTo>
                  <a:pt x="372696" y="88427"/>
                  <a:pt x="372249" y="88615"/>
                  <a:pt x="371777" y="88676"/>
                </a:cubicBezTo>
                <a:cubicBezTo>
                  <a:pt x="371274" y="88807"/>
                  <a:pt x="370444" y="89419"/>
                  <a:pt x="370619" y="89747"/>
                </a:cubicBezTo>
                <a:cubicBezTo>
                  <a:pt x="370794" y="90075"/>
                  <a:pt x="371056" y="89791"/>
                  <a:pt x="371427" y="90075"/>
                </a:cubicBezTo>
                <a:cubicBezTo>
                  <a:pt x="371799" y="90360"/>
                  <a:pt x="372346" y="90360"/>
                  <a:pt x="372499" y="90600"/>
                </a:cubicBezTo>
                <a:cubicBezTo>
                  <a:pt x="372652" y="90841"/>
                  <a:pt x="372586" y="92065"/>
                  <a:pt x="371799" y="92174"/>
                </a:cubicBezTo>
                <a:cubicBezTo>
                  <a:pt x="371493" y="92218"/>
                  <a:pt x="370422" y="92590"/>
                  <a:pt x="370116" y="92065"/>
                </a:cubicBezTo>
                <a:cubicBezTo>
                  <a:pt x="370006" y="91890"/>
                  <a:pt x="370247" y="91649"/>
                  <a:pt x="370225" y="91256"/>
                </a:cubicBezTo>
                <a:cubicBezTo>
                  <a:pt x="370203" y="90862"/>
                  <a:pt x="369372" y="90447"/>
                  <a:pt x="369350" y="90206"/>
                </a:cubicBezTo>
                <a:cubicBezTo>
                  <a:pt x="369329" y="89966"/>
                  <a:pt x="369197" y="89857"/>
                  <a:pt x="369547" y="89551"/>
                </a:cubicBezTo>
                <a:cubicBezTo>
                  <a:pt x="370208" y="88903"/>
                  <a:pt x="370774" y="88167"/>
                  <a:pt x="371231" y="87364"/>
                </a:cubicBezTo>
                <a:cubicBezTo>
                  <a:pt x="371268" y="87082"/>
                  <a:pt x="371408" y="86827"/>
                  <a:pt x="371624" y="86643"/>
                </a:cubicBezTo>
                <a:cubicBezTo>
                  <a:pt x="372040" y="86271"/>
                  <a:pt x="372543" y="85681"/>
                  <a:pt x="372302" y="85484"/>
                </a:cubicBezTo>
                <a:cubicBezTo>
                  <a:pt x="372061" y="85272"/>
                  <a:pt x="371747" y="85169"/>
                  <a:pt x="371427" y="85200"/>
                </a:cubicBezTo>
                <a:cubicBezTo>
                  <a:pt x="371010" y="85224"/>
                  <a:pt x="370608" y="85368"/>
                  <a:pt x="370269" y="85615"/>
                </a:cubicBezTo>
                <a:cubicBezTo>
                  <a:pt x="370135" y="85854"/>
                  <a:pt x="369982" y="86081"/>
                  <a:pt x="369810" y="86293"/>
                </a:cubicBezTo>
                <a:cubicBezTo>
                  <a:pt x="369270" y="86861"/>
                  <a:pt x="368699" y="87402"/>
                  <a:pt x="368104" y="87911"/>
                </a:cubicBezTo>
                <a:cubicBezTo>
                  <a:pt x="367776" y="88195"/>
                  <a:pt x="367273" y="89091"/>
                  <a:pt x="367077" y="89245"/>
                </a:cubicBezTo>
                <a:cubicBezTo>
                  <a:pt x="366880" y="89398"/>
                  <a:pt x="365415" y="90644"/>
                  <a:pt x="365240" y="90841"/>
                </a:cubicBezTo>
                <a:cubicBezTo>
                  <a:pt x="364851" y="91136"/>
                  <a:pt x="364678" y="91636"/>
                  <a:pt x="364803" y="92109"/>
                </a:cubicBezTo>
                <a:cubicBezTo>
                  <a:pt x="364912" y="92327"/>
                  <a:pt x="365240" y="92305"/>
                  <a:pt x="365459" y="92327"/>
                </a:cubicBezTo>
                <a:cubicBezTo>
                  <a:pt x="365678" y="92349"/>
                  <a:pt x="366006" y="92436"/>
                  <a:pt x="366202" y="92218"/>
                </a:cubicBezTo>
                <a:cubicBezTo>
                  <a:pt x="366399" y="91999"/>
                  <a:pt x="366793" y="91562"/>
                  <a:pt x="367208" y="91781"/>
                </a:cubicBezTo>
                <a:cubicBezTo>
                  <a:pt x="367623" y="91999"/>
                  <a:pt x="367492" y="92436"/>
                  <a:pt x="367077" y="92655"/>
                </a:cubicBezTo>
                <a:cubicBezTo>
                  <a:pt x="366661" y="92874"/>
                  <a:pt x="366683" y="93180"/>
                  <a:pt x="366661" y="93420"/>
                </a:cubicBezTo>
                <a:cubicBezTo>
                  <a:pt x="366640" y="93661"/>
                  <a:pt x="367077" y="93595"/>
                  <a:pt x="367536" y="93836"/>
                </a:cubicBezTo>
                <a:cubicBezTo>
                  <a:pt x="367995" y="94076"/>
                  <a:pt x="368367" y="94229"/>
                  <a:pt x="368170" y="94645"/>
                </a:cubicBezTo>
                <a:cubicBezTo>
                  <a:pt x="368093" y="94841"/>
                  <a:pt x="367899" y="94966"/>
                  <a:pt x="367689" y="94951"/>
                </a:cubicBezTo>
                <a:cubicBezTo>
                  <a:pt x="367403" y="94922"/>
                  <a:pt x="367123" y="94848"/>
                  <a:pt x="366858" y="94732"/>
                </a:cubicBezTo>
                <a:cubicBezTo>
                  <a:pt x="366563" y="94601"/>
                  <a:pt x="366279" y="94448"/>
                  <a:pt x="366006" y="94273"/>
                </a:cubicBezTo>
                <a:cubicBezTo>
                  <a:pt x="365588" y="93893"/>
                  <a:pt x="365135" y="93556"/>
                  <a:pt x="364650" y="93267"/>
                </a:cubicBezTo>
                <a:cubicBezTo>
                  <a:pt x="364381" y="93051"/>
                  <a:pt x="364125" y="92817"/>
                  <a:pt x="363885" y="92568"/>
                </a:cubicBezTo>
                <a:cubicBezTo>
                  <a:pt x="363666" y="92371"/>
                  <a:pt x="363010" y="92196"/>
                  <a:pt x="362835" y="91890"/>
                </a:cubicBezTo>
                <a:cubicBezTo>
                  <a:pt x="362728" y="91617"/>
                  <a:pt x="362728" y="91311"/>
                  <a:pt x="362835" y="91037"/>
                </a:cubicBezTo>
                <a:cubicBezTo>
                  <a:pt x="362967" y="90753"/>
                  <a:pt x="363819" y="90622"/>
                  <a:pt x="364038" y="90491"/>
                </a:cubicBezTo>
                <a:cubicBezTo>
                  <a:pt x="364256" y="90360"/>
                  <a:pt x="364300" y="90185"/>
                  <a:pt x="364825" y="89791"/>
                </a:cubicBezTo>
                <a:cubicBezTo>
                  <a:pt x="365350" y="89398"/>
                  <a:pt x="365459" y="88829"/>
                  <a:pt x="365678" y="88611"/>
                </a:cubicBezTo>
                <a:cubicBezTo>
                  <a:pt x="365896" y="88392"/>
                  <a:pt x="366880" y="87364"/>
                  <a:pt x="367164" y="87058"/>
                </a:cubicBezTo>
                <a:cubicBezTo>
                  <a:pt x="367448" y="86752"/>
                  <a:pt x="367864" y="86490"/>
                  <a:pt x="367995" y="86359"/>
                </a:cubicBezTo>
                <a:cubicBezTo>
                  <a:pt x="368126" y="86227"/>
                  <a:pt x="368520" y="85812"/>
                  <a:pt x="368673" y="85812"/>
                </a:cubicBezTo>
                <a:cubicBezTo>
                  <a:pt x="368924" y="85716"/>
                  <a:pt x="369123" y="85517"/>
                  <a:pt x="369219" y="85266"/>
                </a:cubicBezTo>
                <a:cubicBezTo>
                  <a:pt x="369285" y="84959"/>
                  <a:pt x="369875" y="84697"/>
                  <a:pt x="370094" y="84325"/>
                </a:cubicBezTo>
                <a:cubicBezTo>
                  <a:pt x="370312" y="83954"/>
                  <a:pt x="370575" y="83823"/>
                  <a:pt x="370728" y="83495"/>
                </a:cubicBezTo>
                <a:cubicBezTo>
                  <a:pt x="370881" y="83167"/>
                  <a:pt x="370968" y="82970"/>
                  <a:pt x="370881" y="82839"/>
                </a:cubicBezTo>
                <a:cubicBezTo>
                  <a:pt x="370794" y="82708"/>
                  <a:pt x="370509" y="82861"/>
                  <a:pt x="370378" y="82708"/>
                </a:cubicBezTo>
                <a:cubicBezTo>
                  <a:pt x="370192" y="82493"/>
                  <a:pt x="369995" y="82288"/>
                  <a:pt x="369788" y="82095"/>
                </a:cubicBezTo>
                <a:close/>
                <a:moveTo>
                  <a:pt x="79909" y="80740"/>
                </a:moveTo>
                <a:cubicBezTo>
                  <a:pt x="79725" y="80939"/>
                  <a:pt x="79502" y="81094"/>
                  <a:pt x="79253" y="81199"/>
                </a:cubicBezTo>
                <a:cubicBezTo>
                  <a:pt x="78925" y="81265"/>
                  <a:pt x="78641" y="81090"/>
                  <a:pt x="78225" y="81483"/>
                </a:cubicBezTo>
                <a:cubicBezTo>
                  <a:pt x="77970" y="81840"/>
                  <a:pt x="77736" y="82213"/>
                  <a:pt x="77526" y="82598"/>
                </a:cubicBezTo>
                <a:cubicBezTo>
                  <a:pt x="77351" y="82773"/>
                  <a:pt x="76870" y="82992"/>
                  <a:pt x="76695" y="83189"/>
                </a:cubicBezTo>
                <a:cubicBezTo>
                  <a:pt x="76520" y="83385"/>
                  <a:pt x="76433" y="83888"/>
                  <a:pt x="76127" y="84172"/>
                </a:cubicBezTo>
                <a:cubicBezTo>
                  <a:pt x="75820" y="84457"/>
                  <a:pt x="75208" y="84741"/>
                  <a:pt x="75033" y="84959"/>
                </a:cubicBezTo>
                <a:cubicBezTo>
                  <a:pt x="74684" y="85353"/>
                  <a:pt x="74509" y="85615"/>
                  <a:pt x="74771" y="86096"/>
                </a:cubicBezTo>
                <a:cubicBezTo>
                  <a:pt x="75138" y="86544"/>
                  <a:pt x="75549" y="86953"/>
                  <a:pt x="75995" y="87321"/>
                </a:cubicBezTo>
                <a:cubicBezTo>
                  <a:pt x="76540" y="88014"/>
                  <a:pt x="77038" y="88744"/>
                  <a:pt x="77482" y="89507"/>
                </a:cubicBezTo>
                <a:cubicBezTo>
                  <a:pt x="77725" y="89999"/>
                  <a:pt x="78033" y="90456"/>
                  <a:pt x="78400" y="90862"/>
                </a:cubicBezTo>
                <a:cubicBezTo>
                  <a:pt x="78575" y="91037"/>
                  <a:pt x="79515" y="91977"/>
                  <a:pt x="80193" y="92743"/>
                </a:cubicBezTo>
                <a:cubicBezTo>
                  <a:pt x="80324" y="92896"/>
                  <a:pt x="80696" y="93530"/>
                  <a:pt x="81177" y="94120"/>
                </a:cubicBezTo>
                <a:cubicBezTo>
                  <a:pt x="81658" y="94710"/>
                  <a:pt x="81439" y="94798"/>
                  <a:pt x="82117" y="95519"/>
                </a:cubicBezTo>
                <a:cubicBezTo>
                  <a:pt x="82248" y="95650"/>
                  <a:pt x="82401" y="96350"/>
                  <a:pt x="82532" y="96525"/>
                </a:cubicBezTo>
                <a:cubicBezTo>
                  <a:pt x="83822" y="98055"/>
                  <a:pt x="83735" y="98361"/>
                  <a:pt x="84500" y="99061"/>
                </a:cubicBezTo>
                <a:cubicBezTo>
                  <a:pt x="84966" y="99533"/>
                  <a:pt x="85495" y="99940"/>
                  <a:pt x="86074" y="100263"/>
                </a:cubicBezTo>
                <a:cubicBezTo>
                  <a:pt x="86448" y="100473"/>
                  <a:pt x="86800" y="100722"/>
                  <a:pt x="87124" y="101007"/>
                </a:cubicBezTo>
                <a:lnTo>
                  <a:pt x="88151" y="101859"/>
                </a:lnTo>
                <a:cubicBezTo>
                  <a:pt x="88326" y="102034"/>
                  <a:pt x="89725" y="102778"/>
                  <a:pt x="90009" y="102974"/>
                </a:cubicBezTo>
                <a:cubicBezTo>
                  <a:pt x="90429" y="103398"/>
                  <a:pt x="90890" y="103779"/>
                  <a:pt x="91387" y="104111"/>
                </a:cubicBezTo>
                <a:cubicBezTo>
                  <a:pt x="91957" y="104310"/>
                  <a:pt x="92554" y="104419"/>
                  <a:pt x="93158" y="104439"/>
                </a:cubicBezTo>
                <a:cubicBezTo>
                  <a:pt x="93547" y="104387"/>
                  <a:pt x="93923" y="104269"/>
                  <a:pt x="94273" y="104089"/>
                </a:cubicBezTo>
                <a:cubicBezTo>
                  <a:pt x="94688" y="103849"/>
                  <a:pt x="95344" y="102974"/>
                  <a:pt x="95759" y="102668"/>
                </a:cubicBezTo>
                <a:cubicBezTo>
                  <a:pt x="96175" y="102362"/>
                  <a:pt x="96984" y="101925"/>
                  <a:pt x="96984" y="101925"/>
                </a:cubicBezTo>
                <a:cubicBezTo>
                  <a:pt x="96984" y="101925"/>
                  <a:pt x="97836" y="101094"/>
                  <a:pt x="98142" y="100744"/>
                </a:cubicBezTo>
                <a:cubicBezTo>
                  <a:pt x="98481" y="100296"/>
                  <a:pt x="98905" y="99918"/>
                  <a:pt x="99389" y="99629"/>
                </a:cubicBezTo>
                <a:cubicBezTo>
                  <a:pt x="99629" y="99520"/>
                  <a:pt x="100219" y="99433"/>
                  <a:pt x="100460" y="99170"/>
                </a:cubicBezTo>
                <a:cubicBezTo>
                  <a:pt x="100796" y="98757"/>
                  <a:pt x="101061" y="98291"/>
                  <a:pt x="101247" y="97793"/>
                </a:cubicBezTo>
                <a:cubicBezTo>
                  <a:pt x="101422" y="97334"/>
                  <a:pt x="102100" y="96962"/>
                  <a:pt x="102143" y="96481"/>
                </a:cubicBezTo>
                <a:cubicBezTo>
                  <a:pt x="102187" y="96000"/>
                  <a:pt x="101859" y="95607"/>
                  <a:pt x="101553" y="95104"/>
                </a:cubicBezTo>
                <a:cubicBezTo>
                  <a:pt x="101260" y="94430"/>
                  <a:pt x="100917" y="93779"/>
                  <a:pt x="100525" y="93158"/>
                </a:cubicBezTo>
                <a:cubicBezTo>
                  <a:pt x="100106" y="92530"/>
                  <a:pt x="99323" y="92255"/>
                  <a:pt x="98601" y="92480"/>
                </a:cubicBezTo>
                <a:cubicBezTo>
                  <a:pt x="98188" y="92732"/>
                  <a:pt x="97819" y="93049"/>
                  <a:pt x="97508" y="93420"/>
                </a:cubicBezTo>
                <a:cubicBezTo>
                  <a:pt x="97248" y="93632"/>
                  <a:pt x="96940" y="93783"/>
                  <a:pt x="96612" y="93858"/>
                </a:cubicBezTo>
                <a:cubicBezTo>
                  <a:pt x="96503" y="93879"/>
                  <a:pt x="96131" y="94404"/>
                  <a:pt x="95803" y="94404"/>
                </a:cubicBezTo>
                <a:cubicBezTo>
                  <a:pt x="95436" y="94658"/>
                  <a:pt x="95092" y="94942"/>
                  <a:pt x="94775" y="95257"/>
                </a:cubicBezTo>
                <a:cubicBezTo>
                  <a:pt x="94262" y="95736"/>
                  <a:pt x="93597" y="96022"/>
                  <a:pt x="92895" y="96066"/>
                </a:cubicBezTo>
                <a:cubicBezTo>
                  <a:pt x="91890" y="96022"/>
                  <a:pt x="91518" y="95388"/>
                  <a:pt x="90818" y="95038"/>
                </a:cubicBezTo>
                <a:cubicBezTo>
                  <a:pt x="90429" y="94835"/>
                  <a:pt x="90086" y="94551"/>
                  <a:pt x="89813" y="94207"/>
                </a:cubicBezTo>
                <a:cubicBezTo>
                  <a:pt x="89194" y="93488"/>
                  <a:pt x="88717" y="92657"/>
                  <a:pt x="88413" y="91759"/>
                </a:cubicBezTo>
                <a:cubicBezTo>
                  <a:pt x="88859" y="90965"/>
                  <a:pt x="89135" y="90086"/>
                  <a:pt x="89222" y="89179"/>
                </a:cubicBezTo>
                <a:cubicBezTo>
                  <a:pt x="89329" y="88611"/>
                  <a:pt x="89469" y="88049"/>
                  <a:pt x="89638" y="87496"/>
                </a:cubicBezTo>
                <a:cubicBezTo>
                  <a:pt x="89605" y="87043"/>
                  <a:pt x="89664" y="86590"/>
                  <a:pt x="89813" y="86162"/>
                </a:cubicBezTo>
                <a:cubicBezTo>
                  <a:pt x="90075" y="85659"/>
                  <a:pt x="90206" y="85419"/>
                  <a:pt x="90447" y="85003"/>
                </a:cubicBezTo>
                <a:cubicBezTo>
                  <a:pt x="90678" y="84732"/>
                  <a:pt x="90678" y="84334"/>
                  <a:pt x="90447" y="84063"/>
                </a:cubicBezTo>
                <a:cubicBezTo>
                  <a:pt x="90110" y="83750"/>
                  <a:pt x="89727" y="83492"/>
                  <a:pt x="89310" y="83298"/>
                </a:cubicBezTo>
                <a:cubicBezTo>
                  <a:pt x="88676" y="83167"/>
                  <a:pt x="87976" y="82248"/>
                  <a:pt x="87233" y="82751"/>
                </a:cubicBezTo>
                <a:cubicBezTo>
                  <a:pt x="86489" y="83254"/>
                  <a:pt x="85637" y="83232"/>
                  <a:pt x="85506" y="83648"/>
                </a:cubicBezTo>
                <a:cubicBezTo>
                  <a:pt x="85490" y="84085"/>
                  <a:pt x="85394" y="84513"/>
                  <a:pt x="85221" y="84916"/>
                </a:cubicBezTo>
                <a:cubicBezTo>
                  <a:pt x="85375" y="85462"/>
                  <a:pt x="84740" y="85856"/>
                  <a:pt x="84150" y="85462"/>
                </a:cubicBezTo>
                <a:cubicBezTo>
                  <a:pt x="83851" y="85139"/>
                  <a:pt x="83595" y="84778"/>
                  <a:pt x="83385" y="84391"/>
                </a:cubicBezTo>
                <a:cubicBezTo>
                  <a:pt x="83013" y="83560"/>
                  <a:pt x="83451" y="82664"/>
                  <a:pt x="82467" y="81658"/>
                </a:cubicBezTo>
                <a:cubicBezTo>
                  <a:pt x="81973" y="81254"/>
                  <a:pt x="81411" y="80941"/>
                  <a:pt x="80805" y="80740"/>
                </a:cubicBezTo>
                <a:cubicBezTo>
                  <a:pt x="80499" y="80740"/>
                  <a:pt x="80084" y="80609"/>
                  <a:pt x="79909" y="80740"/>
                </a:cubicBezTo>
                <a:close/>
                <a:moveTo>
                  <a:pt x="271143" y="71689"/>
                </a:moveTo>
                <a:cubicBezTo>
                  <a:pt x="271078" y="75021"/>
                  <a:pt x="270509" y="78322"/>
                  <a:pt x="269460" y="81484"/>
                </a:cubicBezTo>
                <a:cubicBezTo>
                  <a:pt x="268697" y="83985"/>
                  <a:pt x="266788" y="85974"/>
                  <a:pt x="264322" y="86840"/>
                </a:cubicBezTo>
                <a:cubicBezTo>
                  <a:pt x="263854" y="88040"/>
                  <a:pt x="263181" y="89149"/>
                  <a:pt x="262333" y="90120"/>
                </a:cubicBezTo>
                <a:cubicBezTo>
                  <a:pt x="257042" y="96416"/>
                  <a:pt x="247422" y="103259"/>
                  <a:pt x="236491" y="107981"/>
                </a:cubicBezTo>
                <a:cubicBezTo>
                  <a:pt x="239018" y="107221"/>
                  <a:pt x="241736" y="107398"/>
                  <a:pt x="244143" y="108484"/>
                </a:cubicBezTo>
                <a:lnTo>
                  <a:pt x="244230" y="108419"/>
                </a:lnTo>
                <a:cubicBezTo>
                  <a:pt x="247343" y="109943"/>
                  <a:pt x="250175" y="111982"/>
                  <a:pt x="252604" y="114453"/>
                </a:cubicBezTo>
                <a:cubicBezTo>
                  <a:pt x="252604" y="114453"/>
                  <a:pt x="249412" y="116136"/>
                  <a:pt x="242722" y="114628"/>
                </a:cubicBezTo>
                <a:cubicBezTo>
                  <a:pt x="239506" y="113751"/>
                  <a:pt x="236904" y="111386"/>
                  <a:pt x="235726" y="108266"/>
                </a:cubicBezTo>
                <a:lnTo>
                  <a:pt x="230239" y="110281"/>
                </a:lnTo>
                <a:lnTo>
                  <a:pt x="231413" y="116302"/>
                </a:lnTo>
                <a:cubicBezTo>
                  <a:pt x="232140" y="120038"/>
                  <a:pt x="232938" y="124148"/>
                  <a:pt x="233342" y="126258"/>
                </a:cubicBezTo>
                <a:cubicBezTo>
                  <a:pt x="256252" y="126387"/>
                  <a:pt x="279045" y="122950"/>
                  <a:pt x="300899" y="116070"/>
                </a:cubicBezTo>
                <a:lnTo>
                  <a:pt x="303238" y="115283"/>
                </a:lnTo>
                <a:lnTo>
                  <a:pt x="303238" y="117731"/>
                </a:lnTo>
                <a:cubicBezTo>
                  <a:pt x="303223" y="124625"/>
                  <a:pt x="300864" y="131310"/>
                  <a:pt x="296548" y="136686"/>
                </a:cubicBezTo>
                <a:cubicBezTo>
                  <a:pt x="292228" y="141885"/>
                  <a:pt x="286434" y="145659"/>
                  <a:pt x="279932" y="147508"/>
                </a:cubicBezTo>
                <a:cubicBezTo>
                  <a:pt x="279222" y="152480"/>
                  <a:pt x="276766" y="157038"/>
                  <a:pt x="273002" y="160364"/>
                </a:cubicBezTo>
                <a:cubicBezTo>
                  <a:pt x="272013" y="161199"/>
                  <a:pt x="270944" y="161931"/>
                  <a:pt x="269810" y="162550"/>
                </a:cubicBezTo>
                <a:cubicBezTo>
                  <a:pt x="284829" y="160845"/>
                  <a:pt x="296264" y="158702"/>
                  <a:pt x="301729" y="157675"/>
                </a:cubicBezTo>
                <a:lnTo>
                  <a:pt x="304244" y="157194"/>
                </a:lnTo>
                <a:lnTo>
                  <a:pt x="304112" y="157194"/>
                </a:lnTo>
                <a:cubicBezTo>
                  <a:pt x="306583" y="156778"/>
                  <a:pt x="308988" y="156254"/>
                  <a:pt x="310955" y="155773"/>
                </a:cubicBezTo>
                <a:cubicBezTo>
                  <a:pt x="308004" y="161350"/>
                  <a:pt x="304449" y="166584"/>
                  <a:pt x="300352" y="171383"/>
                </a:cubicBezTo>
                <a:cubicBezTo>
                  <a:pt x="293437" y="179605"/>
                  <a:pt x="284947" y="186361"/>
                  <a:pt x="275385" y="191256"/>
                </a:cubicBezTo>
                <a:cubicBezTo>
                  <a:pt x="266970" y="195515"/>
                  <a:pt x="257929" y="198401"/>
                  <a:pt x="248603" y="199804"/>
                </a:cubicBezTo>
                <a:cubicBezTo>
                  <a:pt x="247153" y="200008"/>
                  <a:pt x="245693" y="200102"/>
                  <a:pt x="244230" y="200088"/>
                </a:cubicBezTo>
                <a:cubicBezTo>
                  <a:pt x="241502" y="200077"/>
                  <a:pt x="238778" y="199881"/>
                  <a:pt x="236075" y="199498"/>
                </a:cubicBezTo>
                <a:lnTo>
                  <a:pt x="233495" y="199126"/>
                </a:lnTo>
                <a:lnTo>
                  <a:pt x="238502" y="220049"/>
                </a:lnTo>
                <a:lnTo>
                  <a:pt x="221821" y="221120"/>
                </a:lnTo>
                <a:lnTo>
                  <a:pt x="205118" y="220049"/>
                </a:lnTo>
                <a:lnTo>
                  <a:pt x="210124" y="199126"/>
                </a:lnTo>
                <a:lnTo>
                  <a:pt x="207544" y="199498"/>
                </a:lnTo>
                <a:cubicBezTo>
                  <a:pt x="204842" y="199881"/>
                  <a:pt x="202118" y="200077"/>
                  <a:pt x="199390" y="200088"/>
                </a:cubicBezTo>
                <a:cubicBezTo>
                  <a:pt x="197927" y="200104"/>
                  <a:pt x="196464" y="200008"/>
                  <a:pt x="195017" y="199804"/>
                </a:cubicBezTo>
                <a:cubicBezTo>
                  <a:pt x="185684" y="198405"/>
                  <a:pt x="176635" y="195519"/>
                  <a:pt x="168213" y="191256"/>
                </a:cubicBezTo>
                <a:cubicBezTo>
                  <a:pt x="158648" y="186363"/>
                  <a:pt x="150161" y="179605"/>
                  <a:pt x="143246" y="171383"/>
                </a:cubicBezTo>
                <a:cubicBezTo>
                  <a:pt x="139149" y="166584"/>
                  <a:pt x="135594" y="161350"/>
                  <a:pt x="132642" y="155773"/>
                </a:cubicBezTo>
                <a:cubicBezTo>
                  <a:pt x="134632" y="156254"/>
                  <a:pt x="137081" y="156778"/>
                  <a:pt x="139485" y="157194"/>
                </a:cubicBezTo>
                <a:lnTo>
                  <a:pt x="142022" y="157675"/>
                </a:lnTo>
                <a:cubicBezTo>
                  <a:pt x="147465" y="158702"/>
                  <a:pt x="158878" y="160845"/>
                  <a:pt x="173919" y="162528"/>
                </a:cubicBezTo>
                <a:cubicBezTo>
                  <a:pt x="172785" y="161953"/>
                  <a:pt x="171713" y="161256"/>
                  <a:pt x="170727" y="160451"/>
                </a:cubicBezTo>
                <a:cubicBezTo>
                  <a:pt x="166974" y="157119"/>
                  <a:pt x="164518" y="152565"/>
                  <a:pt x="163797" y="147596"/>
                </a:cubicBezTo>
                <a:cubicBezTo>
                  <a:pt x="157297" y="145740"/>
                  <a:pt x="151506" y="141968"/>
                  <a:pt x="147181" y="136774"/>
                </a:cubicBezTo>
                <a:cubicBezTo>
                  <a:pt x="142881" y="131389"/>
                  <a:pt x="140524" y="124710"/>
                  <a:pt x="140491" y="117819"/>
                </a:cubicBezTo>
                <a:lnTo>
                  <a:pt x="140491" y="115370"/>
                </a:lnTo>
                <a:lnTo>
                  <a:pt x="142809" y="116157"/>
                </a:lnTo>
                <a:cubicBezTo>
                  <a:pt x="164702" y="123020"/>
                  <a:pt x="187531" y="126426"/>
                  <a:pt x="210474" y="126258"/>
                </a:cubicBezTo>
                <a:cubicBezTo>
                  <a:pt x="211283" y="122038"/>
                  <a:pt x="213666" y="109817"/>
                  <a:pt x="213906" y="108593"/>
                </a:cubicBezTo>
                <a:lnTo>
                  <a:pt x="213906" y="108309"/>
                </a:lnTo>
                <a:cubicBezTo>
                  <a:pt x="214344" y="106057"/>
                  <a:pt x="215655" y="99257"/>
                  <a:pt x="221755" y="99257"/>
                </a:cubicBezTo>
                <a:lnTo>
                  <a:pt x="222039" y="99257"/>
                </a:lnTo>
                <a:cubicBezTo>
                  <a:pt x="225089" y="99257"/>
                  <a:pt x="226948" y="100973"/>
                  <a:pt x="228098" y="102963"/>
                </a:cubicBezTo>
                <a:lnTo>
                  <a:pt x="229666" y="107590"/>
                </a:lnTo>
                <a:lnTo>
                  <a:pt x="234939" y="105664"/>
                </a:lnTo>
                <a:cubicBezTo>
                  <a:pt x="233170" y="102883"/>
                  <a:pt x="232400" y="99584"/>
                  <a:pt x="232752" y="96307"/>
                </a:cubicBezTo>
                <a:cubicBezTo>
                  <a:pt x="233550" y="92866"/>
                  <a:pt x="235354" y="89737"/>
                  <a:pt x="237934" y="87321"/>
                </a:cubicBezTo>
                <a:cubicBezTo>
                  <a:pt x="238920" y="90596"/>
                  <a:pt x="239486" y="93983"/>
                  <a:pt x="239617" y="97400"/>
                </a:cubicBezTo>
                <a:cubicBezTo>
                  <a:pt x="239748" y="101204"/>
                  <a:pt x="235835" y="104899"/>
                  <a:pt x="235070" y="105577"/>
                </a:cubicBezTo>
                <a:lnTo>
                  <a:pt x="245668" y="99331"/>
                </a:lnTo>
                <a:lnTo>
                  <a:pt x="243661" y="90644"/>
                </a:lnTo>
                <a:cubicBezTo>
                  <a:pt x="244326" y="87183"/>
                  <a:pt x="245972" y="83989"/>
                  <a:pt x="248405" y="81439"/>
                </a:cubicBezTo>
                <a:cubicBezTo>
                  <a:pt x="249385" y="84756"/>
                  <a:pt x="249971" y="88175"/>
                  <a:pt x="250154" y="91627"/>
                </a:cubicBezTo>
                <a:lnTo>
                  <a:pt x="250220" y="91627"/>
                </a:lnTo>
                <a:lnTo>
                  <a:pt x="246503" y="98839"/>
                </a:lnTo>
                <a:lnTo>
                  <a:pt x="255511" y="93530"/>
                </a:lnTo>
                <a:cubicBezTo>
                  <a:pt x="253898" y="90786"/>
                  <a:pt x="253179" y="87608"/>
                  <a:pt x="253456" y="84435"/>
                </a:cubicBezTo>
                <a:cubicBezTo>
                  <a:pt x="254064" y="81167"/>
                  <a:pt x="255579" y="78137"/>
                  <a:pt x="257829" y="75690"/>
                </a:cubicBezTo>
                <a:cubicBezTo>
                  <a:pt x="258736" y="78876"/>
                  <a:pt x="259272" y="82155"/>
                  <a:pt x="259425" y="85463"/>
                </a:cubicBezTo>
                <a:cubicBezTo>
                  <a:pt x="259622" y="89136"/>
                  <a:pt x="256167" y="92896"/>
                  <a:pt x="255577" y="93508"/>
                </a:cubicBezTo>
                <a:cubicBezTo>
                  <a:pt x="257824" y="91720"/>
                  <a:pt x="259943" y="89779"/>
                  <a:pt x="261917" y="87693"/>
                </a:cubicBezTo>
                <a:cubicBezTo>
                  <a:pt x="262398" y="87168"/>
                  <a:pt x="262945" y="86490"/>
                  <a:pt x="263338" y="85988"/>
                </a:cubicBezTo>
                <a:cubicBezTo>
                  <a:pt x="262811" y="83307"/>
                  <a:pt x="263253" y="80524"/>
                  <a:pt x="264584" y="78139"/>
                </a:cubicBezTo>
                <a:cubicBezTo>
                  <a:pt x="266058" y="75367"/>
                  <a:pt x="268347" y="73115"/>
                  <a:pt x="271143" y="71689"/>
                </a:cubicBezTo>
                <a:close/>
                <a:moveTo>
                  <a:pt x="130456" y="70552"/>
                </a:moveTo>
                <a:cubicBezTo>
                  <a:pt x="130456" y="70552"/>
                  <a:pt x="129144" y="71361"/>
                  <a:pt x="129144" y="71361"/>
                </a:cubicBezTo>
                <a:cubicBezTo>
                  <a:pt x="128873" y="71741"/>
                  <a:pt x="128540" y="72074"/>
                  <a:pt x="128160" y="72345"/>
                </a:cubicBezTo>
                <a:cubicBezTo>
                  <a:pt x="127898" y="72498"/>
                  <a:pt x="127045" y="71186"/>
                  <a:pt x="126280" y="71645"/>
                </a:cubicBezTo>
                <a:cubicBezTo>
                  <a:pt x="126061" y="71776"/>
                  <a:pt x="125886" y="72301"/>
                  <a:pt x="125690" y="72629"/>
                </a:cubicBezTo>
                <a:cubicBezTo>
                  <a:pt x="125351" y="73501"/>
                  <a:pt x="125351" y="74467"/>
                  <a:pt x="125690" y="75340"/>
                </a:cubicBezTo>
                <a:cubicBezTo>
                  <a:pt x="125690" y="75646"/>
                  <a:pt x="125558" y="76280"/>
                  <a:pt x="125690" y="76499"/>
                </a:cubicBezTo>
                <a:cubicBezTo>
                  <a:pt x="125821" y="76717"/>
                  <a:pt x="126258" y="76936"/>
                  <a:pt x="126367" y="77133"/>
                </a:cubicBezTo>
                <a:cubicBezTo>
                  <a:pt x="126477" y="77329"/>
                  <a:pt x="126651" y="77942"/>
                  <a:pt x="126783" y="78160"/>
                </a:cubicBezTo>
                <a:cubicBezTo>
                  <a:pt x="127242" y="79078"/>
                  <a:pt x="128182" y="78969"/>
                  <a:pt x="128969" y="78510"/>
                </a:cubicBezTo>
                <a:cubicBezTo>
                  <a:pt x="129341" y="78269"/>
                  <a:pt x="129734" y="77395"/>
                  <a:pt x="129931" y="77198"/>
                </a:cubicBezTo>
                <a:cubicBezTo>
                  <a:pt x="130128" y="77001"/>
                  <a:pt x="130630" y="76980"/>
                  <a:pt x="130849" y="76542"/>
                </a:cubicBezTo>
                <a:cubicBezTo>
                  <a:pt x="131076" y="76208"/>
                  <a:pt x="131247" y="75838"/>
                  <a:pt x="131352" y="75449"/>
                </a:cubicBezTo>
                <a:lnTo>
                  <a:pt x="131352" y="75362"/>
                </a:lnTo>
                <a:cubicBezTo>
                  <a:pt x="131418" y="74837"/>
                  <a:pt x="131133" y="74531"/>
                  <a:pt x="131243" y="74072"/>
                </a:cubicBezTo>
                <a:cubicBezTo>
                  <a:pt x="131199" y="73831"/>
                  <a:pt x="131571" y="73460"/>
                  <a:pt x="131571" y="73285"/>
                </a:cubicBezTo>
                <a:cubicBezTo>
                  <a:pt x="131610" y="72952"/>
                  <a:pt x="131678" y="72622"/>
                  <a:pt x="131767" y="72301"/>
                </a:cubicBezTo>
                <a:cubicBezTo>
                  <a:pt x="131711" y="71971"/>
                  <a:pt x="131584" y="71658"/>
                  <a:pt x="131396" y="71383"/>
                </a:cubicBezTo>
                <a:cubicBezTo>
                  <a:pt x="131359" y="71079"/>
                  <a:pt x="131238" y="70790"/>
                  <a:pt x="131046" y="70552"/>
                </a:cubicBezTo>
                <a:cubicBezTo>
                  <a:pt x="130893" y="70355"/>
                  <a:pt x="130456" y="70552"/>
                  <a:pt x="130456" y="70552"/>
                </a:cubicBezTo>
                <a:close/>
                <a:moveTo>
                  <a:pt x="899320" y="68645"/>
                </a:moveTo>
                <a:cubicBezTo>
                  <a:pt x="901263" y="68717"/>
                  <a:pt x="903199" y="68920"/>
                  <a:pt x="905114" y="69255"/>
                </a:cubicBezTo>
                <a:cubicBezTo>
                  <a:pt x="907499" y="69409"/>
                  <a:pt x="909893" y="69409"/>
                  <a:pt x="912278" y="69255"/>
                </a:cubicBezTo>
                <a:cubicBezTo>
                  <a:pt x="914107" y="69255"/>
                  <a:pt x="915251" y="71618"/>
                  <a:pt x="916013" y="72228"/>
                </a:cubicBezTo>
                <a:cubicBezTo>
                  <a:pt x="916775" y="72837"/>
                  <a:pt x="921577" y="73066"/>
                  <a:pt x="922721" y="74285"/>
                </a:cubicBezTo>
                <a:cubicBezTo>
                  <a:pt x="923863" y="75505"/>
                  <a:pt x="923711" y="79392"/>
                  <a:pt x="924931" y="81907"/>
                </a:cubicBezTo>
                <a:cubicBezTo>
                  <a:pt x="926150" y="84423"/>
                  <a:pt x="929809" y="85718"/>
                  <a:pt x="930114" y="93341"/>
                </a:cubicBezTo>
                <a:cubicBezTo>
                  <a:pt x="930419" y="100963"/>
                  <a:pt x="928361" y="101115"/>
                  <a:pt x="923711" y="105079"/>
                </a:cubicBezTo>
                <a:cubicBezTo>
                  <a:pt x="922415" y="106755"/>
                  <a:pt x="922568" y="109423"/>
                  <a:pt x="924931" y="108965"/>
                </a:cubicBezTo>
                <a:cubicBezTo>
                  <a:pt x="929123" y="108127"/>
                  <a:pt x="944215" y="104773"/>
                  <a:pt x="947797" y="103630"/>
                </a:cubicBezTo>
                <a:cubicBezTo>
                  <a:pt x="952056" y="102296"/>
                  <a:pt x="956414" y="101302"/>
                  <a:pt x="960831" y="100658"/>
                </a:cubicBezTo>
                <a:cubicBezTo>
                  <a:pt x="962279" y="100505"/>
                  <a:pt x="964642" y="102563"/>
                  <a:pt x="966395" y="103021"/>
                </a:cubicBezTo>
                <a:cubicBezTo>
                  <a:pt x="968147" y="103478"/>
                  <a:pt x="971578" y="103326"/>
                  <a:pt x="972188" y="104926"/>
                </a:cubicBezTo>
                <a:cubicBezTo>
                  <a:pt x="973375" y="107962"/>
                  <a:pt x="975960" y="110235"/>
                  <a:pt x="979123" y="111024"/>
                </a:cubicBezTo>
                <a:lnTo>
                  <a:pt x="978971" y="111024"/>
                </a:lnTo>
                <a:cubicBezTo>
                  <a:pt x="980608" y="111433"/>
                  <a:pt x="981840" y="112786"/>
                  <a:pt x="982096" y="114453"/>
                </a:cubicBezTo>
                <a:cubicBezTo>
                  <a:pt x="982096" y="115902"/>
                  <a:pt x="981715" y="118341"/>
                  <a:pt x="981715" y="121466"/>
                </a:cubicBezTo>
                <a:cubicBezTo>
                  <a:pt x="981257" y="126344"/>
                  <a:pt x="972873" y="129774"/>
                  <a:pt x="969215" y="132060"/>
                </a:cubicBezTo>
                <a:cubicBezTo>
                  <a:pt x="967995" y="132899"/>
                  <a:pt x="966776" y="130079"/>
                  <a:pt x="962507" y="130079"/>
                </a:cubicBezTo>
                <a:cubicBezTo>
                  <a:pt x="961059" y="130155"/>
                  <a:pt x="952598" y="130841"/>
                  <a:pt x="951151" y="130841"/>
                </a:cubicBezTo>
                <a:lnTo>
                  <a:pt x="942080" y="131908"/>
                </a:lnTo>
                <a:cubicBezTo>
                  <a:pt x="940022" y="132365"/>
                  <a:pt x="935754" y="133814"/>
                  <a:pt x="933773" y="134423"/>
                </a:cubicBezTo>
                <a:cubicBezTo>
                  <a:pt x="930938" y="135222"/>
                  <a:pt x="928162" y="136216"/>
                  <a:pt x="925464" y="137396"/>
                </a:cubicBezTo>
                <a:cubicBezTo>
                  <a:pt x="924244" y="138158"/>
                  <a:pt x="921272" y="136786"/>
                  <a:pt x="917842" y="137396"/>
                </a:cubicBezTo>
                <a:cubicBezTo>
                  <a:pt x="916318" y="137701"/>
                  <a:pt x="910906" y="140978"/>
                  <a:pt x="906256" y="142273"/>
                </a:cubicBezTo>
                <a:cubicBezTo>
                  <a:pt x="897092" y="143877"/>
                  <a:pt x="888051" y="146118"/>
                  <a:pt x="879199" y="148981"/>
                </a:cubicBezTo>
                <a:cubicBezTo>
                  <a:pt x="877217" y="150963"/>
                  <a:pt x="873101" y="150124"/>
                  <a:pt x="871577" y="150963"/>
                </a:cubicBezTo>
                <a:cubicBezTo>
                  <a:pt x="870052" y="151802"/>
                  <a:pt x="866013" y="151802"/>
                  <a:pt x="863955" y="152868"/>
                </a:cubicBezTo>
                <a:cubicBezTo>
                  <a:pt x="860525" y="154622"/>
                  <a:pt x="859000" y="153631"/>
                  <a:pt x="857094" y="154622"/>
                </a:cubicBezTo>
                <a:cubicBezTo>
                  <a:pt x="855246" y="155310"/>
                  <a:pt x="853265" y="155571"/>
                  <a:pt x="851302" y="155383"/>
                </a:cubicBezTo>
                <a:cubicBezTo>
                  <a:pt x="849184" y="155806"/>
                  <a:pt x="847096" y="156366"/>
                  <a:pt x="845052" y="157061"/>
                </a:cubicBezTo>
                <a:cubicBezTo>
                  <a:pt x="843247" y="157477"/>
                  <a:pt x="841369" y="157477"/>
                  <a:pt x="839564" y="157061"/>
                </a:cubicBezTo>
                <a:cubicBezTo>
                  <a:pt x="838124" y="156847"/>
                  <a:pt x="836659" y="156847"/>
                  <a:pt x="835219" y="157061"/>
                </a:cubicBezTo>
                <a:cubicBezTo>
                  <a:pt x="833771" y="158966"/>
                  <a:pt x="831027" y="158966"/>
                  <a:pt x="828207" y="158966"/>
                </a:cubicBezTo>
                <a:cubicBezTo>
                  <a:pt x="826138" y="159369"/>
                  <a:pt x="824137" y="160062"/>
                  <a:pt x="822262" y="161024"/>
                </a:cubicBezTo>
                <a:cubicBezTo>
                  <a:pt x="821804" y="162396"/>
                  <a:pt x="819366" y="163615"/>
                  <a:pt x="817079" y="163997"/>
                </a:cubicBezTo>
                <a:cubicBezTo>
                  <a:pt x="814793" y="164378"/>
                  <a:pt x="816164" y="162548"/>
                  <a:pt x="812886" y="161024"/>
                </a:cubicBezTo>
                <a:cubicBezTo>
                  <a:pt x="811362" y="160567"/>
                  <a:pt x="807932" y="161863"/>
                  <a:pt x="805264" y="160567"/>
                </a:cubicBezTo>
                <a:cubicBezTo>
                  <a:pt x="802596" y="159271"/>
                  <a:pt x="802749" y="155536"/>
                  <a:pt x="803283" y="152411"/>
                </a:cubicBezTo>
                <a:cubicBezTo>
                  <a:pt x="803359" y="151725"/>
                  <a:pt x="802902" y="148829"/>
                  <a:pt x="802902" y="145704"/>
                </a:cubicBezTo>
                <a:cubicBezTo>
                  <a:pt x="802574" y="143799"/>
                  <a:pt x="803104" y="141846"/>
                  <a:pt x="804350" y="140368"/>
                </a:cubicBezTo>
                <a:cubicBezTo>
                  <a:pt x="808949" y="136961"/>
                  <a:pt x="814108" y="134382"/>
                  <a:pt x="819594" y="132746"/>
                </a:cubicBezTo>
                <a:cubicBezTo>
                  <a:pt x="821042" y="132441"/>
                  <a:pt x="822491" y="135033"/>
                  <a:pt x="823634" y="135033"/>
                </a:cubicBezTo>
                <a:cubicBezTo>
                  <a:pt x="824777" y="135033"/>
                  <a:pt x="830113" y="132060"/>
                  <a:pt x="832399" y="132060"/>
                </a:cubicBezTo>
                <a:cubicBezTo>
                  <a:pt x="839484" y="131207"/>
                  <a:pt x="846491" y="129806"/>
                  <a:pt x="853360" y="127868"/>
                </a:cubicBezTo>
                <a:cubicBezTo>
                  <a:pt x="856942" y="126649"/>
                  <a:pt x="860219" y="128326"/>
                  <a:pt x="862277" y="126649"/>
                </a:cubicBezTo>
                <a:cubicBezTo>
                  <a:pt x="867641" y="124665"/>
                  <a:pt x="873112" y="122985"/>
                  <a:pt x="878665" y="121618"/>
                </a:cubicBezTo>
                <a:cubicBezTo>
                  <a:pt x="880646" y="121161"/>
                  <a:pt x="884305" y="120170"/>
                  <a:pt x="885372" y="117731"/>
                </a:cubicBezTo>
                <a:cubicBezTo>
                  <a:pt x="885487" y="116167"/>
                  <a:pt x="885225" y="114600"/>
                  <a:pt x="884611" y="113158"/>
                </a:cubicBezTo>
                <a:cubicBezTo>
                  <a:pt x="883695" y="110795"/>
                  <a:pt x="881866" y="111633"/>
                  <a:pt x="879884" y="111633"/>
                </a:cubicBezTo>
                <a:cubicBezTo>
                  <a:pt x="878001" y="111109"/>
                  <a:pt x="876391" y="109881"/>
                  <a:pt x="875387" y="108204"/>
                </a:cubicBezTo>
                <a:cubicBezTo>
                  <a:pt x="875292" y="106559"/>
                  <a:pt x="875662" y="104921"/>
                  <a:pt x="876455" y="103478"/>
                </a:cubicBezTo>
                <a:cubicBezTo>
                  <a:pt x="877064" y="101801"/>
                  <a:pt x="877445" y="101115"/>
                  <a:pt x="878208" y="98980"/>
                </a:cubicBezTo>
                <a:cubicBezTo>
                  <a:pt x="878918" y="97135"/>
                  <a:pt x="879528" y="95252"/>
                  <a:pt x="880036" y="93341"/>
                </a:cubicBezTo>
                <a:cubicBezTo>
                  <a:pt x="881028" y="90216"/>
                  <a:pt x="875082" y="81603"/>
                  <a:pt x="874321" y="79240"/>
                </a:cubicBezTo>
                <a:cubicBezTo>
                  <a:pt x="873952" y="77452"/>
                  <a:pt x="874597" y="75608"/>
                  <a:pt x="875997" y="74438"/>
                </a:cubicBezTo>
                <a:cubicBezTo>
                  <a:pt x="878589" y="71770"/>
                  <a:pt x="881561" y="72990"/>
                  <a:pt x="884611" y="72990"/>
                </a:cubicBezTo>
                <a:cubicBezTo>
                  <a:pt x="886405" y="72677"/>
                  <a:pt x="888115" y="72003"/>
                  <a:pt x="889641" y="71008"/>
                </a:cubicBezTo>
                <a:cubicBezTo>
                  <a:pt x="890631" y="70474"/>
                  <a:pt x="892233" y="71236"/>
                  <a:pt x="894443" y="70474"/>
                </a:cubicBezTo>
                <a:cubicBezTo>
                  <a:pt x="896653" y="69713"/>
                  <a:pt x="896653" y="68645"/>
                  <a:pt x="899320" y="68645"/>
                </a:cubicBezTo>
                <a:close/>
                <a:moveTo>
                  <a:pt x="1905280" y="67273"/>
                </a:moveTo>
                <a:cubicBezTo>
                  <a:pt x="1908785" y="67501"/>
                  <a:pt x="1911301" y="70779"/>
                  <a:pt x="1913359" y="73523"/>
                </a:cubicBezTo>
                <a:cubicBezTo>
                  <a:pt x="1915417" y="76267"/>
                  <a:pt x="1912597" y="81069"/>
                  <a:pt x="1909929" y="83431"/>
                </a:cubicBezTo>
                <a:cubicBezTo>
                  <a:pt x="1907087" y="85786"/>
                  <a:pt x="1904818" y="88758"/>
                  <a:pt x="1903298" y="92121"/>
                </a:cubicBezTo>
                <a:cubicBezTo>
                  <a:pt x="1902841" y="93112"/>
                  <a:pt x="1902841" y="99361"/>
                  <a:pt x="1903298" y="99743"/>
                </a:cubicBezTo>
                <a:cubicBezTo>
                  <a:pt x="1903755" y="100124"/>
                  <a:pt x="1907185" y="102487"/>
                  <a:pt x="1907414" y="105917"/>
                </a:cubicBezTo>
                <a:cubicBezTo>
                  <a:pt x="1907643" y="109346"/>
                  <a:pt x="1904365" y="112014"/>
                  <a:pt x="1898419" y="124133"/>
                </a:cubicBezTo>
                <a:cubicBezTo>
                  <a:pt x="1898648" y="124286"/>
                  <a:pt x="1893084" y="131908"/>
                  <a:pt x="1891636" y="133966"/>
                </a:cubicBezTo>
                <a:cubicBezTo>
                  <a:pt x="1890188" y="136024"/>
                  <a:pt x="1895295" y="139530"/>
                  <a:pt x="1899868" y="138310"/>
                </a:cubicBezTo>
                <a:cubicBezTo>
                  <a:pt x="1902307" y="137624"/>
                  <a:pt x="1898419" y="144789"/>
                  <a:pt x="1903908" y="144789"/>
                </a:cubicBezTo>
                <a:cubicBezTo>
                  <a:pt x="1908100" y="144789"/>
                  <a:pt x="1913131" y="141054"/>
                  <a:pt x="1911530" y="137167"/>
                </a:cubicBezTo>
                <a:cubicBezTo>
                  <a:pt x="1910158" y="135871"/>
                  <a:pt x="1907490" y="137167"/>
                  <a:pt x="1904899" y="134956"/>
                </a:cubicBezTo>
                <a:cubicBezTo>
                  <a:pt x="1902307" y="132746"/>
                  <a:pt x="1902384" y="127334"/>
                  <a:pt x="1903374" y="127334"/>
                </a:cubicBezTo>
                <a:cubicBezTo>
                  <a:pt x="1905132" y="126650"/>
                  <a:pt x="1906646" y="125456"/>
                  <a:pt x="1907719" y="123905"/>
                </a:cubicBezTo>
                <a:cubicBezTo>
                  <a:pt x="1908557" y="123066"/>
                  <a:pt x="1911224" y="121161"/>
                  <a:pt x="1911224" y="119788"/>
                </a:cubicBezTo>
                <a:cubicBezTo>
                  <a:pt x="1911224" y="118417"/>
                  <a:pt x="1907262" y="117426"/>
                  <a:pt x="1910616" y="112548"/>
                </a:cubicBezTo>
                <a:cubicBezTo>
                  <a:pt x="1912750" y="109422"/>
                  <a:pt x="1915417" y="109727"/>
                  <a:pt x="1916789" y="109422"/>
                </a:cubicBezTo>
                <a:cubicBezTo>
                  <a:pt x="1918161" y="109117"/>
                  <a:pt x="1919533" y="105841"/>
                  <a:pt x="1920295" y="104163"/>
                </a:cubicBezTo>
                <a:cubicBezTo>
                  <a:pt x="1921166" y="102342"/>
                  <a:pt x="1921707" y="100381"/>
                  <a:pt x="1921896" y="98371"/>
                </a:cubicBezTo>
                <a:cubicBezTo>
                  <a:pt x="1921972" y="93569"/>
                  <a:pt x="1916560" y="91434"/>
                  <a:pt x="1917475" y="87700"/>
                </a:cubicBezTo>
                <a:cubicBezTo>
                  <a:pt x="1919380" y="80154"/>
                  <a:pt x="1937750" y="77258"/>
                  <a:pt x="1939655" y="75962"/>
                </a:cubicBezTo>
                <a:cubicBezTo>
                  <a:pt x="1940188" y="75581"/>
                  <a:pt x="1940646" y="73904"/>
                  <a:pt x="1941638" y="73142"/>
                </a:cubicBezTo>
                <a:cubicBezTo>
                  <a:pt x="1943543" y="71697"/>
                  <a:pt x="1946084" y="71405"/>
                  <a:pt x="1948268" y="72380"/>
                </a:cubicBezTo>
                <a:cubicBezTo>
                  <a:pt x="1950801" y="73635"/>
                  <a:pt x="1953201" y="75142"/>
                  <a:pt x="1955433" y="76877"/>
                </a:cubicBezTo>
                <a:cubicBezTo>
                  <a:pt x="1956889" y="78211"/>
                  <a:pt x="1957576" y="80186"/>
                  <a:pt x="1957263" y="82136"/>
                </a:cubicBezTo>
                <a:cubicBezTo>
                  <a:pt x="1956957" y="84422"/>
                  <a:pt x="1955738" y="90825"/>
                  <a:pt x="1956424" y="91358"/>
                </a:cubicBezTo>
                <a:cubicBezTo>
                  <a:pt x="1957110" y="91892"/>
                  <a:pt x="1949945" y="95779"/>
                  <a:pt x="1946668" y="98980"/>
                </a:cubicBezTo>
                <a:cubicBezTo>
                  <a:pt x="1942507" y="104327"/>
                  <a:pt x="1939874" y="110702"/>
                  <a:pt x="1939046" y="117426"/>
                </a:cubicBezTo>
                <a:cubicBezTo>
                  <a:pt x="1938893" y="118036"/>
                  <a:pt x="1936987" y="122609"/>
                  <a:pt x="1936759" y="123829"/>
                </a:cubicBezTo>
                <a:cubicBezTo>
                  <a:pt x="1936530" y="125048"/>
                  <a:pt x="1935692" y="128478"/>
                  <a:pt x="1934853" y="131451"/>
                </a:cubicBezTo>
                <a:cubicBezTo>
                  <a:pt x="1933809" y="134544"/>
                  <a:pt x="1933294" y="137790"/>
                  <a:pt x="1933329" y="141054"/>
                </a:cubicBezTo>
                <a:cubicBezTo>
                  <a:pt x="1933558" y="142959"/>
                  <a:pt x="1936149" y="142426"/>
                  <a:pt x="1937749" y="142426"/>
                </a:cubicBezTo>
                <a:cubicBezTo>
                  <a:pt x="1941005" y="141685"/>
                  <a:pt x="1943988" y="140047"/>
                  <a:pt x="1946363" y="137700"/>
                </a:cubicBezTo>
                <a:cubicBezTo>
                  <a:pt x="1948331" y="137369"/>
                  <a:pt x="1950340" y="137369"/>
                  <a:pt x="1952308" y="137700"/>
                </a:cubicBezTo>
                <a:cubicBezTo>
                  <a:pt x="1953832" y="138158"/>
                  <a:pt x="1955432" y="140673"/>
                  <a:pt x="1957110" y="141207"/>
                </a:cubicBezTo>
                <a:cubicBezTo>
                  <a:pt x="1958786" y="141740"/>
                  <a:pt x="1961149" y="141893"/>
                  <a:pt x="1962522" y="142807"/>
                </a:cubicBezTo>
                <a:cubicBezTo>
                  <a:pt x="1963893" y="143722"/>
                  <a:pt x="1966866" y="142807"/>
                  <a:pt x="1968695" y="145018"/>
                </a:cubicBezTo>
                <a:lnTo>
                  <a:pt x="1969153" y="144942"/>
                </a:lnTo>
                <a:cubicBezTo>
                  <a:pt x="1971689" y="149185"/>
                  <a:pt x="1972836" y="154115"/>
                  <a:pt x="1972431" y="159042"/>
                </a:cubicBezTo>
                <a:cubicBezTo>
                  <a:pt x="1972306" y="163506"/>
                  <a:pt x="1971103" y="167873"/>
                  <a:pt x="1968924" y="171771"/>
                </a:cubicBezTo>
                <a:cubicBezTo>
                  <a:pt x="1963148" y="175290"/>
                  <a:pt x="1956478" y="177064"/>
                  <a:pt x="1949717" y="176878"/>
                </a:cubicBezTo>
                <a:cubicBezTo>
                  <a:pt x="1947475" y="176872"/>
                  <a:pt x="1945328" y="177780"/>
                  <a:pt x="1943771" y="179393"/>
                </a:cubicBezTo>
                <a:cubicBezTo>
                  <a:pt x="1941241" y="180194"/>
                  <a:pt x="1938495" y="179948"/>
                  <a:pt x="1936149" y="178707"/>
                </a:cubicBezTo>
                <a:cubicBezTo>
                  <a:pt x="1933020" y="177942"/>
                  <a:pt x="1929751" y="177942"/>
                  <a:pt x="1926621" y="178707"/>
                </a:cubicBezTo>
                <a:cubicBezTo>
                  <a:pt x="1919947" y="180525"/>
                  <a:pt x="1914137" y="184659"/>
                  <a:pt x="1910234" y="190369"/>
                </a:cubicBezTo>
                <a:cubicBezTo>
                  <a:pt x="1908785" y="192966"/>
                  <a:pt x="1906716" y="195165"/>
                  <a:pt x="1904213" y="196771"/>
                </a:cubicBezTo>
                <a:cubicBezTo>
                  <a:pt x="1900581" y="199215"/>
                  <a:pt x="1897343" y="202196"/>
                  <a:pt x="1894609" y="205613"/>
                </a:cubicBezTo>
                <a:cubicBezTo>
                  <a:pt x="1892980" y="208338"/>
                  <a:pt x="1892437" y="211575"/>
                  <a:pt x="1893084" y="214683"/>
                </a:cubicBezTo>
                <a:cubicBezTo>
                  <a:pt x="1893389" y="215598"/>
                  <a:pt x="1895447" y="216131"/>
                  <a:pt x="1897658" y="215598"/>
                </a:cubicBezTo>
                <a:cubicBezTo>
                  <a:pt x="1900342" y="214361"/>
                  <a:pt x="1903089" y="213267"/>
                  <a:pt x="1905889" y="212320"/>
                </a:cubicBezTo>
                <a:cubicBezTo>
                  <a:pt x="1908100" y="212016"/>
                  <a:pt x="1909472" y="209272"/>
                  <a:pt x="1911301" y="209424"/>
                </a:cubicBezTo>
                <a:cubicBezTo>
                  <a:pt x="1913131" y="209577"/>
                  <a:pt x="1915570" y="213006"/>
                  <a:pt x="1920753" y="214226"/>
                </a:cubicBezTo>
                <a:cubicBezTo>
                  <a:pt x="1922353" y="214683"/>
                  <a:pt x="1925326" y="216589"/>
                  <a:pt x="1929975" y="218037"/>
                </a:cubicBezTo>
                <a:cubicBezTo>
                  <a:pt x="1930585" y="218189"/>
                  <a:pt x="1934244" y="218952"/>
                  <a:pt x="1933558" y="221696"/>
                </a:cubicBezTo>
                <a:cubicBezTo>
                  <a:pt x="1933439" y="225025"/>
                  <a:pt x="1932634" y="228294"/>
                  <a:pt x="1931195" y="231299"/>
                </a:cubicBezTo>
                <a:cubicBezTo>
                  <a:pt x="1929594" y="233204"/>
                  <a:pt x="1927689" y="235568"/>
                  <a:pt x="1925707" y="236025"/>
                </a:cubicBezTo>
                <a:cubicBezTo>
                  <a:pt x="1922124" y="236711"/>
                  <a:pt x="1919990" y="236787"/>
                  <a:pt x="1916027" y="237855"/>
                </a:cubicBezTo>
                <a:cubicBezTo>
                  <a:pt x="1914045" y="238388"/>
                  <a:pt x="1912597" y="239531"/>
                  <a:pt x="1909472" y="240065"/>
                </a:cubicBezTo>
                <a:cubicBezTo>
                  <a:pt x="1906347" y="240598"/>
                  <a:pt x="1894228" y="242885"/>
                  <a:pt x="1894228" y="246924"/>
                </a:cubicBezTo>
                <a:cubicBezTo>
                  <a:pt x="1894642" y="250416"/>
                  <a:pt x="1894870" y="253928"/>
                  <a:pt x="1894914" y="257443"/>
                </a:cubicBezTo>
                <a:cubicBezTo>
                  <a:pt x="1894739" y="260464"/>
                  <a:pt x="1894357" y="263469"/>
                  <a:pt x="1893770" y="266437"/>
                </a:cubicBezTo>
                <a:cubicBezTo>
                  <a:pt x="1892469" y="269717"/>
                  <a:pt x="1891746" y="273199"/>
                  <a:pt x="1891636" y="276727"/>
                </a:cubicBezTo>
                <a:cubicBezTo>
                  <a:pt x="1891865" y="279928"/>
                  <a:pt x="1888130" y="282977"/>
                  <a:pt x="1887673" y="283587"/>
                </a:cubicBezTo>
                <a:cubicBezTo>
                  <a:pt x="1885233" y="288846"/>
                  <a:pt x="1885615" y="296621"/>
                  <a:pt x="1880050" y="298373"/>
                </a:cubicBezTo>
                <a:cubicBezTo>
                  <a:pt x="1876431" y="299935"/>
                  <a:pt x="1872714" y="301260"/>
                  <a:pt x="1868923" y="302337"/>
                </a:cubicBezTo>
                <a:cubicBezTo>
                  <a:pt x="1865853" y="302740"/>
                  <a:pt x="1862852" y="303560"/>
                  <a:pt x="1860005" y="304776"/>
                </a:cubicBezTo>
                <a:cubicBezTo>
                  <a:pt x="1855624" y="306050"/>
                  <a:pt x="1850971" y="306050"/>
                  <a:pt x="1846590" y="304776"/>
                </a:cubicBezTo>
                <a:cubicBezTo>
                  <a:pt x="1844989" y="303480"/>
                  <a:pt x="1845752" y="299212"/>
                  <a:pt x="1845752" y="296697"/>
                </a:cubicBezTo>
                <a:cubicBezTo>
                  <a:pt x="1845675" y="292047"/>
                  <a:pt x="1833937" y="287169"/>
                  <a:pt x="1832794" y="284425"/>
                </a:cubicBezTo>
                <a:cubicBezTo>
                  <a:pt x="1831650" y="281681"/>
                  <a:pt x="1835690" y="281758"/>
                  <a:pt x="1839730" y="280995"/>
                </a:cubicBezTo>
                <a:cubicBezTo>
                  <a:pt x="1846666" y="279775"/>
                  <a:pt x="1853221" y="279014"/>
                  <a:pt x="1856498" y="277946"/>
                </a:cubicBezTo>
                <a:cubicBezTo>
                  <a:pt x="1863359" y="275431"/>
                  <a:pt x="1866255" y="261406"/>
                  <a:pt x="1869684" y="255080"/>
                </a:cubicBezTo>
                <a:cubicBezTo>
                  <a:pt x="1870752" y="253099"/>
                  <a:pt x="1870447" y="249897"/>
                  <a:pt x="1866026" y="249897"/>
                </a:cubicBezTo>
                <a:cubicBezTo>
                  <a:pt x="1861851" y="250250"/>
                  <a:pt x="1857717" y="250990"/>
                  <a:pt x="1853678" y="252108"/>
                </a:cubicBezTo>
                <a:cubicBezTo>
                  <a:pt x="1849506" y="253203"/>
                  <a:pt x="1845247" y="253943"/>
                  <a:pt x="1840949" y="254318"/>
                </a:cubicBezTo>
                <a:cubicBezTo>
                  <a:pt x="1838129" y="254470"/>
                  <a:pt x="1832184" y="258053"/>
                  <a:pt x="1830507" y="258053"/>
                </a:cubicBezTo>
                <a:cubicBezTo>
                  <a:pt x="1827459" y="258129"/>
                  <a:pt x="1824791" y="259348"/>
                  <a:pt x="1821132" y="255767"/>
                </a:cubicBezTo>
                <a:cubicBezTo>
                  <a:pt x="1819783" y="254978"/>
                  <a:pt x="1818352" y="254338"/>
                  <a:pt x="1816864" y="253860"/>
                </a:cubicBezTo>
                <a:cubicBezTo>
                  <a:pt x="1814806" y="252794"/>
                  <a:pt x="1815873" y="248601"/>
                  <a:pt x="1815873" y="247001"/>
                </a:cubicBezTo>
                <a:cubicBezTo>
                  <a:pt x="1816096" y="243781"/>
                  <a:pt x="1816736" y="240604"/>
                  <a:pt x="1817778" y="237550"/>
                </a:cubicBezTo>
                <a:cubicBezTo>
                  <a:pt x="1820433" y="233694"/>
                  <a:pt x="1824578" y="231125"/>
                  <a:pt x="1829211" y="230461"/>
                </a:cubicBezTo>
                <a:cubicBezTo>
                  <a:pt x="1830812" y="230461"/>
                  <a:pt x="1835843" y="232595"/>
                  <a:pt x="1837520" y="232595"/>
                </a:cubicBezTo>
                <a:cubicBezTo>
                  <a:pt x="1839196" y="232595"/>
                  <a:pt x="1842932" y="229013"/>
                  <a:pt x="1845599" y="227565"/>
                </a:cubicBezTo>
                <a:cubicBezTo>
                  <a:pt x="1848839" y="226374"/>
                  <a:pt x="1852181" y="225481"/>
                  <a:pt x="1855584" y="224897"/>
                </a:cubicBezTo>
                <a:cubicBezTo>
                  <a:pt x="1857750" y="224231"/>
                  <a:pt x="1859786" y="223199"/>
                  <a:pt x="1861605" y="221848"/>
                </a:cubicBezTo>
                <a:cubicBezTo>
                  <a:pt x="1863282" y="220857"/>
                  <a:pt x="1863130" y="220019"/>
                  <a:pt x="1863740" y="218342"/>
                </a:cubicBezTo>
                <a:cubicBezTo>
                  <a:pt x="1864349" y="216665"/>
                  <a:pt x="1864044" y="212320"/>
                  <a:pt x="1864806" y="210720"/>
                </a:cubicBezTo>
                <a:cubicBezTo>
                  <a:pt x="1866033" y="208295"/>
                  <a:pt x="1866979" y="205737"/>
                  <a:pt x="1867627" y="203098"/>
                </a:cubicBezTo>
                <a:cubicBezTo>
                  <a:pt x="1868008" y="200964"/>
                  <a:pt x="1863435" y="202564"/>
                  <a:pt x="1861834" y="202564"/>
                </a:cubicBezTo>
                <a:cubicBezTo>
                  <a:pt x="1859314" y="203258"/>
                  <a:pt x="1857075" y="204724"/>
                  <a:pt x="1855431" y="206757"/>
                </a:cubicBezTo>
                <a:cubicBezTo>
                  <a:pt x="1853376" y="208599"/>
                  <a:pt x="1850883" y="209885"/>
                  <a:pt x="1848190" y="210491"/>
                </a:cubicBezTo>
                <a:cubicBezTo>
                  <a:pt x="1846216" y="211176"/>
                  <a:pt x="1844067" y="211176"/>
                  <a:pt x="1842093" y="210491"/>
                </a:cubicBezTo>
                <a:cubicBezTo>
                  <a:pt x="1839806" y="209272"/>
                  <a:pt x="1839806" y="207671"/>
                  <a:pt x="1839807" y="204927"/>
                </a:cubicBezTo>
                <a:cubicBezTo>
                  <a:pt x="1839569" y="202054"/>
                  <a:pt x="1840150" y="199175"/>
                  <a:pt x="1841483" y="196619"/>
                </a:cubicBezTo>
                <a:cubicBezTo>
                  <a:pt x="1842855" y="195018"/>
                  <a:pt x="1842322" y="186481"/>
                  <a:pt x="1847886" y="181375"/>
                </a:cubicBezTo>
                <a:cubicBezTo>
                  <a:pt x="1849715" y="179774"/>
                  <a:pt x="1854822" y="181984"/>
                  <a:pt x="1856879" y="180765"/>
                </a:cubicBezTo>
                <a:cubicBezTo>
                  <a:pt x="1857959" y="179973"/>
                  <a:pt x="1859078" y="179235"/>
                  <a:pt x="1860233" y="178555"/>
                </a:cubicBezTo>
                <a:cubicBezTo>
                  <a:pt x="1862062" y="177793"/>
                  <a:pt x="1866332" y="178326"/>
                  <a:pt x="1868542" y="177793"/>
                </a:cubicBezTo>
                <a:cubicBezTo>
                  <a:pt x="1871746" y="177240"/>
                  <a:pt x="1874905" y="176450"/>
                  <a:pt x="1877993" y="175430"/>
                </a:cubicBezTo>
                <a:cubicBezTo>
                  <a:pt x="1879137" y="175049"/>
                  <a:pt x="1883709" y="175049"/>
                  <a:pt x="1885081" y="174210"/>
                </a:cubicBezTo>
                <a:cubicBezTo>
                  <a:pt x="1886453" y="173372"/>
                  <a:pt x="1885996" y="173600"/>
                  <a:pt x="1891026" y="172076"/>
                </a:cubicBezTo>
                <a:cubicBezTo>
                  <a:pt x="1890569" y="171924"/>
                  <a:pt x="1893084" y="170399"/>
                  <a:pt x="1894533" y="169561"/>
                </a:cubicBezTo>
                <a:cubicBezTo>
                  <a:pt x="1897286" y="169142"/>
                  <a:pt x="1900087" y="169142"/>
                  <a:pt x="1902841" y="169561"/>
                </a:cubicBezTo>
                <a:cubicBezTo>
                  <a:pt x="1905357" y="170094"/>
                  <a:pt x="1908405" y="169561"/>
                  <a:pt x="1909625" y="169561"/>
                </a:cubicBezTo>
                <a:cubicBezTo>
                  <a:pt x="1911848" y="170519"/>
                  <a:pt x="1914221" y="171086"/>
                  <a:pt x="1916636" y="171237"/>
                </a:cubicBezTo>
                <a:cubicBezTo>
                  <a:pt x="1918238" y="171161"/>
                  <a:pt x="1922582" y="167503"/>
                  <a:pt x="1924258" y="167503"/>
                </a:cubicBezTo>
                <a:cubicBezTo>
                  <a:pt x="1927348" y="166047"/>
                  <a:pt x="1929092" y="162715"/>
                  <a:pt x="1928527" y="159347"/>
                </a:cubicBezTo>
                <a:cubicBezTo>
                  <a:pt x="1925111" y="159247"/>
                  <a:pt x="1921698" y="159632"/>
                  <a:pt x="1918390" y="160490"/>
                </a:cubicBezTo>
                <a:cubicBezTo>
                  <a:pt x="1916103" y="161405"/>
                  <a:pt x="1909243" y="161252"/>
                  <a:pt x="1907719" y="162015"/>
                </a:cubicBezTo>
                <a:cubicBezTo>
                  <a:pt x="1902337" y="163878"/>
                  <a:pt x="1896600" y="164478"/>
                  <a:pt x="1890950" y="163768"/>
                </a:cubicBezTo>
                <a:cubicBezTo>
                  <a:pt x="1888033" y="163912"/>
                  <a:pt x="1885167" y="164584"/>
                  <a:pt x="1882489" y="165750"/>
                </a:cubicBezTo>
                <a:cubicBezTo>
                  <a:pt x="1879733" y="166607"/>
                  <a:pt x="1876899" y="167195"/>
                  <a:pt x="1874029" y="167503"/>
                </a:cubicBezTo>
                <a:cubicBezTo>
                  <a:pt x="1869429" y="167853"/>
                  <a:pt x="1864850" y="168438"/>
                  <a:pt x="1860309" y="169256"/>
                </a:cubicBezTo>
                <a:cubicBezTo>
                  <a:pt x="1857947" y="169790"/>
                  <a:pt x="1852916" y="170552"/>
                  <a:pt x="1849791" y="171390"/>
                </a:cubicBezTo>
                <a:cubicBezTo>
                  <a:pt x="1845430" y="172463"/>
                  <a:pt x="1841245" y="174157"/>
                  <a:pt x="1837367" y="176420"/>
                </a:cubicBezTo>
                <a:cubicBezTo>
                  <a:pt x="1834342" y="179406"/>
                  <a:pt x="1831773" y="182822"/>
                  <a:pt x="1829745" y="186558"/>
                </a:cubicBezTo>
                <a:cubicBezTo>
                  <a:pt x="1828666" y="188119"/>
                  <a:pt x="1827441" y="189574"/>
                  <a:pt x="1826086" y="190903"/>
                </a:cubicBezTo>
                <a:cubicBezTo>
                  <a:pt x="1819913" y="195400"/>
                  <a:pt x="1816102" y="201954"/>
                  <a:pt x="1810232" y="203022"/>
                </a:cubicBezTo>
                <a:cubicBezTo>
                  <a:pt x="1807838" y="203761"/>
                  <a:pt x="1805255" y="202708"/>
                  <a:pt x="1804059" y="200506"/>
                </a:cubicBezTo>
                <a:cubicBezTo>
                  <a:pt x="1801414" y="196074"/>
                  <a:pt x="1799823" y="191093"/>
                  <a:pt x="1799409" y="185948"/>
                </a:cubicBezTo>
                <a:cubicBezTo>
                  <a:pt x="1799409" y="181298"/>
                  <a:pt x="1802076" y="180156"/>
                  <a:pt x="1799409" y="171313"/>
                </a:cubicBezTo>
                <a:cubicBezTo>
                  <a:pt x="1799012" y="169062"/>
                  <a:pt x="1799891" y="166774"/>
                  <a:pt x="1801696" y="165369"/>
                </a:cubicBezTo>
                <a:cubicBezTo>
                  <a:pt x="1803246" y="164713"/>
                  <a:pt x="1804667" y="163783"/>
                  <a:pt x="1805888" y="162625"/>
                </a:cubicBezTo>
                <a:cubicBezTo>
                  <a:pt x="1809596" y="157174"/>
                  <a:pt x="1813006" y="151525"/>
                  <a:pt x="1816102" y="145703"/>
                </a:cubicBezTo>
                <a:cubicBezTo>
                  <a:pt x="1816102" y="145703"/>
                  <a:pt x="1817778" y="144713"/>
                  <a:pt x="1818998" y="145703"/>
                </a:cubicBezTo>
                <a:cubicBezTo>
                  <a:pt x="1820325" y="149948"/>
                  <a:pt x="1821019" y="154366"/>
                  <a:pt x="1821056" y="158813"/>
                </a:cubicBezTo>
                <a:cubicBezTo>
                  <a:pt x="1821028" y="159273"/>
                  <a:pt x="1821095" y="159733"/>
                  <a:pt x="1821253" y="160166"/>
                </a:cubicBezTo>
                <a:cubicBezTo>
                  <a:pt x="1821887" y="161906"/>
                  <a:pt x="1823813" y="162802"/>
                  <a:pt x="1825552" y="162167"/>
                </a:cubicBezTo>
                <a:cubicBezTo>
                  <a:pt x="1828647" y="161523"/>
                  <a:pt x="1831609" y="160363"/>
                  <a:pt x="1834318" y="158737"/>
                </a:cubicBezTo>
                <a:cubicBezTo>
                  <a:pt x="1834852" y="158356"/>
                  <a:pt x="1837291" y="157290"/>
                  <a:pt x="1837291" y="155765"/>
                </a:cubicBezTo>
                <a:cubicBezTo>
                  <a:pt x="1836765" y="153651"/>
                  <a:pt x="1835998" y="151605"/>
                  <a:pt x="1835004" y="149668"/>
                </a:cubicBezTo>
                <a:cubicBezTo>
                  <a:pt x="1834189" y="146781"/>
                  <a:pt x="1833679" y="143818"/>
                  <a:pt x="1833479" y="140825"/>
                </a:cubicBezTo>
                <a:cubicBezTo>
                  <a:pt x="1833479" y="139225"/>
                  <a:pt x="1834166" y="129773"/>
                  <a:pt x="1834852" y="122685"/>
                </a:cubicBezTo>
                <a:cubicBezTo>
                  <a:pt x="1835309" y="118722"/>
                  <a:pt x="1833556" y="113996"/>
                  <a:pt x="1833556" y="103478"/>
                </a:cubicBezTo>
                <a:cubicBezTo>
                  <a:pt x="1833727" y="99737"/>
                  <a:pt x="1833130" y="96003"/>
                  <a:pt x="1831803" y="92502"/>
                </a:cubicBezTo>
                <a:cubicBezTo>
                  <a:pt x="1829898" y="91358"/>
                  <a:pt x="1832490" y="86861"/>
                  <a:pt x="1835462" y="86175"/>
                </a:cubicBezTo>
                <a:cubicBezTo>
                  <a:pt x="1837211" y="86024"/>
                  <a:pt x="1838971" y="86024"/>
                  <a:pt x="1840721" y="86175"/>
                </a:cubicBezTo>
                <a:cubicBezTo>
                  <a:pt x="1841864" y="86099"/>
                  <a:pt x="1841711" y="83736"/>
                  <a:pt x="1843388" y="84422"/>
                </a:cubicBezTo>
                <a:cubicBezTo>
                  <a:pt x="1845065" y="85109"/>
                  <a:pt x="1844761" y="85413"/>
                  <a:pt x="1845675" y="87852"/>
                </a:cubicBezTo>
                <a:cubicBezTo>
                  <a:pt x="1846590" y="90292"/>
                  <a:pt x="1845904" y="91587"/>
                  <a:pt x="1846590" y="94102"/>
                </a:cubicBezTo>
                <a:cubicBezTo>
                  <a:pt x="1847276" y="96617"/>
                  <a:pt x="1846208" y="100276"/>
                  <a:pt x="1847276" y="101724"/>
                </a:cubicBezTo>
                <a:cubicBezTo>
                  <a:pt x="1847942" y="103256"/>
                  <a:pt x="1847942" y="104995"/>
                  <a:pt x="1847276" y="106526"/>
                </a:cubicBezTo>
                <a:cubicBezTo>
                  <a:pt x="1846958" y="108265"/>
                  <a:pt x="1846958" y="110047"/>
                  <a:pt x="1847276" y="111785"/>
                </a:cubicBezTo>
                <a:cubicBezTo>
                  <a:pt x="1847886" y="113768"/>
                  <a:pt x="1847047" y="115825"/>
                  <a:pt x="1847276" y="118417"/>
                </a:cubicBezTo>
                <a:cubicBezTo>
                  <a:pt x="1847505" y="121008"/>
                  <a:pt x="1848038" y="129545"/>
                  <a:pt x="1848038" y="131374"/>
                </a:cubicBezTo>
                <a:cubicBezTo>
                  <a:pt x="1848038" y="133203"/>
                  <a:pt x="1850172" y="136100"/>
                  <a:pt x="1849715" y="140063"/>
                </a:cubicBezTo>
                <a:cubicBezTo>
                  <a:pt x="1849715" y="141664"/>
                  <a:pt x="1849715" y="144942"/>
                  <a:pt x="1849715" y="146466"/>
                </a:cubicBezTo>
                <a:cubicBezTo>
                  <a:pt x="1849257" y="149744"/>
                  <a:pt x="1846437" y="152259"/>
                  <a:pt x="1847123" y="154088"/>
                </a:cubicBezTo>
                <a:cubicBezTo>
                  <a:pt x="1847787" y="155776"/>
                  <a:pt x="1849108" y="157124"/>
                  <a:pt x="1850782" y="157823"/>
                </a:cubicBezTo>
                <a:cubicBezTo>
                  <a:pt x="1852840" y="158280"/>
                  <a:pt x="1856346" y="155841"/>
                  <a:pt x="1858022" y="155841"/>
                </a:cubicBezTo>
                <a:cubicBezTo>
                  <a:pt x="1860113" y="155895"/>
                  <a:pt x="1862204" y="155768"/>
                  <a:pt x="1864273" y="155460"/>
                </a:cubicBezTo>
                <a:cubicBezTo>
                  <a:pt x="1867599" y="154474"/>
                  <a:pt x="1871025" y="153861"/>
                  <a:pt x="1874487" y="153630"/>
                </a:cubicBezTo>
                <a:cubicBezTo>
                  <a:pt x="1876011" y="153554"/>
                  <a:pt x="1878679" y="151725"/>
                  <a:pt x="1880050" y="151725"/>
                </a:cubicBezTo>
                <a:cubicBezTo>
                  <a:pt x="1881663" y="151032"/>
                  <a:pt x="1883135" y="150051"/>
                  <a:pt x="1884395" y="148829"/>
                </a:cubicBezTo>
                <a:cubicBezTo>
                  <a:pt x="1885315" y="147999"/>
                  <a:pt x="1885565" y="146656"/>
                  <a:pt x="1885005" y="145551"/>
                </a:cubicBezTo>
                <a:cubicBezTo>
                  <a:pt x="1883938" y="142883"/>
                  <a:pt x="1881728" y="143951"/>
                  <a:pt x="1878907" y="144942"/>
                </a:cubicBezTo>
                <a:cubicBezTo>
                  <a:pt x="1877383" y="145551"/>
                  <a:pt x="1874334" y="148219"/>
                  <a:pt x="1873343" y="147228"/>
                </a:cubicBezTo>
                <a:cubicBezTo>
                  <a:pt x="1871597" y="146174"/>
                  <a:pt x="1870910" y="143984"/>
                  <a:pt x="1871743" y="142122"/>
                </a:cubicBezTo>
                <a:cubicBezTo>
                  <a:pt x="1872123" y="140444"/>
                  <a:pt x="1870600" y="137243"/>
                  <a:pt x="1868389" y="137929"/>
                </a:cubicBezTo>
                <a:cubicBezTo>
                  <a:pt x="1866179" y="138615"/>
                  <a:pt x="1866026" y="141817"/>
                  <a:pt x="1866179" y="144180"/>
                </a:cubicBezTo>
                <a:cubicBezTo>
                  <a:pt x="1866332" y="146542"/>
                  <a:pt x="1864577" y="147076"/>
                  <a:pt x="1863511" y="147914"/>
                </a:cubicBezTo>
                <a:cubicBezTo>
                  <a:pt x="1862444" y="148752"/>
                  <a:pt x="1861453" y="150581"/>
                  <a:pt x="1859776" y="149896"/>
                </a:cubicBezTo>
                <a:cubicBezTo>
                  <a:pt x="1857234" y="148438"/>
                  <a:pt x="1855753" y="145654"/>
                  <a:pt x="1855965" y="142731"/>
                </a:cubicBezTo>
                <a:cubicBezTo>
                  <a:pt x="1855889" y="141130"/>
                  <a:pt x="1856498" y="129469"/>
                  <a:pt x="1856498" y="127944"/>
                </a:cubicBezTo>
                <a:cubicBezTo>
                  <a:pt x="1856803" y="124819"/>
                  <a:pt x="1854822" y="120551"/>
                  <a:pt x="1854822" y="117883"/>
                </a:cubicBezTo>
                <a:cubicBezTo>
                  <a:pt x="1855072" y="113135"/>
                  <a:pt x="1855072" y="108378"/>
                  <a:pt x="1854822" y="103630"/>
                </a:cubicBezTo>
                <a:cubicBezTo>
                  <a:pt x="1854560" y="102010"/>
                  <a:pt x="1854204" y="100406"/>
                  <a:pt x="1853754" y="98828"/>
                </a:cubicBezTo>
                <a:cubicBezTo>
                  <a:pt x="1853981" y="96272"/>
                  <a:pt x="1854992" y="93849"/>
                  <a:pt x="1856651" y="91892"/>
                </a:cubicBezTo>
                <a:cubicBezTo>
                  <a:pt x="1857898" y="90425"/>
                  <a:pt x="1859628" y="89452"/>
                  <a:pt x="1861529" y="89148"/>
                </a:cubicBezTo>
                <a:cubicBezTo>
                  <a:pt x="1863359" y="88767"/>
                  <a:pt x="1863892" y="93492"/>
                  <a:pt x="1863892" y="96770"/>
                </a:cubicBezTo>
                <a:cubicBezTo>
                  <a:pt x="1863823" y="98512"/>
                  <a:pt x="1864392" y="100219"/>
                  <a:pt x="1865492" y="101572"/>
                </a:cubicBezTo>
                <a:cubicBezTo>
                  <a:pt x="1866934" y="106814"/>
                  <a:pt x="1867702" y="112218"/>
                  <a:pt x="1867779" y="117654"/>
                </a:cubicBezTo>
                <a:cubicBezTo>
                  <a:pt x="1867703" y="120627"/>
                  <a:pt x="1868160" y="120246"/>
                  <a:pt x="1869913" y="121390"/>
                </a:cubicBezTo>
                <a:cubicBezTo>
                  <a:pt x="1871667" y="122532"/>
                  <a:pt x="1876926" y="120322"/>
                  <a:pt x="1878222" y="121390"/>
                </a:cubicBezTo>
                <a:cubicBezTo>
                  <a:pt x="1879517" y="122456"/>
                  <a:pt x="1880127" y="125353"/>
                  <a:pt x="1881347" y="125353"/>
                </a:cubicBezTo>
                <a:cubicBezTo>
                  <a:pt x="1885233" y="125886"/>
                  <a:pt x="1887901" y="119788"/>
                  <a:pt x="1888969" y="118264"/>
                </a:cubicBezTo>
                <a:cubicBezTo>
                  <a:pt x="1891789" y="114300"/>
                  <a:pt x="1885767" y="108813"/>
                  <a:pt x="1884929" y="108661"/>
                </a:cubicBezTo>
                <a:cubicBezTo>
                  <a:pt x="1884090" y="108508"/>
                  <a:pt x="1881651" y="110719"/>
                  <a:pt x="1878222" y="111252"/>
                </a:cubicBezTo>
                <a:cubicBezTo>
                  <a:pt x="1874791" y="111785"/>
                  <a:pt x="1876240" y="114224"/>
                  <a:pt x="1873496" y="113463"/>
                </a:cubicBezTo>
                <a:cubicBezTo>
                  <a:pt x="1870752" y="112700"/>
                  <a:pt x="1871971" y="106678"/>
                  <a:pt x="1873496" y="103935"/>
                </a:cubicBezTo>
                <a:cubicBezTo>
                  <a:pt x="1875049" y="101659"/>
                  <a:pt x="1876041" y="99047"/>
                  <a:pt x="1876392" y="96313"/>
                </a:cubicBezTo>
                <a:cubicBezTo>
                  <a:pt x="1876087" y="93036"/>
                  <a:pt x="1873191" y="89072"/>
                  <a:pt x="1873191" y="87852"/>
                </a:cubicBezTo>
                <a:cubicBezTo>
                  <a:pt x="1873191" y="86633"/>
                  <a:pt x="1876926" y="82593"/>
                  <a:pt x="1878526" y="82517"/>
                </a:cubicBezTo>
                <a:cubicBezTo>
                  <a:pt x="1880127" y="82441"/>
                  <a:pt x="1882871" y="87319"/>
                  <a:pt x="1884396" y="87319"/>
                </a:cubicBezTo>
                <a:cubicBezTo>
                  <a:pt x="1885919" y="87319"/>
                  <a:pt x="1889731" y="81373"/>
                  <a:pt x="1891484" y="77943"/>
                </a:cubicBezTo>
                <a:cubicBezTo>
                  <a:pt x="1892627" y="75809"/>
                  <a:pt x="1893313" y="69712"/>
                  <a:pt x="1896743" y="68187"/>
                </a:cubicBezTo>
                <a:cubicBezTo>
                  <a:pt x="1898115" y="68187"/>
                  <a:pt x="1900021" y="68873"/>
                  <a:pt x="1901011" y="68187"/>
                </a:cubicBezTo>
                <a:cubicBezTo>
                  <a:pt x="1902336" y="67530"/>
                  <a:pt x="1903802" y="67216"/>
                  <a:pt x="1905280" y="67273"/>
                </a:cubicBezTo>
                <a:close/>
                <a:moveTo>
                  <a:pt x="244878" y="61264"/>
                </a:moveTo>
                <a:cubicBezTo>
                  <a:pt x="203767" y="55359"/>
                  <a:pt x="160404" y="65137"/>
                  <a:pt x="124531" y="91999"/>
                </a:cubicBezTo>
                <a:lnTo>
                  <a:pt x="124509" y="91999"/>
                </a:lnTo>
                <a:cubicBezTo>
                  <a:pt x="83582" y="122633"/>
                  <a:pt x="59515" y="170786"/>
                  <a:pt x="59576" y="221908"/>
                </a:cubicBezTo>
                <a:cubicBezTo>
                  <a:pt x="59572" y="230178"/>
                  <a:pt x="60195" y="238436"/>
                  <a:pt x="61435" y="246613"/>
                </a:cubicBezTo>
                <a:cubicBezTo>
                  <a:pt x="61544" y="247290"/>
                  <a:pt x="61697" y="247946"/>
                  <a:pt x="61806" y="248624"/>
                </a:cubicBezTo>
                <a:cubicBezTo>
                  <a:pt x="62309" y="251663"/>
                  <a:pt x="62900" y="254658"/>
                  <a:pt x="63555" y="257632"/>
                </a:cubicBezTo>
                <a:cubicBezTo>
                  <a:pt x="64517" y="261829"/>
                  <a:pt x="65567" y="266005"/>
                  <a:pt x="66835" y="270071"/>
                </a:cubicBezTo>
                <a:cubicBezTo>
                  <a:pt x="68234" y="274444"/>
                  <a:pt x="69852" y="278817"/>
                  <a:pt x="71601" y="283189"/>
                </a:cubicBezTo>
                <a:cubicBezTo>
                  <a:pt x="71841" y="283757"/>
                  <a:pt x="72060" y="284370"/>
                  <a:pt x="72301" y="284938"/>
                </a:cubicBezTo>
                <a:cubicBezTo>
                  <a:pt x="77360" y="296969"/>
                  <a:pt x="83848" y="308347"/>
                  <a:pt x="91627" y="318825"/>
                </a:cubicBezTo>
                <a:lnTo>
                  <a:pt x="91737" y="318957"/>
                </a:lnTo>
                <a:cubicBezTo>
                  <a:pt x="91791" y="319031"/>
                  <a:pt x="91846" y="319103"/>
                  <a:pt x="91901" y="319177"/>
                </a:cubicBezTo>
                <a:cubicBezTo>
                  <a:pt x="105332" y="337113"/>
                  <a:pt x="121762" y="351478"/>
                  <a:pt x="139973" y="362097"/>
                </a:cubicBezTo>
                <a:lnTo>
                  <a:pt x="174273" y="374031"/>
                </a:lnTo>
                <a:lnTo>
                  <a:pt x="171689" y="369896"/>
                </a:lnTo>
                <a:cubicBezTo>
                  <a:pt x="169769" y="368880"/>
                  <a:pt x="167716" y="368145"/>
                  <a:pt x="165589" y="367710"/>
                </a:cubicBezTo>
                <a:lnTo>
                  <a:pt x="164650" y="366848"/>
                </a:lnTo>
                <a:lnTo>
                  <a:pt x="174006" y="368432"/>
                </a:lnTo>
                <a:cubicBezTo>
                  <a:pt x="176335" y="369405"/>
                  <a:pt x="177865" y="371777"/>
                  <a:pt x="178813" y="373905"/>
                </a:cubicBezTo>
                <a:lnTo>
                  <a:pt x="179444" y="375830"/>
                </a:lnTo>
                <a:lnTo>
                  <a:pt x="188656" y="379035"/>
                </a:lnTo>
                <a:lnTo>
                  <a:pt x="191147" y="379035"/>
                </a:lnTo>
                <a:lnTo>
                  <a:pt x="191101" y="379886"/>
                </a:lnTo>
                <a:lnTo>
                  <a:pt x="198733" y="382541"/>
                </a:lnTo>
                <a:lnTo>
                  <a:pt x="224910" y="381243"/>
                </a:lnTo>
                <a:lnTo>
                  <a:pt x="225297" y="380828"/>
                </a:lnTo>
                <a:cubicBezTo>
                  <a:pt x="225341" y="380478"/>
                  <a:pt x="223373" y="380828"/>
                  <a:pt x="223111" y="380828"/>
                </a:cubicBezTo>
                <a:cubicBezTo>
                  <a:pt x="222849" y="380828"/>
                  <a:pt x="223964" y="380259"/>
                  <a:pt x="223964" y="380259"/>
                </a:cubicBezTo>
                <a:lnTo>
                  <a:pt x="220203" y="380259"/>
                </a:lnTo>
                <a:lnTo>
                  <a:pt x="220968" y="379669"/>
                </a:lnTo>
                <a:lnTo>
                  <a:pt x="213251" y="379669"/>
                </a:lnTo>
                <a:cubicBezTo>
                  <a:pt x="213251" y="379669"/>
                  <a:pt x="213666" y="371580"/>
                  <a:pt x="208878" y="369743"/>
                </a:cubicBezTo>
                <a:cubicBezTo>
                  <a:pt x="205328" y="368296"/>
                  <a:pt x="201384" y="368132"/>
                  <a:pt x="197728" y="369284"/>
                </a:cubicBezTo>
                <a:cubicBezTo>
                  <a:pt x="193749" y="370640"/>
                  <a:pt x="192744" y="377417"/>
                  <a:pt x="192153" y="377811"/>
                </a:cubicBezTo>
                <a:cubicBezTo>
                  <a:pt x="191563" y="378204"/>
                  <a:pt x="191169" y="377505"/>
                  <a:pt x="191169" y="377505"/>
                </a:cubicBezTo>
                <a:cubicBezTo>
                  <a:pt x="191169" y="377505"/>
                  <a:pt x="192022" y="372083"/>
                  <a:pt x="193618" y="370465"/>
                </a:cubicBezTo>
                <a:cubicBezTo>
                  <a:pt x="196082" y="367973"/>
                  <a:pt x="199471" y="366610"/>
                  <a:pt x="202975" y="366704"/>
                </a:cubicBezTo>
                <a:cubicBezTo>
                  <a:pt x="208616" y="366311"/>
                  <a:pt x="213732" y="367754"/>
                  <a:pt x="216093" y="370137"/>
                </a:cubicBezTo>
                <a:cubicBezTo>
                  <a:pt x="218454" y="372520"/>
                  <a:pt x="218607" y="378620"/>
                  <a:pt x="218607" y="378620"/>
                </a:cubicBezTo>
                <a:lnTo>
                  <a:pt x="227352" y="378401"/>
                </a:lnTo>
                <a:cubicBezTo>
                  <a:pt x="227352" y="378401"/>
                  <a:pt x="229036" y="372083"/>
                  <a:pt x="230632" y="370465"/>
                </a:cubicBezTo>
                <a:cubicBezTo>
                  <a:pt x="233094" y="367968"/>
                  <a:pt x="236482" y="366606"/>
                  <a:pt x="239989" y="366704"/>
                </a:cubicBezTo>
                <a:cubicBezTo>
                  <a:pt x="245630" y="366311"/>
                  <a:pt x="250745" y="367754"/>
                  <a:pt x="253107" y="370137"/>
                </a:cubicBezTo>
                <a:cubicBezTo>
                  <a:pt x="255468" y="372520"/>
                  <a:pt x="255621" y="378620"/>
                  <a:pt x="255621" y="378620"/>
                </a:cubicBezTo>
                <a:lnTo>
                  <a:pt x="263030" y="378434"/>
                </a:lnTo>
                <a:lnTo>
                  <a:pt x="264598" y="377690"/>
                </a:lnTo>
                <a:lnTo>
                  <a:pt x="265694" y="374332"/>
                </a:lnTo>
                <a:cubicBezTo>
                  <a:pt x="266558" y="372137"/>
                  <a:pt x="267820" y="369623"/>
                  <a:pt x="269416" y="368344"/>
                </a:cubicBezTo>
                <a:cubicBezTo>
                  <a:pt x="272608" y="365786"/>
                  <a:pt x="278577" y="366267"/>
                  <a:pt x="278577" y="366267"/>
                </a:cubicBezTo>
                <a:lnTo>
                  <a:pt x="278577" y="369503"/>
                </a:lnTo>
                <a:cubicBezTo>
                  <a:pt x="278577" y="369503"/>
                  <a:pt x="272018" y="368956"/>
                  <a:pt x="269482" y="370815"/>
                </a:cubicBezTo>
                <a:lnTo>
                  <a:pt x="266699" y="376692"/>
                </a:lnTo>
                <a:lnTo>
                  <a:pt x="319079" y="351805"/>
                </a:lnTo>
                <a:cubicBezTo>
                  <a:pt x="390824" y="298084"/>
                  <a:pt x="405433" y="196372"/>
                  <a:pt x="351709" y="124629"/>
                </a:cubicBezTo>
                <a:cubicBezTo>
                  <a:pt x="324848" y="88757"/>
                  <a:pt x="285989" y="67169"/>
                  <a:pt x="244878" y="61264"/>
                </a:cubicBezTo>
                <a:close/>
                <a:moveTo>
                  <a:pt x="143639" y="58790"/>
                </a:moveTo>
                <a:cubicBezTo>
                  <a:pt x="143427" y="58995"/>
                  <a:pt x="143202" y="59185"/>
                  <a:pt x="142961" y="59358"/>
                </a:cubicBezTo>
                <a:cubicBezTo>
                  <a:pt x="142764" y="59467"/>
                  <a:pt x="142174" y="59402"/>
                  <a:pt x="141955" y="59599"/>
                </a:cubicBezTo>
                <a:cubicBezTo>
                  <a:pt x="141669" y="59795"/>
                  <a:pt x="141350" y="59944"/>
                  <a:pt x="141015" y="60036"/>
                </a:cubicBezTo>
                <a:cubicBezTo>
                  <a:pt x="140775" y="60036"/>
                  <a:pt x="140272" y="59730"/>
                  <a:pt x="139878" y="60036"/>
                </a:cubicBezTo>
                <a:cubicBezTo>
                  <a:pt x="139485" y="60342"/>
                  <a:pt x="139157" y="60145"/>
                  <a:pt x="138916" y="60342"/>
                </a:cubicBezTo>
                <a:lnTo>
                  <a:pt x="138851" y="60255"/>
                </a:lnTo>
                <a:cubicBezTo>
                  <a:pt x="138654" y="60735"/>
                  <a:pt x="139266" y="61238"/>
                  <a:pt x="139310" y="61741"/>
                </a:cubicBezTo>
                <a:cubicBezTo>
                  <a:pt x="139319" y="62060"/>
                  <a:pt x="139461" y="62362"/>
                  <a:pt x="139704" y="62572"/>
                </a:cubicBezTo>
                <a:cubicBezTo>
                  <a:pt x="140154" y="62819"/>
                  <a:pt x="140532" y="63180"/>
                  <a:pt x="140797" y="63621"/>
                </a:cubicBezTo>
                <a:cubicBezTo>
                  <a:pt x="141015" y="63949"/>
                  <a:pt x="141912" y="64190"/>
                  <a:pt x="142043" y="64408"/>
                </a:cubicBezTo>
                <a:cubicBezTo>
                  <a:pt x="142174" y="64627"/>
                  <a:pt x="143223" y="65064"/>
                  <a:pt x="143530" y="65283"/>
                </a:cubicBezTo>
                <a:cubicBezTo>
                  <a:pt x="143836" y="65502"/>
                  <a:pt x="143967" y="66026"/>
                  <a:pt x="144164" y="66223"/>
                </a:cubicBezTo>
                <a:cubicBezTo>
                  <a:pt x="144411" y="66584"/>
                  <a:pt x="144876" y="66722"/>
                  <a:pt x="145279" y="66551"/>
                </a:cubicBezTo>
                <a:cubicBezTo>
                  <a:pt x="145497" y="66420"/>
                  <a:pt x="145716" y="65786"/>
                  <a:pt x="145913" y="65589"/>
                </a:cubicBezTo>
                <a:cubicBezTo>
                  <a:pt x="146109" y="65392"/>
                  <a:pt x="146525" y="65261"/>
                  <a:pt x="146743" y="65064"/>
                </a:cubicBezTo>
                <a:cubicBezTo>
                  <a:pt x="147063" y="64798"/>
                  <a:pt x="147316" y="64461"/>
                  <a:pt x="147487" y="64080"/>
                </a:cubicBezTo>
                <a:cubicBezTo>
                  <a:pt x="147579" y="63753"/>
                  <a:pt x="147638" y="63416"/>
                  <a:pt x="147662" y="63075"/>
                </a:cubicBezTo>
                <a:cubicBezTo>
                  <a:pt x="147727" y="62681"/>
                  <a:pt x="147552" y="62135"/>
                  <a:pt x="147552" y="61785"/>
                </a:cubicBezTo>
                <a:cubicBezTo>
                  <a:pt x="147703" y="61411"/>
                  <a:pt x="147749" y="61002"/>
                  <a:pt x="147683" y="60604"/>
                </a:cubicBezTo>
                <a:cubicBezTo>
                  <a:pt x="147605" y="60265"/>
                  <a:pt x="147447" y="59951"/>
                  <a:pt x="147224" y="59686"/>
                </a:cubicBezTo>
                <a:cubicBezTo>
                  <a:pt x="146940" y="59518"/>
                  <a:pt x="146641" y="59380"/>
                  <a:pt x="146328" y="59271"/>
                </a:cubicBezTo>
                <a:cubicBezTo>
                  <a:pt x="145825" y="59030"/>
                  <a:pt x="144032" y="58440"/>
                  <a:pt x="143639" y="58790"/>
                </a:cubicBezTo>
                <a:close/>
                <a:moveTo>
                  <a:pt x="132052" y="55838"/>
                </a:moveTo>
                <a:cubicBezTo>
                  <a:pt x="132227" y="55795"/>
                  <a:pt x="132227" y="56429"/>
                  <a:pt x="132249" y="56888"/>
                </a:cubicBezTo>
                <a:cubicBezTo>
                  <a:pt x="132168" y="57380"/>
                  <a:pt x="132021" y="57856"/>
                  <a:pt x="131811" y="58309"/>
                </a:cubicBezTo>
                <a:cubicBezTo>
                  <a:pt x="131483" y="58943"/>
                  <a:pt x="131461" y="59380"/>
                  <a:pt x="131199" y="59883"/>
                </a:cubicBezTo>
                <a:cubicBezTo>
                  <a:pt x="130928" y="60303"/>
                  <a:pt x="130589" y="60672"/>
                  <a:pt x="130193" y="60976"/>
                </a:cubicBezTo>
                <a:cubicBezTo>
                  <a:pt x="129817" y="61197"/>
                  <a:pt x="129334" y="61081"/>
                  <a:pt x="129100" y="60714"/>
                </a:cubicBezTo>
                <a:cubicBezTo>
                  <a:pt x="128882" y="60375"/>
                  <a:pt x="128882" y="59938"/>
                  <a:pt x="129100" y="59599"/>
                </a:cubicBezTo>
                <a:cubicBezTo>
                  <a:pt x="129452" y="59024"/>
                  <a:pt x="129848" y="58475"/>
                  <a:pt x="130281" y="57959"/>
                </a:cubicBezTo>
                <a:cubicBezTo>
                  <a:pt x="130443" y="57725"/>
                  <a:pt x="130569" y="57467"/>
                  <a:pt x="130653" y="57194"/>
                </a:cubicBezTo>
                <a:cubicBezTo>
                  <a:pt x="130740" y="56888"/>
                  <a:pt x="131112" y="56800"/>
                  <a:pt x="131308" y="56429"/>
                </a:cubicBezTo>
                <a:cubicBezTo>
                  <a:pt x="131514" y="56184"/>
                  <a:pt x="131768" y="55985"/>
                  <a:pt x="132052" y="55838"/>
                </a:cubicBezTo>
                <a:close/>
                <a:moveTo>
                  <a:pt x="133932" y="49782"/>
                </a:moveTo>
                <a:cubicBezTo>
                  <a:pt x="133626" y="49782"/>
                  <a:pt x="133079" y="50373"/>
                  <a:pt x="132861" y="50373"/>
                </a:cubicBezTo>
                <a:cubicBezTo>
                  <a:pt x="132476" y="50397"/>
                  <a:pt x="132095" y="50464"/>
                  <a:pt x="131724" y="50569"/>
                </a:cubicBezTo>
                <a:cubicBezTo>
                  <a:pt x="131485" y="50681"/>
                  <a:pt x="131304" y="50886"/>
                  <a:pt x="131221" y="51138"/>
                </a:cubicBezTo>
                <a:cubicBezTo>
                  <a:pt x="131090" y="51334"/>
                  <a:pt x="130974" y="51538"/>
                  <a:pt x="130871" y="51750"/>
                </a:cubicBezTo>
                <a:cubicBezTo>
                  <a:pt x="130725" y="51995"/>
                  <a:pt x="130602" y="52251"/>
                  <a:pt x="130499" y="52515"/>
                </a:cubicBezTo>
                <a:cubicBezTo>
                  <a:pt x="130307" y="52913"/>
                  <a:pt x="130040" y="53269"/>
                  <a:pt x="129712" y="53565"/>
                </a:cubicBezTo>
                <a:cubicBezTo>
                  <a:pt x="129297" y="53980"/>
                  <a:pt x="129275" y="54111"/>
                  <a:pt x="129056" y="54242"/>
                </a:cubicBezTo>
                <a:cubicBezTo>
                  <a:pt x="128761" y="54529"/>
                  <a:pt x="128503" y="54852"/>
                  <a:pt x="128291" y="55204"/>
                </a:cubicBezTo>
                <a:cubicBezTo>
                  <a:pt x="127941" y="55707"/>
                  <a:pt x="127373" y="56057"/>
                  <a:pt x="127154" y="56385"/>
                </a:cubicBezTo>
                <a:cubicBezTo>
                  <a:pt x="126780" y="57030"/>
                  <a:pt x="126265" y="57583"/>
                  <a:pt x="125646" y="58003"/>
                </a:cubicBezTo>
                <a:cubicBezTo>
                  <a:pt x="125405" y="57891"/>
                  <a:pt x="125156" y="57795"/>
                  <a:pt x="124902" y="57718"/>
                </a:cubicBezTo>
                <a:cubicBezTo>
                  <a:pt x="124334" y="57609"/>
                  <a:pt x="124137" y="57522"/>
                  <a:pt x="123744" y="57718"/>
                </a:cubicBezTo>
                <a:cubicBezTo>
                  <a:pt x="123477" y="58046"/>
                  <a:pt x="123230" y="58390"/>
                  <a:pt x="123000" y="58746"/>
                </a:cubicBezTo>
                <a:cubicBezTo>
                  <a:pt x="123000" y="59380"/>
                  <a:pt x="122432" y="60080"/>
                  <a:pt x="123132" y="61304"/>
                </a:cubicBezTo>
                <a:cubicBezTo>
                  <a:pt x="123263" y="61523"/>
                  <a:pt x="123613" y="61982"/>
                  <a:pt x="124268" y="62987"/>
                </a:cubicBezTo>
                <a:cubicBezTo>
                  <a:pt x="124677" y="63521"/>
                  <a:pt x="125117" y="64030"/>
                  <a:pt x="125580" y="64518"/>
                </a:cubicBezTo>
                <a:cubicBezTo>
                  <a:pt x="125952" y="64977"/>
                  <a:pt x="126520" y="65436"/>
                  <a:pt x="126651" y="65655"/>
                </a:cubicBezTo>
                <a:cubicBezTo>
                  <a:pt x="126783" y="65873"/>
                  <a:pt x="127198" y="66507"/>
                  <a:pt x="127307" y="66507"/>
                </a:cubicBezTo>
                <a:cubicBezTo>
                  <a:pt x="127417" y="66507"/>
                  <a:pt x="127482" y="66573"/>
                  <a:pt x="127788" y="66835"/>
                </a:cubicBezTo>
                <a:cubicBezTo>
                  <a:pt x="128094" y="67098"/>
                  <a:pt x="128182" y="67360"/>
                  <a:pt x="128553" y="67557"/>
                </a:cubicBezTo>
                <a:cubicBezTo>
                  <a:pt x="128752" y="67646"/>
                  <a:pt x="128969" y="67692"/>
                  <a:pt x="129188" y="67688"/>
                </a:cubicBezTo>
                <a:cubicBezTo>
                  <a:pt x="129620" y="67530"/>
                  <a:pt x="130038" y="67331"/>
                  <a:pt x="130434" y="67098"/>
                </a:cubicBezTo>
                <a:cubicBezTo>
                  <a:pt x="130630" y="66966"/>
                  <a:pt x="130762" y="66726"/>
                  <a:pt x="131068" y="66529"/>
                </a:cubicBezTo>
                <a:cubicBezTo>
                  <a:pt x="131374" y="66332"/>
                  <a:pt x="131986" y="66267"/>
                  <a:pt x="132161" y="66223"/>
                </a:cubicBezTo>
                <a:cubicBezTo>
                  <a:pt x="132336" y="66179"/>
                  <a:pt x="132817" y="66442"/>
                  <a:pt x="132817" y="66617"/>
                </a:cubicBezTo>
                <a:cubicBezTo>
                  <a:pt x="133055" y="67246"/>
                  <a:pt x="133333" y="67858"/>
                  <a:pt x="133648" y="68453"/>
                </a:cubicBezTo>
                <a:cubicBezTo>
                  <a:pt x="133860" y="68908"/>
                  <a:pt x="134115" y="69338"/>
                  <a:pt x="134413" y="69743"/>
                </a:cubicBezTo>
                <a:cubicBezTo>
                  <a:pt x="134544" y="69940"/>
                  <a:pt x="134959" y="70464"/>
                  <a:pt x="134959" y="70683"/>
                </a:cubicBezTo>
                <a:cubicBezTo>
                  <a:pt x="135528" y="71689"/>
                  <a:pt x="135353" y="72192"/>
                  <a:pt x="134588" y="72673"/>
                </a:cubicBezTo>
                <a:cubicBezTo>
                  <a:pt x="134369" y="72804"/>
                  <a:pt x="133582" y="72585"/>
                  <a:pt x="132861" y="73044"/>
                </a:cubicBezTo>
                <a:cubicBezTo>
                  <a:pt x="132751" y="73110"/>
                  <a:pt x="131877" y="73809"/>
                  <a:pt x="132139" y="74028"/>
                </a:cubicBezTo>
                <a:cubicBezTo>
                  <a:pt x="132401" y="74247"/>
                  <a:pt x="134085" y="74378"/>
                  <a:pt x="134588" y="74662"/>
                </a:cubicBezTo>
                <a:cubicBezTo>
                  <a:pt x="135090" y="74946"/>
                  <a:pt x="135331" y="75252"/>
                  <a:pt x="135725" y="75362"/>
                </a:cubicBezTo>
                <a:cubicBezTo>
                  <a:pt x="136160" y="75399"/>
                  <a:pt x="136597" y="75355"/>
                  <a:pt x="137014" y="75231"/>
                </a:cubicBezTo>
                <a:cubicBezTo>
                  <a:pt x="137342" y="75209"/>
                  <a:pt x="137670" y="75340"/>
                  <a:pt x="137889" y="75340"/>
                </a:cubicBezTo>
                <a:cubicBezTo>
                  <a:pt x="138108" y="75340"/>
                  <a:pt x="138654" y="75231"/>
                  <a:pt x="138829" y="75231"/>
                </a:cubicBezTo>
                <a:cubicBezTo>
                  <a:pt x="139045" y="75327"/>
                  <a:pt x="139290" y="75327"/>
                  <a:pt x="139507" y="75231"/>
                </a:cubicBezTo>
                <a:cubicBezTo>
                  <a:pt x="139725" y="75099"/>
                  <a:pt x="139791" y="74596"/>
                  <a:pt x="140250" y="74028"/>
                </a:cubicBezTo>
                <a:cubicBezTo>
                  <a:pt x="140709" y="73460"/>
                  <a:pt x="140469" y="72520"/>
                  <a:pt x="140709" y="72192"/>
                </a:cubicBezTo>
                <a:cubicBezTo>
                  <a:pt x="141059" y="71514"/>
                  <a:pt x="141101" y="70716"/>
                  <a:pt x="140819" y="70005"/>
                </a:cubicBezTo>
                <a:cubicBezTo>
                  <a:pt x="139813" y="68022"/>
                  <a:pt x="138665" y="66116"/>
                  <a:pt x="137386" y="64299"/>
                </a:cubicBezTo>
                <a:cubicBezTo>
                  <a:pt x="136990" y="63982"/>
                  <a:pt x="136662" y="63589"/>
                  <a:pt x="136424" y="63140"/>
                </a:cubicBezTo>
                <a:cubicBezTo>
                  <a:pt x="136162" y="62703"/>
                  <a:pt x="136424" y="62069"/>
                  <a:pt x="136621" y="62069"/>
                </a:cubicBezTo>
                <a:cubicBezTo>
                  <a:pt x="136894" y="62023"/>
                  <a:pt x="137124" y="61842"/>
                  <a:pt x="137233" y="61588"/>
                </a:cubicBezTo>
                <a:cubicBezTo>
                  <a:pt x="137336" y="61039"/>
                  <a:pt x="137401" y="60484"/>
                  <a:pt x="137430" y="59927"/>
                </a:cubicBezTo>
                <a:cubicBezTo>
                  <a:pt x="137342" y="58355"/>
                  <a:pt x="137342" y="56776"/>
                  <a:pt x="137430" y="55204"/>
                </a:cubicBezTo>
                <a:cubicBezTo>
                  <a:pt x="137454" y="54739"/>
                  <a:pt x="137454" y="54271"/>
                  <a:pt x="137430" y="53805"/>
                </a:cubicBezTo>
                <a:cubicBezTo>
                  <a:pt x="137539" y="53101"/>
                  <a:pt x="137701" y="52408"/>
                  <a:pt x="137911" y="51728"/>
                </a:cubicBezTo>
                <a:cubicBezTo>
                  <a:pt x="137821" y="51354"/>
                  <a:pt x="137605" y="51022"/>
                  <a:pt x="137299" y="50788"/>
                </a:cubicBezTo>
                <a:cubicBezTo>
                  <a:pt x="137080" y="50657"/>
                  <a:pt x="136555" y="49979"/>
                  <a:pt x="136118" y="49782"/>
                </a:cubicBezTo>
                <a:cubicBezTo>
                  <a:pt x="135390" y="49710"/>
                  <a:pt x="134660" y="49710"/>
                  <a:pt x="133932" y="49782"/>
                </a:cubicBezTo>
                <a:close/>
                <a:moveTo>
                  <a:pt x="321077" y="46875"/>
                </a:moveTo>
                <a:cubicBezTo>
                  <a:pt x="320815" y="46809"/>
                  <a:pt x="320553" y="46743"/>
                  <a:pt x="320356" y="47115"/>
                </a:cubicBezTo>
                <a:cubicBezTo>
                  <a:pt x="320194" y="47642"/>
                  <a:pt x="319943" y="48138"/>
                  <a:pt x="319613" y="48580"/>
                </a:cubicBezTo>
                <a:cubicBezTo>
                  <a:pt x="319304" y="49133"/>
                  <a:pt x="318928" y="49647"/>
                  <a:pt x="318498" y="50110"/>
                </a:cubicBezTo>
                <a:cubicBezTo>
                  <a:pt x="317649" y="50659"/>
                  <a:pt x="316952" y="51411"/>
                  <a:pt x="316464" y="52296"/>
                </a:cubicBezTo>
                <a:cubicBezTo>
                  <a:pt x="315317" y="52321"/>
                  <a:pt x="314177" y="52104"/>
                  <a:pt x="313119" y="51662"/>
                </a:cubicBezTo>
                <a:cubicBezTo>
                  <a:pt x="312507" y="51356"/>
                  <a:pt x="311786" y="50635"/>
                  <a:pt x="311436" y="50635"/>
                </a:cubicBezTo>
                <a:cubicBezTo>
                  <a:pt x="311119" y="50563"/>
                  <a:pt x="310791" y="50563"/>
                  <a:pt x="310474" y="50635"/>
                </a:cubicBezTo>
                <a:cubicBezTo>
                  <a:pt x="310102" y="50657"/>
                  <a:pt x="309796" y="50460"/>
                  <a:pt x="309468" y="50460"/>
                </a:cubicBezTo>
                <a:cubicBezTo>
                  <a:pt x="309132" y="50580"/>
                  <a:pt x="308788" y="50683"/>
                  <a:pt x="308441" y="50766"/>
                </a:cubicBezTo>
                <a:cubicBezTo>
                  <a:pt x="307966" y="50816"/>
                  <a:pt x="307573" y="51155"/>
                  <a:pt x="307457" y="51619"/>
                </a:cubicBezTo>
                <a:cubicBezTo>
                  <a:pt x="307085" y="52458"/>
                  <a:pt x="307232" y="53435"/>
                  <a:pt x="307829" y="54133"/>
                </a:cubicBezTo>
                <a:cubicBezTo>
                  <a:pt x="308331" y="54526"/>
                  <a:pt x="308353" y="54986"/>
                  <a:pt x="308703" y="55379"/>
                </a:cubicBezTo>
                <a:cubicBezTo>
                  <a:pt x="308904" y="55604"/>
                  <a:pt x="309173" y="55757"/>
                  <a:pt x="309468" y="55816"/>
                </a:cubicBezTo>
                <a:cubicBezTo>
                  <a:pt x="309779" y="55878"/>
                  <a:pt x="310085" y="55958"/>
                  <a:pt x="310387" y="56057"/>
                </a:cubicBezTo>
                <a:lnTo>
                  <a:pt x="310999" y="56407"/>
                </a:lnTo>
                <a:cubicBezTo>
                  <a:pt x="311217" y="56538"/>
                  <a:pt x="311895" y="56538"/>
                  <a:pt x="311808" y="56822"/>
                </a:cubicBezTo>
                <a:cubicBezTo>
                  <a:pt x="311720" y="57106"/>
                  <a:pt x="311130" y="57544"/>
                  <a:pt x="310846" y="57740"/>
                </a:cubicBezTo>
                <a:cubicBezTo>
                  <a:pt x="309984" y="58565"/>
                  <a:pt x="308946" y="59179"/>
                  <a:pt x="307807" y="59533"/>
                </a:cubicBezTo>
                <a:cubicBezTo>
                  <a:pt x="305809" y="60136"/>
                  <a:pt x="303780" y="60633"/>
                  <a:pt x="301729" y="61020"/>
                </a:cubicBezTo>
                <a:cubicBezTo>
                  <a:pt x="301532" y="61020"/>
                  <a:pt x="301160" y="61020"/>
                  <a:pt x="300985" y="61020"/>
                </a:cubicBezTo>
                <a:cubicBezTo>
                  <a:pt x="300588" y="61094"/>
                  <a:pt x="300185" y="61144"/>
                  <a:pt x="299783" y="61173"/>
                </a:cubicBezTo>
                <a:cubicBezTo>
                  <a:pt x="299250" y="61282"/>
                  <a:pt x="298699" y="61282"/>
                  <a:pt x="298165" y="61173"/>
                </a:cubicBezTo>
                <a:lnTo>
                  <a:pt x="298165" y="61085"/>
                </a:lnTo>
                <a:cubicBezTo>
                  <a:pt x="297487" y="60954"/>
                  <a:pt x="297028" y="61151"/>
                  <a:pt x="297094" y="61348"/>
                </a:cubicBezTo>
                <a:cubicBezTo>
                  <a:pt x="297159" y="61544"/>
                  <a:pt x="297466" y="61807"/>
                  <a:pt x="297750" y="62113"/>
                </a:cubicBezTo>
                <a:cubicBezTo>
                  <a:pt x="298034" y="62419"/>
                  <a:pt x="297619" y="63053"/>
                  <a:pt x="297750" y="63381"/>
                </a:cubicBezTo>
                <a:cubicBezTo>
                  <a:pt x="297881" y="63709"/>
                  <a:pt x="297837" y="64102"/>
                  <a:pt x="298056" y="64299"/>
                </a:cubicBezTo>
                <a:cubicBezTo>
                  <a:pt x="298386" y="64487"/>
                  <a:pt x="298751" y="64614"/>
                  <a:pt x="299127" y="64671"/>
                </a:cubicBezTo>
                <a:cubicBezTo>
                  <a:pt x="299770" y="64905"/>
                  <a:pt x="300428" y="65095"/>
                  <a:pt x="301095" y="65239"/>
                </a:cubicBezTo>
                <a:cubicBezTo>
                  <a:pt x="301620" y="65239"/>
                  <a:pt x="302997" y="65239"/>
                  <a:pt x="303565" y="65239"/>
                </a:cubicBezTo>
                <a:cubicBezTo>
                  <a:pt x="304700" y="65453"/>
                  <a:pt x="305863" y="65453"/>
                  <a:pt x="306998" y="65239"/>
                </a:cubicBezTo>
                <a:cubicBezTo>
                  <a:pt x="308681" y="64715"/>
                  <a:pt x="309665" y="64649"/>
                  <a:pt x="310867" y="64277"/>
                </a:cubicBezTo>
                <a:cubicBezTo>
                  <a:pt x="312070" y="63906"/>
                  <a:pt x="313819" y="62222"/>
                  <a:pt x="314059" y="62659"/>
                </a:cubicBezTo>
                <a:cubicBezTo>
                  <a:pt x="314300" y="63097"/>
                  <a:pt x="314628" y="64802"/>
                  <a:pt x="315284" y="66245"/>
                </a:cubicBezTo>
                <a:cubicBezTo>
                  <a:pt x="315467" y="66861"/>
                  <a:pt x="315614" y="67491"/>
                  <a:pt x="315721" y="68125"/>
                </a:cubicBezTo>
                <a:cubicBezTo>
                  <a:pt x="315804" y="69234"/>
                  <a:pt x="315957" y="70338"/>
                  <a:pt x="316180" y="71426"/>
                </a:cubicBezTo>
                <a:cubicBezTo>
                  <a:pt x="316720" y="72592"/>
                  <a:pt x="316720" y="73934"/>
                  <a:pt x="316180" y="75099"/>
                </a:cubicBezTo>
                <a:cubicBezTo>
                  <a:pt x="316189" y="75604"/>
                  <a:pt x="316410" y="76081"/>
                  <a:pt x="316792" y="76411"/>
                </a:cubicBezTo>
                <a:cubicBezTo>
                  <a:pt x="317251" y="76870"/>
                  <a:pt x="318017" y="76892"/>
                  <a:pt x="318454" y="77701"/>
                </a:cubicBezTo>
                <a:cubicBezTo>
                  <a:pt x="318740" y="78053"/>
                  <a:pt x="319088" y="78348"/>
                  <a:pt x="319481" y="78576"/>
                </a:cubicBezTo>
                <a:cubicBezTo>
                  <a:pt x="319962" y="78947"/>
                  <a:pt x="320531" y="79100"/>
                  <a:pt x="320815" y="79319"/>
                </a:cubicBezTo>
                <a:cubicBezTo>
                  <a:pt x="321206" y="79614"/>
                  <a:pt x="321615" y="79885"/>
                  <a:pt x="322039" y="80128"/>
                </a:cubicBezTo>
                <a:cubicBezTo>
                  <a:pt x="322214" y="80193"/>
                  <a:pt x="322433" y="80390"/>
                  <a:pt x="322673" y="80346"/>
                </a:cubicBezTo>
                <a:cubicBezTo>
                  <a:pt x="322914" y="80303"/>
                  <a:pt x="323264" y="80193"/>
                  <a:pt x="323504" y="80193"/>
                </a:cubicBezTo>
                <a:cubicBezTo>
                  <a:pt x="324075" y="80449"/>
                  <a:pt x="324726" y="80449"/>
                  <a:pt x="325297" y="80193"/>
                </a:cubicBezTo>
                <a:cubicBezTo>
                  <a:pt x="325647" y="80062"/>
                  <a:pt x="325800" y="79559"/>
                  <a:pt x="325931" y="79363"/>
                </a:cubicBezTo>
                <a:cubicBezTo>
                  <a:pt x="326062" y="79166"/>
                  <a:pt x="326565" y="79188"/>
                  <a:pt x="326565" y="78882"/>
                </a:cubicBezTo>
                <a:cubicBezTo>
                  <a:pt x="326565" y="78576"/>
                  <a:pt x="326150" y="78291"/>
                  <a:pt x="325953" y="78029"/>
                </a:cubicBezTo>
                <a:cubicBezTo>
                  <a:pt x="325144" y="77067"/>
                  <a:pt x="324641" y="76477"/>
                  <a:pt x="324073" y="75843"/>
                </a:cubicBezTo>
                <a:cubicBezTo>
                  <a:pt x="323854" y="75580"/>
                  <a:pt x="323701" y="74946"/>
                  <a:pt x="323417" y="74553"/>
                </a:cubicBezTo>
                <a:cubicBezTo>
                  <a:pt x="323015" y="74137"/>
                  <a:pt x="322656" y="73685"/>
                  <a:pt x="322345" y="73197"/>
                </a:cubicBezTo>
                <a:cubicBezTo>
                  <a:pt x="321954" y="72133"/>
                  <a:pt x="321464" y="71107"/>
                  <a:pt x="320881" y="70136"/>
                </a:cubicBezTo>
                <a:cubicBezTo>
                  <a:pt x="320181" y="69087"/>
                  <a:pt x="320356" y="66901"/>
                  <a:pt x="320050" y="66114"/>
                </a:cubicBezTo>
                <a:cubicBezTo>
                  <a:pt x="319374" y="64478"/>
                  <a:pt x="318933" y="62756"/>
                  <a:pt x="318738" y="60998"/>
                </a:cubicBezTo>
                <a:cubicBezTo>
                  <a:pt x="318703" y="60388"/>
                  <a:pt x="318944" y="59793"/>
                  <a:pt x="319394" y="59380"/>
                </a:cubicBezTo>
                <a:cubicBezTo>
                  <a:pt x="319744" y="59124"/>
                  <a:pt x="320137" y="58932"/>
                  <a:pt x="320553" y="58812"/>
                </a:cubicBezTo>
                <a:cubicBezTo>
                  <a:pt x="321353" y="58833"/>
                  <a:pt x="322146" y="58958"/>
                  <a:pt x="322914" y="59183"/>
                </a:cubicBezTo>
                <a:cubicBezTo>
                  <a:pt x="323329" y="59314"/>
                  <a:pt x="323767" y="59533"/>
                  <a:pt x="324269" y="59752"/>
                </a:cubicBezTo>
                <a:cubicBezTo>
                  <a:pt x="324757" y="59972"/>
                  <a:pt x="325286" y="60084"/>
                  <a:pt x="325822" y="60080"/>
                </a:cubicBezTo>
                <a:cubicBezTo>
                  <a:pt x="326596" y="60257"/>
                  <a:pt x="327387" y="60353"/>
                  <a:pt x="328183" y="60364"/>
                </a:cubicBezTo>
                <a:cubicBezTo>
                  <a:pt x="328708" y="60233"/>
                  <a:pt x="328948" y="60036"/>
                  <a:pt x="329342" y="60233"/>
                </a:cubicBezTo>
                <a:cubicBezTo>
                  <a:pt x="329735" y="60429"/>
                  <a:pt x="329822" y="60298"/>
                  <a:pt x="330019" y="59948"/>
                </a:cubicBezTo>
                <a:cubicBezTo>
                  <a:pt x="330369" y="59096"/>
                  <a:pt x="330653" y="57915"/>
                  <a:pt x="330019" y="57412"/>
                </a:cubicBezTo>
                <a:cubicBezTo>
                  <a:pt x="329385" y="56910"/>
                  <a:pt x="328839" y="56538"/>
                  <a:pt x="328817" y="56101"/>
                </a:cubicBezTo>
                <a:cubicBezTo>
                  <a:pt x="328795" y="55663"/>
                  <a:pt x="327352" y="55248"/>
                  <a:pt x="327112" y="55117"/>
                </a:cubicBezTo>
                <a:cubicBezTo>
                  <a:pt x="326871" y="54986"/>
                  <a:pt x="326084" y="55248"/>
                  <a:pt x="325537" y="55248"/>
                </a:cubicBezTo>
                <a:cubicBezTo>
                  <a:pt x="325150" y="55222"/>
                  <a:pt x="324770" y="55147"/>
                  <a:pt x="324401" y="55029"/>
                </a:cubicBezTo>
                <a:cubicBezTo>
                  <a:pt x="324073" y="54920"/>
                  <a:pt x="323395" y="54920"/>
                  <a:pt x="323395" y="54920"/>
                </a:cubicBezTo>
                <a:cubicBezTo>
                  <a:pt x="323132" y="54935"/>
                  <a:pt x="322872" y="54865"/>
                  <a:pt x="322652" y="54723"/>
                </a:cubicBezTo>
                <a:cubicBezTo>
                  <a:pt x="322477" y="54570"/>
                  <a:pt x="323220" y="53936"/>
                  <a:pt x="323220" y="53805"/>
                </a:cubicBezTo>
                <a:cubicBezTo>
                  <a:pt x="323876" y="53258"/>
                  <a:pt x="324466" y="52821"/>
                  <a:pt x="324794" y="52581"/>
                </a:cubicBezTo>
                <a:cubicBezTo>
                  <a:pt x="325122" y="52340"/>
                  <a:pt x="324903" y="52078"/>
                  <a:pt x="325122" y="51619"/>
                </a:cubicBezTo>
                <a:cubicBezTo>
                  <a:pt x="325341" y="51160"/>
                  <a:pt x="325647" y="51028"/>
                  <a:pt x="325341" y="50569"/>
                </a:cubicBezTo>
                <a:cubicBezTo>
                  <a:pt x="324954" y="50056"/>
                  <a:pt x="324724" y="49441"/>
                  <a:pt x="324685" y="48798"/>
                </a:cubicBezTo>
                <a:cubicBezTo>
                  <a:pt x="324685" y="48558"/>
                  <a:pt x="323351" y="48033"/>
                  <a:pt x="323132" y="47815"/>
                </a:cubicBezTo>
                <a:cubicBezTo>
                  <a:pt x="322914" y="47596"/>
                  <a:pt x="322389" y="47749"/>
                  <a:pt x="322127" y="47596"/>
                </a:cubicBezTo>
                <a:cubicBezTo>
                  <a:pt x="321865" y="47443"/>
                  <a:pt x="321930" y="47115"/>
                  <a:pt x="321077" y="46875"/>
                </a:cubicBezTo>
                <a:close/>
                <a:moveTo>
                  <a:pt x="178007" y="43486"/>
                </a:moveTo>
                <a:lnTo>
                  <a:pt x="178073" y="43573"/>
                </a:lnTo>
                <a:lnTo>
                  <a:pt x="178022" y="43514"/>
                </a:lnTo>
                <a:close/>
                <a:moveTo>
                  <a:pt x="125843" y="39332"/>
                </a:moveTo>
                <a:cubicBezTo>
                  <a:pt x="125558" y="39223"/>
                  <a:pt x="125121" y="39616"/>
                  <a:pt x="124728" y="39616"/>
                </a:cubicBezTo>
                <a:cubicBezTo>
                  <a:pt x="124334" y="39616"/>
                  <a:pt x="124203" y="39463"/>
                  <a:pt x="123940" y="39616"/>
                </a:cubicBezTo>
                <a:cubicBezTo>
                  <a:pt x="123615" y="39846"/>
                  <a:pt x="123271" y="40051"/>
                  <a:pt x="122913" y="40228"/>
                </a:cubicBezTo>
                <a:cubicBezTo>
                  <a:pt x="122618" y="40344"/>
                  <a:pt x="122334" y="40484"/>
                  <a:pt x="122060" y="40644"/>
                </a:cubicBezTo>
                <a:cubicBezTo>
                  <a:pt x="121689" y="40884"/>
                  <a:pt x="121689" y="41125"/>
                  <a:pt x="121536" y="41299"/>
                </a:cubicBezTo>
                <a:cubicBezTo>
                  <a:pt x="121383" y="41474"/>
                  <a:pt x="120989" y="41649"/>
                  <a:pt x="120880" y="41780"/>
                </a:cubicBezTo>
                <a:cubicBezTo>
                  <a:pt x="120770" y="41912"/>
                  <a:pt x="120770" y="42240"/>
                  <a:pt x="120355" y="42502"/>
                </a:cubicBezTo>
                <a:cubicBezTo>
                  <a:pt x="119940" y="42764"/>
                  <a:pt x="119393" y="42830"/>
                  <a:pt x="119262" y="43420"/>
                </a:cubicBezTo>
                <a:cubicBezTo>
                  <a:pt x="119168" y="43704"/>
                  <a:pt x="119225" y="44019"/>
                  <a:pt x="119415" y="44251"/>
                </a:cubicBezTo>
                <a:cubicBezTo>
                  <a:pt x="119743" y="44513"/>
                  <a:pt x="121295" y="45235"/>
                  <a:pt x="121426" y="45760"/>
                </a:cubicBezTo>
                <a:cubicBezTo>
                  <a:pt x="121525" y="46066"/>
                  <a:pt x="121597" y="46380"/>
                  <a:pt x="121645" y="46700"/>
                </a:cubicBezTo>
                <a:cubicBezTo>
                  <a:pt x="121798" y="47071"/>
                  <a:pt x="121798" y="47202"/>
                  <a:pt x="121798" y="47487"/>
                </a:cubicBezTo>
                <a:cubicBezTo>
                  <a:pt x="121787" y="47762"/>
                  <a:pt x="121872" y="48033"/>
                  <a:pt x="122038" y="48252"/>
                </a:cubicBezTo>
                <a:cubicBezTo>
                  <a:pt x="122329" y="48390"/>
                  <a:pt x="122666" y="48390"/>
                  <a:pt x="122957" y="48252"/>
                </a:cubicBezTo>
                <a:cubicBezTo>
                  <a:pt x="123263" y="48077"/>
                  <a:pt x="123634" y="47968"/>
                  <a:pt x="123766" y="48077"/>
                </a:cubicBezTo>
                <a:cubicBezTo>
                  <a:pt x="123897" y="48186"/>
                  <a:pt x="124181" y="48186"/>
                  <a:pt x="124247" y="48645"/>
                </a:cubicBezTo>
                <a:cubicBezTo>
                  <a:pt x="124312" y="49105"/>
                  <a:pt x="124028" y="49301"/>
                  <a:pt x="123634" y="49782"/>
                </a:cubicBezTo>
                <a:cubicBezTo>
                  <a:pt x="123241" y="50263"/>
                  <a:pt x="121864" y="51553"/>
                  <a:pt x="121732" y="51969"/>
                </a:cubicBezTo>
                <a:cubicBezTo>
                  <a:pt x="121601" y="52384"/>
                  <a:pt x="121011" y="52450"/>
                  <a:pt x="120595" y="52887"/>
                </a:cubicBezTo>
                <a:cubicBezTo>
                  <a:pt x="119787" y="53744"/>
                  <a:pt x="118919" y="54540"/>
                  <a:pt x="117994" y="55270"/>
                </a:cubicBezTo>
                <a:cubicBezTo>
                  <a:pt x="117688" y="55488"/>
                  <a:pt x="117229" y="56319"/>
                  <a:pt x="117010" y="56429"/>
                </a:cubicBezTo>
                <a:cubicBezTo>
                  <a:pt x="116791" y="56538"/>
                  <a:pt x="116420" y="56254"/>
                  <a:pt x="116245" y="56429"/>
                </a:cubicBezTo>
                <a:lnTo>
                  <a:pt x="116245" y="56341"/>
                </a:lnTo>
                <a:cubicBezTo>
                  <a:pt x="115563" y="57049"/>
                  <a:pt x="115020" y="57880"/>
                  <a:pt x="114649" y="58790"/>
                </a:cubicBezTo>
                <a:cubicBezTo>
                  <a:pt x="114603" y="59096"/>
                  <a:pt x="114690" y="59406"/>
                  <a:pt x="114889" y="59642"/>
                </a:cubicBezTo>
                <a:cubicBezTo>
                  <a:pt x="115195" y="60080"/>
                  <a:pt x="115523" y="60473"/>
                  <a:pt x="115523" y="60582"/>
                </a:cubicBezTo>
                <a:cubicBezTo>
                  <a:pt x="115720" y="61063"/>
                  <a:pt x="116092" y="61588"/>
                  <a:pt x="116485" y="61544"/>
                </a:cubicBezTo>
                <a:cubicBezTo>
                  <a:pt x="116879" y="61501"/>
                  <a:pt x="117032" y="61085"/>
                  <a:pt x="117622" y="60976"/>
                </a:cubicBezTo>
                <a:cubicBezTo>
                  <a:pt x="118212" y="60867"/>
                  <a:pt x="118125" y="61238"/>
                  <a:pt x="118453" y="60976"/>
                </a:cubicBezTo>
                <a:cubicBezTo>
                  <a:pt x="118781" y="60714"/>
                  <a:pt x="118934" y="60364"/>
                  <a:pt x="118934" y="60123"/>
                </a:cubicBezTo>
                <a:cubicBezTo>
                  <a:pt x="119120" y="59828"/>
                  <a:pt x="119347" y="59564"/>
                  <a:pt x="119612" y="59336"/>
                </a:cubicBezTo>
                <a:cubicBezTo>
                  <a:pt x="119983" y="59074"/>
                  <a:pt x="120442" y="58833"/>
                  <a:pt x="120442" y="58484"/>
                </a:cubicBezTo>
                <a:cubicBezTo>
                  <a:pt x="120617" y="58322"/>
                  <a:pt x="120816" y="58188"/>
                  <a:pt x="121033" y="58090"/>
                </a:cubicBezTo>
                <a:cubicBezTo>
                  <a:pt x="121321" y="57979"/>
                  <a:pt x="121581" y="57808"/>
                  <a:pt x="121798" y="57587"/>
                </a:cubicBezTo>
                <a:cubicBezTo>
                  <a:pt x="122030" y="57316"/>
                  <a:pt x="122277" y="57060"/>
                  <a:pt x="122541" y="56822"/>
                </a:cubicBezTo>
                <a:cubicBezTo>
                  <a:pt x="122836" y="56682"/>
                  <a:pt x="123092" y="56472"/>
                  <a:pt x="123285" y="56210"/>
                </a:cubicBezTo>
                <a:cubicBezTo>
                  <a:pt x="123481" y="55926"/>
                  <a:pt x="123919" y="55729"/>
                  <a:pt x="124115" y="55401"/>
                </a:cubicBezTo>
                <a:cubicBezTo>
                  <a:pt x="124312" y="55073"/>
                  <a:pt x="124771" y="54920"/>
                  <a:pt x="124990" y="54505"/>
                </a:cubicBezTo>
                <a:cubicBezTo>
                  <a:pt x="125209" y="54089"/>
                  <a:pt x="125886" y="54045"/>
                  <a:pt x="125886" y="53586"/>
                </a:cubicBezTo>
                <a:cubicBezTo>
                  <a:pt x="126890" y="52428"/>
                  <a:pt x="127972" y="51341"/>
                  <a:pt x="129122" y="50329"/>
                </a:cubicBezTo>
                <a:cubicBezTo>
                  <a:pt x="129564" y="49802"/>
                  <a:pt x="129975" y="49247"/>
                  <a:pt x="130346" y="48667"/>
                </a:cubicBezTo>
                <a:cubicBezTo>
                  <a:pt x="130784" y="48296"/>
                  <a:pt x="131308" y="48230"/>
                  <a:pt x="131505" y="48033"/>
                </a:cubicBezTo>
                <a:cubicBezTo>
                  <a:pt x="131776" y="47633"/>
                  <a:pt x="132084" y="47261"/>
                  <a:pt x="132423" y="46918"/>
                </a:cubicBezTo>
                <a:cubicBezTo>
                  <a:pt x="132642" y="46656"/>
                  <a:pt x="133123" y="46109"/>
                  <a:pt x="133385" y="45869"/>
                </a:cubicBezTo>
                <a:lnTo>
                  <a:pt x="134566" y="44951"/>
                </a:lnTo>
                <a:cubicBezTo>
                  <a:pt x="134784" y="44819"/>
                  <a:pt x="135899" y="44010"/>
                  <a:pt x="136096" y="43857"/>
                </a:cubicBezTo>
                <a:cubicBezTo>
                  <a:pt x="136687" y="43573"/>
                  <a:pt x="137233" y="43792"/>
                  <a:pt x="137233" y="43573"/>
                </a:cubicBezTo>
                <a:cubicBezTo>
                  <a:pt x="137539" y="42939"/>
                  <a:pt x="138304" y="41474"/>
                  <a:pt x="138086" y="41015"/>
                </a:cubicBezTo>
                <a:cubicBezTo>
                  <a:pt x="137867" y="40556"/>
                  <a:pt x="137670" y="40206"/>
                  <a:pt x="137539" y="39988"/>
                </a:cubicBezTo>
                <a:cubicBezTo>
                  <a:pt x="137353" y="39793"/>
                  <a:pt x="137080" y="39710"/>
                  <a:pt x="136818" y="39769"/>
                </a:cubicBezTo>
                <a:cubicBezTo>
                  <a:pt x="136302" y="39935"/>
                  <a:pt x="135738" y="39839"/>
                  <a:pt x="135309" y="39507"/>
                </a:cubicBezTo>
                <a:cubicBezTo>
                  <a:pt x="135090" y="39332"/>
                  <a:pt x="134719" y="39572"/>
                  <a:pt x="134347" y="39725"/>
                </a:cubicBezTo>
                <a:cubicBezTo>
                  <a:pt x="133976" y="39878"/>
                  <a:pt x="133538" y="39725"/>
                  <a:pt x="133341" y="39878"/>
                </a:cubicBezTo>
                <a:cubicBezTo>
                  <a:pt x="132777" y="40340"/>
                  <a:pt x="132251" y="40843"/>
                  <a:pt x="131767" y="41387"/>
                </a:cubicBezTo>
                <a:cubicBezTo>
                  <a:pt x="131352" y="41868"/>
                  <a:pt x="129297" y="43770"/>
                  <a:pt x="129013" y="44054"/>
                </a:cubicBezTo>
                <a:cubicBezTo>
                  <a:pt x="128728" y="44338"/>
                  <a:pt x="128510" y="43967"/>
                  <a:pt x="128510" y="43617"/>
                </a:cubicBezTo>
                <a:cubicBezTo>
                  <a:pt x="128925" y="42677"/>
                  <a:pt x="129209" y="42611"/>
                  <a:pt x="128510" y="41431"/>
                </a:cubicBezTo>
                <a:cubicBezTo>
                  <a:pt x="127810" y="40250"/>
                  <a:pt x="127045" y="40403"/>
                  <a:pt x="126804" y="40250"/>
                </a:cubicBezTo>
                <a:cubicBezTo>
                  <a:pt x="126564" y="40097"/>
                  <a:pt x="126127" y="39441"/>
                  <a:pt x="125843" y="39332"/>
                </a:cubicBezTo>
                <a:close/>
                <a:moveTo>
                  <a:pt x="195028" y="33155"/>
                </a:moveTo>
                <a:cubicBezTo>
                  <a:pt x="195233" y="33162"/>
                  <a:pt x="195395" y="33332"/>
                  <a:pt x="195388" y="33538"/>
                </a:cubicBezTo>
                <a:cubicBezTo>
                  <a:pt x="195434" y="34122"/>
                  <a:pt x="195209" y="34694"/>
                  <a:pt x="194776" y="35090"/>
                </a:cubicBezTo>
                <a:cubicBezTo>
                  <a:pt x="194356" y="35219"/>
                  <a:pt x="193906" y="35219"/>
                  <a:pt x="193486" y="35090"/>
                </a:cubicBezTo>
                <a:cubicBezTo>
                  <a:pt x="193342" y="34887"/>
                  <a:pt x="193274" y="34640"/>
                  <a:pt x="193289" y="34391"/>
                </a:cubicBezTo>
                <a:cubicBezTo>
                  <a:pt x="193276" y="34109"/>
                  <a:pt x="193362" y="33831"/>
                  <a:pt x="193530" y="33603"/>
                </a:cubicBezTo>
                <a:cubicBezTo>
                  <a:pt x="193987" y="33426"/>
                  <a:pt x="194453" y="33280"/>
                  <a:pt x="194929" y="33166"/>
                </a:cubicBezTo>
                <a:cubicBezTo>
                  <a:pt x="194962" y="33157"/>
                  <a:pt x="194995" y="33155"/>
                  <a:pt x="195028" y="33155"/>
                </a:cubicBezTo>
                <a:close/>
                <a:moveTo>
                  <a:pt x="199018" y="31331"/>
                </a:moveTo>
                <a:cubicBezTo>
                  <a:pt x="199214" y="31177"/>
                  <a:pt x="199652" y="31090"/>
                  <a:pt x="199761" y="31484"/>
                </a:cubicBezTo>
                <a:cubicBezTo>
                  <a:pt x="199833" y="31792"/>
                  <a:pt x="199870" y="32107"/>
                  <a:pt x="199870" y="32424"/>
                </a:cubicBezTo>
                <a:cubicBezTo>
                  <a:pt x="199693" y="32957"/>
                  <a:pt x="199269" y="33370"/>
                  <a:pt x="198733" y="33539"/>
                </a:cubicBezTo>
                <a:cubicBezTo>
                  <a:pt x="198580" y="33604"/>
                  <a:pt x="197946" y="33233"/>
                  <a:pt x="197946" y="32992"/>
                </a:cubicBezTo>
                <a:cubicBezTo>
                  <a:pt x="197946" y="32752"/>
                  <a:pt x="197400" y="31877"/>
                  <a:pt x="197946" y="31855"/>
                </a:cubicBezTo>
                <a:cubicBezTo>
                  <a:pt x="198493" y="31833"/>
                  <a:pt x="198690" y="31484"/>
                  <a:pt x="199018" y="31331"/>
                </a:cubicBezTo>
                <a:close/>
                <a:moveTo>
                  <a:pt x="193837" y="28444"/>
                </a:moveTo>
                <a:cubicBezTo>
                  <a:pt x="194602" y="28160"/>
                  <a:pt x="194886" y="28641"/>
                  <a:pt x="194908" y="29362"/>
                </a:cubicBezTo>
                <a:cubicBezTo>
                  <a:pt x="194930" y="30084"/>
                  <a:pt x="194186" y="30368"/>
                  <a:pt x="193662" y="30915"/>
                </a:cubicBezTo>
                <a:cubicBezTo>
                  <a:pt x="193399" y="31177"/>
                  <a:pt x="193399" y="30915"/>
                  <a:pt x="193093" y="30674"/>
                </a:cubicBezTo>
                <a:cubicBezTo>
                  <a:pt x="192787" y="30434"/>
                  <a:pt x="192787" y="29843"/>
                  <a:pt x="192787" y="29472"/>
                </a:cubicBezTo>
                <a:cubicBezTo>
                  <a:pt x="192634" y="28619"/>
                  <a:pt x="193640" y="28794"/>
                  <a:pt x="193837" y="28444"/>
                </a:cubicBezTo>
                <a:close/>
                <a:moveTo>
                  <a:pt x="255270" y="27548"/>
                </a:moveTo>
                <a:cubicBezTo>
                  <a:pt x="254615" y="27701"/>
                  <a:pt x="254024" y="27592"/>
                  <a:pt x="253827" y="28269"/>
                </a:cubicBezTo>
                <a:cubicBezTo>
                  <a:pt x="253762" y="28510"/>
                  <a:pt x="253609" y="29384"/>
                  <a:pt x="253609" y="29647"/>
                </a:cubicBezTo>
                <a:cubicBezTo>
                  <a:pt x="253510" y="30130"/>
                  <a:pt x="253510" y="30628"/>
                  <a:pt x="253609" y="31111"/>
                </a:cubicBezTo>
                <a:cubicBezTo>
                  <a:pt x="253952" y="31710"/>
                  <a:pt x="254131" y="32388"/>
                  <a:pt x="254133" y="33079"/>
                </a:cubicBezTo>
                <a:cubicBezTo>
                  <a:pt x="254046" y="33757"/>
                  <a:pt x="253806" y="34347"/>
                  <a:pt x="254243" y="34653"/>
                </a:cubicBezTo>
                <a:cubicBezTo>
                  <a:pt x="254748" y="34889"/>
                  <a:pt x="255305" y="34988"/>
                  <a:pt x="255861" y="34937"/>
                </a:cubicBezTo>
                <a:cubicBezTo>
                  <a:pt x="256289" y="34911"/>
                  <a:pt x="256722" y="34911"/>
                  <a:pt x="257151" y="34937"/>
                </a:cubicBezTo>
                <a:cubicBezTo>
                  <a:pt x="257391" y="35090"/>
                  <a:pt x="257282" y="35659"/>
                  <a:pt x="257151" y="36140"/>
                </a:cubicBezTo>
                <a:cubicBezTo>
                  <a:pt x="257035" y="36634"/>
                  <a:pt x="256827" y="37102"/>
                  <a:pt x="256538" y="37517"/>
                </a:cubicBezTo>
                <a:cubicBezTo>
                  <a:pt x="255992" y="38392"/>
                  <a:pt x="255161" y="40884"/>
                  <a:pt x="252975" y="41190"/>
                </a:cubicBezTo>
                <a:cubicBezTo>
                  <a:pt x="251882" y="41321"/>
                  <a:pt x="250395" y="41715"/>
                  <a:pt x="249433" y="41715"/>
                </a:cubicBezTo>
                <a:cubicBezTo>
                  <a:pt x="249105" y="41715"/>
                  <a:pt x="248558" y="41715"/>
                  <a:pt x="248209" y="41715"/>
                </a:cubicBezTo>
                <a:cubicBezTo>
                  <a:pt x="247181" y="41802"/>
                  <a:pt x="245476" y="42087"/>
                  <a:pt x="244995" y="42087"/>
                </a:cubicBezTo>
                <a:cubicBezTo>
                  <a:pt x="244514" y="42087"/>
                  <a:pt x="243880" y="41606"/>
                  <a:pt x="243617" y="41606"/>
                </a:cubicBezTo>
                <a:cubicBezTo>
                  <a:pt x="242666" y="41603"/>
                  <a:pt x="241731" y="41853"/>
                  <a:pt x="240906" y="42327"/>
                </a:cubicBezTo>
                <a:cubicBezTo>
                  <a:pt x="240957" y="42850"/>
                  <a:pt x="240874" y="43376"/>
                  <a:pt x="240666" y="43857"/>
                </a:cubicBezTo>
                <a:lnTo>
                  <a:pt x="240666" y="43770"/>
                </a:lnTo>
                <a:cubicBezTo>
                  <a:pt x="240426" y="44185"/>
                  <a:pt x="240277" y="44647"/>
                  <a:pt x="240229" y="45125"/>
                </a:cubicBezTo>
                <a:cubicBezTo>
                  <a:pt x="240885" y="46175"/>
                  <a:pt x="241672" y="47640"/>
                  <a:pt x="241912" y="47749"/>
                </a:cubicBezTo>
                <a:cubicBezTo>
                  <a:pt x="242153" y="47858"/>
                  <a:pt x="246001" y="47181"/>
                  <a:pt x="248187" y="47006"/>
                </a:cubicBezTo>
                <a:cubicBezTo>
                  <a:pt x="249835" y="46888"/>
                  <a:pt x="251492" y="46953"/>
                  <a:pt x="253128" y="47202"/>
                </a:cubicBezTo>
                <a:cubicBezTo>
                  <a:pt x="253893" y="47334"/>
                  <a:pt x="255052" y="47836"/>
                  <a:pt x="255773" y="47924"/>
                </a:cubicBezTo>
                <a:cubicBezTo>
                  <a:pt x="256495" y="48011"/>
                  <a:pt x="257719" y="48164"/>
                  <a:pt x="258178" y="48164"/>
                </a:cubicBezTo>
                <a:cubicBezTo>
                  <a:pt x="259018" y="48171"/>
                  <a:pt x="259853" y="48311"/>
                  <a:pt x="260649" y="48580"/>
                </a:cubicBezTo>
                <a:cubicBezTo>
                  <a:pt x="261108" y="48755"/>
                  <a:pt x="262310" y="48886"/>
                  <a:pt x="263032" y="49170"/>
                </a:cubicBezTo>
                <a:cubicBezTo>
                  <a:pt x="263753" y="49454"/>
                  <a:pt x="264999" y="49892"/>
                  <a:pt x="265590" y="50045"/>
                </a:cubicBezTo>
                <a:cubicBezTo>
                  <a:pt x="266180" y="50198"/>
                  <a:pt x="266683" y="50176"/>
                  <a:pt x="267208" y="50307"/>
                </a:cubicBezTo>
                <a:cubicBezTo>
                  <a:pt x="267715" y="50497"/>
                  <a:pt x="268211" y="50718"/>
                  <a:pt x="268694" y="50963"/>
                </a:cubicBezTo>
                <a:cubicBezTo>
                  <a:pt x="268935" y="51028"/>
                  <a:pt x="269350" y="51050"/>
                  <a:pt x="270137" y="51225"/>
                </a:cubicBezTo>
                <a:cubicBezTo>
                  <a:pt x="270443" y="51291"/>
                  <a:pt x="270793" y="50919"/>
                  <a:pt x="271055" y="50657"/>
                </a:cubicBezTo>
                <a:cubicBezTo>
                  <a:pt x="271307" y="50449"/>
                  <a:pt x="271508" y="50187"/>
                  <a:pt x="271646" y="49892"/>
                </a:cubicBezTo>
                <a:cubicBezTo>
                  <a:pt x="271698" y="49706"/>
                  <a:pt x="271698" y="49509"/>
                  <a:pt x="271646" y="49323"/>
                </a:cubicBezTo>
                <a:cubicBezTo>
                  <a:pt x="271646" y="49279"/>
                  <a:pt x="271646" y="49039"/>
                  <a:pt x="271646" y="48930"/>
                </a:cubicBezTo>
                <a:cubicBezTo>
                  <a:pt x="271700" y="48589"/>
                  <a:pt x="271700" y="48243"/>
                  <a:pt x="271646" y="47902"/>
                </a:cubicBezTo>
                <a:cubicBezTo>
                  <a:pt x="271536" y="47049"/>
                  <a:pt x="270837" y="46700"/>
                  <a:pt x="270465" y="46350"/>
                </a:cubicBezTo>
                <a:cubicBezTo>
                  <a:pt x="270165" y="46028"/>
                  <a:pt x="269844" y="45729"/>
                  <a:pt x="269503" y="45453"/>
                </a:cubicBezTo>
                <a:cubicBezTo>
                  <a:pt x="269164" y="45226"/>
                  <a:pt x="268806" y="45027"/>
                  <a:pt x="268432" y="44863"/>
                </a:cubicBezTo>
                <a:cubicBezTo>
                  <a:pt x="268080" y="44784"/>
                  <a:pt x="267721" y="44734"/>
                  <a:pt x="267360" y="44710"/>
                </a:cubicBezTo>
                <a:cubicBezTo>
                  <a:pt x="266967" y="44710"/>
                  <a:pt x="266683" y="44994"/>
                  <a:pt x="266158" y="44863"/>
                </a:cubicBezTo>
                <a:cubicBezTo>
                  <a:pt x="264763" y="44465"/>
                  <a:pt x="263349" y="44153"/>
                  <a:pt x="261917" y="43923"/>
                </a:cubicBezTo>
                <a:cubicBezTo>
                  <a:pt x="261654" y="43551"/>
                  <a:pt x="262092" y="42633"/>
                  <a:pt x="262376" y="41540"/>
                </a:cubicBezTo>
                <a:cubicBezTo>
                  <a:pt x="262485" y="41234"/>
                  <a:pt x="262551" y="40840"/>
                  <a:pt x="262769" y="40687"/>
                </a:cubicBezTo>
                <a:cubicBezTo>
                  <a:pt x="262986" y="40471"/>
                  <a:pt x="263137" y="40198"/>
                  <a:pt x="263207" y="39900"/>
                </a:cubicBezTo>
                <a:cubicBezTo>
                  <a:pt x="263307" y="39607"/>
                  <a:pt x="263489" y="39349"/>
                  <a:pt x="263731" y="39157"/>
                </a:cubicBezTo>
                <a:cubicBezTo>
                  <a:pt x="263985" y="38958"/>
                  <a:pt x="264182" y="38693"/>
                  <a:pt x="264300" y="38392"/>
                </a:cubicBezTo>
                <a:cubicBezTo>
                  <a:pt x="264628" y="37167"/>
                  <a:pt x="263950" y="37364"/>
                  <a:pt x="264300" y="36337"/>
                </a:cubicBezTo>
                <a:cubicBezTo>
                  <a:pt x="264649" y="35309"/>
                  <a:pt x="265699" y="35528"/>
                  <a:pt x="266989" y="35309"/>
                </a:cubicBezTo>
                <a:cubicBezTo>
                  <a:pt x="267463" y="35250"/>
                  <a:pt x="267918" y="35086"/>
                  <a:pt x="268322" y="34828"/>
                </a:cubicBezTo>
                <a:cubicBezTo>
                  <a:pt x="268858" y="34419"/>
                  <a:pt x="269466" y="34113"/>
                  <a:pt x="270115" y="33932"/>
                </a:cubicBezTo>
                <a:cubicBezTo>
                  <a:pt x="271339" y="33473"/>
                  <a:pt x="272105" y="33669"/>
                  <a:pt x="272433" y="32664"/>
                </a:cubicBezTo>
                <a:cubicBezTo>
                  <a:pt x="272498" y="32511"/>
                  <a:pt x="272170" y="32073"/>
                  <a:pt x="272170" y="31789"/>
                </a:cubicBezTo>
                <a:cubicBezTo>
                  <a:pt x="272242" y="31391"/>
                  <a:pt x="272242" y="30985"/>
                  <a:pt x="272170" y="30587"/>
                </a:cubicBezTo>
                <a:cubicBezTo>
                  <a:pt x="271974" y="30040"/>
                  <a:pt x="271558" y="29690"/>
                  <a:pt x="271296" y="29144"/>
                </a:cubicBezTo>
                <a:cubicBezTo>
                  <a:pt x="271149" y="28846"/>
                  <a:pt x="270902" y="28615"/>
                  <a:pt x="270596" y="28488"/>
                </a:cubicBezTo>
                <a:cubicBezTo>
                  <a:pt x="270334" y="28488"/>
                  <a:pt x="270115" y="28641"/>
                  <a:pt x="269612" y="28488"/>
                </a:cubicBezTo>
                <a:cubicBezTo>
                  <a:pt x="269256" y="28355"/>
                  <a:pt x="268873" y="28309"/>
                  <a:pt x="268497" y="28357"/>
                </a:cubicBezTo>
                <a:cubicBezTo>
                  <a:pt x="267113" y="28735"/>
                  <a:pt x="265690" y="28956"/>
                  <a:pt x="264256" y="29013"/>
                </a:cubicBezTo>
                <a:lnTo>
                  <a:pt x="263578" y="29013"/>
                </a:lnTo>
                <a:lnTo>
                  <a:pt x="262616" y="29013"/>
                </a:lnTo>
                <a:cubicBezTo>
                  <a:pt x="260780" y="28969"/>
                  <a:pt x="257522" y="28597"/>
                  <a:pt x="257282" y="28597"/>
                </a:cubicBezTo>
                <a:cubicBezTo>
                  <a:pt x="256648" y="28335"/>
                  <a:pt x="255533" y="27548"/>
                  <a:pt x="255270" y="27548"/>
                </a:cubicBezTo>
                <a:close/>
                <a:moveTo>
                  <a:pt x="186009" y="26039"/>
                </a:moveTo>
                <a:cubicBezTo>
                  <a:pt x="185659" y="26302"/>
                  <a:pt x="185266" y="26411"/>
                  <a:pt x="184282" y="26411"/>
                </a:cubicBezTo>
                <a:cubicBezTo>
                  <a:pt x="182358" y="26586"/>
                  <a:pt x="180434" y="29122"/>
                  <a:pt x="178554" y="30215"/>
                </a:cubicBezTo>
                <a:cubicBezTo>
                  <a:pt x="178097" y="30366"/>
                  <a:pt x="177629" y="30482"/>
                  <a:pt x="177155" y="30565"/>
                </a:cubicBezTo>
                <a:cubicBezTo>
                  <a:pt x="176761" y="30740"/>
                  <a:pt x="176258" y="31068"/>
                  <a:pt x="176171" y="31374"/>
                </a:cubicBezTo>
                <a:cubicBezTo>
                  <a:pt x="176083" y="31680"/>
                  <a:pt x="176127" y="32030"/>
                  <a:pt x="175777" y="32226"/>
                </a:cubicBezTo>
                <a:cubicBezTo>
                  <a:pt x="175427" y="32423"/>
                  <a:pt x="175143" y="32467"/>
                  <a:pt x="175165" y="32729"/>
                </a:cubicBezTo>
                <a:cubicBezTo>
                  <a:pt x="175187" y="32992"/>
                  <a:pt x="175384" y="34085"/>
                  <a:pt x="175712" y="34150"/>
                </a:cubicBezTo>
                <a:cubicBezTo>
                  <a:pt x="176040" y="34216"/>
                  <a:pt x="176280" y="34150"/>
                  <a:pt x="176411" y="34478"/>
                </a:cubicBezTo>
                <a:cubicBezTo>
                  <a:pt x="176542" y="34806"/>
                  <a:pt x="176980" y="35222"/>
                  <a:pt x="177308" y="35222"/>
                </a:cubicBezTo>
                <a:cubicBezTo>
                  <a:pt x="177747" y="35261"/>
                  <a:pt x="178182" y="35357"/>
                  <a:pt x="178597" y="35506"/>
                </a:cubicBezTo>
                <a:cubicBezTo>
                  <a:pt x="179013" y="35615"/>
                  <a:pt x="179778" y="35659"/>
                  <a:pt x="179778" y="36337"/>
                </a:cubicBezTo>
                <a:cubicBezTo>
                  <a:pt x="179778" y="37014"/>
                  <a:pt x="180019" y="37998"/>
                  <a:pt x="179778" y="38523"/>
                </a:cubicBezTo>
                <a:cubicBezTo>
                  <a:pt x="179538" y="39048"/>
                  <a:pt x="178860" y="39813"/>
                  <a:pt x="178597" y="39813"/>
                </a:cubicBezTo>
                <a:cubicBezTo>
                  <a:pt x="178335" y="39813"/>
                  <a:pt x="177876" y="39813"/>
                  <a:pt x="177614" y="39813"/>
                </a:cubicBezTo>
                <a:cubicBezTo>
                  <a:pt x="176846" y="39977"/>
                  <a:pt x="176326" y="40694"/>
                  <a:pt x="176411" y="41474"/>
                </a:cubicBezTo>
                <a:cubicBezTo>
                  <a:pt x="176477" y="41999"/>
                  <a:pt x="177504" y="42917"/>
                  <a:pt x="177504" y="42917"/>
                </a:cubicBezTo>
                <a:lnTo>
                  <a:pt x="178022" y="43514"/>
                </a:lnTo>
                <a:lnTo>
                  <a:pt x="178401" y="44229"/>
                </a:lnTo>
                <a:cubicBezTo>
                  <a:pt x="178532" y="44535"/>
                  <a:pt x="178401" y="44863"/>
                  <a:pt x="178401" y="45300"/>
                </a:cubicBezTo>
                <a:cubicBezTo>
                  <a:pt x="178444" y="45576"/>
                  <a:pt x="178444" y="45856"/>
                  <a:pt x="178401" y="46131"/>
                </a:cubicBezTo>
                <a:cubicBezTo>
                  <a:pt x="178276" y="46514"/>
                  <a:pt x="178040" y="46848"/>
                  <a:pt x="177723" y="47093"/>
                </a:cubicBezTo>
                <a:cubicBezTo>
                  <a:pt x="177504" y="47268"/>
                  <a:pt x="176936" y="47968"/>
                  <a:pt x="176717" y="48077"/>
                </a:cubicBezTo>
                <a:cubicBezTo>
                  <a:pt x="175871" y="48543"/>
                  <a:pt x="175248" y="49332"/>
                  <a:pt x="174990" y="50263"/>
                </a:cubicBezTo>
                <a:cubicBezTo>
                  <a:pt x="175071" y="50954"/>
                  <a:pt x="175285" y="51623"/>
                  <a:pt x="175624" y="52231"/>
                </a:cubicBezTo>
                <a:cubicBezTo>
                  <a:pt x="175873" y="52616"/>
                  <a:pt x="176193" y="52948"/>
                  <a:pt x="176564" y="53215"/>
                </a:cubicBezTo>
                <a:cubicBezTo>
                  <a:pt x="176914" y="53521"/>
                  <a:pt x="176805" y="54242"/>
                  <a:pt x="177242" y="54242"/>
                </a:cubicBezTo>
                <a:cubicBezTo>
                  <a:pt x="177684" y="54262"/>
                  <a:pt x="178123" y="54321"/>
                  <a:pt x="178554" y="54417"/>
                </a:cubicBezTo>
                <a:cubicBezTo>
                  <a:pt x="178860" y="54570"/>
                  <a:pt x="179450" y="54264"/>
                  <a:pt x="179450" y="54264"/>
                </a:cubicBezTo>
                <a:cubicBezTo>
                  <a:pt x="179931" y="54089"/>
                  <a:pt x="180434" y="52821"/>
                  <a:pt x="181396" y="52078"/>
                </a:cubicBezTo>
                <a:cubicBezTo>
                  <a:pt x="182358" y="51334"/>
                  <a:pt x="184500" y="50110"/>
                  <a:pt x="185637" y="49148"/>
                </a:cubicBezTo>
                <a:cubicBezTo>
                  <a:pt x="186936" y="48317"/>
                  <a:pt x="187789" y="46942"/>
                  <a:pt x="187955" y="45410"/>
                </a:cubicBezTo>
                <a:cubicBezTo>
                  <a:pt x="187889" y="45027"/>
                  <a:pt x="187732" y="44669"/>
                  <a:pt x="187496" y="44360"/>
                </a:cubicBezTo>
                <a:cubicBezTo>
                  <a:pt x="187192" y="44098"/>
                  <a:pt x="186820" y="43923"/>
                  <a:pt x="186424" y="43857"/>
                </a:cubicBezTo>
                <a:lnTo>
                  <a:pt x="185331" y="44010"/>
                </a:lnTo>
                <a:cubicBezTo>
                  <a:pt x="185178" y="43967"/>
                  <a:pt x="185025" y="43158"/>
                  <a:pt x="185025" y="42917"/>
                </a:cubicBezTo>
                <a:cubicBezTo>
                  <a:pt x="185631" y="41682"/>
                  <a:pt x="186494" y="40593"/>
                  <a:pt x="187561" y="39725"/>
                </a:cubicBezTo>
                <a:cubicBezTo>
                  <a:pt x="187692" y="39594"/>
                  <a:pt x="187714" y="39550"/>
                  <a:pt x="187692" y="39113"/>
                </a:cubicBezTo>
                <a:cubicBezTo>
                  <a:pt x="187671" y="38676"/>
                  <a:pt x="187474" y="38567"/>
                  <a:pt x="186883" y="37758"/>
                </a:cubicBezTo>
                <a:cubicBezTo>
                  <a:pt x="186577" y="37320"/>
                  <a:pt x="186752" y="36883"/>
                  <a:pt x="186424" y="36883"/>
                </a:cubicBezTo>
                <a:cubicBezTo>
                  <a:pt x="186096" y="36883"/>
                  <a:pt x="185725" y="37320"/>
                  <a:pt x="185441" y="37058"/>
                </a:cubicBezTo>
                <a:cubicBezTo>
                  <a:pt x="185156" y="36796"/>
                  <a:pt x="185156" y="36031"/>
                  <a:pt x="185156" y="35768"/>
                </a:cubicBezTo>
                <a:cubicBezTo>
                  <a:pt x="184907" y="35165"/>
                  <a:pt x="184868" y="34494"/>
                  <a:pt x="185047" y="33866"/>
                </a:cubicBezTo>
                <a:cubicBezTo>
                  <a:pt x="185430" y="33202"/>
                  <a:pt x="185860" y="32565"/>
                  <a:pt x="186337" y="31964"/>
                </a:cubicBezTo>
                <a:cubicBezTo>
                  <a:pt x="186796" y="31418"/>
                  <a:pt x="187080" y="31046"/>
                  <a:pt x="187080" y="30630"/>
                </a:cubicBezTo>
                <a:cubicBezTo>
                  <a:pt x="186927" y="29669"/>
                  <a:pt x="187343" y="29319"/>
                  <a:pt x="187343" y="28881"/>
                </a:cubicBezTo>
                <a:cubicBezTo>
                  <a:pt x="187343" y="28444"/>
                  <a:pt x="187605" y="27810"/>
                  <a:pt x="187343" y="27351"/>
                </a:cubicBezTo>
                <a:cubicBezTo>
                  <a:pt x="187080" y="26892"/>
                  <a:pt x="186359" y="25777"/>
                  <a:pt x="186009" y="26039"/>
                </a:cubicBezTo>
                <a:close/>
                <a:moveTo>
                  <a:pt x="200548" y="25689"/>
                </a:moveTo>
                <a:cubicBezTo>
                  <a:pt x="200679" y="25777"/>
                  <a:pt x="200811" y="26498"/>
                  <a:pt x="200811" y="26761"/>
                </a:cubicBezTo>
                <a:cubicBezTo>
                  <a:pt x="200715" y="27368"/>
                  <a:pt x="200421" y="27928"/>
                  <a:pt x="199980" y="28357"/>
                </a:cubicBezTo>
                <a:cubicBezTo>
                  <a:pt x="199484" y="28499"/>
                  <a:pt x="198963" y="28542"/>
                  <a:pt x="198449" y="28488"/>
                </a:cubicBezTo>
                <a:cubicBezTo>
                  <a:pt x="197990" y="28378"/>
                  <a:pt x="197881" y="27635"/>
                  <a:pt x="197859" y="27198"/>
                </a:cubicBezTo>
                <a:cubicBezTo>
                  <a:pt x="197815" y="26367"/>
                  <a:pt x="199521" y="26170"/>
                  <a:pt x="200548" y="25689"/>
                </a:cubicBezTo>
                <a:close/>
                <a:moveTo>
                  <a:pt x="201663" y="21339"/>
                </a:moveTo>
                <a:cubicBezTo>
                  <a:pt x="199850" y="22108"/>
                  <a:pt x="198077" y="22970"/>
                  <a:pt x="196350" y="23919"/>
                </a:cubicBezTo>
                <a:cubicBezTo>
                  <a:pt x="195891" y="24137"/>
                  <a:pt x="195388" y="23940"/>
                  <a:pt x="194535" y="24356"/>
                </a:cubicBezTo>
                <a:cubicBezTo>
                  <a:pt x="193683" y="24771"/>
                  <a:pt x="193136" y="25230"/>
                  <a:pt x="192349" y="25646"/>
                </a:cubicBezTo>
                <a:cubicBezTo>
                  <a:pt x="192087" y="25799"/>
                  <a:pt x="191212" y="26170"/>
                  <a:pt x="191037" y="26280"/>
                </a:cubicBezTo>
                <a:cubicBezTo>
                  <a:pt x="190712" y="26424"/>
                  <a:pt x="190364" y="26512"/>
                  <a:pt x="190010" y="26542"/>
                </a:cubicBezTo>
                <a:cubicBezTo>
                  <a:pt x="189420" y="26608"/>
                  <a:pt x="189223" y="25952"/>
                  <a:pt x="188807" y="26017"/>
                </a:cubicBezTo>
                <a:cubicBezTo>
                  <a:pt x="188392" y="26083"/>
                  <a:pt x="188020" y="27132"/>
                  <a:pt x="188195" y="27898"/>
                </a:cubicBezTo>
                <a:cubicBezTo>
                  <a:pt x="188254" y="28501"/>
                  <a:pt x="188254" y="29109"/>
                  <a:pt x="188195" y="29712"/>
                </a:cubicBezTo>
                <a:lnTo>
                  <a:pt x="188130" y="29625"/>
                </a:lnTo>
                <a:cubicBezTo>
                  <a:pt x="188103" y="30027"/>
                  <a:pt x="188125" y="30432"/>
                  <a:pt x="188195" y="30827"/>
                </a:cubicBezTo>
                <a:cubicBezTo>
                  <a:pt x="188305" y="31396"/>
                  <a:pt x="188786" y="31811"/>
                  <a:pt x="188786" y="32117"/>
                </a:cubicBezTo>
                <a:cubicBezTo>
                  <a:pt x="188915" y="33180"/>
                  <a:pt x="189170" y="34223"/>
                  <a:pt x="189551" y="35222"/>
                </a:cubicBezTo>
                <a:cubicBezTo>
                  <a:pt x="189704" y="35703"/>
                  <a:pt x="189157" y="36446"/>
                  <a:pt x="189157" y="37255"/>
                </a:cubicBezTo>
                <a:cubicBezTo>
                  <a:pt x="189245" y="37701"/>
                  <a:pt x="189424" y="38125"/>
                  <a:pt x="189682" y="38501"/>
                </a:cubicBezTo>
                <a:cubicBezTo>
                  <a:pt x="189791" y="38676"/>
                  <a:pt x="190469" y="38851"/>
                  <a:pt x="190469" y="39572"/>
                </a:cubicBezTo>
                <a:cubicBezTo>
                  <a:pt x="190469" y="39835"/>
                  <a:pt x="190709" y="40119"/>
                  <a:pt x="190841" y="40338"/>
                </a:cubicBezTo>
                <a:cubicBezTo>
                  <a:pt x="190972" y="40556"/>
                  <a:pt x="190950" y="40819"/>
                  <a:pt x="191256" y="40819"/>
                </a:cubicBezTo>
                <a:cubicBezTo>
                  <a:pt x="191497" y="40851"/>
                  <a:pt x="191737" y="40851"/>
                  <a:pt x="191978" y="40819"/>
                </a:cubicBezTo>
                <a:cubicBezTo>
                  <a:pt x="192240" y="40775"/>
                  <a:pt x="192633" y="40512"/>
                  <a:pt x="192808" y="40512"/>
                </a:cubicBezTo>
                <a:cubicBezTo>
                  <a:pt x="193117" y="40394"/>
                  <a:pt x="193416" y="40257"/>
                  <a:pt x="193705" y="40097"/>
                </a:cubicBezTo>
                <a:cubicBezTo>
                  <a:pt x="194055" y="39835"/>
                  <a:pt x="194448" y="39769"/>
                  <a:pt x="194448" y="40097"/>
                </a:cubicBezTo>
                <a:cubicBezTo>
                  <a:pt x="194509" y="40504"/>
                  <a:pt x="194509" y="40915"/>
                  <a:pt x="194448" y="41321"/>
                </a:cubicBezTo>
                <a:cubicBezTo>
                  <a:pt x="194343" y="41544"/>
                  <a:pt x="194175" y="41735"/>
                  <a:pt x="193967" y="41868"/>
                </a:cubicBezTo>
                <a:cubicBezTo>
                  <a:pt x="193788" y="41944"/>
                  <a:pt x="193593" y="41982"/>
                  <a:pt x="193399" y="41977"/>
                </a:cubicBezTo>
                <a:cubicBezTo>
                  <a:pt x="193136" y="42021"/>
                  <a:pt x="193049" y="42130"/>
                  <a:pt x="192786" y="42174"/>
                </a:cubicBezTo>
                <a:cubicBezTo>
                  <a:pt x="192524" y="42218"/>
                  <a:pt x="192655" y="41999"/>
                  <a:pt x="192196" y="42065"/>
                </a:cubicBezTo>
                <a:cubicBezTo>
                  <a:pt x="191737" y="42130"/>
                  <a:pt x="191737" y="42393"/>
                  <a:pt x="191737" y="42895"/>
                </a:cubicBezTo>
                <a:cubicBezTo>
                  <a:pt x="191737" y="43398"/>
                  <a:pt x="191737" y="43726"/>
                  <a:pt x="191737" y="43923"/>
                </a:cubicBezTo>
                <a:cubicBezTo>
                  <a:pt x="191737" y="44120"/>
                  <a:pt x="191606" y="44470"/>
                  <a:pt x="191737" y="44776"/>
                </a:cubicBezTo>
                <a:cubicBezTo>
                  <a:pt x="191868" y="45082"/>
                  <a:pt x="192131" y="45082"/>
                  <a:pt x="192655" y="45082"/>
                </a:cubicBezTo>
                <a:cubicBezTo>
                  <a:pt x="192983" y="45224"/>
                  <a:pt x="193355" y="45224"/>
                  <a:pt x="193683" y="45082"/>
                </a:cubicBezTo>
                <a:cubicBezTo>
                  <a:pt x="193880" y="45038"/>
                  <a:pt x="194448" y="45235"/>
                  <a:pt x="194186" y="45738"/>
                </a:cubicBezTo>
                <a:cubicBezTo>
                  <a:pt x="193375" y="46168"/>
                  <a:pt x="192594" y="46649"/>
                  <a:pt x="191846" y="47181"/>
                </a:cubicBezTo>
                <a:cubicBezTo>
                  <a:pt x="191267" y="47568"/>
                  <a:pt x="190642" y="47882"/>
                  <a:pt x="189988" y="48121"/>
                </a:cubicBezTo>
                <a:cubicBezTo>
                  <a:pt x="189616" y="48230"/>
                  <a:pt x="189529" y="47902"/>
                  <a:pt x="189267" y="47902"/>
                </a:cubicBezTo>
                <a:cubicBezTo>
                  <a:pt x="189004" y="47902"/>
                  <a:pt x="188786" y="48405"/>
                  <a:pt x="188786" y="48405"/>
                </a:cubicBezTo>
                <a:cubicBezTo>
                  <a:pt x="188528" y="48707"/>
                  <a:pt x="188409" y="49105"/>
                  <a:pt x="188458" y="49498"/>
                </a:cubicBezTo>
                <a:cubicBezTo>
                  <a:pt x="188458" y="49695"/>
                  <a:pt x="188458" y="50132"/>
                  <a:pt x="188458" y="50394"/>
                </a:cubicBezTo>
                <a:cubicBezTo>
                  <a:pt x="188501" y="51291"/>
                  <a:pt x="188960" y="51728"/>
                  <a:pt x="189048" y="52275"/>
                </a:cubicBezTo>
                <a:cubicBezTo>
                  <a:pt x="189135" y="52821"/>
                  <a:pt x="190185" y="52930"/>
                  <a:pt x="190600" y="52821"/>
                </a:cubicBezTo>
                <a:cubicBezTo>
                  <a:pt x="191359" y="52554"/>
                  <a:pt x="192091" y="52218"/>
                  <a:pt x="192786" y="51815"/>
                </a:cubicBezTo>
                <a:cubicBezTo>
                  <a:pt x="193532" y="51706"/>
                  <a:pt x="194264" y="51523"/>
                  <a:pt x="194973" y="51269"/>
                </a:cubicBezTo>
                <a:cubicBezTo>
                  <a:pt x="195640" y="50871"/>
                  <a:pt x="196387" y="50626"/>
                  <a:pt x="197159" y="50547"/>
                </a:cubicBezTo>
                <a:cubicBezTo>
                  <a:pt x="197751" y="50421"/>
                  <a:pt x="198329" y="50237"/>
                  <a:pt x="198886" y="50001"/>
                </a:cubicBezTo>
                <a:cubicBezTo>
                  <a:pt x="199389" y="49826"/>
                  <a:pt x="199909" y="49701"/>
                  <a:pt x="200438" y="49629"/>
                </a:cubicBezTo>
                <a:cubicBezTo>
                  <a:pt x="201046" y="49629"/>
                  <a:pt x="201654" y="49579"/>
                  <a:pt x="202253" y="49476"/>
                </a:cubicBezTo>
                <a:cubicBezTo>
                  <a:pt x="202515" y="49389"/>
                  <a:pt x="203674" y="49258"/>
                  <a:pt x="205532" y="48886"/>
                </a:cubicBezTo>
                <a:cubicBezTo>
                  <a:pt x="207391" y="48514"/>
                  <a:pt x="207085" y="48886"/>
                  <a:pt x="207609" y="48886"/>
                </a:cubicBezTo>
                <a:cubicBezTo>
                  <a:pt x="208856" y="48602"/>
                  <a:pt x="209555" y="46853"/>
                  <a:pt x="209358" y="45410"/>
                </a:cubicBezTo>
                <a:cubicBezTo>
                  <a:pt x="209205" y="44382"/>
                  <a:pt x="208265" y="43945"/>
                  <a:pt x="207872" y="43617"/>
                </a:cubicBezTo>
                <a:cubicBezTo>
                  <a:pt x="207478" y="43289"/>
                  <a:pt x="206866" y="43901"/>
                  <a:pt x="206385" y="43857"/>
                </a:cubicBezTo>
                <a:cubicBezTo>
                  <a:pt x="205904" y="43814"/>
                  <a:pt x="205030" y="44448"/>
                  <a:pt x="204702" y="44448"/>
                </a:cubicBezTo>
                <a:cubicBezTo>
                  <a:pt x="204238" y="44518"/>
                  <a:pt x="203770" y="44561"/>
                  <a:pt x="203302" y="44579"/>
                </a:cubicBezTo>
                <a:cubicBezTo>
                  <a:pt x="202695" y="44752"/>
                  <a:pt x="202096" y="44957"/>
                  <a:pt x="201510" y="45191"/>
                </a:cubicBezTo>
                <a:cubicBezTo>
                  <a:pt x="201247" y="45235"/>
                  <a:pt x="200766" y="45235"/>
                  <a:pt x="200766" y="44754"/>
                </a:cubicBezTo>
                <a:cubicBezTo>
                  <a:pt x="200740" y="44432"/>
                  <a:pt x="200852" y="44113"/>
                  <a:pt x="201073" y="43879"/>
                </a:cubicBezTo>
                <a:cubicBezTo>
                  <a:pt x="201466" y="43551"/>
                  <a:pt x="202122" y="43398"/>
                  <a:pt x="202406" y="43180"/>
                </a:cubicBezTo>
                <a:cubicBezTo>
                  <a:pt x="202804" y="42882"/>
                  <a:pt x="203163" y="42537"/>
                  <a:pt x="203477" y="42152"/>
                </a:cubicBezTo>
                <a:cubicBezTo>
                  <a:pt x="203598" y="41931"/>
                  <a:pt x="203644" y="41680"/>
                  <a:pt x="203609" y="41431"/>
                </a:cubicBezTo>
                <a:cubicBezTo>
                  <a:pt x="203300" y="40923"/>
                  <a:pt x="203099" y="40357"/>
                  <a:pt x="203018" y="39769"/>
                </a:cubicBezTo>
                <a:cubicBezTo>
                  <a:pt x="202964" y="39463"/>
                  <a:pt x="202697" y="39240"/>
                  <a:pt x="202384" y="39244"/>
                </a:cubicBezTo>
                <a:cubicBezTo>
                  <a:pt x="201910" y="39214"/>
                  <a:pt x="201442" y="39133"/>
                  <a:pt x="200985" y="39004"/>
                </a:cubicBezTo>
                <a:cubicBezTo>
                  <a:pt x="200635" y="38960"/>
                  <a:pt x="200220" y="39354"/>
                  <a:pt x="200089" y="39594"/>
                </a:cubicBezTo>
                <a:cubicBezTo>
                  <a:pt x="199957" y="39835"/>
                  <a:pt x="199302" y="40359"/>
                  <a:pt x="198908" y="39966"/>
                </a:cubicBezTo>
                <a:cubicBezTo>
                  <a:pt x="198687" y="39599"/>
                  <a:pt x="198624" y="39157"/>
                  <a:pt x="198733" y="38742"/>
                </a:cubicBezTo>
                <a:cubicBezTo>
                  <a:pt x="198886" y="38261"/>
                  <a:pt x="199979" y="38392"/>
                  <a:pt x="200242" y="38042"/>
                </a:cubicBezTo>
                <a:cubicBezTo>
                  <a:pt x="200504" y="37692"/>
                  <a:pt x="201138" y="37692"/>
                  <a:pt x="201269" y="37539"/>
                </a:cubicBezTo>
                <a:cubicBezTo>
                  <a:pt x="201564" y="37320"/>
                  <a:pt x="201945" y="37257"/>
                  <a:pt x="202297" y="37364"/>
                </a:cubicBezTo>
                <a:cubicBezTo>
                  <a:pt x="202537" y="37452"/>
                  <a:pt x="202996" y="36730"/>
                  <a:pt x="202996" y="36424"/>
                </a:cubicBezTo>
                <a:cubicBezTo>
                  <a:pt x="203434" y="34391"/>
                  <a:pt x="204177" y="32904"/>
                  <a:pt x="204767" y="30849"/>
                </a:cubicBezTo>
                <a:cubicBezTo>
                  <a:pt x="204855" y="30543"/>
                  <a:pt x="205707" y="29734"/>
                  <a:pt x="205707" y="29406"/>
                </a:cubicBezTo>
                <a:cubicBezTo>
                  <a:pt x="205906" y="28588"/>
                  <a:pt x="206199" y="27795"/>
                  <a:pt x="206582" y="27045"/>
                </a:cubicBezTo>
                <a:cubicBezTo>
                  <a:pt x="206783" y="26599"/>
                  <a:pt x="206829" y="26098"/>
                  <a:pt x="206713" y="25624"/>
                </a:cubicBezTo>
                <a:cubicBezTo>
                  <a:pt x="206691" y="25449"/>
                  <a:pt x="207216" y="24553"/>
                  <a:pt x="207216" y="24050"/>
                </a:cubicBezTo>
                <a:cubicBezTo>
                  <a:pt x="207041" y="23398"/>
                  <a:pt x="206648" y="22828"/>
                  <a:pt x="206101" y="22432"/>
                </a:cubicBezTo>
                <a:cubicBezTo>
                  <a:pt x="205904" y="22301"/>
                  <a:pt x="205707" y="21579"/>
                  <a:pt x="205532" y="21470"/>
                </a:cubicBezTo>
                <a:cubicBezTo>
                  <a:pt x="204691" y="21398"/>
                  <a:pt x="203842" y="21457"/>
                  <a:pt x="203018" y="21645"/>
                </a:cubicBezTo>
                <a:cubicBezTo>
                  <a:pt x="202603" y="21689"/>
                  <a:pt x="202166" y="21339"/>
                  <a:pt x="201663" y="21339"/>
                </a:cubicBezTo>
                <a:close/>
                <a:moveTo>
                  <a:pt x="221864" y="7871"/>
                </a:moveTo>
                <a:cubicBezTo>
                  <a:pt x="340015" y="7919"/>
                  <a:pt x="435770" y="103713"/>
                  <a:pt x="435770" y="221864"/>
                </a:cubicBezTo>
                <a:cubicBezTo>
                  <a:pt x="435770" y="221892"/>
                  <a:pt x="435770" y="221923"/>
                  <a:pt x="435770" y="221951"/>
                </a:cubicBezTo>
                <a:cubicBezTo>
                  <a:pt x="435722" y="340137"/>
                  <a:pt x="339875" y="435905"/>
                  <a:pt x="221689" y="435857"/>
                </a:cubicBezTo>
                <a:cubicBezTo>
                  <a:pt x="103503" y="435809"/>
                  <a:pt x="7735" y="339962"/>
                  <a:pt x="7783" y="221777"/>
                </a:cubicBezTo>
                <a:cubicBezTo>
                  <a:pt x="7831" y="103591"/>
                  <a:pt x="103678" y="7823"/>
                  <a:pt x="221864" y="7871"/>
                </a:cubicBezTo>
                <a:close/>
                <a:moveTo>
                  <a:pt x="221864" y="4963"/>
                </a:moveTo>
                <a:cubicBezTo>
                  <a:pt x="102073" y="4963"/>
                  <a:pt x="4963" y="102073"/>
                  <a:pt x="4963" y="221864"/>
                </a:cubicBezTo>
                <a:cubicBezTo>
                  <a:pt x="4963" y="341654"/>
                  <a:pt x="102073" y="438764"/>
                  <a:pt x="221864" y="438764"/>
                </a:cubicBezTo>
                <a:cubicBezTo>
                  <a:pt x="341596" y="438620"/>
                  <a:pt x="438621" y="341595"/>
                  <a:pt x="438765" y="221864"/>
                </a:cubicBezTo>
                <a:cubicBezTo>
                  <a:pt x="438765" y="102073"/>
                  <a:pt x="341655" y="4963"/>
                  <a:pt x="221864" y="4963"/>
                </a:cubicBezTo>
                <a:close/>
                <a:moveTo>
                  <a:pt x="221864" y="0"/>
                </a:moveTo>
                <a:cubicBezTo>
                  <a:pt x="344335" y="145"/>
                  <a:pt x="443584" y="99393"/>
                  <a:pt x="443728" y="221864"/>
                </a:cubicBezTo>
                <a:cubicBezTo>
                  <a:pt x="443728" y="344396"/>
                  <a:pt x="344396" y="443727"/>
                  <a:pt x="221864" y="443727"/>
                </a:cubicBezTo>
                <a:cubicBezTo>
                  <a:pt x="99332" y="443727"/>
                  <a:pt x="0" y="344396"/>
                  <a:pt x="0" y="221864"/>
                </a:cubicBezTo>
                <a:cubicBezTo>
                  <a:pt x="0" y="99332"/>
                  <a:pt x="99332" y="0"/>
                  <a:pt x="221864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任意多边形: 形状 90"/>
          <p:cNvSpPr/>
          <p:nvPr userDrawn="1"/>
        </p:nvSpPr>
        <p:spPr>
          <a:xfrm>
            <a:off x="7227175" y="1941964"/>
            <a:ext cx="5883342" cy="5883329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pic>
        <p:nvPicPr>
          <p:cNvPr id="59" name="图片 58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>
          <a:xfrm>
            <a:off x="0" y="0"/>
            <a:ext cx="3914774" cy="6868222"/>
          </a:xfrm>
          <a:custGeom>
            <a:avLst/>
            <a:gdLst>
              <a:gd name="connsiteX0" fmla="*/ 0 w 3914774"/>
              <a:gd name="connsiteY0" fmla="*/ 0 h 6868222"/>
              <a:gd name="connsiteX1" fmla="*/ 3914774 w 3914774"/>
              <a:gd name="connsiteY1" fmla="*/ 0 h 6868222"/>
              <a:gd name="connsiteX2" fmla="*/ 3914774 w 3914774"/>
              <a:gd name="connsiteY2" fmla="*/ 6868222 h 6868222"/>
              <a:gd name="connsiteX3" fmla="*/ 0 w 3914774"/>
              <a:gd name="connsiteY3" fmla="*/ 6868222 h 6868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4774" h="6868222">
                <a:moveTo>
                  <a:pt x="0" y="0"/>
                </a:moveTo>
                <a:lnTo>
                  <a:pt x="3914774" y="0"/>
                </a:lnTo>
                <a:lnTo>
                  <a:pt x="3914774" y="6868222"/>
                </a:lnTo>
                <a:lnTo>
                  <a:pt x="0" y="6868222"/>
                </a:lnTo>
                <a:close/>
              </a:path>
            </a:pathLst>
          </a:custGeom>
        </p:spPr>
      </p:pic>
      <p:sp>
        <p:nvSpPr>
          <p:cNvPr id="13" name="矩形 12"/>
          <p:cNvSpPr/>
          <p:nvPr userDrawn="1"/>
        </p:nvSpPr>
        <p:spPr>
          <a:xfrm>
            <a:off x="0" y="1"/>
            <a:ext cx="3914775" cy="6857999"/>
          </a:xfrm>
          <a:prstGeom prst="rect">
            <a:avLst/>
          </a:prstGeom>
          <a:gradFill>
            <a:gsLst>
              <a:gs pos="0">
                <a:schemeClr val="accent1">
                  <a:alpha val="79000"/>
                  <a:lumMod val="85000"/>
                </a:schemeClr>
              </a:gs>
              <a:gs pos="100000">
                <a:schemeClr val="accent1">
                  <a:lumMod val="79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" name="矩形 13"/>
          <p:cNvSpPr/>
          <p:nvPr userDrawn="1"/>
        </p:nvSpPr>
        <p:spPr>
          <a:xfrm>
            <a:off x="0" y="0"/>
            <a:ext cx="3914773" cy="6858000"/>
          </a:xfrm>
          <a:prstGeom prst="rect">
            <a:avLst/>
          </a:prstGeom>
          <a:gradFill flip="none" rotWithShape="1">
            <a:gsLst>
              <a:gs pos="25000">
                <a:schemeClr val="accent1">
                  <a:alpha val="0"/>
                  <a:lumMod val="95000"/>
                </a:schemeClr>
              </a:gs>
              <a:gs pos="100000">
                <a:schemeClr val="accent1">
                  <a:lumMod val="9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16" name="直接连接符 15"/>
          <p:cNvCxnSpPr/>
          <p:nvPr userDrawn="1"/>
        </p:nvCxnSpPr>
        <p:spPr>
          <a:xfrm>
            <a:off x="3960456" y="0"/>
            <a:ext cx="0" cy="685800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组合 20"/>
          <p:cNvGrpSpPr/>
          <p:nvPr/>
        </p:nvGrpSpPr>
        <p:grpSpPr>
          <a:xfrm>
            <a:off x="3961505" y="2797003"/>
            <a:ext cx="122686" cy="1263995"/>
            <a:chOff x="4630742" y="2258287"/>
            <a:chExt cx="122686" cy="1263995"/>
          </a:xfrm>
          <a:solidFill>
            <a:schemeClr val="accent5"/>
          </a:solidFill>
        </p:grpSpPr>
        <p:sp>
          <p:nvSpPr>
            <p:cNvPr id="22" name="等腰三角形 21"/>
            <p:cNvSpPr/>
            <p:nvPr/>
          </p:nvSpPr>
          <p:spPr>
            <a:xfrm rot="5400000">
              <a:off x="4620926" y="2839164"/>
              <a:ext cx="142318" cy="122686"/>
            </a:xfrm>
            <a:prstGeom prst="triangle">
              <a:avLst/>
            </a:prstGeom>
            <a:grp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endParaRPr>
            </a:p>
          </p:txBody>
        </p:sp>
        <p:cxnSp>
          <p:nvCxnSpPr>
            <p:cNvPr id="23" name="直接连接符 22"/>
            <p:cNvCxnSpPr/>
            <p:nvPr/>
          </p:nvCxnSpPr>
          <p:spPr>
            <a:xfrm>
              <a:off x="4630742" y="2258287"/>
              <a:ext cx="0" cy="1263995"/>
            </a:xfrm>
            <a:prstGeom prst="line">
              <a:avLst/>
            </a:prstGeom>
            <a:grpFill/>
            <a:ln w="381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直接连接符 41"/>
          <p:cNvCxnSpPr/>
          <p:nvPr/>
        </p:nvCxnSpPr>
        <p:spPr>
          <a:xfrm>
            <a:off x="1053541" y="2793542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846867" y="2752385"/>
            <a:ext cx="213628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5400" b="0" i="0" u="none" strike="noStrike" kern="1200" cap="none" spc="6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目录</a:t>
            </a:r>
            <a:endParaRPr kumimoji="0" lang="zh-CN" altLang="en-US" sz="5400" b="0" i="0" u="none" strike="noStrike" kern="1200" cap="none" spc="6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963806" y="3595872"/>
            <a:ext cx="190650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CONTENTS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cxnSp>
        <p:nvCxnSpPr>
          <p:cNvPr id="45" name="直接连接符 44"/>
          <p:cNvCxnSpPr/>
          <p:nvPr/>
        </p:nvCxnSpPr>
        <p:spPr>
          <a:xfrm>
            <a:off x="1053541" y="4060998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任意多边形: 形状 127"/>
          <p:cNvSpPr/>
          <p:nvPr userDrawn="1"/>
        </p:nvSpPr>
        <p:spPr>
          <a:xfrm>
            <a:off x="1076550" y="2298763"/>
            <a:ext cx="1661833" cy="373823"/>
          </a:xfrm>
          <a:custGeom>
            <a:avLst/>
            <a:gdLst>
              <a:gd name="connsiteX0" fmla="*/ 218665 w 1661833"/>
              <a:gd name="connsiteY0" fmla="*/ 337667 h 373823"/>
              <a:gd name="connsiteX1" fmla="*/ 220746 w 1661833"/>
              <a:gd name="connsiteY1" fmla="*/ 342088 h 373823"/>
              <a:gd name="connsiteX2" fmla="*/ 220451 w 1661833"/>
              <a:gd name="connsiteY2" fmla="*/ 346840 h 373823"/>
              <a:gd name="connsiteX3" fmla="*/ 219807 w 1661833"/>
              <a:gd name="connsiteY3" fmla="*/ 347801 h 373823"/>
              <a:gd name="connsiteX4" fmla="*/ 213876 w 1661833"/>
              <a:gd name="connsiteY4" fmla="*/ 348129 h 373823"/>
              <a:gd name="connsiteX5" fmla="*/ 211813 w 1661833"/>
              <a:gd name="connsiteY5" fmla="*/ 343819 h 373823"/>
              <a:gd name="connsiteX6" fmla="*/ 212108 w 1661833"/>
              <a:gd name="connsiteY6" fmla="*/ 338938 h 373823"/>
              <a:gd name="connsiteX7" fmla="*/ 212833 w 1661833"/>
              <a:gd name="connsiteY7" fmla="*/ 337864 h 373823"/>
              <a:gd name="connsiteX8" fmla="*/ 218665 w 1661833"/>
              <a:gd name="connsiteY8" fmla="*/ 337667 h 373823"/>
              <a:gd name="connsiteX9" fmla="*/ 193616 w 1661833"/>
              <a:gd name="connsiteY9" fmla="*/ 336470 h 373823"/>
              <a:gd name="connsiteX10" fmla="*/ 181294 w 1661833"/>
              <a:gd name="connsiteY10" fmla="*/ 336691 h 373823"/>
              <a:gd name="connsiteX11" fmla="*/ 181625 w 1661833"/>
              <a:gd name="connsiteY11" fmla="*/ 354889 h 373823"/>
              <a:gd name="connsiteX12" fmla="*/ 194003 w 1661833"/>
              <a:gd name="connsiteY12" fmla="*/ 354649 h 373823"/>
              <a:gd name="connsiteX13" fmla="*/ 194003 w 1661833"/>
              <a:gd name="connsiteY13" fmla="*/ 353028 h 373823"/>
              <a:gd name="connsiteX14" fmla="*/ 194003 w 1661833"/>
              <a:gd name="connsiteY14" fmla="*/ 351426 h 373823"/>
              <a:gd name="connsiteX15" fmla="*/ 184793 w 1661833"/>
              <a:gd name="connsiteY15" fmla="*/ 351592 h 373823"/>
              <a:gd name="connsiteX16" fmla="*/ 184793 w 1661833"/>
              <a:gd name="connsiteY16" fmla="*/ 346858 h 373823"/>
              <a:gd name="connsiteX17" fmla="*/ 192971 w 1661833"/>
              <a:gd name="connsiteY17" fmla="*/ 346711 h 373823"/>
              <a:gd name="connsiteX18" fmla="*/ 192971 w 1661833"/>
              <a:gd name="connsiteY18" fmla="*/ 345145 h 373823"/>
              <a:gd name="connsiteX19" fmla="*/ 192971 w 1661833"/>
              <a:gd name="connsiteY19" fmla="*/ 343580 h 373823"/>
              <a:gd name="connsiteX20" fmla="*/ 184793 w 1661833"/>
              <a:gd name="connsiteY20" fmla="*/ 343727 h 373823"/>
              <a:gd name="connsiteX21" fmla="*/ 184793 w 1661833"/>
              <a:gd name="connsiteY21" fmla="*/ 339859 h 373823"/>
              <a:gd name="connsiteX22" fmla="*/ 193616 w 1661833"/>
              <a:gd name="connsiteY22" fmla="*/ 339712 h 373823"/>
              <a:gd name="connsiteX23" fmla="*/ 193616 w 1661833"/>
              <a:gd name="connsiteY23" fmla="*/ 338091 h 373823"/>
              <a:gd name="connsiteX24" fmla="*/ 163410 w 1661833"/>
              <a:gd name="connsiteY24" fmla="*/ 335070 h 373823"/>
              <a:gd name="connsiteX25" fmla="*/ 163207 w 1661833"/>
              <a:gd name="connsiteY25" fmla="*/ 336673 h 373823"/>
              <a:gd name="connsiteX26" fmla="*/ 163023 w 1661833"/>
              <a:gd name="connsiteY26" fmla="*/ 338275 h 373823"/>
              <a:gd name="connsiteX27" fmla="*/ 168033 w 1661833"/>
              <a:gd name="connsiteY27" fmla="*/ 338883 h 373823"/>
              <a:gd name="connsiteX28" fmla="*/ 166191 w 1661833"/>
              <a:gd name="connsiteY28" fmla="*/ 353728 h 373823"/>
              <a:gd name="connsiteX29" fmla="*/ 168033 w 1661833"/>
              <a:gd name="connsiteY29" fmla="*/ 353949 h 373823"/>
              <a:gd name="connsiteX30" fmla="*/ 169746 w 1661833"/>
              <a:gd name="connsiteY30" fmla="*/ 354152 h 373823"/>
              <a:gd name="connsiteX31" fmla="*/ 171587 w 1661833"/>
              <a:gd name="connsiteY31" fmla="*/ 339307 h 373823"/>
              <a:gd name="connsiteX32" fmla="*/ 176616 w 1661833"/>
              <a:gd name="connsiteY32" fmla="*/ 339933 h 373823"/>
              <a:gd name="connsiteX33" fmla="*/ 176800 w 1661833"/>
              <a:gd name="connsiteY33" fmla="*/ 338312 h 373823"/>
              <a:gd name="connsiteX34" fmla="*/ 176910 w 1661833"/>
              <a:gd name="connsiteY34" fmla="*/ 336728 h 373823"/>
              <a:gd name="connsiteX35" fmla="*/ 220094 w 1661833"/>
              <a:gd name="connsiteY35" fmla="*/ 334496 h 373823"/>
              <a:gd name="connsiteX36" fmla="*/ 209253 w 1661833"/>
              <a:gd name="connsiteY36" fmla="*/ 337207 h 373823"/>
              <a:gd name="connsiteX37" fmla="*/ 208461 w 1661833"/>
              <a:gd name="connsiteY37" fmla="*/ 344574 h 373823"/>
              <a:gd name="connsiteX38" fmla="*/ 211924 w 1661833"/>
              <a:gd name="connsiteY38" fmla="*/ 350966 h 373823"/>
              <a:gd name="connsiteX39" fmla="*/ 212452 w 1661833"/>
              <a:gd name="connsiteY39" fmla="*/ 351323 h 373823"/>
              <a:gd name="connsiteX40" fmla="*/ 223454 w 1661833"/>
              <a:gd name="connsiteY40" fmla="*/ 348719 h 373823"/>
              <a:gd name="connsiteX41" fmla="*/ 224246 w 1661833"/>
              <a:gd name="connsiteY41" fmla="*/ 341498 h 373823"/>
              <a:gd name="connsiteX42" fmla="*/ 220783 w 1661833"/>
              <a:gd name="connsiteY42" fmla="*/ 334960 h 373823"/>
              <a:gd name="connsiteX43" fmla="*/ 220094 w 1661833"/>
              <a:gd name="connsiteY43" fmla="*/ 334496 h 373823"/>
              <a:gd name="connsiteX44" fmla="*/ 684713 w 1661833"/>
              <a:gd name="connsiteY44" fmla="*/ 332591 h 373823"/>
              <a:gd name="connsiteX45" fmla="*/ 685089 w 1661833"/>
              <a:gd name="connsiteY45" fmla="*/ 332758 h 373823"/>
              <a:gd name="connsiteX46" fmla="*/ 684640 w 1661833"/>
              <a:gd name="connsiteY46" fmla="*/ 332630 h 373823"/>
              <a:gd name="connsiteX47" fmla="*/ 146391 w 1661833"/>
              <a:gd name="connsiteY47" fmla="*/ 331166 h 373823"/>
              <a:gd name="connsiteX48" fmla="*/ 143646 w 1661833"/>
              <a:gd name="connsiteY48" fmla="*/ 342217 h 373823"/>
              <a:gd name="connsiteX49" fmla="*/ 143923 w 1661833"/>
              <a:gd name="connsiteY49" fmla="*/ 348000 h 373823"/>
              <a:gd name="connsiteX50" fmla="*/ 148435 w 1661833"/>
              <a:gd name="connsiteY50" fmla="*/ 350984 h 373823"/>
              <a:gd name="connsiteX51" fmla="*/ 153869 w 1661833"/>
              <a:gd name="connsiteY51" fmla="*/ 350560 h 373823"/>
              <a:gd name="connsiteX52" fmla="*/ 156760 w 1661833"/>
              <a:gd name="connsiteY52" fmla="*/ 345477 h 373823"/>
              <a:gd name="connsiteX53" fmla="*/ 159431 w 1661833"/>
              <a:gd name="connsiteY53" fmla="*/ 334426 h 373823"/>
              <a:gd name="connsiteX54" fmla="*/ 157737 w 1661833"/>
              <a:gd name="connsiteY54" fmla="*/ 334002 h 373823"/>
              <a:gd name="connsiteX55" fmla="*/ 156042 w 1661833"/>
              <a:gd name="connsiteY55" fmla="*/ 333597 h 373823"/>
              <a:gd name="connsiteX56" fmla="*/ 153261 w 1661833"/>
              <a:gd name="connsiteY56" fmla="*/ 344648 h 373823"/>
              <a:gd name="connsiteX57" fmla="*/ 151806 w 1661833"/>
              <a:gd name="connsiteY57" fmla="*/ 347392 h 373823"/>
              <a:gd name="connsiteX58" fmla="*/ 149154 w 1661833"/>
              <a:gd name="connsiteY58" fmla="*/ 347650 h 373823"/>
              <a:gd name="connsiteX59" fmla="*/ 147017 w 1661833"/>
              <a:gd name="connsiteY59" fmla="*/ 346122 h 373823"/>
              <a:gd name="connsiteX60" fmla="*/ 147017 w 1661833"/>
              <a:gd name="connsiteY60" fmla="*/ 343064 h 373823"/>
              <a:gd name="connsiteX61" fmla="*/ 149780 w 1661833"/>
              <a:gd name="connsiteY61" fmla="*/ 332013 h 373823"/>
              <a:gd name="connsiteX62" fmla="*/ 148085 w 1661833"/>
              <a:gd name="connsiteY62" fmla="*/ 331589 h 373823"/>
              <a:gd name="connsiteX63" fmla="*/ 238815 w 1661833"/>
              <a:gd name="connsiteY63" fmla="*/ 327556 h 373823"/>
              <a:gd name="connsiteX64" fmla="*/ 227488 w 1661833"/>
              <a:gd name="connsiteY64" fmla="*/ 331239 h 373823"/>
              <a:gd name="connsiteX65" fmla="*/ 233013 w 1661833"/>
              <a:gd name="connsiteY65" fmla="*/ 348534 h 373823"/>
              <a:gd name="connsiteX66" fmla="*/ 234689 w 1661833"/>
              <a:gd name="connsiteY66" fmla="*/ 347982 h 373823"/>
              <a:gd name="connsiteX67" fmla="*/ 236347 w 1661833"/>
              <a:gd name="connsiteY67" fmla="*/ 347448 h 373823"/>
              <a:gd name="connsiteX68" fmla="*/ 234045 w 1661833"/>
              <a:gd name="connsiteY68" fmla="*/ 340136 h 373823"/>
              <a:gd name="connsiteX69" fmla="*/ 241025 w 1661833"/>
              <a:gd name="connsiteY69" fmla="*/ 337870 h 373823"/>
              <a:gd name="connsiteX70" fmla="*/ 240546 w 1661833"/>
              <a:gd name="connsiteY70" fmla="*/ 336378 h 373823"/>
              <a:gd name="connsiteX71" fmla="*/ 240049 w 1661833"/>
              <a:gd name="connsiteY71" fmla="*/ 334886 h 373823"/>
              <a:gd name="connsiteX72" fmla="*/ 233087 w 1661833"/>
              <a:gd name="connsiteY72" fmla="*/ 337152 h 373823"/>
              <a:gd name="connsiteX73" fmla="*/ 231816 w 1661833"/>
              <a:gd name="connsiteY73" fmla="*/ 333229 h 373823"/>
              <a:gd name="connsiteX74" fmla="*/ 239810 w 1661833"/>
              <a:gd name="connsiteY74" fmla="*/ 330632 h 373823"/>
              <a:gd name="connsiteX75" fmla="*/ 239312 w 1661833"/>
              <a:gd name="connsiteY75" fmla="*/ 329084 h 373823"/>
              <a:gd name="connsiteX76" fmla="*/ 129685 w 1661833"/>
              <a:gd name="connsiteY76" fmla="*/ 325474 h 373823"/>
              <a:gd name="connsiteX77" fmla="*/ 129151 w 1661833"/>
              <a:gd name="connsiteY77" fmla="*/ 327003 h 373823"/>
              <a:gd name="connsiteX78" fmla="*/ 128635 w 1661833"/>
              <a:gd name="connsiteY78" fmla="*/ 328532 h 373823"/>
              <a:gd name="connsiteX79" fmla="*/ 133406 w 1661833"/>
              <a:gd name="connsiteY79" fmla="*/ 330171 h 373823"/>
              <a:gd name="connsiteX80" fmla="*/ 128543 w 1661833"/>
              <a:gd name="connsiteY80" fmla="*/ 344317 h 373823"/>
              <a:gd name="connsiteX81" fmla="*/ 130201 w 1661833"/>
              <a:gd name="connsiteY81" fmla="*/ 344888 h 373823"/>
              <a:gd name="connsiteX82" fmla="*/ 131840 w 1661833"/>
              <a:gd name="connsiteY82" fmla="*/ 345459 h 373823"/>
              <a:gd name="connsiteX83" fmla="*/ 136703 w 1661833"/>
              <a:gd name="connsiteY83" fmla="*/ 331313 h 373823"/>
              <a:gd name="connsiteX84" fmla="*/ 141491 w 1661833"/>
              <a:gd name="connsiteY84" fmla="*/ 332952 h 373823"/>
              <a:gd name="connsiteX85" fmla="*/ 142026 w 1661833"/>
              <a:gd name="connsiteY85" fmla="*/ 331424 h 373823"/>
              <a:gd name="connsiteX86" fmla="*/ 142578 w 1661833"/>
              <a:gd name="connsiteY86" fmla="*/ 329913 h 373823"/>
              <a:gd name="connsiteX87" fmla="*/ 123073 w 1661833"/>
              <a:gd name="connsiteY87" fmla="*/ 322233 h 373823"/>
              <a:gd name="connsiteX88" fmla="*/ 115392 w 1661833"/>
              <a:gd name="connsiteY88" fmla="*/ 338717 h 373823"/>
              <a:gd name="connsiteX89" fmla="*/ 116976 w 1661833"/>
              <a:gd name="connsiteY89" fmla="*/ 339454 h 373823"/>
              <a:gd name="connsiteX90" fmla="*/ 118542 w 1661833"/>
              <a:gd name="connsiteY90" fmla="*/ 340191 h 373823"/>
              <a:gd name="connsiteX91" fmla="*/ 126241 w 1661833"/>
              <a:gd name="connsiteY91" fmla="*/ 323706 h 373823"/>
              <a:gd name="connsiteX92" fmla="*/ 124638 w 1661833"/>
              <a:gd name="connsiteY92" fmla="*/ 322969 h 373823"/>
              <a:gd name="connsiteX93" fmla="*/ 261046 w 1661833"/>
              <a:gd name="connsiteY93" fmla="*/ 316781 h 373823"/>
              <a:gd name="connsiteX94" fmla="*/ 249037 w 1661833"/>
              <a:gd name="connsiteY94" fmla="*/ 323154 h 373823"/>
              <a:gd name="connsiteX95" fmla="*/ 249792 w 1661833"/>
              <a:gd name="connsiteY95" fmla="*/ 324590 h 373823"/>
              <a:gd name="connsiteX96" fmla="*/ 250548 w 1661833"/>
              <a:gd name="connsiteY96" fmla="*/ 326009 h 373823"/>
              <a:gd name="connsiteX97" fmla="*/ 255005 w 1661833"/>
              <a:gd name="connsiteY97" fmla="*/ 323633 h 373823"/>
              <a:gd name="connsiteX98" fmla="*/ 262041 w 1661833"/>
              <a:gd name="connsiteY98" fmla="*/ 336839 h 373823"/>
              <a:gd name="connsiteX99" fmla="*/ 263588 w 1661833"/>
              <a:gd name="connsiteY99" fmla="*/ 336028 h 373823"/>
              <a:gd name="connsiteX100" fmla="*/ 265117 w 1661833"/>
              <a:gd name="connsiteY100" fmla="*/ 335199 h 373823"/>
              <a:gd name="connsiteX101" fmla="*/ 258099 w 1661833"/>
              <a:gd name="connsiteY101" fmla="*/ 321993 h 373823"/>
              <a:gd name="connsiteX102" fmla="*/ 262556 w 1661833"/>
              <a:gd name="connsiteY102" fmla="*/ 319617 h 373823"/>
              <a:gd name="connsiteX103" fmla="*/ 261801 w 1661833"/>
              <a:gd name="connsiteY103" fmla="*/ 318199 h 373823"/>
              <a:gd name="connsiteX104" fmla="*/ 107417 w 1661833"/>
              <a:gd name="connsiteY104" fmla="*/ 313723 h 373823"/>
              <a:gd name="connsiteX105" fmla="*/ 106699 w 1661833"/>
              <a:gd name="connsiteY105" fmla="*/ 315234 h 373823"/>
              <a:gd name="connsiteX106" fmla="*/ 105925 w 1661833"/>
              <a:gd name="connsiteY106" fmla="*/ 316652 h 373823"/>
              <a:gd name="connsiteX107" fmla="*/ 110346 w 1661833"/>
              <a:gd name="connsiteY107" fmla="*/ 319102 h 373823"/>
              <a:gd name="connsiteX108" fmla="*/ 103089 w 1661833"/>
              <a:gd name="connsiteY108" fmla="*/ 332179 h 373823"/>
              <a:gd name="connsiteX109" fmla="*/ 104618 w 1661833"/>
              <a:gd name="connsiteY109" fmla="*/ 333026 h 373823"/>
              <a:gd name="connsiteX110" fmla="*/ 106146 w 1661833"/>
              <a:gd name="connsiteY110" fmla="*/ 333873 h 373823"/>
              <a:gd name="connsiteX111" fmla="*/ 113330 w 1661833"/>
              <a:gd name="connsiteY111" fmla="*/ 320686 h 373823"/>
              <a:gd name="connsiteX112" fmla="*/ 117750 w 1661833"/>
              <a:gd name="connsiteY112" fmla="*/ 323135 h 373823"/>
              <a:gd name="connsiteX113" fmla="*/ 118524 w 1661833"/>
              <a:gd name="connsiteY113" fmla="*/ 321735 h 373823"/>
              <a:gd name="connsiteX114" fmla="*/ 119316 w 1661833"/>
              <a:gd name="connsiteY114" fmla="*/ 320317 h 373823"/>
              <a:gd name="connsiteX115" fmla="*/ 197667 w 1661833"/>
              <a:gd name="connsiteY115" fmla="*/ 311108 h 373823"/>
              <a:gd name="connsiteX116" fmla="*/ 192971 w 1661833"/>
              <a:gd name="connsiteY116" fmla="*/ 318292 h 373823"/>
              <a:gd name="connsiteX117" fmla="*/ 192546 w 1661833"/>
              <a:gd name="connsiteY117" fmla="*/ 319273 h 373823"/>
              <a:gd name="connsiteX118" fmla="*/ 192547 w 1661833"/>
              <a:gd name="connsiteY118" fmla="*/ 319249 h 373823"/>
              <a:gd name="connsiteX119" fmla="*/ 192492 w 1661833"/>
              <a:gd name="connsiteY119" fmla="*/ 319397 h 373823"/>
              <a:gd name="connsiteX120" fmla="*/ 192546 w 1661833"/>
              <a:gd name="connsiteY120" fmla="*/ 319273 h 373823"/>
              <a:gd name="connsiteX121" fmla="*/ 192455 w 1661833"/>
              <a:gd name="connsiteY121" fmla="*/ 321035 h 373823"/>
              <a:gd name="connsiteX122" fmla="*/ 216215 w 1661833"/>
              <a:gd name="connsiteY122" fmla="*/ 319857 h 373823"/>
              <a:gd name="connsiteX123" fmla="*/ 210744 w 1661833"/>
              <a:gd name="connsiteY123" fmla="*/ 319857 h 373823"/>
              <a:gd name="connsiteX124" fmla="*/ 207061 w 1661833"/>
              <a:gd name="connsiteY124" fmla="*/ 311495 h 373823"/>
              <a:gd name="connsiteX125" fmla="*/ 197667 w 1661833"/>
              <a:gd name="connsiteY125" fmla="*/ 311108 h 373823"/>
              <a:gd name="connsiteX126" fmla="*/ 221778 w 1661833"/>
              <a:gd name="connsiteY126" fmla="*/ 311071 h 373823"/>
              <a:gd name="connsiteX127" fmla="*/ 221778 w 1661833"/>
              <a:gd name="connsiteY127" fmla="*/ 311127 h 373823"/>
              <a:gd name="connsiteX128" fmla="*/ 222496 w 1661833"/>
              <a:gd name="connsiteY128" fmla="*/ 312692 h 373823"/>
              <a:gd name="connsiteX129" fmla="*/ 221760 w 1661833"/>
              <a:gd name="connsiteY129" fmla="*/ 317334 h 373823"/>
              <a:gd name="connsiteX130" fmla="*/ 221318 w 1661833"/>
              <a:gd name="connsiteY130" fmla="*/ 312913 h 373823"/>
              <a:gd name="connsiteX131" fmla="*/ 221778 w 1661833"/>
              <a:gd name="connsiteY131" fmla="*/ 311071 h 373823"/>
              <a:gd name="connsiteX132" fmla="*/ 190669 w 1661833"/>
              <a:gd name="connsiteY132" fmla="*/ 311071 h 373823"/>
              <a:gd name="connsiteX133" fmla="*/ 190669 w 1661833"/>
              <a:gd name="connsiteY133" fmla="*/ 311127 h 373823"/>
              <a:gd name="connsiteX134" fmla="*/ 191388 w 1661833"/>
              <a:gd name="connsiteY134" fmla="*/ 312692 h 373823"/>
              <a:gd name="connsiteX135" fmla="*/ 190651 w 1661833"/>
              <a:gd name="connsiteY135" fmla="*/ 317334 h 373823"/>
              <a:gd name="connsiteX136" fmla="*/ 190209 w 1661833"/>
              <a:gd name="connsiteY136" fmla="*/ 312913 h 373823"/>
              <a:gd name="connsiteX137" fmla="*/ 190669 w 1661833"/>
              <a:gd name="connsiteY137" fmla="*/ 311071 h 373823"/>
              <a:gd name="connsiteX138" fmla="*/ 153758 w 1661833"/>
              <a:gd name="connsiteY138" fmla="*/ 310887 h 373823"/>
              <a:gd name="connsiteX139" fmla="*/ 154753 w 1661833"/>
              <a:gd name="connsiteY139" fmla="*/ 311034 h 373823"/>
              <a:gd name="connsiteX140" fmla="*/ 154882 w 1661833"/>
              <a:gd name="connsiteY140" fmla="*/ 317002 h 373823"/>
              <a:gd name="connsiteX141" fmla="*/ 153758 w 1661833"/>
              <a:gd name="connsiteY141" fmla="*/ 317002 h 373823"/>
              <a:gd name="connsiteX142" fmla="*/ 153758 w 1661833"/>
              <a:gd name="connsiteY142" fmla="*/ 310924 h 373823"/>
              <a:gd name="connsiteX143" fmla="*/ 216621 w 1661833"/>
              <a:gd name="connsiteY143" fmla="*/ 310795 h 373823"/>
              <a:gd name="connsiteX144" fmla="*/ 217302 w 1661833"/>
              <a:gd name="connsiteY144" fmla="*/ 312637 h 373823"/>
              <a:gd name="connsiteX145" fmla="*/ 216713 w 1661833"/>
              <a:gd name="connsiteY145" fmla="*/ 317187 h 373823"/>
              <a:gd name="connsiteX146" fmla="*/ 215847 w 1661833"/>
              <a:gd name="connsiteY146" fmla="*/ 312785 h 373823"/>
              <a:gd name="connsiteX147" fmla="*/ 216621 w 1661833"/>
              <a:gd name="connsiteY147" fmla="*/ 310851 h 373823"/>
              <a:gd name="connsiteX148" fmla="*/ 185512 w 1661833"/>
              <a:gd name="connsiteY148" fmla="*/ 310795 h 373823"/>
              <a:gd name="connsiteX149" fmla="*/ 186193 w 1661833"/>
              <a:gd name="connsiteY149" fmla="*/ 312637 h 373823"/>
              <a:gd name="connsiteX150" fmla="*/ 185622 w 1661833"/>
              <a:gd name="connsiteY150" fmla="*/ 317279 h 373823"/>
              <a:gd name="connsiteX151" fmla="*/ 184738 w 1661833"/>
              <a:gd name="connsiteY151" fmla="*/ 312785 h 373823"/>
              <a:gd name="connsiteX152" fmla="*/ 185512 w 1661833"/>
              <a:gd name="connsiteY152" fmla="*/ 310851 h 373823"/>
              <a:gd name="connsiteX153" fmla="*/ 461307 w 1661833"/>
              <a:gd name="connsiteY153" fmla="*/ 310541 h 373823"/>
              <a:gd name="connsiteX154" fmla="*/ 461372 w 1661833"/>
              <a:gd name="connsiteY154" fmla="*/ 323319 h 373823"/>
              <a:gd name="connsiteX155" fmla="*/ 472608 w 1661833"/>
              <a:gd name="connsiteY155" fmla="*/ 323319 h 373823"/>
              <a:gd name="connsiteX156" fmla="*/ 478067 w 1661833"/>
              <a:gd name="connsiteY156" fmla="*/ 321649 h 373823"/>
              <a:gd name="connsiteX157" fmla="*/ 479865 w 1661833"/>
              <a:gd name="connsiteY157" fmla="*/ 316512 h 373823"/>
              <a:gd name="connsiteX158" fmla="*/ 478002 w 1661833"/>
              <a:gd name="connsiteY158" fmla="*/ 312017 h 373823"/>
              <a:gd name="connsiteX159" fmla="*/ 472416 w 1661833"/>
              <a:gd name="connsiteY159" fmla="*/ 310541 h 373823"/>
              <a:gd name="connsiteX160" fmla="*/ 159173 w 1661833"/>
              <a:gd name="connsiteY160" fmla="*/ 310464 h 373823"/>
              <a:gd name="connsiteX161" fmla="*/ 159689 w 1661833"/>
              <a:gd name="connsiteY161" fmla="*/ 312637 h 373823"/>
              <a:gd name="connsiteX162" fmla="*/ 159173 w 1661833"/>
              <a:gd name="connsiteY162" fmla="*/ 316965 h 373823"/>
              <a:gd name="connsiteX163" fmla="*/ 158620 w 1661833"/>
              <a:gd name="connsiteY163" fmla="*/ 312637 h 373823"/>
              <a:gd name="connsiteX164" fmla="*/ 159173 w 1661833"/>
              <a:gd name="connsiteY164" fmla="*/ 310464 h 373823"/>
              <a:gd name="connsiteX165" fmla="*/ 156153 w 1661833"/>
              <a:gd name="connsiteY165" fmla="*/ 310040 h 373823"/>
              <a:gd name="connsiteX166" fmla="*/ 156157 w 1661833"/>
              <a:gd name="connsiteY166" fmla="*/ 310164 h 373823"/>
              <a:gd name="connsiteX167" fmla="*/ 156153 w 1661833"/>
              <a:gd name="connsiteY167" fmla="*/ 310169 h 373823"/>
              <a:gd name="connsiteX168" fmla="*/ 156455 w 1661833"/>
              <a:gd name="connsiteY168" fmla="*/ 309799 h 373823"/>
              <a:gd name="connsiteX169" fmla="*/ 157442 w 1661833"/>
              <a:gd name="connsiteY169" fmla="*/ 310040 h 373823"/>
              <a:gd name="connsiteX170" fmla="*/ 157663 w 1661833"/>
              <a:gd name="connsiteY170" fmla="*/ 317408 h 373823"/>
              <a:gd name="connsiteX171" fmla="*/ 156392 w 1661833"/>
              <a:gd name="connsiteY171" fmla="*/ 317408 h 373823"/>
              <a:gd name="connsiteX172" fmla="*/ 156157 w 1661833"/>
              <a:gd name="connsiteY172" fmla="*/ 310164 h 373823"/>
              <a:gd name="connsiteX173" fmla="*/ 219420 w 1661833"/>
              <a:gd name="connsiteY173" fmla="*/ 309524 h 373823"/>
              <a:gd name="connsiteX174" fmla="*/ 220083 w 1661833"/>
              <a:gd name="connsiteY174" fmla="*/ 312287 h 373823"/>
              <a:gd name="connsiteX175" fmla="*/ 219310 w 1661833"/>
              <a:gd name="connsiteY175" fmla="*/ 317647 h 373823"/>
              <a:gd name="connsiteX176" fmla="*/ 218518 w 1661833"/>
              <a:gd name="connsiteY176" fmla="*/ 312213 h 373823"/>
              <a:gd name="connsiteX177" fmla="*/ 219420 w 1661833"/>
              <a:gd name="connsiteY177" fmla="*/ 309524 h 373823"/>
              <a:gd name="connsiteX178" fmla="*/ 188311 w 1661833"/>
              <a:gd name="connsiteY178" fmla="*/ 309524 h 373823"/>
              <a:gd name="connsiteX179" fmla="*/ 188974 w 1661833"/>
              <a:gd name="connsiteY179" fmla="*/ 312287 h 373823"/>
              <a:gd name="connsiteX180" fmla="*/ 188201 w 1661833"/>
              <a:gd name="connsiteY180" fmla="*/ 317647 h 373823"/>
              <a:gd name="connsiteX181" fmla="*/ 187409 w 1661833"/>
              <a:gd name="connsiteY181" fmla="*/ 312213 h 373823"/>
              <a:gd name="connsiteX182" fmla="*/ 188311 w 1661833"/>
              <a:gd name="connsiteY182" fmla="*/ 309524 h 373823"/>
              <a:gd name="connsiteX183" fmla="*/ 138600 w 1661833"/>
              <a:gd name="connsiteY183" fmla="*/ 308953 h 373823"/>
              <a:gd name="connsiteX184" fmla="*/ 138711 w 1661833"/>
              <a:gd name="connsiteY184" fmla="*/ 309055 h 373823"/>
              <a:gd name="connsiteX185" fmla="*/ 138544 w 1661833"/>
              <a:gd name="connsiteY185" fmla="*/ 309027 h 373823"/>
              <a:gd name="connsiteX186" fmla="*/ 275063 w 1661833"/>
              <a:gd name="connsiteY186" fmla="*/ 307958 h 373823"/>
              <a:gd name="connsiteX187" fmla="*/ 264730 w 1661833"/>
              <a:gd name="connsiteY187" fmla="*/ 314663 h 373823"/>
              <a:gd name="connsiteX188" fmla="*/ 274639 w 1661833"/>
              <a:gd name="connsiteY188" fmla="*/ 329913 h 373823"/>
              <a:gd name="connsiteX189" fmla="*/ 285248 w 1661833"/>
              <a:gd name="connsiteY189" fmla="*/ 322951 h 373823"/>
              <a:gd name="connsiteX190" fmla="*/ 284364 w 1661833"/>
              <a:gd name="connsiteY190" fmla="*/ 321588 h 373823"/>
              <a:gd name="connsiteX191" fmla="*/ 283498 w 1661833"/>
              <a:gd name="connsiteY191" fmla="*/ 320244 h 373823"/>
              <a:gd name="connsiteX192" fmla="*/ 275781 w 1661833"/>
              <a:gd name="connsiteY192" fmla="*/ 325253 h 373823"/>
              <a:gd name="connsiteX193" fmla="*/ 273184 w 1661833"/>
              <a:gd name="connsiteY193" fmla="*/ 321293 h 373823"/>
              <a:gd name="connsiteX194" fmla="*/ 280109 w 1661833"/>
              <a:gd name="connsiteY194" fmla="*/ 316873 h 373823"/>
              <a:gd name="connsiteX195" fmla="*/ 279262 w 1661833"/>
              <a:gd name="connsiteY195" fmla="*/ 315547 h 373823"/>
              <a:gd name="connsiteX196" fmla="*/ 278415 w 1661833"/>
              <a:gd name="connsiteY196" fmla="*/ 314239 h 373823"/>
              <a:gd name="connsiteX197" fmla="*/ 271545 w 1661833"/>
              <a:gd name="connsiteY197" fmla="*/ 318696 h 373823"/>
              <a:gd name="connsiteX198" fmla="*/ 269445 w 1661833"/>
              <a:gd name="connsiteY198" fmla="*/ 315455 h 373823"/>
              <a:gd name="connsiteX199" fmla="*/ 276812 w 1661833"/>
              <a:gd name="connsiteY199" fmla="*/ 310666 h 373823"/>
              <a:gd name="connsiteX200" fmla="*/ 275947 w 1661833"/>
              <a:gd name="connsiteY200" fmla="*/ 309303 h 373823"/>
              <a:gd name="connsiteX201" fmla="*/ 94616 w 1661833"/>
              <a:gd name="connsiteY201" fmla="*/ 306117 h 373823"/>
              <a:gd name="connsiteX202" fmla="*/ 90730 w 1661833"/>
              <a:gd name="connsiteY202" fmla="*/ 308474 h 373823"/>
              <a:gd name="connsiteX203" fmla="*/ 89754 w 1661833"/>
              <a:gd name="connsiteY203" fmla="*/ 312066 h 373823"/>
              <a:gd name="connsiteX204" fmla="*/ 92830 w 1661833"/>
              <a:gd name="connsiteY204" fmla="*/ 316891 h 373823"/>
              <a:gd name="connsiteX205" fmla="*/ 94524 w 1661833"/>
              <a:gd name="connsiteY205" fmla="*/ 319359 h 373823"/>
              <a:gd name="connsiteX206" fmla="*/ 94193 w 1661833"/>
              <a:gd name="connsiteY206" fmla="*/ 320980 h 373823"/>
              <a:gd name="connsiteX207" fmla="*/ 92480 w 1661833"/>
              <a:gd name="connsiteY207" fmla="*/ 321754 h 373823"/>
              <a:gd name="connsiteX208" fmla="*/ 90012 w 1661833"/>
              <a:gd name="connsiteY208" fmla="*/ 320686 h 373823"/>
              <a:gd name="connsiteX209" fmla="*/ 88428 w 1661833"/>
              <a:gd name="connsiteY209" fmla="*/ 318567 h 373823"/>
              <a:gd name="connsiteX210" fmla="*/ 88943 w 1661833"/>
              <a:gd name="connsiteY210" fmla="*/ 316191 h 373823"/>
              <a:gd name="connsiteX211" fmla="*/ 86217 w 1661833"/>
              <a:gd name="connsiteY211" fmla="*/ 314221 h 373823"/>
              <a:gd name="connsiteX212" fmla="*/ 85094 w 1661833"/>
              <a:gd name="connsiteY212" fmla="*/ 319009 h 373823"/>
              <a:gd name="connsiteX213" fmla="*/ 88170 w 1661833"/>
              <a:gd name="connsiteY213" fmla="*/ 323227 h 373823"/>
              <a:gd name="connsiteX214" fmla="*/ 93124 w 1661833"/>
              <a:gd name="connsiteY214" fmla="*/ 324959 h 373823"/>
              <a:gd name="connsiteX215" fmla="*/ 97011 w 1661833"/>
              <a:gd name="connsiteY215" fmla="*/ 322748 h 373823"/>
              <a:gd name="connsiteX216" fmla="*/ 98189 w 1661833"/>
              <a:gd name="connsiteY216" fmla="*/ 319065 h 373823"/>
              <a:gd name="connsiteX217" fmla="*/ 95445 w 1661833"/>
              <a:gd name="connsiteY217" fmla="*/ 314534 h 373823"/>
              <a:gd name="connsiteX218" fmla="*/ 93401 w 1661833"/>
              <a:gd name="connsiteY218" fmla="*/ 311734 h 373823"/>
              <a:gd name="connsiteX219" fmla="*/ 93511 w 1661833"/>
              <a:gd name="connsiteY219" fmla="*/ 310261 h 373823"/>
              <a:gd name="connsiteX220" fmla="*/ 95150 w 1661833"/>
              <a:gd name="connsiteY220" fmla="*/ 309266 h 373823"/>
              <a:gd name="connsiteX221" fmla="*/ 97213 w 1661833"/>
              <a:gd name="connsiteY221" fmla="*/ 309966 h 373823"/>
              <a:gd name="connsiteX222" fmla="*/ 98779 w 1661833"/>
              <a:gd name="connsiteY222" fmla="*/ 312047 h 373823"/>
              <a:gd name="connsiteX223" fmla="*/ 98429 w 1661833"/>
              <a:gd name="connsiteY223" fmla="*/ 314331 h 373823"/>
              <a:gd name="connsiteX224" fmla="*/ 101173 w 1661833"/>
              <a:gd name="connsiteY224" fmla="*/ 316339 h 373823"/>
              <a:gd name="connsiteX225" fmla="*/ 101173 w 1661833"/>
              <a:gd name="connsiteY225" fmla="*/ 316302 h 373823"/>
              <a:gd name="connsiteX226" fmla="*/ 102150 w 1661833"/>
              <a:gd name="connsiteY226" fmla="*/ 311661 h 373823"/>
              <a:gd name="connsiteX227" fmla="*/ 99387 w 1661833"/>
              <a:gd name="connsiteY227" fmla="*/ 307664 h 373823"/>
              <a:gd name="connsiteX228" fmla="*/ 94616 w 1661833"/>
              <a:gd name="connsiteY228" fmla="*/ 306117 h 373823"/>
              <a:gd name="connsiteX229" fmla="*/ 289079 w 1661833"/>
              <a:gd name="connsiteY229" fmla="*/ 297939 h 373823"/>
              <a:gd name="connsiteX230" fmla="*/ 284180 w 1661833"/>
              <a:gd name="connsiteY230" fmla="*/ 299781 h 373823"/>
              <a:gd name="connsiteX231" fmla="*/ 281564 w 1661833"/>
              <a:gd name="connsiteY231" fmla="*/ 305306 h 373823"/>
              <a:gd name="connsiteX232" fmla="*/ 284511 w 1661833"/>
              <a:gd name="connsiteY232" fmla="*/ 312066 h 373823"/>
              <a:gd name="connsiteX233" fmla="*/ 290571 w 1661833"/>
              <a:gd name="connsiteY233" fmla="*/ 316026 h 373823"/>
              <a:gd name="connsiteX234" fmla="*/ 299117 w 1661833"/>
              <a:gd name="connsiteY234" fmla="*/ 309782 h 373823"/>
              <a:gd name="connsiteX235" fmla="*/ 299080 w 1661833"/>
              <a:gd name="connsiteY235" fmla="*/ 309745 h 373823"/>
              <a:gd name="connsiteX236" fmla="*/ 297552 w 1661833"/>
              <a:gd name="connsiteY236" fmla="*/ 304551 h 373823"/>
              <a:gd name="connsiteX237" fmla="*/ 294863 w 1661833"/>
              <a:gd name="connsiteY237" fmla="*/ 306798 h 373823"/>
              <a:gd name="connsiteX238" fmla="*/ 295655 w 1661833"/>
              <a:gd name="connsiteY238" fmla="*/ 309561 h 373823"/>
              <a:gd name="connsiteX239" fmla="*/ 295522 w 1661833"/>
              <a:gd name="connsiteY239" fmla="*/ 310176 h 373823"/>
              <a:gd name="connsiteX240" fmla="*/ 290921 w 1661833"/>
              <a:gd name="connsiteY240" fmla="*/ 312618 h 373823"/>
              <a:gd name="connsiteX241" fmla="*/ 287237 w 1661833"/>
              <a:gd name="connsiteY241" fmla="*/ 309819 h 373823"/>
              <a:gd name="connsiteX242" fmla="*/ 285064 w 1661833"/>
              <a:gd name="connsiteY242" fmla="*/ 305527 h 373823"/>
              <a:gd name="connsiteX243" fmla="*/ 286316 w 1661833"/>
              <a:gd name="connsiteY243" fmla="*/ 302267 h 373823"/>
              <a:gd name="connsiteX244" fmla="*/ 288821 w 1661833"/>
              <a:gd name="connsiteY244" fmla="*/ 301309 h 373823"/>
              <a:gd name="connsiteX245" fmla="*/ 291216 w 1661833"/>
              <a:gd name="connsiteY245" fmla="*/ 302341 h 373823"/>
              <a:gd name="connsiteX246" fmla="*/ 293905 w 1661833"/>
              <a:gd name="connsiteY246" fmla="*/ 300094 h 373823"/>
              <a:gd name="connsiteX247" fmla="*/ 289079 w 1661833"/>
              <a:gd name="connsiteY247" fmla="*/ 297939 h 373823"/>
              <a:gd name="connsiteX248" fmla="*/ 193240 w 1661833"/>
              <a:gd name="connsiteY248" fmla="*/ 297476 h 373823"/>
              <a:gd name="connsiteX249" fmla="*/ 193277 w 1661833"/>
              <a:gd name="connsiteY249" fmla="*/ 297476 h 373823"/>
              <a:gd name="connsiteX250" fmla="*/ 193277 w 1661833"/>
              <a:gd name="connsiteY250" fmla="*/ 302394 h 373823"/>
              <a:gd name="connsiteX251" fmla="*/ 189096 w 1661833"/>
              <a:gd name="connsiteY251" fmla="*/ 302394 h 373823"/>
              <a:gd name="connsiteX252" fmla="*/ 203083 w 1661833"/>
              <a:gd name="connsiteY252" fmla="*/ 296373 h 373823"/>
              <a:gd name="connsiteX253" fmla="*/ 205809 w 1661833"/>
              <a:gd name="connsiteY253" fmla="*/ 300720 h 373823"/>
              <a:gd name="connsiteX254" fmla="*/ 203083 w 1661833"/>
              <a:gd name="connsiteY254" fmla="*/ 305067 h 373823"/>
              <a:gd name="connsiteX255" fmla="*/ 200357 w 1661833"/>
              <a:gd name="connsiteY255" fmla="*/ 300720 h 373823"/>
              <a:gd name="connsiteX256" fmla="*/ 203083 w 1661833"/>
              <a:gd name="connsiteY256" fmla="*/ 296373 h 373823"/>
              <a:gd name="connsiteX257" fmla="*/ 180410 w 1661833"/>
              <a:gd name="connsiteY257" fmla="*/ 296373 h 373823"/>
              <a:gd name="connsiteX258" fmla="*/ 183044 w 1661833"/>
              <a:gd name="connsiteY258" fmla="*/ 298694 h 373823"/>
              <a:gd name="connsiteX259" fmla="*/ 183040 w 1661833"/>
              <a:gd name="connsiteY259" fmla="*/ 299120 h 373823"/>
              <a:gd name="connsiteX260" fmla="*/ 180539 w 1661833"/>
              <a:gd name="connsiteY260" fmla="*/ 301162 h 373823"/>
              <a:gd name="connsiteX261" fmla="*/ 177905 w 1661833"/>
              <a:gd name="connsiteY261" fmla="*/ 298805 h 373823"/>
              <a:gd name="connsiteX262" fmla="*/ 177909 w 1661833"/>
              <a:gd name="connsiteY262" fmla="*/ 298539 h 373823"/>
              <a:gd name="connsiteX263" fmla="*/ 180410 w 1661833"/>
              <a:gd name="connsiteY263" fmla="*/ 296373 h 373823"/>
              <a:gd name="connsiteX264" fmla="*/ 179898 w 1661833"/>
              <a:gd name="connsiteY264" fmla="*/ 295253 h 373823"/>
              <a:gd name="connsiteX265" fmla="*/ 176247 w 1661833"/>
              <a:gd name="connsiteY265" fmla="*/ 298970 h 373823"/>
              <a:gd name="connsiteX266" fmla="*/ 176265 w 1661833"/>
              <a:gd name="connsiteY266" fmla="*/ 299217 h 373823"/>
              <a:gd name="connsiteX267" fmla="*/ 180336 w 1661833"/>
              <a:gd name="connsiteY267" fmla="*/ 302470 h 373823"/>
              <a:gd name="connsiteX268" fmla="*/ 183320 w 1661833"/>
              <a:gd name="connsiteY268" fmla="*/ 301181 h 373823"/>
              <a:gd name="connsiteX269" fmla="*/ 180189 w 1661833"/>
              <a:gd name="connsiteY269" fmla="*/ 305233 h 373823"/>
              <a:gd name="connsiteX270" fmla="*/ 179805 w 1661833"/>
              <a:gd name="connsiteY270" fmla="*/ 305266 h 373823"/>
              <a:gd name="connsiteX271" fmla="*/ 177997 w 1661833"/>
              <a:gd name="connsiteY271" fmla="*/ 303391 h 373823"/>
              <a:gd name="connsiteX272" fmla="*/ 176358 w 1661833"/>
              <a:gd name="connsiteY272" fmla="*/ 303391 h 373823"/>
              <a:gd name="connsiteX273" fmla="*/ 180225 w 1661833"/>
              <a:gd name="connsiteY273" fmla="*/ 306301 h 373823"/>
              <a:gd name="connsiteX274" fmla="*/ 180225 w 1661833"/>
              <a:gd name="connsiteY274" fmla="*/ 306356 h 373823"/>
              <a:gd name="connsiteX275" fmla="*/ 184996 w 1661833"/>
              <a:gd name="connsiteY275" fmla="*/ 300315 h 373823"/>
              <a:gd name="connsiteX276" fmla="*/ 180428 w 1661833"/>
              <a:gd name="connsiteY276" fmla="*/ 295287 h 373823"/>
              <a:gd name="connsiteX277" fmla="*/ 179898 w 1661833"/>
              <a:gd name="connsiteY277" fmla="*/ 295253 h 373823"/>
              <a:gd name="connsiteX278" fmla="*/ 203083 w 1661833"/>
              <a:gd name="connsiteY278" fmla="*/ 295231 h 373823"/>
              <a:gd name="connsiteX279" fmla="*/ 198626 w 1661833"/>
              <a:gd name="connsiteY279" fmla="*/ 300757 h 373823"/>
              <a:gd name="connsiteX280" fmla="*/ 203083 w 1661833"/>
              <a:gd name="connsiteY280" fmla="*/ 306283 h 373823"/>
              <a:gd name="connsiteX281" fmla="*/ 203083 w 1661833"/>
              <a:gd name="connsiteY281" fmla="*/ 306356 h 373823"/>
              <a:gd name="connsiteX282" fmla="*/ 207540 w 1661833"/>
              <a:gd name="connsiteY282" fmla="*/ 300757 h 373823"/>
              <a:gd name="connsiteX283" fmla="*/ 203083 w 1661833"/>
              <a:gd name="connsiteY283" fmla="*/ 295231 h 373823"/>
              <a:gd name="connsiteX284" fmla="*/ 193155 w 1661833"/>
              <a:gd name="connsiteY284" fmla="*/ 295158 h 373823"/>
              <a:gd name="connsiteX285" fmla="*/ 187206 w 1661833"/>
              <a:gd name="connsiteY285" fmla="*/ 302028 h 373823"/>
              <a:gd name="connsiteX286" fmla="*/ 187206 w 1661833"/>
              <a:gd name="connsiteY286" fmla="*/ 303354 h 373823"/>
              <a:gd name="connsiteX287" fmla="*/ 192879 w 1661833"/>
              <a:gd name="connsiteY287" fmla="*/ 303354 h 373823"/>
              <a:gd name="connsiteX288" fmla="*/ 192879 w 1661833"/>
              <a:gd name="connsiteY288" fmla="*/ 306006 h 373823"/>
              <a:gd name="connsiteX289" fmla="*/ 194518 w 1661833"/>
              <a:gd name="connsiteY289" fmla="*/ 306006 h 373823"/>
              <a:gd name="connsiteX290" fmla="*/ 194518 w 1661833"/>
              <a:gd name="connsiteY290" fmla="*/ 303354 h 373823"/>
              <a:gd name="connsiteX291" fmla="*/ 196360 w 1661833"/>
              <a:gd name="connsiteY291" fmla="*/ 303354 h 373823"/>
              <a:gd name="connsiteX292" fmla="*/ 196360 w 1661833"/>
              <a:gd name="connsiteY292" fmla="*/ 302194 h 373823"/>
              <a:gd name="connsiteX293" fmla="*/ 194518 w 1661833"/>
              <a:gd name="connsiteY293" fmla="*/ 302194 h 373823"/>
              <a:gd name="connsiteX294" fmla="*/ 194518 w 1661833"/>
              <a:gd name="connsiteY294" fmla="*/ 295158 h 373823"/>
              <a:gd name="connsiteX295" fmla="*/ 169561 w 1661833"/>
              <a:gd name="connsiteY295" fmla="*/ 295084 h 373823"/>
              <a:gd name="connsiteX296" fmla="*/ 166062 w 1661833"/>
              <a:gd name="connsiteY296" fmla="*/ 297147 h 373823"/>
              <a:gd name="connsiteX297" fmla="*/ 166062 w 1661833"/>
              <a:gd name="connsiteY297" fmla="*/ 298307 h 373823"/>
              <a:gd name="connsiteX298" fmla="*/ 169101 w 1661833"/>
              <a:gd name="connsiteY298" fmla="*/ 298307 h 373823"/>
              <a:gd name="connsiteX299" fmla="*/ 169101 w 1661833"/>
              <a:gd name="connsiteY299" fmla="*/ 306006 h 373823"/>
              <a:gd name="connsiteX300" fmla="*/ 170832 w 1661833"/>
              <a:gd name="connsiteY300" fmla="*/ 306006 h 373823"/>
              <a:gd name="connsiteX301" fmla="*/ 170832 w 1661833"/>
              <a:gd name="connsiteY301" fmla="*/ 295084 h 373823"/>
              <a:gd name="connsiteX302" fmla="*/ 1444150 w 1661833"/>
              <a:gd name="connsiteY302" fmla="*/ 292495 h 373823"/>
              <a:gd name="connsiteX303" fmla="*/ 1441772 w 1661833"/>
              <a:gd name="connsiteY303" fmla="*/ 294872 h 373823"/>
              <a:gd name="connsiteX304" fmla="*/ 1438626 w 1661833"/>
              <a:gd name="connsiteY304" fmla="*/ 307715 h 373823"/>
              <a:gd name="connsiteX305" fmla="*/ 1441772 w 1661833"/>
              <a:gd name="connsiteY305" fmla="*/ 319916 h 373823"/>
              <a:gd name="connsiteX306" fmla="*/ 1457226 w 1661833"/>
              <a:gd name="connsiteY306" fmla="*/ 322184 h 373823"/>
              <a:gd name="connsiteX307" fmla="*/ 1459495 w 1661833"/>
              <a:gd name="connsiteY307" fmla="*/ 319916 h 373823"/>
              <a:gd name="connsiteX308" fmla="*/ 1462642 w 1661833"/>
              <a:gd name="connsiteY308" fmla="*/ 307715 h 373823"/>
              <a:gd name="connsiteX309" fmla="*/ 1459495 w 1661833"/>
              <a:gd name="connsiteY309" fmla="*/ 294872 h 373823"/>
              <a:gd name="connsiteX310" fmla="*/ 1444150 w 1661833"/>
              <a:gd name="connsiteY310" fmla="*/ 292495 h 373823"/>
              <a:gd name="connsiteX311" fmla="*/ 1109280 w 1661833"/>
              <a:gd name="connsiteY311" fmla="*/ 292495 h 373823"/>
              <a:gd name="connsiteX312" fmla="*/ 1106902 w 1661833"/>
              <a:gd name="connsiteY312" fmla="*/ 294872 h 373823"/>
              <a:gd name="connsiteX313" fmla="*/ 1103756 w 1661833"/>
              <a:gd name="connsiteY313" fmla="*/ 307715 h 373823"/>
              <a:gd name="connsiteX314" fmla="*/ 1106902 w 1661833"/>
              <a:gd name="connsiteY314" fmla="*/ 319916 h 373823"/>
              <a:gd name="connsiteX315" fmla="*/ 1122356 w 1661833"/>
              <a:gd name="connsiteY315" fmla="*/ 322184 h 373823"/>
              <a:gd name="connsiteX316" fmla="*/ 1124625 w 1661833"/>
              <a:gd name="connsiteY316" fmla="*/ 319916 h 373823"/>
              <a:gd name="connsiteX317" fmla="*/ 1127772 w 1661833"/>
              <a:gd name="connsiteY317" fmla="*/ 307715 h 373823"/>
              <a:gd name="connsiteX318" fmla="*/ 1124625 w 1661833"/>
              <a:gd name="connsiteY318" fmla="*/ 294872 h 373823"/>
              <a:gd name="connsiteX319" fmla="*/ 1109280 w 1661833"/>
              <a:gd name="connsiteY319" fmla="*/ 292495 h 373823"/>
              <a:gd name="connsiteX320" fmla="*/ 1534788 w 1661833"/>
              <a:gd name="connsiteY320" fmla="*/ 292463 h 373823"/>
              <a:gd name="connsiteX321" fmla="*/ 1532378 w 1661833"/>
              <a:gd name="connsiteY321" fmla="*/ 294872 h 373823"/>
              <a:gd name="connsiteX322" fmla="*/ 1529167 w 1661833"/>
              <a:gd name="connsiteY322" fmla="*/ 307715 h 373823"/>
              <a:gd name="connsiteX323" fmla="*/ 1532314 w 1661833"/>
              <a:gd name="connsiteY323" fmla="*/ 319916 h 373823"/>
              <a:gd name="connsiteX324" fmla="*/ 1547767 w 1661833"/>
              <a:gd name="connsiteY324" fmla="*/ 322185 h 373823"/>
              <a:gd name="connsiteX325" fmla="*/ 1550036 w 1661833"/>
              <a:gd name="connsiteY325" fmla="*/ 319916 h 373823"/>
              <a:gd name="connsiteX326" fmla="*/ 1550036 w 1661833"/>
              <a:gd name="connsiteY326" fmla="*/ 319916 h 373823"/>
              <a:gd name="connsiteX327" fmla="*/ 1553247 w 1661833"/>
              <a:gd name="connsiteY327" fmla="*/ 307715 h 373823"/>
              <a:gd name="connsiteX328" fmla="*/ 1550036 w 1661833"/>
              <a:gd name="connsiteY328" fmla="*/ 294872 h 373823"/>
              <a:gd name="connsiteX329" fmla="*/ 1534788 w 1661833"/>
              <a:gd name="connsiteY329" fmla="*/ 292463 h 373823"/>
              <a:gd name="connsiteX330" fmla="*/ 79955 w 1661833"/>
              <a:gd name="connsiteY330" fmla="*/ 291934 h 373823"/>
              <a:gd name="connsiteX331" fmla="*/ 67541 w 1661833"/>
              <a:gd name="connsiteY331" fmla="*/ 305232 h 373823"/>
              <a:gd name="connsiteX332" fmla="*/ 68738 w 1661833"/>
              <a:gd name="connsiteY332" fmla="*/ 306356 h 373823"/>
              <a:gd name="connsiteX333" fmla="*/ 69935 w 1661833"/>
              <a:gd name="connsiteY333" fmla="*/ 307535 h 373823"/>
              <a:gd name="connsiteX334" fmla="*/ 78868 w 1661833"/>
              <a:gd name="connsiteY334" fmla="*/ 297939 h 373823"/>
              <a:gd name="connsiteX335" fmla="*/ 74982 w 1661833"/>
              <a:gd name="connsiteY335" fmla="*/ 312250 h 373823"/>
              <a:gd name="connsiteX336" fmla="*/ 76253 w 1661833"/>
              <a:gd name="connsiteY336" fmla="*/ 313429 h 373823"/>
              <a:gd name="connsiteX337" fmla="*/ 77524 w 1661833"/>
              <a:gd name="connsiteY337" fmla="*/ 314552 h 373823"/>
              <a:gd name="connsiteX338" fmla="*/ 89920 w 1661833"/>
              <a:gd name="connsiteY338" fmla="*/ 301236 h 373823"/>
              <a:gd name="connsiteX339" fmla="*/ 88722 w 1661833"/>
              <a:gd name="connsiteY339" fmla="*/ 300130 h 373823"/>
              <a:gd name="connsiteX340" fmla="*/ 87544 w 1661833"/>
              <a:gd name="connsiteY340" fmla="*/ 299025 h 373823"/>
              <a:gd name="connsiteX341" fmla="*/ 78832 w 1661833"/>
              <a:gd name="connsiteY341" fmla="*/ 308364 h 373823"/>
              <a:gd name="connsiteX342" fmla="*/ 82626 w 1661833"/>
              <a:gd name="connsiteY342" fmla="*/ 294439 h 373823"/>
              <a:gd name="connsiteX343" fmla="*/ 81281 w 1661833"/>
              <a:gd name="connsiteY343" fmla="*/ 293187 h 373823"/>
              <a:gd name="connsiteX344" fmla="*/ 461307 w 1661833"/>
              <a:gd name="connsiteY344" fmla="*/ 291854 h 373823"/>
              <a:gd name="connsiteX345" fmla="*/ 461372 w 1661833"/>
              <a:gd name="connsiteY345" fmla="*/ 302449 h 373823"/>
              <a:gd name="connsiteX346" fmla="*/ 471967 w 1661833"/>
              <a:gd name="connsiteY346" fmla="*/ 302449 h 373823"/>
              <a:gd name="connsiteX347" fmla="*/ 477168 w 1661833"/>
              <a:gd name="connsiteY347" fmla="*/ 301037 h 373823"/>
              <a:gd name="connsiteX348" fmla="*/ 478837 w 1661833"/>
              <a:gd name="connsiteY348" fmla="*/ 296735 h 373823"/>
              <a:gd name="connsiteX349" fmla="*/ 477040 w 1661833"/>
              <a:gd name="connsiteY349" fmla="*/ 293075 h 373823"/>
              <a:gd name="connsiteX350" fmla="*/ 471581 w 1661833"/>
              <a:gd name="connsiteY350" fmla="*/ 291854 h 373823"/>
              <a:gd name="connsiteX351" fmla="*/ 74080 w 1661833"/>
              <a:gd name="connsiteY351" fmla="*/ 285525 h 373823"/>
              <a:gd name="connsiteX352" fmla="*/ 60560 w 1661833"/>
              <a:gd name="connsiteY352" fmla="*/ 297699 h 373823"/>
              <a:gd name="connsiteX353" fmla="*/ 61739 w 1661833"/>
              <a:gd name="connsiteY353" fmla="*/ 298989 h 373823"/>
              <a:gd name="connsiteX354" fmla="*/ 62900 w 1661833"/>
              <a:gd name="connsiteY354" fmla="*/ 300296 h 373823"/>
              <a:gd name="connsiteX355" fmla="*/ 76419 w 1661833"/>
              <a:gd name="connsiteY355" fmla="*/ 288122 h 373823"/>
              <a:gd name="connsiteX356" fmla="*/ 75258 w 1661833"/>
              <a:gd name="connsiteY356" fmla="*/ 286814 h 373823"/>
              <a:gd name="connsiteX357" fmla="*/ 1619246 w 1661833"/>
              <a:gd name="connsiteY357" fmla="*/ 283662 h 373823"/>
              <a:gd name="connsiteX358" fmla="*/ 1624704 w 1661833"/>
              <a:gd name="connsiteY358" fmla="*/ 283662 h 373823"/>
              <a:gd name="connsiteX359" fmla="*/ 1630227 w 1661833"/>
              <a:gd name="connsiteY359" fmla="*/ 283662 h 373823"/>
              <a:gd name="connsiteX360" fmla="*/ 1639440 w 1661833"/>
              <a:gd name="connsiteY360" fmla="*/ 304457 h 373823"/>
              <a:gd name="connsiteX361" fmla="*/ 1639409 w 1661833"/>
              <a:gd name="connsiteY361" fmla="*/ 304531 h 373823"/>
              <a:gd name="connsiteX362" fmla="*/ 1639473 w 1661833"/>
              <a:gd name="connsiteY362" fmla="*/ 304531 h 373823"/>
              <a:gd name="connsiteX363" fmla="*/ 1639440 w 1661833"/>
              <a:gd name="connsiteY363" fmla="*/ 304457 h 373823"/>
              <a:gd name="connsiteX364" fmla="*/ 1648077 w 1661833"/>
              <a:gd name="connsiteY364" fmla="*/ 283662 h 373823"/>
              <a:gd name="connsiteX365" fmla="*/ 1653343 w 1661833"/>
              <a:gd name="connsiteY365" fmla="*/ 283662 h 373823"/>
              <a:gd name="connsiteX366" fmla="*/ 1658544 w 1661833"/>
              <a:gd name="connsiteY366" fmla="*/ 283662 h 373823"/>
              <a:gd name="connsiteX367" fmla="*/ 1643904 w 1661833"/>
              <a:gd name="connsiteY367" fmla="*/ 313521 h 373823"/>
              <a:gd name="connsiteX368" fmla="*/ 1643904 w 1661833"/>
              <a:gd name="connsiteY368" fmla="*/ 331822 h 373823"/>
              <a:gd name="connsiteX369" fmla="*/ 1639344 w 1661833"/>
              <a:gd name="connsiteY369" fmla="*/ 331822 h 373823"/>
              <a:gd name="connsiteX370" fmla="*/ 1634657 w 1661833"/>
              <a:gd name="connsiteY370" fmla="*/ 331822 h 373823"/>
              <a:gd name="connsiteX371" fmla="*/ 1634657 w 1661833"/>
              <a:gd name="connsiteY371" fmla="*/ 313714 h 373823"/>
              <a:gd name="connsiteX372" fmla="*/ 1482024 w 1661833"/>
              <a:gd name="connsiteY372" fmla="*/ 283662 h 373823"/>
              <a:gd name="connsiteX373" fmla="*/ 1486647 w 1661833"/>
              <a:gd name="connsiteY373" fmla="*/ 283662 h 373823"/>
              <a:gd name="connsiteX374" fmla="*/ 1491271 w 1661833"/>
              <a:gd name="connsiteY374" fmla="*/ 283662 h 373823"/>
              <a:gd name="connsiteX375" fmla="*/ 1491271 w 1661833"/>
              <a:gd name="connsiteY375" fmla="*/ 323217 h 373823"/>
              <a:gd name="connsiteX376" fmla="*/ 1513232 w 1661833"/>
              <a:gd name="connsiteY376" fmla="*/ 323217 h 373823"/>
              <a:gd name="connsiteX377" fmla="*/ 1513232 w 1661833"/>
              <a:gd name="connsiteY377" fmla="*/ 327519 h 373823"/>
              <a:gd name="connsiteX378" fmla="*/ 1513232 w 1661833"/>
              <a:gd name="connsiteY378" fmla="*/ 331757 h 373823"/>
              <a:gd name="connsiteX379" fmla="*/ 1482024 w 1661833"/>
              <a:gd name="connsiteY379" fmla="*/ 331757 h 373823"/>
              <a:gd name="connsiteX380" fmla="*/ 1384163 w 1661833"/>
              <a:gd name="connsiteY380" fmla="*/ 283662 h 373823"/>
              <a:gd name="connsiteX381" fmla="*/ 1388979 w 1661833"/>
              <a:gd name="connsiteY381" fmla="*/ 283662 h 373823"/>
              <a:gd name="connsiteX382" fmla="*/ 1393795 w 1661833"/>
              <a:gd name="connsiteY382" fmla="*/ 283662 h 373823"/>
              <a:gd name="connsiteX383" fmla="*/ 1411582 w 1661833"/>
              <a:gd name="connsiteY383" fmla="*/ 317438 h 373823"/>
              <a:gd name="connsiteX384" fmla="*/ 1411582 w 1661833"/>
              <a:gd name="connsiteY384" fmla="*/ 283662 h 373823"/>
              <a:gd name="connsiteX385" fmla="*/ 1415884 w 1661833"/>
              <a:gd name="connsiteY385" fmla="*/ 283662 h 373823"/>
              <a:gd name="connsiteX386" fmla="*/ 1420250 w 1661833"/>
              <a:gd name="connsiteY386" fmla="*/ 283662 h 373823"/>
              <a:gd name="connsiteX387" fmla="*/ 1420250 w 1661833"/>
              <a:gd name="connsiteY387" fmla="*/ 331757 h 373823"/>
              <a:gd name="connsiteX388" fmla="*/ 1415627 w 1661833"/>
              <a:gd name="connsiteY388" fmla="*/ 331757 h 373823"/>
              <a:gd name="connsiteX389" fmla="*/ 1411004 w 1661833"/>
              <a:gd name="connsiteY389" fmla="*/ 331757 h 373823"/>
              <a:gd name="connsiteX390" fmla="*/ 1392767 w 1661833"/>
              <a:gd name="connsiteY390" fmla="*/ 297082 h 373823"/>
              <a:gd name="connsiteX391" fmla="*/ 1392767 w 1661833"/>
              <a:gd name="connsiteY391" fmla="*/ 331757 h 373823"/>
              <a:gd name="connsiteX392" fmla="*/ 1388466 w 1661833"/>
              <a:gd name="connsiteY392" fmla="*/ 331757 h 373823"/>
              <a:gd name="connsiteX393" fmla="*/ 1384163 w 1661833"/>
              <a:gd name="connsiteY393" fmla="*/ 331757 h 373823"/>
              <a:gd name="connsiteX394" fmla="*/ 1337287 w 1661833"/>
              <a:gd name="connsiteY394" fmla="*/ 283662 h 373823"/>
              <a:gd name="connsiteX395" fmla="*/ 1341846 w 1661833"/>
              <a:gd name="connsiteY395" fmla="*/ 283662 h 373823"/>
              <a:gd name="connsiteX396" fmla="*/ 1346470 w 1661833"/>
              <a:gd name="connsiteY396" fmla="*/ 283662 h 373823"/>
              <a:gd name="connsiteX397" fmla="*/ 1346470 w 1661833"/>
              <a:gd name="connsiteY397" fmla="*/ 301706 h 373823"/>
              <a:gd name="connsiteX398" fmla="*/ 1363807 w 1661833"/>
              <a:gd name="connsiteY398" fmla="*/ 301706 h 373823"/>
              <a:gd name="connsiteX399" fmla="*/ 1363807 w 1661833"/>
              <a:gd name="connsiteY399" fmla="*/ 283662 h 373823"/>
              <a:gd name="connsiteX400" fmla="*/ 1368430 w 1661833"/>
              <a:gd name="connsiteY400" fmla="*/ 283662 h 373823"/>
              <a:gd name="connsiteX401" fmla="*/ 1373053 w 1661833"/>
              <a:gd name="connsiteY401" fmla="*/ 283662 h 373823"/>
              <a:gd name="connsiteX402" fmla="*/ 1373053 w 1661833"/>
              <a:gd name="connsiteY402" fmla="*/ 331757 h 373823"/>
              <a:gd name="connsiteX403" fmla="*/ 1368430 w 1661833"/>
              <a:gd name="connsiteY403" fmla="*/ 331757 h 373823"/>
              <a:gd name="connsiteX404" fmla="*/ 1363807 w 1661833"/>
              <a:gd name="connsiteY404" fmla="*/ 331757 h 373823"/>
              <a:gd name="connsiteX405" fmla="*/ 1363807 w 1661833"/>
              <a:gd name="connsiteY405" fmla="*/ 309990 h 373823"/>
              <a:gd name="connsiteX406" fmla="*/ 1346470 w 1661833"/>
              <a:gd name="connsiteY406" fmla="*/ 309990 h 373823"/>
              <a:gd name="connsiteX407" fmla="*/ 1346470 w 1661833"/>
              <a:gd name="connsiteY407" fmla="*/ 331757 h 373823"/>
              <a:gd name="connsiteX408" fmla="*/ 1341910 w 1661833"/>
              <a:gd name="connsiteY408" fmla="*/ 331757 h 373823"/>
              <a:gd name="connsiteX409" fmla="*/ 1337287 w 1661833"/>
              <a:gd name="connsiteY409" fmla="*/ 331757 h 373823"/>
              <a:gd name="connsiteX410" fmla="*/ 1247005 w 1661833"/>
              <a:gd name="connsiteY410" fmla="*/ 283662 h 373823"/>
              <a:gd name="connsiteX411" fmla="*/ 1279561 w 1661833"/>
              <a:gd name="connsiteY411" fmla="*/ 283662 h 373823"/>
              <a:gd name="connsiteX412" fmla="*/ 1279561 w 1661833"/>
              <a:gd name="connsiteY412" fmla="*/ 287900 h 373823"/>
              <a:gd name="connsiteX413" fmla="*/ 1279561 w 1661833"/>
              <a:gd name="connsiteY413" fmla="*/ 292202 h 373823"/>
              <a:gd name="connsiteX414" fmla="*/ 1256252 w 1661833"/>
              <a:gd name="connsiteY414" fmla="*/ 292202 h 373823"/>
              <a:gd name="connsiteX415" fmla="*/ 1256252 w 1661833"/>
              <a:gd name="connsiteY415" fmla="*/ 302412 h 373823"/>
              <a:gd name="connsiteX416" fmla="*/ 1277892 w 1661833"/>
              <a:gd name="connsiteY416" fmla="*/ 302412 h 373823"/>
              <a:gd name="connsiteX417" fmla="*/ 1277892 w 1661833"/>
              <a:gd name="connsiteY417" fmla="*/ 306522 h 373823"/>
              <a:gd name="connsiteX418" fmla="*/ 1277892 w 1661833"/>
              <a:gd name="connsiteY418" fmla="*/ 310695 h 373823"/>
              <a:gd name="connsiteX419" fmla="*/ 1256252 w 1661833"/>
              <a:gd name="connsiteY419" fmla="*/ 310695 h 373823"/>
              <a:gd name="connsiteX420" fmla="*/ 1256252 w 1661833"/>
              <a:gd name="connsiteY420" fmla="*/ 323217 h 373823"/>
              <a:gd name="connsiteX421" fmla="*/ 1280589 w 1661833"/>
              <a:gd name="connsiteY421" fmla="*/ 323217 h 373823"/>
              <a:gd name="connsiteX422" fmla="*/ 1280589 w 1661833"/>
              <a:gd name="connsiteY422" fmla="*/ 327519 h 373823"/>
              <a:gd name="connsiteX423" fmla="*/ 1280589 w 1661833"/>
              <a:gd name="connsiteY423" fmla="*/ 331757 h 373823"/>
              <a:gd name="connsiteX424" fmla="*/ 1247005 w 1661833"/>
              <a:gd name="connsiteY424" fmla="*/ 331757 h 373823"/>
              <a:gd name="connsiteX425" fmla="*/ 1203018 w 1661833"/>
              <a:gd name="connsiteY425" fmla="*/ 283662 h 373823"/>
              <a:gd name="connsiteX426" fmla="*/ 1239041 w 1661833"/>
              <a:gd name="connsiteY426" fmla="*/ 283662 h 373823"/>
              <a:gd name="connsiteX427" fmla="*/ 1239041 w 1661833"/>
              <a:gd name="connsiteY427" fmla="*/ 287900 h 373823"/>
              <a:gd name="connsiteX428" fmla="*/ 1239041 w 1661833"/>
              <a:gd name="connsiteY428" fmla="*/ 292202 h 373823"/>
              <a:gd name="connsiteX429" fmla="*/ 1225621 w 1661833"/>
              <a:gd name="connsiteY429" fmla="*/ 292202 h 373823"/>
              <a:gd name="connsiteX430" fmla="*/ 1225621 w 1661833"/>
              <a:gd name="connsiteY430" fmla="*/ 331757 h 373823"/>
              <a:gd name="connsiteX431" fmla="*/ 1221062 w 1661833"/>
              <a:gd name="connsiteY431" fmla="*/ 331757 h 373823"/>
              <a:gd name="connsiteX432" fmla="*/ 1216438 w 1661833"/>
              <a:gd name="connsiteY432" fmla="*/ 331757 h 373823"/>
              <a:gd name="connsiteX433" fmla="*/ 1216438 w 1661833"/>
              <a:gd name="connsiteY433" fmla="*/ 292202 h 373823"/>
              <a:gd name="connsiteX434" fmla="*/ 1203018 w 1661833"/>
              <a:gd name="connsiteY434" fmla="*/ 292202 h 373823"/>
              <a:gd name="connsiteX435" fmla="*/ 1203018 w 1661833"/>
              <a:gd name="connsiteY435" fmla="*/ 287965 h 373823"/>
              <a:gd name="connsiteX436" fmla="*/ 1147154 w 1661833"/>
              <a:gd name="connsiteY436" fmla="*/ 283662 h 373823"/>
              <a:gd name="connsiteX437" fmla="*/ 1178618 w 1661833"/>
              <a:gd name="connsiteY437" fmla="*/ 283662 h 373823"/>
              <a:gd name="connsiteX438" fmla="*/ 1178618 w 1661833"/>
              <a:gd name="connsiteY438" fmla="*/ 287900 h 373823"/>
              <a:gd name="connsiteX439" fmla="*/ 1178618 w 1661833"/>
              <a:gd name="connsiteY439" fmla="*/ 292202 h 373823"/>
              <a:gd name="connsiteX440" fmla="*/ 1156401 w 1661833"/>
              <a:gd name="connsiteY440" fmla="*/ 292202 h 373823"/>
              <a:gd name="connsiteX441" fmla="*/ 1156401 w 1661833"/>
              <a:gd name="connsiteY441" fmla="*/ 303119 h 373823"/>
              <a:gd name="connsiteX442" fmla="*/ 1175793 w 1661833"/>
              <a:gd name="connsiteY442" fmla="*/ 303119 h 373823"/>
              <a:gd name="connsiteX443" fmla="*/ 1175793 w 1661833"/>
              <a:gd name="connsiteY443" fmla="*/ 307292 h 373823"/>
              <a:gd name="connsiteX444" fmla="*/ 1175793 w 1661833"/>
              <a:gd name="connsiteY444" fmla="*/ 311402 h 373823"/>
              <a:gd name="connsiteX445" fmla="*/ 1156401 w 1661833"/>
              <a:gd name="connsiteY445" fmla="*/ 311402 h 373823"/>
              <a:gd name="connsiteX446" fmla="*/ 1156401 w 1661833"/>
              <a:gd name="connsiteY446" fmla="*/ 331757 h 373823"/>
              <a:gd name="connsiteX447" fmla="*/ 1151777 w 1661833"/>
              <a:gd name="connsiteY447" fmla="*/ 331757 h 373823"/>
              <a:gd name="connsiteX448" fmla="*/ 1147154 w 1661833"/>
              <a:gd name="connsiteY448" fmla="*/ 331757 h 373823"/>
              <a:gd name="connsiteX449" fmla="*/ 1033497 w 1661833"/>
              <a:gd name="connsiteY449" fmla="*/ 283662 h 373823"/>
              <a:gd name="connsiteX450" fmla="*/ 1066118 w 1661833"/>
              <a:gd name="connsiteY450" fmla="*/ 283662 h 373823"/>
              <a:gd name="connsiteX451" fmla="*/ 1066118 w 1661833"/>
              <a:gd name="connsiteY451" fmla="*/ 287900 h 373823"/>
              <a:gd name="connsiteX452" fmla="*/ 1066118 w 1661833"/>
              <a:gd name="connsiteY452" fmla="*/ 292202 h 373823"/>
              <a:gd name="connsiteX453" fmla="*/ 1042744 w 1661833"/>
              <a:gd name="connsiteY453" fmla="*/ 292202 h 373823"/>
              <a:gd name="connsiteX454" fmla="*/ 1042744 w 1661833"/>
              <a:gd name="connsiteY454" fmla="*/ 302412 h 373823"/>
              <a:gd name="connsiteX455" fmla="*/ 1064384 w 1661833"/>
              <a:gd name="connsiteY455" fmla="*/ 302412 h 373823"/>
              <a:gd name="connsiteX456" fmla="*/ 1064384 w 1661833"/>
              <a:gd name="connsiteY456" fmla="*/ 306522 h 373823"/>
              <a:gd name="connsiteX457" fmla="*/ 1064384 w 1661833"/>
              <a:gd name="connsiteY457" fmla="*/ 310695 h 373823"/>
              <a:gd name="connsiteX458" fmla="*/ 1042744 w 1661833"/>
              <a:gd name="connsiteY458" fmla="*/ 310695 h 373823"/>
              <a:gd name="connsiteX459" fmla="*/ 1042744 w 1661833"/>
              <a:gd name="connsiteY459" fmla="*/ 323217 h 373823"/>
              <a:gd name="connsiteX460" fmla="*/ 1067145 w 1661833"/>
              <a:gd name="connsiteY460" fmla="*/ 323217 h 373823"/>
              <a:gd name="connsiteX461" fmla="*/ 1067145 w 1661833"/>
              <a:gd name="connsiteY461" fmla="*/ 327519 h 373823"/>
              <a:gd name="connsiteX462" fmla="*/ 1067145 w 1661833"/>
              <a:gd name="connsiteY462" fmla="*/ 331757 h 373823"/>
              <a:gd name="connsiteX463" fmla="*/ 1033497 w 1661833"/>
              <a:gd name="connsiteY463" fmla="*/ 331757 h 373823"/>
              <a:gd name="connsiteX464" fmla="*/ 989576 w 1661833"/>
              <a:gd name="connsiteY464" fmla="*/ 283662 h 373823"/>
              <a:gd name="connsiteX465" fmla="*/ 1025536 w 1661833"/>
              <a:gd name="connsiteY465" fmla="*/ 283662 h 373823"/>
              <a:gd name="connsiteX466" fmla="*/ 1025536 w 1661833"/>
              <a:gd name="connsiteY466" fmla="*/ 287900 h 373823"/>
              <a:gd name="connsiteX467" fmla="*/ 1025536 w 1661833"/>
              <a:gd name="connsiteY467" fmla="*/ 292202 h 373823"/>
              <a:gd name="connsiteX468" fmla="*/ 1012179 w 1661833"/>
              <a:gd name="connsiteY468" fmla="*/ 292202 h 373823"/>
              <a:gd name="connsiteX469" fmla="*/ 1012179 w 1661833"/>
              <a:gd name="connsiteY469" fmla="*/ 331757 h 373823"/>
              <a:gd name="connsiteX470" fmla="*/ 1007556 w 1661833"/>
              <a:gd name="connsiteY470" fmla="*/ 331757 h 373823"/>
              <a:gd name="connsiteX471" fmla="*/ 1002933 w 1661833"/>
              <a:gd name="connsiteY471" fmla="*/ 331757 h 373823"/>
              <a:gd name="connsiteX472" fmla="*/ 1002933 w 1661833"/>
              <a:gd name="connsiteY472" fmla="*/ 292202 h 373823"/>
              <a:gd name="connsiteX473" fmla="*/ 989576 w 1661833"/>
              <a:gd name="connsiteY473" fmla="*/ 292202 h 373823"/>
              <a:gd name="connsiteX474" fmla="*/ 989576 w 1661833"/>
              <a:gd name="connsiteY474" fmla="*/ 287965 h 373823"/>
              <a:gd name="connsiteX475" fmla="*/ 902438 w 1661833"/>
              <a:gd name="connsiteY475" fmla="*/ 283662 h 373823"/>
              <a:gd name="connsiteX476" fmla="*/ 938397 w 1661833"/>
              <a:gd name="connsiteY476" fmla="*/ 283662 h 373823"/>
              <a:gd name="connsiteX477" fmla="*/ 938397 w 1661833"/>
              <a:gd name="connsiteY477" fmla="*/ 287900 h 373823"/>
              <a:gd name="connsiteX478" fmla="*/ 938397 w 1661833"/>
              <a:gd name="connsiteY478" fmla="*/ 292202 h 373823"/>
              <a:gd name="connsiteX479" fmla="*/ 925041 w 1661833"/>
              <a:gd name="connsiteY479" fmla="*/ 292202 h 373823"/>
              <a:gd name="connsiteX480" fmla="*/ 925041 w 1661833"/>
              <a:gd name="connsiteY480" fmla="*/ 331757 h 373823"/>
              <a:gd name="connsiteX481" fmla="*/ 920418 w 1661833"/>
              <a:gd name="connsiteY481" fmla="*/ 331757 h 373823"/>
              <a:gd name="connsiteX482" fmla="*/ 915794 w 1661833"/>
              <a:gd name="connsiteY482" fmla="*/ 331757 h 373823"/>
              <a:gd name="connsiteX483" fmla="*/ 915794 w 1661833"/>
              <a:gd name="connsiteY483" fmla="*/ 292202 h 373823"/>
              <a:gd name="connsiteX484" fmla="*/ 902438 w 1661833"/>
              <a:gd name="connsiteY484" fmla="*/ 292202 h 373823"/>
              <a:gd name="connsiteX485" fmla="*/ 902438 w 1661833"/>
              <a:gd name="connsiteY485" fmla="*/ 287965 h 373823"/>
              <a:gd name="connsiteX486" fmla="*/ 885872 w 1661833"/>
              <a:gd name="connsiteY486" fmla="*/ 283662 h 373823"/>
              <a:gd name="connsiteX487" fmla="*/ 890496 w 1661833"/>
              <a:gd name="connsiteY487" fmla="*/ 283662 h 373823"/>
              <a:gd name="connsiteX488" fmla="*/ 895119 w 1661833"/>
              <a:gd name="connsiteY488" fmla="*/ 283662 h 373823"/>
              <a:gd name="connsiteX489" fmla="*/ 895119 w 1661833"/>
              <a:gd name="connsiteY489" fmla="*/ 331757 h 373823"/>
              <a:gd name="connsiteX490" fmla="*/ 890560 w 1661833"/>
              <a:gd name="connsiteY490" fmla="*/ 331757 h 373823"/>
              <a:gd name="connsiteX491" fmla="*/ 885872 w 1661833"/>
              <a:gd name="connsiteY491" fmla="*/ 331757 h 373823"/>
              <a:gd name="connsiteX492" fmla="*/ 842721 w 1661833"/>
              <a:gd name="connsiteY492" fmla="*/ 283662 h 373823"/>
              <a:gd name="connsiteX493" fmla="*/ 878680 w 1661833"/>
              <a:gd name="connsiteY493" fmla="*/ 283662 h 373823"/>
              <a:gd name="connsiteX494" fmla="*/ 878680 w 1661833"/>
              <a:gd name="connsiteY494" fmla="*/ 287900 h 373823"/>
              <a:gd name="connsiteX495" fmla="*/ 878680 w 1661833"/>
              <a:gd name="connsiteY495" fmla="*/ 292202 h 373823"/>
              <a:gd name="connsiteX496" fmla="*/ 865324 w 1661833"/>
              <a:gd name="connsiteY496" fmla="*/ 292202 h 373823"/>
              <a:gd name="connsiteX497" fmla="*/ 865324 w 1661833"/>
              <a:gd name="connsiteY497" fmla="*/ 331757 h 373823"/>
              <a:gd name="connsiteX498" fmla="*/ 860701 w 1661833"/>
              <a:gd name="connsiteY498" fmla="*/ 331757 h 373823"/>
              <a:gd name="connsiteX499" fmla="*/ 856077 w 1661833"/>
              <a:gd name="connsiteY499" fmla="*/ 331757 h 373823"/>
              <a:gd name="connsiteX500" fmla="*/ 856077 w 1661833"/>
              <a:gd name="connsiteY500" fmla="*/ 292202 h 373823"/>
              <a:gd name="connsiteX501" fmla="*/ 842721 w 1661833"/>
              <a:gd name="connsiteY501" fmla="*/ 292202 h 373823"/>
              <a:gd name="connsiteX502" fmla="*/ 842721 w 1661833"/>
              <a:gd name="connsiteY502" fmla="*/ 287965 h 373823"/>
              <a:gd name="connsiteX503" fmla="*/ 755455 w 1661833"/>
              <a:gd name="connsiteY503" fmla="*/ 283662 h 373823"/>
              <a:gd name="connsiteX504" fmla="*/ 760335 w 1661833"/>
              <a:gd name="connsiteY504" fmla="*/ 283662 h 373823"/>
              <a:gd name="connsiteX505" fmla="*/ 765151 w 1661833"/>
              <a:gd name="connsiteY505" fmla="*/ 283662 h 373823"/>
              <a:gd name="connsiteX506" fmla="*/ 782938 w 1661833"/>
              <a:gd name="connsiteY506" fmla="*/ 317438 h 373823"/>
              <a:gd name="connsiteX507" fmla="*/ 782938 w 1661833"/>
              <a:gd name="connsiteY507" fmla="*/ 283662 h 373823"/>
              <a:gd name="connsiteX508" fmla="*/ 787240 w 1661833"/>
              <a:gd name="connsiteY508" fmla="*/ 283662 h 373823"/>
              <a:gd name="connsiteX509" fmla="*/ 791607 w 1661833"/>
              <a:gd name="connsiteY509" fmla="*/ 283662 h 373823"/>
              <a:gd name="connsiteX510" fmla="*/ 791607 w 1661833"/>
              <a:gd name="connsiteY510" fmla="*/ 331757 h 373823"/>
              <a:gd name="connsiteX511" fmla="*/ 786983 w 1661833"/>
              <a:gd name="connsiteY511" fmla="*/ 331757 h 373823"/>
              <a:gd name="connsiteX512" fmla="*/ 782360 w 1661833"/>
              <a:gd name="connsiteY512" fmla="*/ 331757 h 373823"/>
              <a:gd name="connsiteX513" fmla="*/ 764124 w 1661833"/>
              <a:gd name="connsiteY513" fmla="*/ 297082 h 373823"/>
              <a:gd name="connsiteX514" fmla="*/ 764124 w 1661833"/>
              <a:gd name="connsiteY514" fmla="*/ 331757 h 373823"/>
              <a:gd name="connsiteX515" fmla="*/ 759821 w 1661833"/>
              <a:gd name="connsiteY515" fmla="*/ 331757 h 373823"/>
              <a:gd name="connsiteX516" fmla="*/ 755455 w 1661833"/>
              <a:gd name="connsiteY516" fmla="*/ 331757 h 373823"/>
              <a:gd name="connsiteX517" fmla="*/ 735614 w 1661833"/>
              <a:gd name="connsiteY517" fmla="*/ 283662 h 373823"/>
              <a:gd name="connsiteX518" fmla="*/ 740173 w 1661833"/>
              <a:gd name="connsiteY518" fmla="*/ 283662 h 373823"/>
              <a:gd name="connsiteX519" fmla="*/ 744861 w 1661833"/>
              <a:gd name="connsiteY519" fmla="*/ 283662 h 373823"/>
              <a:gd name="connsiteX520" fmla="*/ 744861 w 1661833"/>
              <a:gd name="connsiteY520" fmla="*/ 331757 h 373823"/>
              <a:gd name="connsiteX521" fmla="*/ 740237 w 1661833"/>
              <a:gd name="connsiteY521" fmla="*/ 331757 h 373823"/>
              <a:gd name="connsiteX522" fmla="*/ 735614 w 1661833"/>
              <a:gd name="connsiteY522" fmla="*/ 331757 h 373823"/>
              <a:gd name="connsiteX523" fmla="*/ 618874 w 1661833"/>
              <a:gd name="connsiteY523" fmla="*/ 283662 h 373823"/>
              <a:gd name="connsiteX524" fmla="*/ 623690 w 1661833"/>
              <a:gd name="connsiteY524" fmla="*/ 283662 h 373823"/>
              <a:gd name="connsiteX525" fmla="*/ 628570 w 1661833"/>
              <a:gd name="connsiteY525" fmla="*/ 283662 h 373823"/>
              <a:gd name="connsiteX526" fmla="*/ 646293 w 1661833"/>
              <a:gd name="connsiteY526" fmla="*/ 317438 h 373823"/>
              <a:gd name="connsiteX527" fmla="*/ 646293 w 1661833"/>
              <a:gd name="connsiteY527" fmla="*/ 283662 h 373823"/>
              <a:gd name="connsiteX528" fmla="*/ 650595 w 1661833"/>
              <a:gd name="connsiteY528" fmla="*/ 283662 h 373823"/>
              <a:gd name="connsiteX529" fmla="*/ 654961 w 1661833"/>
              <a:gd name="connsiteY529" fmla="*/ 283662 h 373823"/>
              <a:gd name="connsiteX530" fmla="*/ 654961 w 1661833"/>
              <a:gd name="connsiteY530" fmla="*/ 331757 h 373823"/>
              <a:gd name="connsiteX531" fmla="*/ 650338 w 1661833"/>
              <a:gd name="connsiteY531" fmla="*/ 331757 h 373823"/>
              <a:gd name="connsiteX532" fmla="*/ 645715 w 1661833"/>
              <a:gd name="connsiteY532" fmla="*/ 331757 h 373823"/>
              <a:gd name="connsiteX533" fmla="*/ 627478 w 1661833"/>
              <a:gd name="connsiteY533" fmla="*/ 297082 h 373823"/>
              <a:gd name="connsiteX534" fmla="*/ 627478 w 1661833"/>
              <a:gd name="connsiteY534" fmla="*/ 331757 h 373823"/>
              <a:gd name="connsiteX535" fmla="*/ 623176 w 1661833"/>
              <a:gd name="connsiteY535" fmla="*/ 331757 h 373823"/>
              <a:gd name="connsiteX536" fmla="*/ 618874 w 1661833"/>
              <a:gd name="connsiteY536" fmla="*/ 331757 h 373823"/>
              <a:gd name="connsiteX537" fmla="*/ 598969 w 1661833"/>
              <a:gd name="connsiteY537" fmla="*/ 283662 h 373823"/>
              <a:gd name="connsiteX538" fmla="*/ 603592 w 1661833"/>
              <a:gd name="connsiteY538" fmla="*/ 283662 h 373823"/>
              <a:gd name="connsiteX539" fmla="*/ 608216 w 1661833"/>
              <a:gd name="connsiteY539" fmla="*/ 283662 h 373823"/>
              <a:gd name="connsiteX540" fmla="*/ 608216 w 1661833"/>
              <a:gd name="connsiteY540" fmla="*/ 331757 h 373823"/>
              <a:gd name="connsiteX541" fmla="*/ 603592 w 1661833"/>
              <a:gd name="connsiteY541" fmla="*/ 331757 h 373823"/>
              <a:gd name="connsiteX542" fmla="*/ 598969 w 1661833"/>
              <a:gd name="connsiteY542" fmla="*/ 331757 h 373823"/>
              <a:gd name="connsiteX543" fmla="*/ 542590 w 1661833"/>
              <a:gd name="connsiteY543" fmla="*/ 283662 h 373823"/>
              <a:gd name="connsiteX544" fmla="*/ 547214 w 1661833"/>
              <a:gd name="connsiteY544" fmla="*/ 283662 h 373823"/>
              <a:gd name="connsiteX545" fmla="*/ 551837 w 1661833"/>
              <a:gd name="connsiteY545" fmla="*/ 283662 h 373823"/>
              <a:gd name="connsiteX546" fmla="*/ 551837 w 1661833"/>
              <a:gd name="connsiteY546" fmla="*/ 331757 h 373823"/>
              <a:gd name="connsiteX547" fmla="*/ 547278 w 1661833"/>
              <a:gd name="connsiteY547" fmla="*/ 331757 h 373823"/>
              <a:gd name="connsiteX548" fmla="*/ 542590 w 1661833"/>
              <a:gd name="connsiteY548" fmla="*/ 331757 h 373823"/>
              <a:gd name="connsiteX549" fmla="*/ 499760 w 1661833"/>
              <a:gd name="connsiteY549" fmla="*/ 283662 h 373823"/>
              <a:gd name="connsiteX550" fmla="*/ 532316 w 1661833"/>
              <a:gd name="connsiteY550" fmla="*/ 283662 h 373823"/>
              <a:gd name="connsiteX551" fmla="*/ 532316 w 1661833"/>
              <a:gd name="connsiteY551" fmla="*/ 287900 h 373823"/>
              <a:gd name="connsiteX552" fmla="*/ 532316 w 1661833"/>
              <a:gd name="connsiteY552" fmla="*/ 292202 h 373823"/>
              <a:gd name="connsiteX553" fmla="*/ 509007 w 1661833"/>
              <a:gd name="connsiteY553" fmla="*/ 292202 h 373823"/>
              <a:gd name="connsiteX554" fmla="*/ 509007 w 1661833"/>
              <a:gd name="connsiteY554" fmla="*/ 302412 h 373823"/>
              <a:gd name="connsiteX555" fmla="*/ 530646 w 1661833"/>
              <a:gd name="connsiteY555" fmla="*/ 302412 h 373823"/>
              <a:gd name="connsiteX556" fmla="*/ 530646 w 1661833"/>
              <a:gd name="connsiteY556" fmla="*/ 306522 h 373823"/>
              <a:gd name="connsiteX557" fmla="*/ 530646 w 1661833"/>
              <a:gd name="connsiteY557" fmla="*/ 310695 h 373823"/>
              <a:gd name="connsiteX558" fmla="*/ 509007 w 1661833"/>
              <a:gd name="connsiteY558" fmla="*/ 310695 h 373823"/>
              <a:gd name="connsiteX559" fmla="*/ 509007 w 1661833"/>
              <a:gd name="connsiteY559" fmla="*/ 323217 h 373823"/>
              <a:gd name="connsiteX560" fmla="*/ 533344 w 1661833"/>
              <a:gd name="connsiteY560" fmla="*/ 323217 h 373823"/>
              <a:gd name="connsiteX561" fmla="*/ 533344 w 1661833"/>
              <a:gd name="connsiteY561" fmla="*/ 327519 h 373823"/>
              <a:gd name="connsiteX562" fmla="*/ 533344 w 1661833"/>
              <a:gd name="connsiteY562" fmla="*/ 331757 h 373823"/>
              <a:gd name="connsiteX563" fmla="*/ 499760 w 1661833"/>
              <a:gd name="connsiteY563" fmla="*/ 331757 h 373823"/>
              <a:gd name="connsiteX564" fmla="*/ 452510 w 1661833"/>
              <a:gd name="connsiteY564" fmla="*/ 283571 h 373823"/>
              <a:gd name="connsiteX565" fmla="*/ 474149 w 1661833"/>
              <a:gd name="connsiteY565" fmla="*/ 283571 h 373823"/>
              <a:gd name="connsiteX566" fmla="*/ 484167 w 1661833"/>
              <a:gd name="connsiteY566" fmla="*/ 286781 h 373823"/>
              <a:gd name="connsiteX567" fmla="*/ 487827 w 1661833"/>
              <a:gd name="connsiteY567" fmla="*/ 295771 h 373823"/>
              <a:gd name="connsiteX568" fmla="*/ 483717 w 1661833"/>
              <a:gd name="connsiteY568" fmla="*/ 304825 h 373823"/>
              <a:gd name="connsiteX569" fmla="*/ 482241 w 1661833"/>
              <a:gd name="connsiteY569" fmla="*/ 305788 h 373823"/>
              <a:gd name="connsiteX570" fmla="*/ 485066 w 1661833"/>
              <a:gd name="connsiteY570" fmla="*/ 307394 h 373823"/>
              <a:gd name="connsiteX571" fmla="*/ 489304 w 1661833"/>
              <a:gd name="connsiteY571" fmla="*/ 316640 h 373823"/>
              <a:gd name="connsiteX572" fmla="*/ 485066 w 1661833"/>
              <a:gd name="connsiteY572" fmla="*/ 327814 h 373823"/>
              <a:gd name="connsiteX573" fmla="*/ 472801 w 1661833"/>
              <a:gd name="connsiteY573" fmla="*/ 331667 h 373823"/>
              <a:gd name="connsiteX574" fmla="*/ 452703 w 1661833"/>
              <a:gd name="connsiteY574" fmla="*/ 331667 h 373823"/>
              <a:gd name="connsiteX575" fmla="*/ 578688 w 1661833"/>
              <a:gd name="connsiteY575" fmla="*/ 283570 h 373823"/>
              <a:gd name="connsiteX576" fmla="*/ 587870 w 1661833"/>
              <a:gd name="connsiteY576" fmla="*/ 283570 h 373823"/>
              <a:gd name="connsiteX577" fmla="*/ 587870 w 1661833"/>
              <a:gd name="connsiteY577" fmla="*/ 318181 h 373823"/>
              <a:gd name="connsiteX578" fmla="*/ 584275 w 1661833"/>
              <a:gd name="connsiteY578" fmla="*/ 329226 h 373823"/>
              <a:gd name="connsiteX579" fmla="*/ 573615 w 1661833"/>
              <a:gd name="connsiteY579" fmla="*/ 333015 h 373823"/>
              <a:gd name="connsiteX580" fmla="*/ 562635 w 1661833"/>
              <a:gd name="connsiteY580" fmla="*/ 328841 h 373823"/>
              <a:gd name="connsiteX581" fmla="*/ 559360 w 1661833"/>
              <a:gd name="connsiteY581" fmla="*/ 315998 h 373823"/>
              <a:gd name="connsiteX582" fmla="*/ 559360 w 1661833"/>
              <a:gd name="connsiteY582" fmla="*/ 313494 h 373823"/>
              <a:gd name="connsiteX583" fmla="*/ 568157 w 1661833"/>
              <a:gd name="connsiteY583" fmla="*/ 313494 h 373823"/>
              <a:gd name="connsiteX584" fmla="*/ 568157 w 1661833"/>
              <a:gd name="connsiteY584" fmla="*/ 316384 h 373823"/>
              <a:gd name="connsiteX585" fmla="*/ 569377 w 1661833"/>
              <a:gd name="connsiteY585" fmla="*/ 322805 h 373823"/>
              <a:gd name="connsiteX586" fmla="*/ 573551 w 1661833"/>
              <a:gd name="connsiteY586" fmla="*/ 324924 h 373823"/>
              <a:gd name="connsiteX587" fmla="*/ 577468 w 1661833"/>
              <a:gd name="connsiteY587" fmla="*/ 323383 h 373823"/>
              <a:gd name="connsiteX588" fmla="*/ 578688 w 1661833"/>
              <a:gd name="connsiteY588" fmla="*/ 318374 h 373823"/>
              <a:gd name="connsiteX589" fmla="*/ 945665 w 1661833"/>
              <a:gd name="connsiteY589" fmla="*/ 283506 h 373823"/>
              <a:gd name="connsiteX590" fmla="*/ 954912 w 1661833"/>
              <a:gd name="connsiteY590" fmla="*/ 283506 h 373823"/>
              <a:gd name="connsiteX591" fmla="*/ 954912 w 1661833"/>
              <a:gd name="connsiteY591" fmla="*/ 313815 h 373823"/>
              <a:gd name="connsiteX592" fmla="*/ 957094 w 1661833"/>
              <a:gd name="connsiteY592" fmla="*/ 321585 h 373823"/>
              <a:gd name="connsiteX593" fmla="*/ 963516 w 1661833"/>
              <a:gd name="connsiteY593" fmla="*/ 324153 h 373823"/>
              <a:gd name="connsiteX594" fmla="*/ 969937 w 1661833"/>
              <a:gd name="connsiteY594" fmla="*/ 321778 h 373823"/>
              <a:gd name="connsiteX595" fmla="*/ 971928 w 1661833"/>
              <a:gd name="connsiteY595" fmla="*/ 313815 h 373823"/>
              <a:gd name="connsiteX596" fmla="*/ 971928 w 1661833"/>
              <a:gd name="connsiteY596" fmla="*/ 283506 h 373823"/>
              <a:gd name="connsiteX597" fmla="*/ 981431 w 1661833"/>
              <a:gd name="connsiteY597" fmla="*/ 283506 h 373823"/>
              <a:gd name="connsiteX598" fmla="*/ 981431 w 1661833"/>
              <a:gd name="connsiteY598" fmla="*/ 313494 h 373823"/>
              <a:gd name="connsiteX599" fmla="*/ 977257 w 1661833"/>
              <a:gd name="connsiteY599" fmla="*/ 328392 h 373823"/>
              <a:gd name="connsiteX600" fmla="*/ 963580 w 1661833"/>
              <a:gd name="connsiteY600" fmla="*/ 332951 h 373823"/>
              <a:gd name="connsiteX601" fmla="*/ 950095 w 1661833"/>
              <a:gd name="connsiteY601" fmla="*/ 328199 h 373823"/>
              <a:gd name="connsiteX602" fmla="*/ 945665 w 1661833"/>
              <a:gd name="connsiteY602" fmla="*/ 313494 h 373823"/>
              <a:gd name="connsiteX603" fmla="*/ 1540049 w 1661833"/>
              <a:gd name="connsiteY603" fmla="*/ 282447 h 373823"/>
              <a:gd name="connsiteX604" fmla="*/ 1555077 w 1661833"/>
              <a:gd name="connsiteY604" fmla="*/ 287712 h 373823"/>
              <a:gd name="connsiteX605" fmla="*/ 1556715 w 1661833"/>
              <a:gd name="connsiteY605" fmla="*/ 289350 h 373823"/>
              <a:gd name="connsiteX606" fmla="*/ 1562494 w 1661833"/>
              <a:gd name="connsiteY606" fmla="*/ 308036 h 373823"/>
              <a:gd name="connsiteX607" fmla="*/ 1556715 w 1661833"/>
              <a:gd name="connsiteY607" fmla="*/ 326337 h 373823"/>
              <a:gd name="connsiteX608" fmla="*/ 1526955 w 1661833"/>
              <a:gd name="connsiteY608" fmla="*/ 327592 h 373823"/>
              <a:gd name="connsiteX609" fmla="*/ 1525699 w 1661833"/>
              <a:gd name="connsiteY609" fmla="*/ 326337 h 373823"/>
              <a:gd name="connsiteX610" fmla="*/ 1519920 w 1661833"/>
              <a:gd name="connsiteY610" fmla="*/ 308036 h 373823"/>
              <a:gd name="connsiteX611" fmla="*/ 1525699 w 1661833"/>
              <a:gd name="connsiteY611" fmla="*/ 289350 h 373823"/>
              <a:gd name="connsiteX612" fmla="*/ 1540049 w 1661833"/>
              <a:gd name="connsiteY612" fmla="*/ 282447 h 373823"/>
              <a:gd name="connsiteX613" fmla="*/ 1449496 w 1661833"/>
              <a:gd name="connsiteY613" fmla="*/ 282442 h 373823"/>
              <a:gd name="connsiteX614" fmla="*/ 1464564 w 1661833"/>
              <a:gd name="connsiteY614" fmla="*/ 287740 h 373823"/>
              <a:gd name="connsiteX615" fmla="*/ 1466173 w 1661833"/>
              <a:gd name="connsiteY615" fmla="*/ 289349 h 373823"/>
              <a:gd name="connsiteX616" fmla="*/ 1471889 w 1661833"/>
              <a:gd name="connsiteY616" fmla="*/ 308036 h 373823"/>
              <a:gd name="connsiteX617" fmla="*/ 1466173 w 1661833"/>
              <a:gd name="connsiteY617" fmla="*/ 326337 h 373823"/>
              <a:gd name="connsiteX618" fmla="*/ 1436323 w 1661833"/>
              <a:gd name="connsiteY618" fmla="*/ 327564 h 373823"/>
              <a:gd name="connsiteX619" fmla="*/ 1435095 w 1661833"/>
              <a:gd name="connsiteY619" fmla="*/ 326337 h 373823"/>
              <a:gd name="connsiteX620" fmla="*/ 1435094 w 1661833"/>
              <a:gd name="connsiteY620" fmla="*/ 326337 h 373823"/>
              <a:gd name="connsiteX621" fmla="*/ 1429380 w 1661833"/>
              <a:gd name="connsiteY621" fmla="*/ 308036 h 373823"/>
              <a:gd name="connsiteX622" fmla="*/ 1435094 w 1661833"/>
              <a:gd name="connsiteY622" fmla="*/ 289349 h 373823"/>
              <a:gd name="connsiteX623" fmla="*/ 1449496 w 1661833"/>
              <a:gd name="connsiteY623" fmla="*/ 282442 h 373823"/>
              <a:gd name="connsiteX624" fmla="*/ 1114626 w 1661833"/>
              <a:gd name="connsiteY624" fmla="*/ 282442 h 373823"/>
              <a:gd name="connsiteX625" fmla="*/ 1129694 w 1661833"/>
              <a:gd name="connsiteY625" fmla="*/ 287740 h 373823"/>
              <a:gd name="connsiteX626" fmla="*/ 1131303 w 1661833"/>
              <a:gd name="connsiteY626" fmla="*/ 289349 h 373823"/>
              <a:gd name="connsiteX627" fmla="*/ 1137019 w 1661833"/>
              <a:gd name="connsiteY627" fmla="*/ 308036 h 373823"/>
              <a:gd name="connsiteX628" fmla="*/ 1131303 w 1661833"/>
              <a:gd name="connsiteY628" fmla="*/ 326337 h 373823"/>
              <a:gd name="connsiteX629" fmla="*/ 1101453 w 1661833"/>
              <a:gd name="connsiteY629" fmla="*/ 327564 h 373823"/>
              <a:gd name="connsiteX630" fmla="*/ 1100225 w 1661833"/>
              <a:gd name="connsiteY630" fmla="*/ 326337 h 373823"/>
              <a:gd name="connsiteX631" fmla="*/ 1100224 w 1661833"/>
              <a:gd name="connsiteY631" fmla="*/ 326337 h 373823"/>
              <a:gd name="connsiteX632" fmla="*/ 1094510 w 1661833"/>
              <a:gd name="connsiteY632" fmla="*/ 308036 h 373823"/>
              <a:gd name="connsiteX633" fmla="*/ 1100224 w 1661833"/>
              <a:gd name="connsiteY633" fmla="*/ 289349 h 373823"/>
              <a:gd name="connsiteX634" fmla="*/ 1114626 w 1661833"/>
              <a:gd name="connsiteY634" fmla="*/ 282442 h 373823"/>
              <a:gd name="connsiteX635" fmla="*/ 1592031 w 1661833"/>
              <a:gd name="connsiteY635" fmla="*/ 282415 h 373823"/>
              <a:gd name="connsiteX636" fmla="*/ 1605323 w 1661833"/>
              <a:gd name="connsiteY636" fmla="*/ 286781 h 373823"/>
              <a:gd name="connsiteX637" fmla="*/ 1611424 w 1661833"/>
              <a:gd name="connsiteY637" fmla="*/ 298596 h 373823"/>
              <a:gd name="connsiteX638" fmla="*/ 1602370 w 1661833"/>
              <a:gd name="connsiteY638" fmla="*/ 298596 h 373823"/>
              <a:gd name="connsiteX639" fmla="*/ 1599095 w 1661833"/>
              <a:gd name="connsiteY639" fmla="*/ 293138 h 373823"/>
              <a:gd name="connsiteX640" fmla="*/ 1592674 w 1661833"/>
              <a:gd name="connsiteY640" fmla="*/ 290763 h 373823"/>
              <a:gd name="connsiteX641" fmla="*/ 1583234 w 1661833"/>
              <a:gd name="connsiteY641" fmla="*/ 295257 h 373823"/>
              <a:gd name="connsiteX642" fmla="*/ 1583234 w 1661833"/>
              <a:gd name="connsiteY642" fmla="*/ 320300 h 373823"/>
              <a:gd name="connsiteX643" fmla="*/ 1592802 w 1661833"/>
              <a:gd name="connsiteY643" fmla="*/ 324602 h 373823"/>
              <a:gd name="connsiteX644" fmla="*/ 1601150 w 1661833"/>
              <a:gd name="connsiteY644" fmla="*/ 320107 h 373823"/>
              <a:gd name="connsiteX645" fmla="*/ 1603589 w 1661833"/>
              <a:gd name="connsiteY645" fmla="*/ 314200 h 373823"/>
              <a:gd name="connsiteX646" fmla="*/ 1593187 w 1661833"/>
              <a:gd name="connsiteY646" fmla="*/ 314200 h 373823"/>
              <a:gd name="connsiteX647" fmla="*/ 1593187 w 1661833"/>
              <a:gd name="connsiteY647" fmla="*/ 305917 h 373823"/>
              <a:gd name="connsiteX648" fmla="*/ 1611745 w 1661833"/>
              <a:gd name="connsiteY648" fmla="*/ 305917 h 373823"/>
              <a:gd name="connsiteX649" fmla="*/ 1611745 w 1661833"/>
              <a:gd name="connsiteY649" fmla="*/ 331602 h 373823"/>
              <a:gd name="connsiteX650" fmla="*/ 1605323 w 1661833"/>
              <a:gd name="connsiteY650" fmla="*/ 331602 h 373823"/>
              <a:gd name="connsiteX651" fmla="*/ 1604425 w 1661833"/>
              <a:gd name="connsiteY651" fmla="*/ 325180 h 373823"/>
              <a:gd name="connsiteX652" fmla="*/ 1604296 w 1661833"/>
              <a:gd name="connsiteY652" fmla="*/ 326336 h 373823"/>
              <a:gd name="connsiteX653" fmla="*/ 1591453 w 1661833"/>
              <a:gd name="connsiteY653" fmla="*/ 333143 h 373823"/>
              <a:gd name="connsiteX654" fmla="*/ 1591453 w 1661833"/>
              <a:gd name="connsiteY654" fmla="*/ 332757 h 373823"/>
              <a:gd name="connsiteX655" fmla="*/ 1576042 w 1661833"/>
              <a:gd name="connsiteY655" fmla="*/ 326336 h 373823"/>
              <a:gd name="connsiteX656" fmla="*/ 1576042 w 1661833"/>
              <a:gd name="connsiteY656" fmla="*/ 289350 h 373823"/>
              <a:gd name="connsiteX657" fmla="*/ 1592031 w 1661833"/>
              <a:gd name="connsiteY657" fmla="*/ 282415 h 373823"/>
              <a:gd name="connsiteX658" fmla="*/ 1309302 w 1661833"/>
              <a:gd name="connsiteY658" fmla="*/ 282286 h 373823"/>
              <a:gd name="connsiteX659" fmla="*/ 1322145 w 1661833"/>
              <a:gd name="connsiteY659" fmla="*/ 286910 h 373823"/>
              <a:gd name="connsiteX660" fmla="*/ 1328566 w 1661833"/>
              <a:gd name="connsiteY660" fmla="*/ 299430 h 373823"/>
              <a:gd name="connsiteX661" fmla="*/ 1319319 w 1661833"/>
              <a:gd name="connsiteY661" fmla="*/ 299430 h 373823"/>
              <a:gd name="connsiteX662" fmla="*/ 1316237 w 1661833"/>
              <a:gd name="connsiteY662" fmla="*/ 293009 h 373823"/>
              <a:gd name="connsiteX663" fmla="*/ 1309816 w 1661833"/>
              <a:gd name="connsiteY663" fmla="*/ 290698 h 373823"/>
              <a:gd name="connsiteX664" fmla="*/ 1301725 w 1661833"/>
              <a:gd name="connsiteY664" fmla="*/ 295193 h 373823"/>
              <a:gd name="connsiteX665" fmla="*/ 1298835 w 1661833"/>
              <a:gd name="connsiteY665" fmla="*/ 307586 h 373823"/>
              <a:gd name="connsiteX666" fmla="*/ 1301725 w 1661833"/>
              <a:gd name="connsiteY666" fmla="*/ 319657 h 373823"/>
              <a:gd name="connsiteX667" fmla="*/ 1315454 w 1661833"/>
              <a:gd name="connsiteY667" fmla="*/ 322321 h 373823"/>
              <a:gd name="connsiteX668" fmla="*/ 1316558 w 1661833"/>
              <a:gd name="connsiteY668" fmla="*/ 321455 h 373823"/>
              <a:gd name="connsiteX669" fmla="*/ 1319640 w 1661833"/>
              <a:gd name="connsiteY669" fmla="*/ 314585 h 373823"/>
              <a:gd name="connsiteX670" fmla="*/ 1328181 w 1661833"/>
              <a:gd name="connsiteY670" fmla="*/ 314841 h 373823"/>
              <a:gd name="connsiteX671" fmla="*/ 1322145 w 1661833"/>
              <a:gd name="connsiteY671" fmla="*/ 328069 h 373823"/>
              <a:gd name="connsiteX672" fmla="*/ 1309302 w 1661833"/>
              <a:gd name="connsiteY672" fmla="*/ 333014 h 373823"/>
              <a:gd name="connsiteX673" fmla="*/ 1294469 w 1661833"/>
              <a:gd name="connsiteY673" fmla="*/ 326207 h 373823"/>
              <a:gd name="connsiteX674" fmla="*/ 1288947 w 1661833"/>
              <a:gd name="connsiteY674" fmla="*/ 307906 h 373823"/>
              <a:gd name="connsiteX675" fmla="*/ 1294469 w 1661833"/>
              <a:gd name="connsiteY675" fmla="*/ 289221 h 373823"/>
              <a:gd name="connsiteX676" fmla="*/ 1309302 w 1661833"/>
              <a:gd name="connsiteY676" fmla="*/ 282286 h 373823"/>
              <a:gd name="connsiteX677" fmla="*/ 818779 w 1661833"/>
              <a:gd name="connsiteY677" fmla="*/ 282286 h 373823"/>
              <a:gd name="connsiteX678" fmla="*/ 830916 w 1661833"/>
              <a:gd name="connsiteY678" fmla="*/ 286524 h 373823"/>
              <a:gd name="connsiteX679" fmla="*/ 836053 w 1661833"/>
              <a:gd name="connsiteY679" fmla="*/ 298018 h 373823"/>
              <a:gd name="connsiteX680" fmla="*/ 826678 w 1661833"/>
              <a:gd name="connsiteY680" fmla="*/ 298018 h 373823"/>
              <a:gd name="connsiteX681" fmla="*/ 823917 w 1661833"/>
              <a:gd name="connsiteY681" fmla="*/ 292560 h 373823"/>
              <a:gd name="connsiteX682" fmla="*/ 817495 w 1661833"/>
              <a:gd name="connsiteY682" fmla="*/ 290570 h 373823"/>
              <a:gd name="connsiteX683" fmla="*/ 812037 w 1661833"/>
              <a:gd name="connsiteY683" fmla="*/ 292239 h 373823"/>
              <a:gd name="connsiteX684" fmla="*/ 810046 w 1661833"/>
              <a:gd name="connsiteY684" fmla="*/ 296926 h 373823"/>
              <a:gd name="connsiteX685" fmla="*/ 812101 w 1661833"/>
              <a:gd name="connsiteY685" fmla="*/ 300265 h 373823"/>
              <a:gd name="connsiteX686" fmla="*/ 820834 w 1661833"/>
              <a:gd name="connsiteY686" fmla="*/ 303026 h 373823"/>
              <a:gd name="connsiteX687" fmla="*/ 833677 w 1661833"/>
              <a:gd name="connsiteY687" fmla="*/ 308484 h 373823"/>
              <a:gd name="connsiteX688" fmla="*/ 836888 w 1661833"/>
              <a:gd name="connsiteY688" fmla="*/ 318245 h 373823"/>
              <a:gd name="connsiteX689" fmla="*/ 832007 w 1661833"/>
              <a:gd name="connsiteY689" fmla="*/ 329032 h 373823"/>
              <a:gd name="connsiteX690" fmla="*/ 818715 w 1661833"/>
              <a:gd name="connsiteY690" fmla="*/ 333014 h 373823"/>
              <a:gd name="connsiteX691" fmla="*/ 805873 w 1661833"/>
              <a:gd name="connsiteY691" fmla="*/ 328775 h 373823"/>
              <a:gd name="connsiteX692" fmla="*/ 800800 w 1661833"/>
              <a:gd name="connsiteY692" fmla="*/ 316768 h 373823"/>
              <a:gd name="connsiteX693" fmla="*/ 809726 w 1661833"/>
              <a:gd name="connsiteY693" fmla="*/ 316768 h 373823"/>
              <a:gd name="connsiteX694" fmla="*/ 812294 w 1661833"/>
              <a:gd name="connsiteY694" fmla="*/ 322676 h 373823"/>
              <a:gd name="connsiteX695" fmla="*/ 818715 w 1661833"/>
              <a:gd name="connsiteY695" fmla="*/ 324731 h 373823"/>
              <a:gd name="connsiteX696" fmla="*/ 825650 w 1661833"/>
              <a:gd name="connsiteY696" fmla="*/ 323189 h 373823"/>
              <a:gd name="connsiteX697" fmla="*/ 828155 w 1661833"/>
              <a:gd name="connsiteY697" fmla="*/ 318887 h 373823"/>
              <a:gd name="connsiteX698" fmla="*/ 826357 w 1661833"/>
              <a:gd name="connsiteY698" fmla="*/ 314841 h 373823"/>
              <a:gd name="connsiteX699" fmla="*/ 818844 w 1661833"/>
              <a:gd name="connsiteY699" fmla="*/ 312209 h 373823"/>
              <a:gd name="connsiteX700" fmla="*/ 804781 w 1661833"/>
              <a:gd name="connsiteY700" fmla="*/ 306686 h 373823"/>
              <a:gd name="connsiteX701" fmla="*/ 801249 w 1661833"/>
              <a:gd name="connsiteY701" fmla="*/ 297504 h 373823"/>
              <a:gd name="connsiteX702" fmla="*/ 805937 w 1661833"/>
              <a:gd name="connsiteY702" fmla="*/ 286395 h 373823"/>
              <a:gd name="connsiteX703" fmla="*/ 818779 w 1661833"/>
              <a:gd name="connsiteY703" fmla="*/ 282286 h 373823"/>
              <a:gd name="connsiteX704" fmla="*/ 683861 w 1661833"/>
              <a:gd name="connsiteY704" fmla="*/ 282110 h 373823"/>
              <a:gd name="connsiteX705" fmla="*/ 698959 w 1661833"/>
              <a:gd name="connsiteY705" fmla="*/ 286397 h 373823"/>
              <a:gd name="connsiteX706" fmla="*/ 705059 w 1661833"/>
              <a:gd name="connsiteY706" fmla="*/ 298212 h 373823"/>
              <a:gd name="connsiteX707" fmla="*/ 695813 w 1661833"/>
              <a:gd name="connsiteY707" fmla="*/ 298212 h 373823"/>
              <a:gd name="connsiteX708" fmla="*/ 692602 w 1661833"/>
              <a:gd name="connsiteY708" fmla="*/ 292754 h 373823"/>
              <a:gd name="connsiteX709" fmla="*/ 686180 w 1661833"/>
              <a:gd name="connsiteY709" fmla="*/ 290377 h 373823"/>
              <a:gd name="connsiteX710" fmla="*/ 676742 w 1661833"/>
              <a:gd name="connsiteY710" fmla="*/ 294873 h 373823"/>
              <a:gd name="connsiteX711" fmla="*/ 673338 w 1661833"/>
              <a:gd name="connsiteY711" fmla="*/ 307715 h 373823"/>
              <a:gd name="connsiteX712" fmla="*/ 676613 w 1661833"/>
              <a:gd name="connsiteY712" fmla="*/ 320172 h 373823"/>
              <a:gd name="connsiteX713" fmla="*/ 686180 w 1661833"/>
              <a:gd name="connsiteY713" fmla="*/ 324474 h 373823"/>
              <a:gd name="connsiteX714" fmla="*/ 694528 w 1661833"/>
              <a:gd name="connsiteY714" fmla="*/ 319980 h 373823"/>
              <a:gd name="connsiteX715" fmla="*/ 696968 w 1661833"/>
              <a:gd name="connsiteY715" fmla="*/ 314072 h 373823"/>
              <a:gd name="connsiteX716" fmla="*/ 686566 w 1661833"/>
              <a:gd name="connsiteY716" fmla="*/ 314072 h 373823"/>
              <a:gd name="connsiteX717" fmla="*/ 686566 w 1661833"/>
              <a:gd name="connsiteY717" fmla="*/ 305788 h 373823"/>
              <a:gd name="connsiteX718" fmla="*/ 705316 w 1661833"/>
              <a:gd name="connsiteY718" fmla="*/ 305788 h 373823"/>
              <a:gd name="connsiteX719" fmla="*/ 705316 w 1661833"/>
              <a:gd name="connsiteY719" fmla="*/ 331473 h 373823"/>
              <a:gd name="connsiteX720" fmla="*/ 698895 w 1661833"/>
              <a:gd name="connsiteY720" fmla="*/ 331473 h 373823"/>
              <a:gd name="connsiteX721" fmla="*/ 697995 w 1661833"/>
              <a:gd name="connsiteY721" fmla="*/ 325052 h 373823"/>
              <a:gd name="connsiteX722" fmla="*/ 697482 w 1661833"/>
              <a:gd name="connsiteY722" fmla="*/ 325823 h 373823"/>
              <a:gd name="connsiteX723" fmla="*/ 684713 w 1661833"/>
              <a:gd name="connsiteY723" fmla="*/ 332591 h 373823"/>
              <a:gd name="connsiteX724" fmla="*/ 669742 w 1661833"/>
              <a:gd name="connsiteY724" fmla="*/ 325951 h 373823"/>
              <a:gd name="connsiteX725" fmla="*/ 669742 w 1661833"/>
              <a:gd name="connsiteY725" fmla="*/ 288965 h 373823"/>
              <a:gd name="connsiteX726" fmla="*/ 683861 w 1661833"/>
              <a:gd name="connsiteY726" fmla="*/ 282110 h 373823"/>
              <a:gd name="connsiteX727" fmla="*/ 302488 w 1661833"/>
              <a:gd name="connsiteY727" fmla="*/ 281970 h 373823"/>
              <a:gd name="connsiteX728" fmla="*/ 301327 w 1661833"/>
              <a:gd name="connsiteY728" fmla="*/ 283278 h 373823"/>
              <a:gd name="connsiteX729" fmla="*/ 300149 w 1661833"/>
              <a:gd name="connsiteY729" fmla="*/ 284567 h 373823"/>
              <a:gd name="connsiteX730" fmla="*/ 305214 w 1661833"/>
              <a:gd name="connsiteY730" fmla="*/ 289135 h 373823"/>
              <a:gd name="connsiteX731" fmla="*/ 300849 w 1661833"/>
              <a:gd name="connsiteY731" fmla="*/ 293997 h 373823"/>
              <a:gd name="connsiteX732" fmla="*/ 295783 w 1661833"/>
              <a:gd name="connsiteY732" fmla="*/ 289429 h 373823"/>
              <a:gd name="connsiteX733" fmla="*/ 294605 w 1661833"/>
              <a:gd name="connsiteY733" fmla="*/ 290737 h 373823"/>
              <a:gd name="connsiteX734" fmla="*/ 293444 w 1661833"/>
              <a:gd name="connsiteY734" fmla="*/ 292026 h 373823"/>
              <a:gd name="connsiteX735" fmla="*/ 306927 w 1661833"/>
              <a:gd name="connsiteY735" fmla="*/ 304238 h 373823"/>
              <a:gd name="connsiteX736" fmla="*/ 308087 w 1661833"/>
              <a:gd name="connsiteY736" fmla="*/ 302930 h 373823"/>
              <a:gd name="connsiteX737" fmla="*/ 309266 w 1661833"/>
              <a:gd name="connsiteY737" fmla="*/ 301641 h 373823"/>
              <a:gd name="connsiteX738" fmla="*/ 303132 w 1661833"/>
              <a:gd name="connsiteY738" fmla="*/ 296115 h 373823"/>
              <a:gd name="connsiteX739" fmla="*/ 307516 w 1661833"/>
              <a:gd name="connsiteY739" fmla="*/ 291253 h 373823"/>
              <a:gd name="connsiteX740" fmla="*/ 313631 w 1661833"/>
              <a:gd name="connsiteY740" fmla="*/ 296778 h 373823"/>
              <a:gd name="connsiteX741" fmla="*/ 314810 w 1661833"/>
              <a:gd name="connsiteY741" fmla="*/ 295471 h 373823"/>
              <a:gd name="connsiteX742" fmla="*/ 316007 w 1661833"/>
              <a:gd name="connsiteY742" fmla="*/ 294144 h 373823"/>
              <a:gd name="connsiteX743" fmla="*/ 186690 w 1661833"/>
              <a:gd name="connsiteY743" fmla="*/ 272871 h 373823"/>
              <a:gd name="connsiteX744" fmla="*/ 188035 w 1661833"/>
              <a:gd name="connsiteY744" fmla="*/ 274566 h 373823"/>
              <a:gd name="connsiteX745" fmla="*/ 189508 w 1661833"/>
              <a:gd name="connsiteY745" fmla="*/ 275984 h 373823"/>
              <a:gd name="connsiteX746" fmla="*/ 189103 w 1661833"/>
              <a:gd name="connsiteY746" fmla="*/ 276426 h 373823"/>
              <a:gd name="connsiteX747" fmla="*/ 189103 w 1661833"/>
              <a:gd name="connsiteY747" fmla="*/ 287772 h 373823"/>
              <a:gd name="connsiteX748" fmla="*/ 194813 w 1661833"/>
              <a:gd name="connsiteY748" fmla="*/ 288767 h 373823"/>
              <a:gd name="connsiteX749" fmla="*/ 199252 w 1661833"/>
              <a:gd name="connsiteY749" fmla="*/ 291474 h 373823"/>
              <a:gd name="connsiteX750" fmla="*/ 203562 w 1661833"/>
              <a:gd name="connsiteY750" fmla="*/ 292671 h 373823"/>
              <a:gd name="connsiteX751" fmla="*/ 205754 w 1661833"/>
              <a:gd name="connsiteY751" fmla="*/ 294808 h 373823"/>
              <a:gd name="connsiteX752" fmla="*/ 208203 w 1661833"/>
              <a:gd name="connsiteY752" fmla="*/ 295029 h 373823"/>
              <a:gd name="connsiteX753" fmla="*/ 211629 w 1661833"/>
              <a:gd name="connsiteY753" fmla="*/ 297589 h 373823"/>
              <a:gd name="connsiteX754" fmla="*/ 214281 w 1661833"/>
              <a:gd name="connsiteY754" fmla="*/ 299228 h 373823"/>
              <a:gd name="connsiteX755" fmla="*/ 215607 w 1661833"/>
              <a:gd name="connsiteY755" fmla="*/ 300886 h 373823"/>
              <a:gd name="connsiteX756" fmla="*/ 218076 w 1661833"/>
              <a:gd name="connsiteY756" fmla="*/ 301881 h 373823"/>
              <a:gd name="connsiteX757" fmla="*/ 220875 w 1661833"/>
              <a:gd name="connsiteY757" fmla="*/ 302212 h 373823"/>
              <a:gd name="connsiteX758" fmla="*/ 224559 w 1661833"/>
              <a:gd name="connsiteY758" fmla="*/ 303685 h 373823"/>
              <a:gd name="connsiteX759" fmla="*/ 229882 w 1661833"/>
              <a:gd name="connsiteY759" fmla="*/ 306651 h 373823"/>
              <a:gd name="connsiteX760" fmla="*/ 240215 w 1661833"/>
              <a:gd name="connsiteY760" fmla="*/ 308401 h 373823"/>
              <a:gd name="connsiteX761" fmla="*/ 134584 w 1661833"/>
              <a:gd name="connsiteY761" fmla="*/ 308511 h 373823"/>
              <a:gd name="connsiteX762" fmla="*/ 147201 w 1661833"/>
              <a:gd name="connsiteY762" fmla="*/ 307038 h 373823"/>
              <a:gd name="connsiteX763" fmla="*/ 152727 w 1661833"/>
              <a:gd name="connsiteY763" fmla="*/ 304072 h 373823"/>
              <a:gd name="connsiteX764" fmla="*/ 155692 w 1661833"/>
              <a:gd name="connsiteY764" fmla="*/ 301273 h 373823"/>
              <a:gd name="connsiteX765" fmla="*/ 158657 w 1661833"/>
              <a:gd name="connsiteY765" fmla="*/ 299781 h 373823"/>
              <a:gd name="connsiteX766" fmla="*/ 161310 w 1661833"/>
              <a:gd name="connsiteY766" fmla="*/ 298289 h 373823"/>
              <a:gd name="connsiteX767" fmla="*/ 163612 w 1661833"/>
              <a:gd name="connsiteY767" fmla="*/ 295324 h 373823"/>
              <a:gd name="connsiteX768" fmla="*/ 167075 w 1661833"/>
              <a:gd name="connsiteY768" fmla="*/ 293997 h 373823"/>
              <a:gd name="connsiteX769" fmla="*/ 170372 w 1661833"/>
              <a:gd name="connsiteY769" fmla="*/ 291695 h 373823"/>
              <a:gd name="connsiteX770" fmla="*/ 174663 w 1661833"/>
              <a:gd name="connsiteY770" fmla="*/ 290535 h 373823"/>
              <a:gd name="connsiteX771" fmla="*/ 178457 w 1661833"/>
              <a:gd name="connsiteY771" fmla="*/ 288232 h 373823"/>
              <a:gd name="connsiteX772" fmla="*/ 184480 w 1661833"/>
              <a:gd name="connsiteY772" fmla="*/ 287938 h 373823"/>
              <a:gd name="connsiteX773" fmla="*/ 184480 w 1661833"/>
              <a:gd name="connsiteY773" fmla="*/ 276666 h 373823"/>
              <a:gd name="connsiteX774" fmla="*/ 183928 w 1661833"/>
              <a:gd name="connsiteY774" fmla="*/ 276150 h 373823"/>
              <a:gd name="connsiteX775" fmla="*/ 185383 w 1661833"/>
              <a:gd name="connsiteY775" fmla="*/ 274566 h 373823"/>
              <a:gd name="connsiteX776" fmla="*/ 186690 w 1661833"/>
              <a:gd name="connsiteY776" fmla="*/ 272871 h 373823"/>
              <a:gd name="connsiteX777" fmla="*/ 313613 w 1661833"/>
              <a:gd name="connsiteY777" fmla="*/ 266756 h 373823"/>
              <a:gd name="connsiteX778" fmla="*/ 312673 w 1661833"/>
              <a:gd name="connsiteY778" fmla="*/ 268101 h 373823"/>
              <a:gd name="connsiteX779" fmla="*/ 311734 w 1661833"/>
              <a:gd name="connsiteY779" fmla="*/ 269445 h 373823"/>
              <a:gd name="connsiteX780" fmla="*/ 322196 w 1661833"/>
              <a:gd name="connsiteY780" fmla="*/ 276813 h 373823"/>
              <a:gd name="connsiteX781" fmla="*/ 307884 w 1661833"/>
              <a:gd name="connsiteY781" fmla="*/ 274971 h 373823"/>
              <a:gd name="connsiteX782" fmla="*/ 306835 w 1661833"/>
              <a:gd name="connsiteY782" fmla="*/ 276481 h 373823"/>
              <a:gd name="connsiteX783" fmla="*/ 305785 w 1661833"/>
              <a:gd name="connsiteY783" fmla="*/ 277973 h 373823"/>
              <a:gd name="connsiteX784" fmla="*/ 320685 w 1661833"/>
              <a:gd name="connsiteY784" fmla="*/ 288416 h 373823"/>
              <a:gd name="connsiteX785" fmla="*/ 321625 w 1661833"/>
              <a:gd name="connsiteY785" fmla="*/ 287072 h 373823"/>
              <a:gd name="connsiteX786" fmla="*/ 322546 w 1661833"/>
              <a:gd name="connsiteY786" fmla="*/ 285727 h 373823"/>
              <a:gd name="connsiteX787" fmla="*/ 311807 w 1661833"/>
              <a:gd name="connsiteY787" fmla="*/ 278212 h 373823"/>
              <a:gd name="connsiteX788" fmla="*/ 326542 w 1661833"/>
              <a:gd name="connsiteY788" fmla="*/ 280054 h 373823"/>
              <a:gd name="connsiteX789" fmla="*/ 327555 w 1661833"/>
              <a:gd name="connsiteY789" fmla="*/ 278618 h 373823"/>
              <a:gd name="connsiteX790" fmla="*/ 328513 w 1661833"/>
              <a:gd name="connsiteY790" fmla="*/ 277199 h 373823"/>
              <a:gd name="connsiteX791" fmla="*/ 56619 w 1661833"/>
              <a:gd name="connsiteY791" fmla="*/ 265154 h 373823"/>
              <a:gd name="connsiteX792" fmla="*/ 44831 w 1661833"/>
              <a:gd name="connsiteY792" fmla="*/ 272705 h 373823"/>
              <a:gd name="connsiteX793" fmla="*/ 45844 w 1661833"/>
              <a:gd name="connsiteY793" fmla="*/ 278949 h 373823"/>
              <a:gd name="connsiteX794" fmla="*/ 50596 w 1661833"/>
              <a:gd name="connsiteY794" fmla="*/ 281565 h 373823"/>
              <a:gd name="connsiteX795" fmla="*/ 50946 w 1661833"/>
              <a:gd name="connsiteY795" fmla="*/ 281565 h 373823"/>
              <a:gd name="connsiteX796" fmla="*/ 49104 w 1661833"/>
              <a:gd name="connsiteY796" fmla="*/ 283130 h 373823"/>
              <a:gd name="connsiteX797" fmla="*/ 50375 w 1661833"/>
              <a:gd name="connsiteY797" fmla="*/ 285101 h 373823"/>
              <a:gd name="connsiteX798" fmla="*/ 58608 w 1661833"/>
              <a:gd name="connsiteY798" fmla="*/ 279760 h 373823"/>
              <a:gd name="connsiteX799" fmla="*/ 54795 w 1661833"/>
              <a:gd name="connsiteY799" fmla="*/ 273866 h 373823"/>
              <a:gd name="connsiteX800" fmla="*/ 52162 w 1661833"/>
              <a:gd name="connsiteY800" fmla="*/ 275579 h 373823"/>
              <a:gd name="connsiteX801" fmla="*/ 54206 w 1661833"/>
              <a:gd name="connsiteY801" fmla="*/ 278949 h 373823"/>
              <a:gd name="connsiteX802" fmla="*/ 51830 w 1661833"/>
              <a:gd name="connsiteY802" fmla="*/ 279410 h 373823"/>
              <a:gd name="connsiteX803" fmla="*/ 48699 w 1661833"/>
              <a:gd name="connsiteY803" fmla="*/ 277678 h 373823"/>
              <a:gd name="connsiteX804" fmla="*/ 48091 w 1661833"/>
              <a:gd name="connsiteY804" fmla="*/ 273755 h 373823"/>
              <a:gd name="connsiteX805" fmla="*/ 51370 w 1661833"/>
              <a:gd name="connsiteY805" fmla="*/ 270164 h 373823"/>
              <a:gd name="connsiteX806" fmla="*/ 56048 w 1661833"/>
              <a:gd name="connsiteY806" fmla="*/ 268653 h 373823"/>
              <a:gd name="connsiteX807" fmla="*/ 59437 w 1661833"/>
              <a:gd name="connsiteY807" fmla="*/ 270716 h 373823"/>
              <a:gd name="connsiteX808" fmla="*/ 59989 w 1661833"/>
              <a:gd name="connsiteY808" fmla="*/ 273221 h 373823"/>
              <a:gd name="connsiteX809" fmla="*/ 58921 w 1661833"/>
              <a:gd name="connsiteY809" fmla="*/ 275394 h 373823"/>
              <a:gd name="connsiteX810" fmla="*/ 60984 w 1661833"/>
              <a:gd name="connsiteY810" fmla="*/ 278323 h 373823"/>
              <a:gd name="connsiteX811" fmla="*/ 63489 w 1661833"/>
              <a:gd name="connsiteY811" fmla="*/ 273958 h 373823"/>
              <a:gd name="connsiteX812" fmla="*/ 62144 w 1661833"/>
              <a:gd name="connsiteY812" fmla="*/ 268837 h 373823"/>
              <a:gd name="connsiteX813" fmla="*/ 56619 w 1661833"/>
              <a:gd name="connsiteY813" fmla="*/ 265154 h 373823"/>
              <a:gd name="connsiteX814" fmla="*/ 325271 w 1661833"/>
              <a:gd name="connsiteY814" fmla="*/ 254563 h 373823"/>
              <a:gd name="connsiteX815" fmla="*/ 330004 w 1661833"/>
              <a:gd name="connsiteY815" fmla="*/ 255723 h 373823"/>
              <a:gd name="connsiteX816" fmla="*/ 333670 w 1661833"/>
              <a:gd name="connsiteY816" fmla="*/ 258891 h 373823"/>
              <a:gd name="connsiteX817" fmla="*/ 333996 w 1661833"/>
              <a:gd name="connsiteY817" fmla="*/ 259956 h 373823"/>
              <a:gd name="connsiteX818" fmla="*/ 330539 w 1661833"/>
              <a:gd name="connsiteY818" fmla="*/ 264785 h 373823"/>
              <a:gd name="connsiteX819" fmla="*/ 325879 w 1661833"/>
              <a:gd name="connsiteY819" fmla="*/ 263680 h 373823"/>
              <a:gd name="connsiteX820" fmla="*/ 322195 w 1661833"/>
              <a:gd name="connsiteY820" fmla="*/ 260402 h 373823"/>
              <a:gd name="connsiteX821" fmla="*/ 322195 w 1661833"/>
              <a:gd name="connsiteY821" fmla="*/ 256718 h 373823"/>
              <a:gd name="connsiteX822" fmla="*/ 325271 w 1661833"/>
              <a:gd name="connsiteY822" fmla="*/ 254563 h 373823"/>
              <a:gd name="connsiteX823" fmla="*/ 324461 w 1661833"/>
              <a:gd name="connsiteY823" fmla="*/ 251285 h 373823"/>
              <a:gd name="connsiteX824" fmla="*/ 323662 w 1661833"/>
              <a:gd name="connsiteY824" fmla="*/ 251528 h 373823"/>
              <a:gd name="connsiteX825" fmla="*/ 318936 w 1661833"/>
              <a:gd name="connsiteY825" fmla="*/ 261654 h 373823"/>
              <a:gd name="connsiteX826" fmla="*/ 324148 w 1661833"/>
              <a:gd name="connsiteY826" fmla="*/ 266885 h 373823"/>
              <a:gd name="connsiteX827" fmla="*/ 331294 w 1661833"/>
              <a:gd name="connsiteY827" fmla="*/ 268211 h 373823"/>
              <a:gd name="connsiteX828" fmla="*/ 336304 w 1661833"/>
              <a:gd name="connsiteY828" fmla="*/ 264251 h 373823"/>
              <a:gd name="connsiteX829" fmla="*/ 336267 w 1661833"/>
              <a:gd name="connsiteY829" fmla="*/ 264214 h 373823"/>
              <a:gd name="connsiteX830" fmla="*/ 336820 w 1661833"/>
              <a:gd name="connsiteY830" fmla="*/ 257860 h 373823"/>
              <a:gd name="connsiteX831" fmla="*/ 331718 w 1661833"/>
              <a:gd name="connsiteY831" fmla="*/ 252684 h 373823"/>
              <a:gd name="connsiteX832" fmla="*/ 324461 w 1661833"/>
              <a:gd name="connsiteY832" fmla="*/ 251285 h 373823"/>
              <a:gd name="connsiteX833" fmla="*/ 49141 w 1661833"/>
              <a:gd name="connsiteY833" fmla="*/ 245520 h 373823"/>
              <a:gd name="connsiteX834" fmla="*/ 32656 w 1661833"/>
              <a:gd name="connsiteY834" fmla="*/ 253219 h 373823"/>
              <a:gd name="connsiteX835" fmla="*/ 33338 w 1661833"/>
              <a:gd name="connsiteY835" fmla="*/ 254692 h 373823"/>
              <a:gd name="connsiteX836" fmla="*/ 34038 w 1661833"/>
              <a:gd name="connsiteY836" fmla="*/ 256165 h 373823"/>
              <a:gd name="connsiteX837" fmla="*/ 45918 w 1661833"/>
              <a:gd name="connsiteY837" fmla="*/ 250640 h 373823"/>
              <a:gd name="connsiteX838" fmla="*/ 36948 w 1661833"/>
              <a:gd name="connsiteY838" fmla="*/ 262446 h 373823"/>
              <a:gd name="connsiteX839" fmla="*/ 37685 w 1661833"/>
              <a:gd name="connsiteY839" fmla="*/ 264012 h 373823"/>
              <a:gd name="connsiteX840" fmla="*/ 38421 w 1661833"/>
              <a:gd name="connsiteY840" fmla="*/ 265559 h 373823"/>
              <a:gd name="connsiteX841" fmla="*/ 54906 w 1661833"/>
              <a:gd name="connsiteY841" fmla="*/ 257878 h 373823"/>
              <a:gd name="connsiteX842" fmla="*/ 54206 w 1661833"/>
              <a:gd name="connsiteY842" fmla="*/ 256386 h 373823"/>
              <a:gd name="connsiteX843" fmla="*/ 53525 w 1661833"/>
              <a:gd name="connsiteY843" fmla="*/ 254913 h 373823"/>
              <a:gd name="connsiteX844" fmla="*/ 41958 w 1661833"/>
              <a:gd name="connsiteY844" fmla="*/ 260310 h 373823"/>
              <a:gd name="connsiteX845" fmla="*/ 50688 w 1661833"/>
              <a:gd name="connsiteY845" fmla="*/ 248853 h 373823"/>
              <a:gd name="connsiteX846" fmla="*/ 49915 w 1661833"/>
              <a:gd name="connsiteY846" fmla="*/ 247196 h 373823"/>
              <a:gd name="connsiteX847" fmla="*/ 343340 w 1661833"/>
              <a:gd name="connsiteY847" fmla="*/ 238060 h 373823"/>
              <a:gd name="connsiteX848" fmla="*/ 340356 w 1661833"/>
              <a:gd name="connsiteY848" fmla="*/ 245833 h 373823"/>
              <a:gd name="connsiteX849" fmla="*/ 326395 w 1661833"/>
              <a:gd name="connsiteY849" fmla="*/ 240473 h 373823"/>
              <a:gd name="connsiteX850" fmla="*/ 325769 w 1661833"/>
              <a:gd name="connsiteY850" fmla="*/ 242112 h 373823"/>
              <a:gd name="connsiteX851" fmla="*/ 325143 w 1661833"/>
              <a:gd name="connsiteY851" fmla="*/ 243733 h 373823"/>
              <a:gd name="connsiteX852" fmla="*/ 342161 w 1661833"/>
              <a:gd name="connsiteY852" fmla="*/ 250272 h 373823"/>
              <a:gd name="connsiteX853" fmla="*/ 346361 w 1661833"/>
              <a:gd name="connsiteY853" fmla="*/ 239220 h 373823"/>
              <a:gd name="connsiteX854" fmla="*/ 344850 w 1661833"/>
              <a:gd name="connsiteY854" fmla="*/ 238649 h 373823"/>
              <a:gd name="connsiteX855" fmla="*/ 45936 w 1661833"/>
              <a:gd name="connsiteY855" fmla="*/ 237434 h 373823"/>
              <a:gd name="connsiteX856" fmla="*/ 28954 w 1661833"/>
              <a:gd name="connsiteY856" fmla="*/ 243954 h 373823"/>
              <a:gd name="connsiteX857" fmla="*/ 29580 w 1661833"/>
              <a:gd name="connsiteY857" fmla="*/ 245593 h 373823"/>
              <a:gd name="connsiteX858" fmla="*/ 30207 w 1661833"/>
              <a:gd name="connsiteY858" fmla="*/ 247214 h 373823"/>
              <a:gd name="connsiteX859" fmla="*/ 47189 w 1661833"/>
              <a:gd name="connsiteY859" fmla="*/ 240694 h 373823"/>
              <a:gd name="connsiteX860" fmla="*/ 46562 w 1661833"/>
              <a:gd name="connsiteY860" fmla="*/ 239073 h 373823"/>
              <a:gd name="connsiteX861" fmla="*/ 30373 w 1661833"/>
              <a:gd name="connsiteY861" fmla="*/ 225038 h 373823"/>
              <a:gd name="connsiteX862" fmla="*/ 29323 w 1661833"/>
              <a:gd name="connsiteY862" fmla="*/ 225314 h 373823"/>
              <a:gd name="connsiteX863" fmla="*/ 24976 w 1661833"/>
              <a:gd name="connsiteY863" fmla="*/ 227783 h 373823"/>
              <a:gd name="connsiteX864" fmla="*/ 24552 w 1661833"/>
              <a:gd name="connsiteY864" fmla="*/ 232203 h 373823"/>
              <a:gd name="connsiteX865" fmla="*/ 26965 w 1661833"/>
              <a:gd name="connsiteY865" fmla="*/ 235721 h 373823"/>
              <a:gd name="connsiteX866" fmla="*/ 26965 w 1661833"/>
              <a:gd name="connsiteY866" fmla="*/ 235684 h 373823"/>
              <a:gd name="connsiteX867" fmla="*/ 31367 w 1661833"/>
              <a:gd name="connsiteY867" fmla="*/ 235979 h 373823"/>
              <a:gd name="connsiteX868" fmla="*/ 44002 w 1661833"/>
              <a:gd name="connsiteY868" fmla="*/ 232590 h 373823"/>
              <a:gd name="connsiteX869" fmla="*/ 43542 w 1661833"/>
              <a:gd name="connsiteY869" fmla="*/ 230895 h 373823"/>
              <a:gd name="connsiteX870" fmla="*/ 43100 w 1661833"/>
              <a:gd name="connsiteY870" fmla="*/ 229219 h 373823"/>
              <a:gd name="connsiteX871" fmla="*/ 30465 w 1661833"/>
              <a:gd name="connsiteY871" fmla="*/ 232608 h 373823"/>
              <a:gd name="connsiteX872" fmla="*/ 28494 w 1661833"/>
              <a:gd name="connsiteY872" fmla="*/ 232608 h 373823"/>
              <a:gd name="connsiteX873" fmla="*/ 28306 w 1661833"/>
              <a:gd name="connsiteY873" fmla="*/ 232479 h 373823"/>
              <a:gd name="connsiteX874" fmla="*/ 27923 w 1661833"/>
              <a:gd name="connsiteY874" fmla="*/ 229588 h 373823"/>
              <a:gd name="connsiteX875" fmla="*/ 30170 w 1661833"/>
              <a:gd name="connsiteY875" fmla="*/ 228519 h 373823"/>
              <a:gd name="connsiteX876" fmla="*/ 31220 w 1661833"/>
              <a:gd name="connsiteY876" fmla="*/ 228243 h 373823"/>
              <a:gd name="connsiteX877" fmla="*/ 716361 w 1661833"/>
              <a:gd name="connsiteY877" fmla="*/ 221283 h 373823"/>
              <a:gd name="connsiteX878" fmla="*/ 716296 w 1661833"/>
              <a:gd name="connsiteY878" fmla="*/ 221412 h 373823"/>
              <a:gd name="connsiteX879" fmla="*/ 716307 w 1661833"/>
              <a:gd name="connsiteY879" fmla="*/ 221342 h 373823"/>
              <a:gd name="connsiteX880" fmla="*/ 337575 w 1661833"/>
              <a:gd name="connsiteY880" fmla="*/ 219182 h 373823"/>
              <a:gd name="connsiteX881" fmla="*/ 342456 w 1661833"/>
              <a:gd name="connsiteY881" fmla="*/ 219182 h 373823"/>
              <a:gd name="connsiteX882" fmla="*/ 346655 w 1661833"/>
              <a:gd name="connsiteY882" fmla="*/ 221484 h 373823"/>
              <a:gd name="connsiteX883" fmla="*/ 347230 w 1661833"/>
              <a:gd name="connsiteY883" fmla="*/ 222440 h 373823"/>
              <a:gd name="connsiteX884" fmla="*/ 345034 w 1661833"/>
              <a:gd name="connsiteY884" fmla="*/ 227986 h 373823"/>
              <a:gd name="connsiteX885" fmla="*/ 340245 w 1661833"/>
              <a:gd name="connsiteY885" fmla="*/ 227986 h 373823"/>
              <a:gd name="connsiteX886" fmla="*/ 335954 w 1661833"/>
              <a:gd name="connsiteY886" fmla="*/ 225665 h 373823"/>
              <a:gd name="connsiteX887" fmla="*/ 335284 w 1661833"/>
              <a:gd name="connsiteY887" fmla="*/ 224547 h 373823"/>
              <a:gd name="connsiteX888" fmla="*/ 337575 w 1661833"/>
              <a:gd name="connsiteY888" fmla="*/ 219182 h 373823"/>
              <a:gd name="connsiteX889" fmla="*/ 343266 w 1661833"/>
              <a:gd name="connsiteY889" fmla="*/ 215792 h 373823"/>
              <a:gd name="connsiteX890" fmla="*/ 335899 w 1661833"/>
              <a:gd name="connsiteY890" fmla="*/ 216197 h 373823"/>
              <a:gd name="connsiteX891" fmla="*/ 335173 w 1661833"/>
              <a:gd name="connsiteY891" fmla="*/ 216634 h 373823"/>
              <a:gd name="connsiteX892" fmla="*/ 333063 w 1661833"/>
              <a:gd name="connsiteY892" fmla="*/ 227580 h 373823"/>
              <a:gd name="connsiteX893" fmla="*/ 339399 w 1661833"/>
              <a:gd name="connsiteY893" fmla="*/ 231411 h 373823"/>
              <a:gd name="connsiteX894" fmla="*/ 346655 w 1661833"/>
              <a:gd name="connsiteY894" fmla="*/ 230969 h 373823"/>
              <a:gd name="connsiteX895" fmla="*/ 350542 w 1661833"/>
              <a:gd name="connsiteY895" fmla="*/ 225904 h 373823"/>
              <a:gd name="connsiteX896" fmla="*/ 349473 w 1661833"/>
              <a:gd name="connsiteY896" fmla="*/ 219586 h 373823"/>
              <a:gd name="connsiteX897" fmla="*/ 343266 w 1661833"/>
              <a:gd name="connsiteY897" fmla="*/ 215792 h 373823"/>
              <a:gd name="connsiteX898" fmla="*/ 39655 w 1661833"/>
              <a:gd name="connsiteY898" fmla="*/ 214595 h 373823"/>
              <a:gd name="connsiteX899" fmla="*/ 21808 w 1661833"/>
              <a:gd name="connsiteY899" fmla="*/ 218076 h 373823"/>
              <a:gd name="connsiteX900" fmla="*/ 22139 w 1661833"/>
              <a:gd name="connsiteY900" fmla="*/ 219789 h 373823"/>
              <a:gd name="connsiteX901" fmla="*/ 22471 w 1661833"/>
              <a:gd name="connsiteY901" fmla="*/ 221502 h 373823"/>
              <a:gd name="connsiteX902" fmla="*/ 40319 w 1661833"/>
              <a:gd name="connsiteY902" fmla="*/ 218039 h 373823"/>
              <a:gd name="connsiteX903" fmla="*/ 39987 w 1661833"/>
              <a:gd name="connsiteY903" fmla="*/ 216308 h 373823"/>
              <a:gd name="connsiteX904" fmla="*/ 78408 w 1661833"/>
              <a:gd name="connsiteY904" fmla="*/ 214410 h 373823"/>
              <a:gd name="connsiteX905" fmla="*/ 99203 w 1661833"/>
              <a:gd name="connsiteY905" fmla="*/ 217707 h 373823"/>
              <a:gd name="connsiteX906" fmla="*/ 149117 w 1661833"/>
              <a:gd name="connsiteY906" fmla="*/ 217302 h 373823"/>
              <a:gd name="connsiteX907" fmla="*/ 156356 w 1661833"/>
              <a:gd name="connsiteY907" fmla="*/ 218481 h 373823"/>
              <a:gd name="connsiteX908" fmla="*/ 172251 w 1661833"/>
              <a:gd name="connsiteY908" fmla="*/ 220323 h 373823"/>
              <a:gd name="connsiteX909" fmla="*/ 167370 w 1661833"/>
              <a:gd name="connsiteY909" fmla="*/ 240049 h 373823"/>
              <a:gd name="connsiteX910" fmla="*/ 186912 w 1661833"/>
              <a:gd name="connsiteY910" fmla="*/ 243364 h 373823"/>
              <a:gd name="connsiteX911" fmla="*/ 206435 w 1661833"/>
              <a:gd name="connsiteY911" fmla="*/ 240049 h 373823"/>
              <a:gd name="connsiteX912" fmla="*/ 201555 w 1661833"/>
              <a:gd name="connsiteY912" fmla="*/ 220341 h 373823"/>
              <a:gd name="connsiteX913" fmla="*/ 217450 w 1661833"/>
              <a:gd name="connsiteY913" fmla="*/ 218499 h 373823"/>
              <a:gd name="connsiteX914" fmla="*/ 224707 w 1661833"/>
              <a:gd name="connsiteY914" fmla="*/ 217320 h 373823"/>
              <a:gd name="connsiteX915" fmla="*/ 274621 w 1661833"/>
              <a:gd name="connsiteY915" fmla="*/ 217726 h 373823"/>
              <a:gd name="connsiteX916" fmla="*/ 274695 w 1661833"/>
              <a:gd name="connsiteY916" fmla="*/ 217707 h 373823"/>
              <a:gd name="connsiteX917" fmla="*/ 295471 w 1661833"/>
              <a:gd name="connsiteY917" fmla="*/ 214410 h 373823"/>
              <a:gd name="connsiteX918" fmla="*/ 282393 w 1661833"/>
              <a:gd name="connsiteY918" fmla="*/ 228998 h 373823"/>
              <a:gd name="connsiteX919" fmla="*/ 199989 w 1661833"/>
              <a:gd name="connsiteY919" fmla="*/ 244101 h 373823"/>
              <a:gd name="connsiteX920" fmla="*/ 205275 w 1661833"/>
              <a:gd name="connsiteY920" fmla="*/ 265245 h 373823"/>
              <a:gd name="connsiteX921" fmla="*/ 186857 w 1661833"/>
              <a:gd name="connsiteY921" fmla="*/ 269224 h 373823"/>
              <a:gd name="connsiteX922" fmla="*/ 168438 w 1661833"/>
              <a:gd name="connsiteY922" fmla="*/ 265245 h 373823"/>
              <a:gd name="connsiteX923" fmla="*/ 173724 w 1661833"/>
              <a:gd name="connsiteY923" fmla="*/ 244101 h 373823"/>
              <a:gd name="connsiteX924" fmla="*/ 91485 w 1661833"/>
              <a:gd name="connsiteY924" fmla="*/ 228998 h 373823"/>
              <a:gd name="connsiteX925" fmla="*/ 78408 w 1661833"/>
              <a:gd name="connsiteY925" fmla="*/ 214410 h 373823"/>
              <a:gd name="connsiteX926" fmla="*/ 693822 w 1661833"/>
              <a:gd name="connsiteY926" fmla="*/ 204267 h 373823"/>
              <a:gd name="connsiteX927" fmla="*/ 700243 w 1661833"/>
              <a:gd name="connsiteY927" fmla="*/ 212294 h 373823"/>
              <a:gd name="connsiteX928" fmla="*/ 707050 w 1661833"/>
              <a:gd name="connsiteY928" fmla="*/ 210625 h 373823"/>
              <a:gd name="connsiteX929" fmla="*/ 714948 w 1661833"/>
              <a:gd name="connsiteY929" fmla="*/ 210625 h 373823"/>
              <a:gd name="connsiteX930" fmla="*/ 717709 w 1661833"/>
              <a:gd name="connsiteY930" fmla="*/ 211909 h 373823"/>
              <a:gd name="connsiteX931" fmla="*/ 717067 w 1661833"/>
              <a:gd name="connsiteY931" fmla="*/ 216403 h 373823"/>
              <a:gd name="connsiteX932" fmla="*/ 716307 w 1661833"/>
              <a:gd name="connsiteY932" fmla="*/ 221342 h 373823"/>
              <a:gd name="connsiteX933" fmla="*/ 712893 w 1661833"/>
              <a:gd name="connsiteY933" fmla="*/ 225072 h 373823"/>
              <a:gd name="connsiteX934" fmla="*/ 709361 w 1661833"/>
              <a:gd name="connsiteY934" fmla="*/ 227705 h 373823"/>
              <a:gd name="connsiteX935" fmla="*/ 706857 w 1661833"/>
              <a:gd name="connsiteY935" fmla="*/ 234832 h 373823"/>
              <a:gd name="connsiteX936" fmla="*/ 701849 w 1661833"/>
              <a:gd name="connsiteY936" fmla="*/ 238235 h 373823"/>
              <a:gd name="connsiteX937" fmla="*/ 696070 w 1661833"/>
              <a:gd name="connsiteY937" fmla="*/ 238749 h 373823"/>
              <a:gd name="connsiteX938" fmla="*/ 688428 w 1661833"/>
              <a:gd name="connsiteY938" fmla="*/ 241960 h 373823"/>
              <a:gd name="connsiteX939" fmla="*/ 679310 w 1661833"/>
              <a:gd name="connsiteY939" fmla="*/ 234447 h 373823"/>
              <a:gd name="connsiteX940" fmla="*/ 680273 w 1661833"/>
              <a:gd name="connsiteY940" fmla="*/ 228796 h 373823"/>
              <a:gd name="connsiteX941" fmla="*/ 678925 w 1661833"/>
              <a:gd name="connsiteY941" fmla="*/ 224302 h 373823"/>
              <a:gd name="connsiteX942" fmla="*/ 681686 w 1661833"/>
              <a:gd name="connsiteY942" fmla="*/ 219036 h 373823"/>
              <a:gd name="connsiteX943" fmla="*/ 688685 w 1661833"/>
              <a:gd name="connsiteY943" fmla="*/ 207029 h 373823"/>
              <a:gd name="connsiteX944" fmla="*/ 693822 w 1661833"/>
              <a:gd name="connsiteY944" fmla="*/ 204267 h 373823"/>
              <a:gd name="connsiteX945" fmla="*/ 37537 w 1661833"/>
              <a:gd name="connsiteY945" fmla="*/ 197374 h 373823"/>
              <a:gd name="connsiteX946" fmla="*/ 19487 w 1661833"/>
              <a:gd name="connsiteY946" fmla="*/ 199602 h 373823"/>
              <a:gd name="connsiteX947" fmla="*/ 21034 w 1661833"/>
              <a:gd name="connsiteY947" fmla="*/ 212274 h 373823"/>
              <a:gd name="connsiteX948" fmla="*/ 22637 w 1661833"/>
              <a:gd name="connsiteY948" fmla="*/ 212090 h 373823"/>
              <a:gd name="connsiteX949" fmla="*/ 24239 w 1661833"/>
              <a:gd name="connsiteY949" fmla="*/ 211887 h 373823"/>
              <a:gd name="connsiteX950" fmla="*/ 23116 w 1661833"/>
              <a:gd name="connsiteY950" fmla="*/ 202678 h 373823"/>
              <a:gd name="connsiteX951" fmla="*/ 27812 w 1661833"/>
              <a:gd name="connsiteY951" fmla="*/ 202089 h 373823"/>
              <a:gd name="connsiteX952" fmla="*/ 28807 w 1661833"/>
              <a:gd name="connsiteY952" fmla="*/ 210211 h 373823"/>
              <a:gd name="connsiteX953" fmla="*/ 30373 w 1661833"/>
              <a:gd name="connsiteY953" fmla="*/ 210027 h 373823"/>
              <a:gd name="connsiteX954" fmla="*/ 31920 w 1661833"/>
              <a:gd name="connsiteY954" fmla="*/ 209843 h 373823"/>
              <a:gd name="connsiteX955" fmla="*/ 30925 w 1661833"/>
              <a:gd name="connsiteY955" fmla="*/ 201720 h 373823"/>
              <a:gd name="connsiteX956" fmla="*/ 34756 w 1661833"/>
              <a:gd name="connsiteY956" fmla="*/ 201241 h 373823"/>
              <a:gd name="connsiteX957" fmla="*/ 35824 w 1661833"/>
              <a:gd name="connsiteY957" fmla="*/ 209990 h 373823"/>
              <a:gd name="connsiteX958" fmla="*/ 37445 w 1661833"/>
              <a:gd name="connsiteY958" fmla="*/ 209806 h 373823"/>
              <a:gd name="connsiteX959" fmla="*/ 39029 w 1661833"/>
              <a:gd name="connsiteY959" fmla="*/ 209603 h 373823"/>
              <a:gd name="connsiteX960" fmla="*/ 341940 w 1661833"/>
              <a:gd name="connsiteY960" fmla="*/ 194298 h 373823"/>
              <a:gd name="connsiteX961" fmla="*/ 337280 w 1661833"/>
              <a:gd name="connsiteY961" fmla="*/ 196140 h 373823"/>
              <a:gd name="connsiteX962" fmla="*/ 337280 w 1661833"/>
              <a:gd name="connsiteY962" fmla="*/ 207191 h 373823"/>
              <a:gd name="connsiteX963" fmla="*/ 351205 w 1661833"/>
              <a:gd name="connsiteY963" fmla="*/ 208498 h 373823"/>
              <a:gd name="connsiteX964" fmla="*/ 354262 w 1661833"/>
              <a:gd name="connsiteY964" fmla="*/ 202973 h 373823"/>
              <a:gd name="connsiteX965" fmla="*/ 352126 w 1661833"/>
              <a:gd name="connsiteY965" fmla="*/ 197981 h 373823"/>
              <a:gd name="connsiteX966" fmla="*/ 351849 w 1661833"/>
              <a:gd name="connsiteY966" fmla="*/ 197834 h 373823"/>
              <a:gd name="connsiteX967" fmla="*/ 354225 w 1661833"/>
              <a:gd name="connsiteY967" fmla="*/ 197687 h 373823"/>
              <a:gd name="connsiteX968" fmla="*/ 354391 w 1661833"/>
              <a:gd name="connsiteY968" fmla="*/ 195384 h 373823"/>
              <a:gd name="connsiteX969" fmla="*/ 344611 w 1661833"/>
              <a:gd name="connsiteY969" fmla="*/ 194537 h 373823"/>
              <a:gd name="connsiteX970" fmla="*/ 344003 w 1661833"/>
              <a:gd name="connsiteY970" fmla="*/ 201518 h 373823"/>
              <a:gd name="connsiteX971" fmla="*/ 347134 w 1661833"/>
              <a:gd name="connsiteY971" fmla="*/ 201794 h 373823"/>
              <a:gd name="connsiteX972" fmla="*/ 347466 w 1661833"/>
              <a:gd name="connsiteY972" fmla="*/ 197852 h 373823"/>
              <a:gd name="connsiteX973" fmla="*/ 349621 w 1661833"/>
              <a:gd name="connsiteY973" fmla="*/ 198958 h 373823"/>
              <a:gd name="connsiteX974" fmla="*/ 351021 w 1661833"/>
              <a:gd name="connsiteY974" fmla="*/ 202254 h 373823"/>
              <a:gd name="connsiteX975" fmla="*/ 349179 w 1661833"/>
              <a:gd name="connsiteY975" fmla="*/ 205717 h 373823"/>
              <a:gd name="connsiteX976" fmla="*/ 344372 w 1661833"/>
              <a:gd name="connsiteY976" fmla="*/ 206528 h 373823"/>
              <a:gd name="connsiteX977" fmla="*/ 339748 w 1661833"/>
              <a:gd name="connsiteY977" fmla="*/ 204833 h 373823"/>
              <a:gd name="connsiteX978" fmla="*/ 338349 w 1661833"/>
              <a:gd name="connsiteY978" fmla="*/ 201149 h 373823"/>
              <a:gd name="connsiteX979" fmla="*/ 339454 w 1661833"/>
              <a:gd name="connsiteY979" fmla="*/ 198810 h 373823"/>
              <a:gd name="connsiteX980" fmla="*/ 341646 w 1661833"/>
              <a:gd name="connsiteY980" fmla="*/ 197779 h 373823"/>
              <a:gd name="connsiteX981" fmla="*/ 90361 w 1661833"/>
              <a:gd name="connsiteY981" fmla="*/ 188643 h 373823"/>
              <a:gd name="connsiteX982" fmla="*/ 101891 w 1661833"/>
              <a:gd name="connsiteY982" fmla="*/ 189896 h 373823"/>
              <a:gd name="connsiteX983" fmla="*/ 111893 w 1661833"/>
              <a:gd name="connsiteY983" fmla="*/ 189896 h 373823"/>
              <a:gd name="connsiteX984" fmla="*/ 123349 w 1661833"/>
              <a:gd name="connsiteY984" fmla="*/ 189785 h 373823"/>
              <a:gd name="connsiteX985" fmla="*/ 140644 w 1661833"/>
              <a:gd name="connsiteY985" fmla="*/ 190227 h 373823"/>
              <a:gd name="connsiteX986" fmla="*/ 159339 w 1661833"/>
              <a:gd name="connsiteY986" fmla="*/ 194574 h 373823"/>
              <a:gd name="connsiteX987" fmla="*/ 172545 w 1661833"/>
              <a:gd name="connsiteY987" fmla="*/ 195477 h 373823"/>
              <a:gd name="connsiteX988" fmla="*/ 168088 w 1661833"/>
              <a:gd name="connsiteY988" fmla="*/ 214429 h 373823"/>
              <a:gd name="connsiteX989" fmla="*/ 186506 w 1661833"/>
              <a:gd name="connsiteY989" fmla="*/ 216603 h 373823"/>
              <a:gd name="connsiteX990" fmla="*/ 186709 w 1661833"/>
              <a:gd name="connsiteY990" fmla="*/ 216603 h 373823"/>
              <a:gd name="connsiteX991" fmla="*/ 186948 w 1661833"/>
              <a:gd name="connsiteY991" fmla="*/ 216603 h 373823"/>
              <a:gd name="connsiteX992" fmla="*/ 205496 w 1661833"/>
              <a:gd name="connsiteY992" fmla="*/ 214392 h 373823"/>
              <a:gd name="connsiteX993" fmla="*/ 201038 w 1661833"/>
              <a:gd name="connsiteY993" fmla="*/ 195440 h 373823"/>
              <a:gd name="connsiteX994" fmla="*/ 214244 w 1661833"/>
              <a:gd name="connsiteY994" fmla="*/ 194537 h 373823"/>
              <a:gd name="connsiteX995" fmla="*/ 233013 w 1661833"/>
              <a:gd name="connsiteY995" fmla="*/ 190246 h 373823"/>
              <a:gd name="connsiteX996" fmla="*/ 250308 w 1661833"/>
              <a:gd name="connsiteY996" fmla="*/ 189804 h 373823"/>
              <a:gd name="connsiteX997" fmla="*/ 261764 w 1661833"/>
              <a:gd name="connsiteY997" fmla="*/ 189914 h 373823"/>
              <a:gd name="connsiteX998" fmla="*/ 271765 w 1661833"/>
              <a:gd name="connsiteY998" fmla="*/ 189914 h 373823"/>
              <a:gd name="connsiteX999" fmla="*/ 271765 w 1661833"/>
              <a:gd name="connsiteY999" fmla="*/ 189896 h 373823"/>
              <a:gd name="connsiteX1000" fmla="*/ 283295 w 1661833"/>
              <a:gd name="connsiteY1000" fmla="*/ 188643 h 373823"/>
              <a:gd name="connsiteX1001" fmla="*/ 272244 w 1661833"/>
              <a:gd name="connsiteY1001" fmla="*/ 199529 h 373823"/>
              <a:gd name="connsiteX1002" fmla="*/ 256165 w 1661833"/>
              <a:gd name="connsiteY1002" fmla="*/ 206896 h 373823"/>
              <a:gd name="connsiteX1003" fmla="*/ 216915 w 1661833"/>
              <a:gd name="connsiteY1003" fmla="*/ 215571 h 373823"/>
              <a:gd name="connsiteX1004" fmla="*/ 199399 w 1661833"/>
              <a:gd name="connsiteY1004" fmla="*/ 217542 h 373823"/>
              <a:gd name="connsiteX1005" fmla="*/ 197705 w 1661833"/>
              <a:gd name="connsiteY1005" fmla="*/ 217708 h 373823"/>
              <a:gd name="connsiteX1006" fmla="*/ 202622 w 1661833"/>
              <a:gd name="connsiteY1006" fmla="*/ 237655 h 373823"/>
              <a:gd name="connsiteX1007" fmla="*/ 186764 w 1661833"/>
              <a:gd name="connsiteY1007" fmla="*/ 240344 h 373823"/>
              <a:gd name="connsiteX1008" fmla="*/ 170887 w 1661833"/>
              <a:gd name="connsiteY1008" fmla="*/ 237655 h 373823"/>
              <a:gd name="connsiteX1009" fmla="*/ 175823 w 1661833"/>
              <a:gd name="connsiteY1009" fmla="*/ 217708 h 373823"/>
              <a:gd name="connsiteX1010" fmla="*/ 174110 w 1661833"/>
              <a:gd name="connsiteY1010" fmla="*/ 217542 h 373823"/>
              <a:gd name="connsiteX1011" fmla="*/ 156594 w 1661833"/>
              <a:gd name="connsiteY1011" fmla="*/ 215571 h 373823"/>
              <a:gd name="connsiteX1012" fmla="*/ 117492 w 1661833"/>
              <a:gd name="connsiteY1012" fmla="*/ 206896 h 373823"/>
              <a:gd name="connsiteX1013" fmla="*/ 101412 w 1661833"/>
              <a:gd name="connsiteY1013" fmla="*/ 199529 h 373823"/>
              <a:gd name="connsiteX1014" fmla="*/ 90361 w 1661833"/>
              <a:gd name="connsiteY1014" fmla="*/ 188643 h 373823"/>
              <a:gd name="connsiteX1015" fmla="*/ 779481 w 1661833"/>
              <a:gd name="connsiteY1015" fmla="*/ 188472 h 373823"/>
              <a:gd name="connsiteX1016" fmla="*/ 784619 w 1661833"/>
              <a:gd name="connsiteY1016" fmla="*/ 189628 h 373823"/>
              <a:gd name="connsiteX1017" fmla="*/ 789820 w 1661833"/>
              <a:gd name="connsiteY1017" fmla="*/ 192324 h 373823"/>
              <a:gd name="connsiteX1018" fmla="*/ 795021 w 1661833"/>
              <a:gd name="connsiteY1018" fmla="*/ 192774 h 373823"/>
              <a:gd name="connsiteX1019" fmla="*/ 800158 w 1661833"/>
              <a:gd name="connsiteY1019" fmla="*/ 194379 h 373823"/>
              <a:gd name="connsiteX1020" fmla="*/ 804589 w 1661833"/>
              <a:gd name="connsiteY1020" fmla="*/ 193673 h 373823"/>
              <a:gd name="connsiteX1021" fmla="*/ 815119 w 1661833"/>
              <a:gd name="connsiteY1021" fmla="*/ 202984 h 373823"/>
              <a:gd name="connsiteX1022" fmla="*/ 814542 w 1661833"/>
              <a:gd name="connsiteY1022" fmla="*/ 203112 h 373823"/>
              <a:gd name="connsiteX1023" fmla="*/ 817303 w 1661833"/>
              <a:gd name="connsiteY1023" fmla="*/ 207158 h 373823"/>
              <a:gd name="connsiteX1024" fmla="*/ 817303 w 1661833"/>
              <a:gd name="connsiteY1024" fmla="*/ 212423 h 373823"/>
              <a:gd name="connsiteX1025" fmla="*/ 813578 w 1661833"/>
              <a:gd name="connsiteY1025" fmla="*/ 217304 h 373823"/>
              <a:gd name="connsiteX1026" fmla="*/ 810689 w 1661833"/>
              <a:gd name="connsiteY1026" fmla="*/ 223211 h 373823"/>
              <a:gd name="connsiteX1027" fmla="*/ 807286 w 1661833"/>
              <a:gd name="connsiteY1027" fmla="*/ 227192 h 373823"/>
              <a:gd name="connsiteX1028" fmla="*/ 801378 w 1661833"/>
              <a:gd name="connsiteY1028" fmla="*/ 229568 h 373823"/>
              <a:gd name="connsiteX1029" fmla="*/ 796369 w 1661833"/>
              <a:gd name="connsiteY1029" fmla="*/ 229568 h 373823"/>
              <a:gd name="connsiteX1030" fmla="*/ 791104 w 1661833"/>
              <a:gd name="connsiteY1030" fmla="*/ 232072 h 373823"/>
              <a:gd name="connsiteX1031" fmla="*/ 786995 w 1661833"/>
              <a:gd name="connsiteY1031" fmla="*/ 227706 h 373823"/>
              <a:gd name="connsiteX1032" fmla="*/ 786995 w 1661833"/>
              <a:gd name="connsiteY1032" fmla="*/ 221927 h 373823"/>
              <a:gd name="connsiteX1033" fmla="*/ 782756 w 1661833"/>
              <a:gd name="connsiteY1033" fmla="*/ 214157 h 373823"/>
              <a:gd name="connsiteX1034" fmla="*/ 779353 w 1661833"/>
              <a:gd name="connsiteY1034" fmla="*/ 207415 h 373823"/>
              <a:gd name="connsiteX1035" fmla="*/ 777363 w 1661833"/>
              <a:gd name="connsiteY1035" fmla="*/ 199902 h 373823"/>
              <a:gd name="connsiteX1036" fmla="*/ 777748 w 1661833"/>
              <a:gd name="connsiteY1036" fmla="*/ 195279 h 373823"/>
              <a:gd name="connsiteX1037" fmla="*/ 779481 w 1661833"/>
              <a:gd name="connsiteY1037" fmla="*/ 188472 h 373823"/>
              <a:gd name="connsiteX1038" fmla="*/ 30096 w 1661833"/>
              <a:gd name="connsiteY1038" fmla="*/ 181902 h 373823"/>
              <a:gd name="connsiteX1039" fmla="*/ 34093 w 1661833"/>
              <a:gd name="connsiteY1039" fmla="*/ 181902 h 373823"/>
              <a:gd name="connsiteX1040" fmla="*/ 34093 w 1661833"/>
              <a:gd name="connsiteY1040" fmla="*/ 185770 h 373823"/>
              <a:gd name="connsiteX1041" fmla="*/ 33595 w 1661833"/>
              <a:gd name="connsiteY1041" fmla="*/ 187815 h 373823"/>
              <a:gd name="connsiteX1042" fmla="*/ 32195 w 1661833"/>
              <a:gd name="connsiteY1042" fmla="*/ 188478 h 373823"/>
              <a:gd name="connsiteX1043" fmla="*/ 30593 w 1661833"/>
              <a:gd name="connsiteY1043" fmla="*/ 187870 h 373823"/>
              <a:gd name="connsiteX1044" fmla="*/ 30096 w 1661833"/>
              <a:gd name="connsiteY1044" fmla="*/ 185899 h 373823"/>
              <a:gd name="connsiteX1045" fmla="*/ 22194 w 1661833"/>
              <a:gd name="connsiteY1045" fmla="*/ 181662 h 373823"/>
              <a:gd name="connsiteX1046" fmla="*/ 27038 w 1661833"/>
              <a:gd name="connsiteY1046" fmla="*/ 181754 h 373823"/>
              <a:gd name="connsiteX1047" fmla="*/ 27038 w 1661833"/>
              <a:gd name="connsiteY1047" fmla="*/ 185917 h 373823"/>
              <a:gd name="connsiteX1048" fmla="*/ 26449 w 1661833"/>
              <a:gd name="connsiteY1048" fmla="*/ 188017 h 373823"/>
              <a:gd name="connsiteX1049" fmla="*/ 24736 w 1661833"/>
              <a:gd name="connsiteY1049" fmla="*/ 188680 h 373823"/>
              <a:gd name="connsiteX1050" fmla="*/ 22802 w 1661833"/>
              <a:gd name="connsiteY1050" fmla="*/ 187961 h 373823"/>
              <a:gd name="connsiteX1051" fmla="*/ 22194 w 1661833"/>
              <a:gd name="connsiteY1051" fmla="*/ 185899 h 373823"/>
              <a:gd name="connsiteX1052" fmla="*/ 19156 w 1661833"/>
              <a:gd name="connsiteY1052" fmla="*/ 178255 h 373823"/>
              <a:gd name="connsiteX1053" fmla="*/ 19156 w 1661833"/>
              <a:gd name="connsiteY1053" fmla="*/ 179931 h 373823"/>
              <a:gd name="connsiteX1054" fmla="*/ 19137 w 1661833"/>
              <a:gd name="connsiteY1054" fmla="*/ 185844 h 373823"/>
              <a:gd name="connsiteX1055" fmla="*/ 20500 w 1661833"/>
              <a:gd name="connsiteY1055" fmla="*/ 190522 h 373823"/>
              <a:gd name="connsiteX1056" fmla="*/ 24718 w 1661833"/>
              <a:gd name="connsiteY1056" fmla="*/ 192180 h 373823"/>
              <a:gd name="connsiteX1057" fmla="*/ 28236 w 1661833"/>
              <a:gd name="connsiteY1057" fmla="*/ 190632 h 373823"/>
              <a:gd name="connsiteX1058" fmla="*/ 28844 w 1661833"/>
              <a:gd name="connsiteY1058" fmla="*/ 189601 h 373823"/>
              <a:gd name="connsiteX1059" fmla="*/ 32527 w 1661833"/>
              <a:gd name="connsiteY1059" fmla="*/ 191756 h 373823"/>
              <a:gd name="connsiteX1060" fmla="*/ 35935 w 1661833"/>
              <a:gd name="connsiteY1060" fmla="*/ 190448 h 373823"/>
              <a:gd name="connsiteX1061" fmla="*/ 37206 w 1661833"/>
              <a:gd name="connsiteY1061" fmla="*/ 186672 h 373823"/>
              <a:gd name="connsiteX1062" fmla="*/ 37335 w 1661833"/>
              <a:gd name="connsiteY1062" fmla="*/ 180244 h 373823"/>
              <a:gd name="connsiteX1063" fmla="*/ 37335 w 1661833"/>
              <a:gd name="connsiteY1063" fmla="*/ 178587 h 373823"/>
              <a:gd name="connsiteX1064" fmla="*/ 336488 w 1661833"/>
              <a:gd name="connsiteY1064" fmla="*/ 175013 h 373823"/>
              <a:gd name="connsiteX1065" fmla="*/ 336488 w 1661833"/>
              <a:gd name="connsiteY1065" fmla="*/ 177003 h 373823"/>
              <a:gd name="connsiteX1066" fmla="*/ 336488 w 1661833"/>
              <a:gd name="connsiteY1066" fmla="*/ 178973 h 373823"/>
              <a:gd name="connsiteX1067" fmla="*/ 344464 w 1661833"/>
              <a:gd name="connsiteY1067" fmla="*/ 181957 h 373823"/>
              <a:gd name="connsiteX1068" fmla="*/ 336709 w 1661833"/>
              <a:gd name="connsiteY1068" fmla="*/ 185641 h 373823"/>
              <a:gd name="connsiteX1069" fmla="*/ 336709 w 1661833"/>
              <a:gd name="connsiteY1069" fmla="*/ 187722 h 373823"/>
              <a:gd name="connsiteX1070" fmla="*/ 336709 w 1661833"/>
              <a:gd name="connsiteY1070" fmla="*/ 189804 h 373823"/>
              <a:gd name="connsiteX1071" fmla="*/ 347760 w 1661833"/>
              <a:gd name="connsiteY1071" fmla="*/ 183560 h 373823"/>
              <a:gd name="connsiteX1072" fmla="*/ 354594 w 1661833"/>
              <a:gd name="connsiteY1072" fmla="*/ 183320 h 373823"/>
              <a:gd name="connsiteX1073" fmla="*/ 354594 w 1661833"/>
              <a:gd name="connsiteY1073" fmla="*/ 181570 h 373823"/>
              <a:gd name="connsiteX1074" fmla="*/ 354594 w 1661833"/>
              <a:gd name="connsiteY1074" fmla="*/ 179839 h 373823"/>
              <a:gd name="connsiteX1075" fmla="*/ 347687 w 1661833"/>
              <a:gd name="connsiteY1075" fmla="*/ 180079 h 373823"/>
              <a:gd name="connsiteX1076" fmla="*/ 272189 w 1661833"/>
              <a:gd name="connsiteY1076" fmla="*/ 159929 h 373823"/>
              <a:gd name="connsiteX1077" fmla="*/ 261304 w 1661833"/>
              <a:gd name="connsiteY1077" fmla="*/ 171883 h 373823"/>
              <a:gd name="connsiteX1078" fmla="*/ 245261 w 1661833"/>
              <a:gd name="connsiteY1078" fmla="*/ 182271 h 373823"/>
              <a:gd name="connsiteX1079" fmla="*/ 213637 w 1661833"/>
              <a:gd name="connsiteY1079" fmla="*/ 191572 h 373823"/>
              <a:gd name="connsiteX1080" fmla="*/ 199988 w 1661833"/>
              <a:gd name="connsiteY1080" fmla="*/ 192438 h 373823"/>
              <a:gd name="connsiteX1081" fmla="*/ 197170 w 1661833"/>
              <a:gd name="connsiteY1081" fmla="*/ 192438 h 373823"/>
              <a:gd name="connsiteX1082" fmla="*/ 201738 w 1661833"/>
              <a:gd name="connsiteY1082" fmla="*/ 211833 h 373823"/>
              <a:gd name="connsiteX1083" fmla="*/ 187003 w 1661833"/>
              <a:gd name="connsiteY1083" fmla="*/ 213675 h 373823"/>
              <a:gd name="connsiteX1084" fmla="*/ 186819 w 1661833"/>
              <a:gd name="connsiteY1084" fmla="*/ 213675 h 373823"/>
              <a:gd name="connsiteX1085" fmla="*/ 186617 w 1661833"/>
              <a:gd name="connsiteY1085" fmla="*/ 213675 h 373823"/>
              <a:gd name="connsiteX1086" fmla="*/ 171882 w 1661833"/>
              <a:gd name="connsiteY1086" fmla="*/ 211833 h 373823"/>
              <a:gd name="connsiteX1087" fmla="*/ 176468 w 1661833"/>
              <a:gd name="connsiteY1087" fmla="*/ 192475 h 373823"/>
              <a:gd name="connsiteX1088" fmla="*/ 173650 w 1661833"/>
              <a:gd name="connsiteY1088" fmla="*/ 192475 h 373823"/>
              <a:gd name="connsiteX1089" fmla="*/ 160002 w 1661833"/>
              <a:gd name="connsiteY1089" fmla="*/ 191609 h 373823"/>
              <a:gd name="connsiteX1090" fmla="*/ 128377 w 1661833"/>
              <a:gd name="connsiteY1090" fmla="*/ 182308 h 373823"/>
              <a:gd name="connsiteX1091" fmla="*/ 112298 w 1661833"/>
              <a:gd name="connsiteY1091" fmla="*/ 171901 h 373823"/>
              <a:gd name="connsiteX1092" fmla="*/ 101449 w 1661833"/>
              <a:gd name="connsiteY1092" fmla="*/ 159966 h 373823"/>
              <a:gd name="connsiteX1093" fmla="*/ 112832 w 1661833"/>
              <a:gd name="connsiteY1093" fmla="*/ 161255 h 373823"/>
              <a:gd name="connsiteX1094" fmla="*/ 117252 w 1661833"/>
              <a:gd name="connsiteY1094" fmla="*/ 161458 h 373823"/>
              <a:gd name="connsiteX1095" fmla="*/ 138028 w 1661833"/>
              <a:gd name="connsiteY1095" fmla="*/ 162545 h 373823"/>
              <a:gd name="connsiteX1096" fmla="*/ 140349 w 1661833"/>
              <a:gd name="connsiteY1096" fmla="*/ 163779 h 373823"/>
              <a:gd name="connsiteX1097" fmla="*/ 163814 w 1661833"/>
              <a:gd name="connsiteY1097" fmla="*/ 171275 h 373823"/>
              <a:gd name="connsiteX1098" fmla="*/ 168014 w 1661833"/>
              <a:gd name="connsiteY1098" fmla="*/ 171551 h 373823"/>
              <a:gd name="connsiteX1099" fmla="*/ 173171 w 1661833"/>
              <a:gd name="connsiteY1099" fmla="*/ 171275 h 373823"/>
              <a:gd name="connsiteX1100" fmla="*/ 169119 w 1661833"/>
              <a:gd name="connsiteY1100" fmla="*/ 188128 h 373823"/>
              <a:gd name="connsiteX1101" fmla="*/ 186911 w 1661833"/>
              <a:gd name="connsiteY1101" fmla="*/ 189252 h 373823"/>
              <a:gd name="connsiteX1102" fmla="*/ 204685 w 1661833"/>
              <a:gd name="connsiteY1102" fmla="*/ 188128 h 373823"/>
              <a:gd name="connsiteX1103" fmla="*/ 200651 w 1661833"/>
              <a:gd name="connsiteY1103" fmla="*/ 171275 h 373823"/>
              <a:gd name="connsiteX1104" fmla="*/ 205790 w 1661833"/>
              <a:gd name="connsiteY1104" fmla="*/ 171551 h 373823"/>
              <a:gd name="connsiteX1105" fmla="*/ 209990 w 1661833"/>
              <a:gd name="connsiteY1105" fmla="*/ 171275 h 373823"/>
              <a:gd name="connsiteX1106" fmla="*/ 233473 w 1661833"/>
              <a:gd name="connsiteY1106" fmla="*/ 163779 h 373823"/>
              <a:gd name="connsiteX1107" fmla="*/ 235794 w 1661833"/>
              <a:gd name="connsiteY1107" fmla="*/ 162545 h 373823"/>
              <a:gd name="connsiteX1108" fmla="*/ 256570 w 1661833"/>
              <a:gd name="connsiteY1108" fmla="*/ 161458 h 373823"/>
              <a:gd name="connsiteX1109" fmla="*/ 260972 w 1661833"/>
              <a:gd name="connsiteY1109" fmla="*/ 161255 h 373823"/>
              <a:gd name="connsiteX1110" fmla="*/ 260788 w 1661833"/>
              <a:gd name="connsiteY1110" fmla="*/ 161219 h 373823"/>
              <a:gd name="connsiteX1111" fmla="*/ 272189 w 1661833"/>
              <a:gd name="connsiteY1111" fmla="*/ 159929 h 373823"/>
              <a:gd name="connsiteX1112" fmla="*/ 761053 w 1661833"/>
              <a:gd name="connsiteY1112" fmla="*/ 151229 h 373823"/>
              <a:gd name="connsiteX1113" fmla="*/ 756301 w 1661833"/>
              <a:gd name="connsiteY1113" fmla="*/ 151871 h 373823"/>
              <a:gd name="connsiteX1114" fmla="*/ 751421 w 1661833"/>
              <a:gd name="connsiteY1114" fmla="*/ 153476 h 373823"/>
              <a:gd name="connsiteX1115" fmla="*/ 747761 w 1661833"/>
              <a:gd name="connsiteY1115" fmla="*/ 155788 h 373823"/>
              <a:gd name="connsiteX1116" fmla="*/ 738257 w 1661833"/>
              <a:gd name="connsiteY1116" fmla="*/ 159897 h 373823"/>
              <a:gd name="connsiteX1117" fmla="*/ 735368 w 1661833"/>
              <a:gd name="connsiteY1117" fmla="*/ 164777 h 373823"/>
              <a:gd name="connsiteX1118" fmla="*/ 739477 w 1661833"/>
              <a:gd name="connsiteY1118" fmla="*/ 168887 h 373823"/>
              <a:gd name="connsiteX1119" fmla="*/ 746733 w 1661833"/>
              <a:gd name="connsiteY1119" fmla="*/ 166640 h 373823"/>
              <a:gd name="connsiteX1120" fmla="*/ 753540 w 1661833"/>
              <a:gd name="connsiteY1120" fmla="*/ 161374 h 373823"/>
              <a:gd name="connsiteX1121" fmla="*/ 759191 w 1661833"/>
              <a:gd name="connsiteY1121" fmla="*/ 156366 h 373823"/>
              <a:gd name="connsiteX1122" fmla="*/ 761053 w 1661833"/>
              <a:gd name="connsiteY1122" fmla="*/ 151229 h 373823"/>
              <a:gd name="connsiteX1123" fmla="*/ 986632 w 1661833"/>
              <a:gd name="connsiteY1123" fmla="*/ 140890 h 373823"/>
              <a:gd name="connsiteX1124" fmla="*/ 979119 w 1661833"/>
              <a:gd name="connsiteY1124" fmla="*/ 142174 h 373823"/>
              <a:gd name="connsiteX1125" fmla="*/ 977321 w 1661833"/>
              <a:gd name="connsiteY1125" fmla="*/ 146155 h 373823"/>
              <a:gd name="connsiteX1126" fmla="*/ 977899 w 1661833"/>
              <a:gd name="connsiteY1126" fmla="*/ 149880 h 373823"/>
              <a:gd name="connsiteX1127" fmla="*/ 984321 w 1661833"/>
              <a:gd name="connsiteY1127" fmla="*/ 150586 h 373823"/>
              <a:gd name="connsiteX1128" fmla="*/ 984385 w 1661833"/>
              <a:gd name="connsiteY1128" fmla="*/ 150586 h 373823"/>
              <a:gd name="connsiteX1129" fmla="*/ 988687 w 1661833"/>
              <a:gd name="connsiteY1129" fmla="*/ 143137 h 373823"/>
              <a:gd name="connsiteX1130" fmla="*/ 988702 w 1661833"/>
              <a:gd name="connsiteY1130" fmla="*/ 142798 h 373823"/>
              <a:gd name="connsiteX1131" fmla="*/ 986632 w 1661833"/>
              <a:gd name="connsiteY1131" fmla="*/ 140890 h 373823"/>
              <a:gd name="connsiteX1132" fmla="*/ 1009107 w 1661833"/>
              <a:gd name="connsiteY1132" fmla="*/ 134211 h 373823"/>
              <a:gd name="connsiteX1133" fmla="*/ 1003264 w 1661833"/>
              <a:gd name="connsiteY1133" fmla="*/ 136138 h 373823"/>
              <a:gd name="connsiteX1134" fmla="*/ 1002556 w 1661833"/>
              <a:gd name="connsiteY1134" fmla="*/ 141981 h 373823"/>
              <a:gd name="connsiteX1135" fmla="*/ 1006152 w 1661833"/>
              <a:gd name="connsiteY1135" fmla="*/ 145256 h 373823"/>
              <a:gd name="connsiteX1136" fmla="*/ 1012574 w 1661833"/>
              <a:gd name="connsiteY1136" fmla="*/ 140440 h 373823"/>
              <a:gd name="connsiteX1137" fmla="*/ 1012831 w 1661833"/>
              <a:gd name="connsiteY1137" fmla="*/ 140440 h 373823"/>
              <a:gd name="connsiteX1138" fmla="*/ 1012831 w 1661833"/>
              <a:gd name="connsiteY1138" fmla="*/ 135560 h 373823"/>
              <a:gd name="connsiteX1139" fmla="*/ 1009107 w 1661833"/>
              <a:gd name="connsiteY1139" fmla="*/ 134211 h 373823"/>
              <a:gd name="connsiteX1140" fmla="*/ 774281 w 1661833"/>
              <a:gd name="connsiteY1140" fmla="*/ 126827 h 373823"/>
              <a:gd name="connsiteX1141" fmla="*/ 779803 w 1661833"/>
              <a:gd name="connsiteY1141" fmla="*/ 128947 h 373823"/>
              <a:gd name="connsiteX1142" fmla="*/ 786224 w 1661833"/>
              <a:gd name="connsiteY1142" fmla="*/ 128947 h 373823"/>
              <a:gd name="connsiteX1143" fmla="*/ 795278 w 1661833"/>
              <a:gd name="connsiteY1143" fmla="*/ 134854 h 373823"/>
              <a:gd name="connsiteX1144" fmla="*/ 797783 w 1661833"/>
              <a:gd name="connsiteY1144" fmla="*/ 142367 h 373823"/>
              <a:gd name="connsiteX1145" fmla="*/ 797783 w 1661833"/>
              <a:gd name="connsiteY1145" fmla="*/ 148211 h 373823"/>
              <a:gd name="connsiteX1146" fmla="*/ 790141 w 1661833"/>
              <a:gd name="connsiteY1146" fmla="*/ 155980 h 373823"/>
              <a:gd name="connsiteX1147" fmla="*/ 789884 w 1661833"/>
              <a:gd name="connsiteY1147" fmla="*/ 155980 h 373823"/>
              <a:gd name="connsiteX1148" fmla="*/ 786224 w 1661833"/>
              <a:gd name="connsiteY1148" fmla="*/ 162402 h 373823"/>
              <a:gd name="connsiteX1149" fmla="*/ 774216 w 1661833"/>
              <a:gd name="connsiteY1149" fmla="*/ 183335 h 373823"/>
              <a:gd name="connsiteX1150" fmla="*/ 768951 w 1661833"/>
              <a:gd name="connsiteY1150" fmla="*/ 190077 h 373823"/>
              <a:gd name="connsiteX1151" fmla="*/ 765034 w 1661833"/>
              <a:gd name="connsiteY1151" fmla="*/ 190591 h 373823"/>
              <a:gd name="connsiteX1152" fmla="*/ 761310 w 1661833"/>
              <a:gd name="connsiteY1152" fmla="*/ 194765 h 373823"/>
              <a:gd name="connsiteX1153" fmla="*/ 762530 w 1661833"/>
              <a:gd name="connsiteY1153" fmla="*/ 202406 h 373823"/>
              <a:gd name="connsiteX1154" fmla="*/ 762530 w 1661833"/>
              <a:gd name="connsiteY1154" fmla="*/ 236375 h 373823"/>
              <a:gd name="connsiteX1155" fmla="*/ 756109 w 1661833"/>
              <a:gd name="connsiteY1155" fmla="*/ 246007 h 373823"/>
              <a:gd name="connsiteX1156" fmla="*/ 749238 w 1661833"/>
              <a:gd name="connsiteY1156" fmla="*/ 252877 h 373823"/>
              <a:gd name="connsiteX1157" fmla="*/ 742816 w 1661833"/>
              <a:gd name="connsiteY1157" fmla="*/ 256152 h 373823"/>
              <a:gd name="connsiteX1158" fmla="*/ 739927 w 1661833"/>
              <a:gd name="connsiteY1158" fmla="*/ 254161 h 373823"/>
              <a:gd name="connsiteX1159" fmla="*/ 735432 w 1661833"/>
              <a:gd name="connsiteY1159" fmla="*/ 252171 h 373823"/>
              <a:gd name="connsiteX1160" fmla="*/ 731900 w 1661833"/>
              <a:gd name="connsiteY1160" fmla="*/ 249410 h 373823"/>
              <a:gd name="connsiteX1161" fmla="*/ 725992 w 1661833"/>
              <a:gd name="connsiteY1161" fmla="*/ 246521 h 373823"/>
              <a:gd name="connsiteX1162" fmla="*/ 722782 w 1661833"/>
              <a:gd name="connsiteY1162" fmla="*/ 240484 h 373823"/>
              <a:gd name="connsiteX1163" fmla="*/ 713728 w 1661833"/>
              <a:gd name="connsiteY1163" fmla="*/ 231238 h 373823"/>
              <a:gd name="connsiteX1164" fmla="*/ 719507 w 1661833"/>
              <a:gd name="connsiteY1164" fmla="*/ 228862 h 373823"/>
              <a:gd name="connsiteX1165" fmla="*/ 728047 w 1661833"/>
              <a:gd name="connsiteY1165" fmla="*/ 231815 h 373823"/>
              <a:gd name="connsiteX1166" fmla="*/ 734918 w 1661833"/>
              <a:gd name="connsiteY1166" fmla="*/ 223789 h 373823"/>
              <a:gd name="connsiteX1167" fmla="*/ 734918 w 1661833"/>
              <a:gd name="connsiteY1167" fmla="*/ 218202 h 373823"/>
              <a:gd name="connsiteX1168" fmla="*/ 734918 w 1661833"/>
              <a:gd name="connsiteY1168" fmla="*/ 210561 h 373823"/>
              <a:gd name="connsiteX1169" fmla="*/ 736138 w 1661833"/>
              <a:gd name="connsiteY1169" fmla="*/ 200351 h 373823"/>
              <a:gd name="connsiteX1170" fmla="*/ 734276 w 1661833"/>
              <a:gd name="connsiteY1170" fmla="*/ 196884 h 373823"/>
              <a:gd name="connsiteX1171" fmla="*/ 728754 w 1661833"/>
              <a:gd name="connsiteY1171" fmla="*/ 195343 h 373823"/>
              <a:gd name="connsiteX1172" fmla="*/ 724387 w 1661833"/>
              <a:gd name="connsiteY1172" fmla="*/ 196113 h 373823"/>
              <a:gd name="connsiteX1173" fmla="*/ 717388 w 1661833"/>
              <a:gd name="connsiteY1173" fmla="*/ 195471 h 373823"/>
              <a:gd name="connsiteX1174" fmla="*/ 714884 w 1661833"/>
              <a:gd name="connsiteY1174" fmla="*/ 193224 h 373823"/>
              <a:gd name="connsiteX1175" fmla="*/ 713471 w 1661833"/>
              <a:gd name="connsiteY1175" fmla="*/ 188087 h 373823"/>
              <a:gd name="connsiteX1176" fmla="*/ 712251 w 1661833"/>
              <a:gd name="connsiteY1176" fmla="*/ 185325 h 373823"/>
              <a:gd name="connsiteX1177" fmla="*/ 711609 w 1661833"/>
              <a:gd name="connsiteY1177" fmla="*/ 179931 h 373823"/>
              <a:gd name="connsiteX1178" fmla="*/ 709875 w 1661833"/>
              <a:gd name="connsiteY1178" fmla="*/ 172034 h 373823"/>
              <a:gd name="connsiteX1179" fmla="*/ 708206 w 1661833"/>
              <a:gd name="connsiteY1179" fmla="*/ 161888 h 373823"/>
              <a:gd name="connsiteX1180" fmla="*/ 707692 w 1661833"/>
              <a:gd name="connsiteY1180" fmla="*/ 151614 h 373823"/>
              <a:gd name="connsiteX1181" fmla="*/ 714113 w 1661833"/>
              <a:gd name="connsiteY1181" fmla="*/ 139992 h 373823"/>
              <a:gd name="connsiteX1182" fmla="*/ 720021 w 1661833"/>
              <a:gd name="connsiteY1182" fmla="*/ 137359 h 373823"/>
              <a:gd name="connsiteX1183" fmla="*/ 725286 w 1661833"/>
              <a:gd name="connsiteY1183" fmla="*/ 140120 h 373823"/>
              <a:gd name="connsiteX1184" fmla="*/ 727790 w 1661833"/>
              <a:gd name="connsiteY1184" fmla="*/ 143459 h 373823"/>
              <a:gd name="connsiteX1185" fmla="*/ 738707 w 1661833"/>
              <a:gd name="connsiteY1185" fmla="*/ 140248 h 373823"/>
              <a:gd name="connsiteX1186" fmla="*/ 746797 w 1661833"/>
              <a:gd name="connsiteY1186" fmla="*/ 138065 h 373823"/>
              <a:gd name="connsiteX1187" fmla="*/ 752705 w 1661833"/>
              <a:gd name="connsiteY1187" fmla="*/ 135946 h 373823"/>
              <a:gd name="connsiteX1188" fmla="*/ 757328 w 1661833"/>
              <a:gd name="connsiteY1188" fmla="*/ 134598 h 373823"/>
              <a:gd name="connsiteX1189" fmla="*/ 763749 w 1661833"/>
              <a:gd name="connsiteY1189" fmla="*/ 132093 h 373823"/>
              <a:gd name="connsiteX1190" fmla="*/ 767410 w 1661833"/>
              <a:gd name="connsiteY1190" fmla="*/ 129717 h 373823"/>
              <a:gd name="connsiteX1191" fmla="*/ 770620 w 1661833"/>
              <a:gd name="connsiteY1191" fmla="*/ 128048 h 373823"/>
              <a:gd name="connsiteX1192" fmla="*/ 774281 w 1661833"/>
              <a:gd name="connsiteY1192" fmla="*/ 126827 h 373823"/>
              <a:gd name="connsiteX1193" fmla="*/ 984706 w 1661833"/>
              <a:gd name="connsiteY1193" fmla="*/ 116296 h 373823"/>
              <a:gd name="connsiteX1194" fmla="*/ 978284 w 1661833"/>
              <a:gd name="connsiteY1194" fmla="*/ 120727 h 373823"/>
              <a:gd name="connsiteX1195" fmla="*/ 978991 w 1661833"/>
              <a:gd name="connsiteY1195" fmla="*/ 127148 h 373823"/>
              <a:gd name="connsiteX1196" fmla="*/ 981751 w 1661833"/>
              <a:gd name="connsiteY1196" fmla="*/ 128818 h 373823"/>
              <a:gd name="connsiteX1197" fmla="*/ 989072 w 1661833"/>
              <a:gd name="connsiteY1197" fmla="*/ 121883 h 373823"/>
              <a:gd name="connsiteX1198" fmla="*/ 989393 w 1661833"/>
              <a:gd name="connsiteY1198" fmla="*/ 121690 h 373823"/>
              <a:gd name="connsiteX1199" fmla="*/ 984706 w 1661833"/>
              <a:gd name="connsiteY1199" fmla="*/ 116296 h 373823"/>
              <a:gd name="connsiteX1200" fmla="*/ 1019381 w 1661833"/>
              <a:gd name="connsiteY1200" fmla="*/ 106857 h 373823"/>
              <a:gd name="connsiteX1201" fmla="*/ 1004676 w 1661833"/>
              <a:gd name="connsiteY1201" fmla="*/ 112636 h 373823"/>
              <a:gd name="connsiteX1202" fmla="*/ 1006795 w 1661833"/>
              <a:gd name="connsiteY1202" fmla="*/ 119571 h 373823"/>
              <a:gd name="connsiteX1203" fmla="*/ 1014693 w 1661833"/>
              <a:gd name="connsiteY1203" fmla="*/ 120020 h 373823"/>
              <a:gd name="connsiteX1204" fmla="*/ 1019958 w 1661833"/>
              <a:gd name="connsiteY1204" fmla="*/ 112508 h 373823"/>
              <a:gd name="connsiteX1205" fmla="*/ 1019381 w 1661833"/>
              <a:gd name="connsiteY1205" fmla="*/ 106857 h 373823"/>
              <a:gd name="connsiteX1206" fmla="*/ 1229228 w 1661833"/>
              <a:gd name="connsiteY1206" fmla="*/ 105380 h 373823"/>
              <a:gd name="connsiteX1207" fmla="*/ 1233530 w 1661833"/>
              <a:gd name="connsiteY1207" fmla="*/ 107885 h 373823"/>
              <a:gd name="connsiteX1208" fmla="*/ 1239951 w 1661833"/>
              <a:gd name="connsiteY1208" fmla="*/ 113857 h 373823"/>
              <a:gd name="connsiteX1209" fmla="*/ 1241878 w 1661833"/>
              <a:gd name="connsiteY1209" fmla="*/ 119764 h 373823"/>
              <a:gd name="connsiteX1210" fmla="*/ 1244382 w 1661833"/>
              <a:gd name="connsiteY1210" fmla="*/ 123681 h 373823"/>
              <a:gd name="connsiteX1211" fmla="*/ 1234429 w 1661833"/>
              <a:gd name="connsiteY1211" fmla="*/ 132928 h 373823"/>
              <a:gd name="connsiteX1212" fmla="*/ 1226595 w 1661833"/>
              <a:gd name="connsiteY1212" fmla="*/ 139349 h 373823"/>
              <a:gd name="connsiteX1213" fmla="*/ 1220559 w 1661833"/>
              <a:gd name="connsiteY1213" fmla="*/ 143394 h 373823"/>
              <a:gd name="connsiteX1214" fmla="*/ 1208552 w 1661833"/>
              <a:gd name="connsiteY1214" fmla="*/ 151806 h 373823"/>
              <a:gd name="connsiteX1215" fmla="*/ 1211441 w 1661833"/>
              <a:gd name="connsiteY1215" fmla="*/ 161824 h 373823"/>
              <a:gd name="connsiteX1216" fmla="*/ 1209450 w 1661833"/>
              <a:gd name="connsiteY1216" fmla="*/ 166447 h 373823"/>
              <a:gd name="connsiteX1217" fmla="*/ 1207845 w 1661833"/>
              <a:gd name="connsiteY1217" fmla="*/ 170685 h 373823"/>
              <a:gd name="connsiteX1218" fmla="*/ 1206625 w 1661833"/>
              <a:gd name="connsiteY1218" fmla="*/ 175180 h 373823"/>
              <a:gd name="connsiteX1219" fmla="*/ 1205790 w 1661833"/>
              <a:gd name="connsiteY1219" fmla="*/ 179931 h 373823"/>
              <a:gd name="connsiteX1220" fmla="*/ 1206432 w 1661833"/>
              <a:gd name="connsiteY1220" fmla="*/ 192260 h 373823"/>
              <a:gd name="connsiteX1221" fmla="*/ 1228650 w 1661833"/>
              <a:gd name="connsiteY1221" fmla="*/ 191746 h 373823"/>
              <a:gd name="connsiteX1222" fmla="*/ 1234430 w 1661833"/>
              <a:gd name="connsiteY1222" fmla="*/ 189499 h 373823"/>
              <a:gd name="connsiteX1223" fmla="*/ 1239951 w 1661833"/>
              <a:gd name="connsiteY1223" fmla="*/ 188921 h 373823"/>
              <a:gd name="connsiteX1224" fmla="*/ 1245988 w 1661833"/>
              <a:gd name="connsiteY1224" fmla="*/ 190527 h 373823"/>
              <a:gd name="connsiteX1225" fmla="*/ 1251895 w 1661833"/>
              <a:gd name="connsiteY1225" fmla="*/ 193801 h 373823"/>
              <a:gd name="connsiteX1226" fmla="*/ 1259600 w 1661833"/>
              <a:gd name="connsiteY1226" fmla="*/ 200222 h 373823"/>
              <a:gd name="connsiteX1227" fmla="*/ 1260307 w 1661833"/>
              <a:gd name="connsiteY1227" fmla="*/ 205488 h 373823"/>
              <a:gd name="connsiteX1228" fmla="*/ 1259215 w 1661833"/>
              <a:gd name="connsiteY1228" fmla="*/ 205616 h 373823"/>
              <a:gd name="connsiteX1229" fmla="*/ 1259985 w 1661833"/>
              <a:gd name="connsiteY1229" fmla="*/ 207543 h 373823"/>
              <a:gd name="connsiteX1230" fmla="*/ 1260500 w 1661833"/>
              <a:gd name="connsiteY1230" fmla="*/ 210368 h 373823"/>
              <a:gd name="connsiteX1231" fmla="*/ 1258573 w 1661833"/>
              <a:gd name="connsiteY1231" fmla="*/ 214928 h 373823"/>
              <a:gd name="connsiteX1232" fmla="*/ 1254720 w 1661833"/>
              <a:gd name="connsiteY1232" fmla="*/ 218844 h 373823"/>
              <a:gd name="connsiteX1233" fmla="*/ 1247207 w 1661833"/>
              <a:gd name="connsiteY1233" fmla="*/ 219294 h 373823"/>
              <a:gd name="connsiteX1234" fmla="*/ 1239052 w 1661833"/>
              <a:gd name="connsiteY1234" fmla="*/ 217881 h 373823"/>
              <a:gd name="connsiteX1235" fmla="*/ 1230705 w 1661833"/>
              <a:gd name="connsiteY1235" fmla="*/ 218588 h 373823"/>
              <a:gd name="connsiteX1236" fmla="*/ 1216899 w 1661833"/>
              <a:gd name="connsiteY1236" fmla="*/ 217431 h 373823"/>
              <a:gd name="connsiteX1237" fmla="*/ 1204056 w 1661833"/>
              <a:gd name="connsiteY1237" fmla="*/ 217431 h 373823"/>
              <a:gd name="connsiteX1238" fmla="*/ 1191214 w 1661833"/>
              <a:gd name="connsiteY1238" fmla="*/ 218459 h 373823"/>
              <a:gd name="connsiteX1239" fmla="*/ 1178949 w 1661833"/>
              <a:gd name="connsiteY1239" fmla="*/ 220193 h 373823"/>
              <a:gd name="connsiteX1240" fmla="*/ 1165015 w 1661833"/>
              <a:gd name="connsiteY1240" fmla="*/ 219872 h 373823"/>
              <a:gd name="connsiteX1241" fmla="*/ 1140293 w 1661833"/>
              <a:gd name="connsiteY1241" fmla="*/ 224945 h 373823"/>
              <a:gd name="connsiteX1242" fmla="*/ 1109985 w 1661833"/>
              <a:gd name="connsiteY1242" fmla="*/ 236503 h 373823"/>
              <a:gd name="connsiteX1243" fmla="*/ 1098427 w 1661833"/>
              <a:gd name="connsiteY1243" fmla="*/ 225587 h 373823"/>
              <a:gd name="connsiteX1244" fmla="*/ 1098427 w 1661833"/>
              <a:gd name="connsiteY1244" fmla="*/ 219165 h 373823"/>
              <a:gd name="connsiteX1245" fmla="*/ 1097720 w 1661833"/>
              <a:gd name="connsiteY1245" fmla="*/ 211332 h 373823"/>
              <a:gd name="connsiteX1246" fmla="*/ 1110563 w 1661833"/>
              <a:gd name="connsiteY1246" fmla="*/ 204332 h 373823"/>
              <a:gd name="connsiteX1247" fmla="*/ 1118011 w 1661833"/>
              <a:gd name="connsiteY1247" fmla="*/ 205039 h 373823"/>
              <a:gd name="connsiteX1248" fmla="*/ 1133422 w 1661833"/>
              <a:gd name="connsiteY1248" fmla="*/ 199195 h 373823"/>
              <a:gd name="connsiteX1249" fmla="*/ 1139844 w 1661833"/>
              <a:gd name="connsiteY1249" fmla="*/ 197975 h 373823"/>
              <a:gd name="connsiteX1250" fmla="*/ 1156732 w 1661833"/>
              <a:gd name="connsiteY1250" fmla="*/ 190912 h 373823"/>
              <a:gd name="connsiteX1251" fmla="*/ 1169959 w 1661833"/>
              <a:gd name="connsiteY1251" fmla="*/ 168309 h 373823"/>
              <a:gd name="connsiteX1252" fmla="*/ 1171308 w 1661833"/>
              <a:gd name="connsiteY1252" fmla="*/ 160732 h 373823"/>
              <a:gd name="connsiteX1253" fmla="*/ 1169959 w 1661833"/>
              <a:gd name="connsiteY1253" fmla="*/ 154760 h 373823"/>
              <a:gd name="connsiteX1254" fmla="*/ 1163538 w 1661833"/>
              <a:gd name="connsiteY1254" fmla="*/ 155787 h 373823"/>
              <a:gd name="connsiteX1255" fmla="*/ 1155127 w 1661833"/>
              <a:gd name="connsiteY1255" fmla="*/ 156366 h 373823"/>
              <a:gd name="connsiteX1256" fmla="*/ 1152558 w 1661833"/>
              <a:gd name="connsiteY1256" fmla="*/ 148724 h 373823"/>
              <a:gd name="connsiteX1257" fmla="*/ 1147549 w 1661833"/>
              <a:gd name="connsiteY1257" fmla="*/ 139542 h 373823"/>
              <a:gd name="connsiteX1258" fmla="*/ 1146265 w 1661833"/>
              <a:gd name="connsiteY1258" fmla="*/ 132157 h 373823"/>
              <a:gd name="connsiteX1259" fmla="*/ 1145623 w 1661833"/>
              <a:gd name="connsiteY1259" fmla="*/ 125030 h 373823"/>
              <a:gd name="connsiteX1260" fmla="*/ 1152044 w 1661833"/>
              <a:gd name="connsiteY1260" fmla="*/ 119700 h 373823"/>
              <a:gd name="connsiteX1261" fmla="*/ 1163346 w 1661833"/>
              <a:gd name="connsiteY1261" fmla="*/ 122397 h 373823"/>
              <a:gd name="connsiteX1262" fmla="*/ 1190315 w 1661833"/>
              <a:gd name="connsiteY1262" fmla="*/ 117902 h 373823"/>
              <a:gd name="connsiteX1263" fmla="*/ 1195003 w 1661833"/>
              <a:gd name="connsiteY1263" fmla="*/ 116618 h 373823"/>
              <a:gd name="connsiteX1264" fmla="*/ 1198342 w 1661833"/>
              <a:gd name="connsiteY1264" fmla="*/ 115334 h 373823"/>
              <a:gd name="connsiteX1265" fmla="*/ 1218569 w 1661833"/>
              <a:gd name="connsiteY1265" fmla="*/ 106793 h 373823"/>
              <a:gd name="connsiteX1266" fmla="*/ 1224284 w 1661833"/>
              <a:gd name="connsiteY1266" fmla="*/ 106087 h 373823"/>
              <a:gd name="connsiteX1267" fmla="*/ 1229228 w 1661833"/>
              <a:gd name="connsiteY1267" fmla="*/ 105380 h 373823"/>
              <a:gd name="connsiteX1268" fmla="*/ 945150 w 1661833"/>
              <a:gd name="connsiteY1268" fmla="*/ 97932 h 373823"/>
              <a:gd name="connsiteX1269" fmla="*/ 950930 w 1661833"/>
              <a:gd name="connsiteY1269" fmla="*/ 105509 h 373823"/>
              <a:gd name="connsiteX1270" fmla="*/ 949581 w 1661833"/>
              <a:gd name="connsiteY1270" fmla="*/ 113150 h 373823"/>
              <a:gd name="connsiteX1271" fmla="*/ 946948 w 1661833"/>
              <a:gd name="connsiteY1271" fmla="*/ 121883 h 373823"/>
              <a:gd name="connsiteX1272" fmla="*/ 942197 w 1661833"/>
              <a:gd name="connsiteY1272" fmla="*/ 128304 h 373823"/>
              <a:gd name="connsiteX1273" fmla="*/ 934299 w 1661833"/>
              <a:gd name="connsiteY1273" fmla="*/ 137037 h 373823"/>
              <a:gd name="connsiteX1274" fmla="*/ 933464 w 1661833"/>
              <a:gd name="connsiteY1274" fmla="*/ 146734 h 373823"/>
              <a:gd name="connsiteX1275" fmla="*/ 934042 w 1661833"/>
              <a:gd name="connsiteY1275" fmla="*/ 153155 h 373823"/>
              <a:gd name="connsiteX1276" fmla="*/ 939179 w 1661833"/>
              <a:gd name="connsiteY1276" fmla="*/ 153155 h 373823"/>
              <a:gd name="connsiteX1277" fmla="*/ 940848 w 1661833"/>
              <a:gd name="connsiteY1277" fmla="*/ 157842 h 373823"/>
              <a:gd name="connsiteX1278" fmla="*/ 943995 w 1661833"/>
              <a:gd name="connsiteY1278" fmla="*/ 165356 h 373823"/>
              <a:gd name="connsiteX1279" fmla="*/ 942903 w 1661833"/>
              <a:gd name="connsiteY1279" fmla="*/ 168373 h 373823"/>
              <a:gd name="connsiteX1280" fmla="*/ 928070 w 1661833"/>
              <a:gd name="connsiteY1280" fmla="*/ 182629 h 373823"/>
              <a:gd name="connsiteX1281" fmla="*/ 928776 w 1661833"/>
              <a:gd name="connsiteY1281" fmla="*/ 188472 h 373823"/>
              <a:gd name="connsiteX1282" fmla="*/ 934427 w 1661833"/>
              <a:gd name="connsiteY1282" fmla="*/ 188472 h 373823"/>
              <a:gd name="connsiteX1283" fmla="*/ 934234 w 1661833"/>
              <a:gd name="connsiteY1283" fmla="*/ 188857 h 373823"/>
              <a:gd name="connsiteX1284" fmla="*/ 939371 w 1661833"/>
              <a:gd name="connsiteY1284" fmla="*/ 192196 h 373823"/>
              <a:gd name="connsiteX1285" fmla="*/ 940913 w 1661833"/>
              <a:gd name="connsiteY1285" fmla="*/ 197719 h 373823"/>
              <a:gd name="connsiteX1286" fmla="*/ 926465 w 1661833"/>
              <a:gd name="connsiteY1286" fmla="*/ 215056 h 373823"/>
              <a:gd name="connsiteX1287" fmla="*/ 902899 w 1661833"/>
              <a:gd name="connsiteY1287" fmla="*/ 226807 h 373823"/>
              <a:gd name="connsiteX1288" fmla="*/ 891404 w 1661833"/>
              <a:gd name="connsiteY1288" fmla="*/ 237081 h 373823"/>
              <a:gd name="connsiteX1289" fmla="*/ 886846 w 1661833"/>
              <a:gd name="connsiteY1289" fmla="*/ 237081 h 373823"/>
              <a:gd name="connsiteX1290" fmla="*/ 880424 w 1661833"/>
              <a:gd name="connsiteY1290" fmla="*/ 235283 h 373823"/>
              <a:gd name="connsiteX1291" fmla="*/ 877663 w 1661833"/>
              <a:gd name="connsiteY1291" fmla="*/ 229632 h 373823"/>
              <a:gd name="connsiteX1292" fmla="*/ 873682 w 1661833"/>
              <a:gd name="connsiteY1292" fmla="*/ 223918 h 373823"/>
              <a:gd name="connsiteX1293" fmla="*/ 871884 w 1661833"/>
              <a:gd name="connsiteY1293" fmla="*/ 213515 h 373823"/>
              <a:gd name="connsiteX1294" fmla="*/ 882094 w 1661833"/>
              <a:gd name="connsiteY1294" fmla="*/ 203690 h 373823"/>
              <a:gd name="connsiteX1295" fmla="*/ 887937 w 1661833"/>
              <a:gd name="connsiteY1295" fmla="*/ 199388 h 373823"/>
              <a:gd name="connsiteX1296" fmla="*/ 892111 w 1661833"/>
              <a:gd name="connsiteY1296" fmla="*/ 195086 h 373823"/>
              <a:gd name="connsiteX1297" fmla="*/ 893202 w 1661833"/>
              <a:gd name="connsiteY1297" fmla="*/ 190912 h 373823"/>
              <a:gd name="connsiteX1298" fmla="*/ 894422 w 1661833"/>
              <a:gd name="connsiteY1298" fmla="*/ 185518 h 373823"/>
              <a:gd name="connsiteX1299" fmla="*/ 892496 w 1661833"/>
              <a:gd name="connsiteY1299" fmla="*/ 181216 h 373823"/>
              <a:gd name="connsiteX1300" fmla="*/ 890184 w 1661833"/>
              <a:gd name="connsiteY1300" fmla="*/ 177492 h 373823"/>
              <a:gd name="connsiteX1301" fmla="*/ 885561 w 1661833"/>
              <a:gd name="connsiteY1301" fmla="*/ 169465 h 373823"/>
              <a:gd name="connsiteX1302" fmla="*/ 892945 w 1661833"/>
              <a:gd name="connsiteY1302" fmla="*/ 161824 h 373823"/>
              <a:gd name="connsiteX1303" fmla="*/ 897890 w 1661833"/>
              <a:gd name="connsiteY1303" fmla="*/ 161824 h 373823"/>
              <a:gd name="connsiteX1304" fmla="*/ 904825 w 1661833"/>
              <a:gd name="connsiteY1304" fmla="*/ 156109 h 373823"/>
              <a:gd name="connsiteX1305" fmla="*/ 906366 w 1661833"/>
              <a:gd name="connsiteY1305" fmla="*/ 145578 h 373823"/>
              <a:gd name="connsiteX1306" fmla="*/ 900972 w 1661833"/>
              <a:gd name="connsiteY1306" fmla="*/ 140569 h 373823"/>
              <a:gd name="connsiteX1307" fmla="*/ 894551 w 1661833"/>
              <a:gd name="connsiteY1307" fmla="*/ 138258 h 373823"/>
              <a:gd name="connsiteX1308" fmla="*/ 890506 w 1661833"/>
              <a:gd name="connsiteY1308" fmla="*/ 133827 h 373823"/>
              <a:gd name="connsiteX1309" fmla="*/ 887167 w 1661833"/>
              <a:gd name="connsiteY1309" fmla="*/ 131579 h 373823"/>
              <a:gd name="connsiteX1310" fmla="*/ 885368 w 1661833"/>
              <a:gd name="connsiteY1310" fmla="*/ 124067 h 373823"/>
              <a:gd name="connsiteX1311" fmla="*/ 888836 w 1661833"/>
              <a:gd name="connsiteY1311" fmla="*/ 121883 h 373823"/>
              <a:gd name="connsiteX1312" fmla="*/ 891468 w 1661833"/>
              <a:gd name="connsiteY1312" fmla="*/ 117838 h 373823"/>
              <a:gd name="connsiteX1313" fmla="*/ 897055 w 1661833"/>
              <a:gd name="connsiteY1313" fmla="*/ 114563 h 373823"/>
              <a:gd name="connsiteX1314" fmla="*/ 904376 w 1661833"/>
              <a:gd name="connsiteY1314" fmla="*/ 113729 h 373823"/>
              <a:gd name="connsiteX1315" fmla="*/ 936096 w 1661833"/>
              <a:gd name="connsiteY1315" fmla="*/ 98574 h 373823"/>
              <a:gd name="connsiteX1316" fmla="*/ 945150 w 1661833"/>
              <a:gd name="connsiteY1316" fmla="*/ 97932 h 373823"/>
              <a:gd name="connsiteX1317" fmla="*/ 1388347 w 1661833"/>
              <a:gd name="connsiteY1317" fmla="*/ 97674 h 373823"/>
              <a:gd name="connsiteX1318" fmla="*/ 1397658 w 1661833"/>
              <a:gd name="connsiteY1318" fmla="*/ 98059 h 373823"/>
              <a:gd name="connsiteX1319" fmla="*/ 1405107 w 1661833"/>
              <a:gd name="connsiteY1319" fmla="*/ 104160 h 373823"/>
              <a:gd name="connsiteX1320" fmla="*/ 1406841 w 1661833"/>
              <a:gd name="connsiteY1320" fmla="*/ 109425 h 373823"/>
              <a:gd name="connsiteX1321" fmla="*/ 1407868 w 1661833"/>
              <a:gd name="connsiteY1321" fmla="*/ 114498 h 373823"/>
              <a:gd name="connsiteX1322" fmla="*/ 1403951 w 1661833"/>
              <a:gd name="connsiteY1322" fmla="*/ 123937 h 373823"/>
              <a:gd name="connsiteX1323" fmla="*/ 1403951 w 1661833"/>
              <a:gd name="connsiteY1323" fmla="*/ 129459 h 373823"/>
              <a:gd name="connsiteX1324" fmla="*/ 1407740 w 1661833"/>
              <a:gd name="connsiteY1324" fmla="*/ 128497 h 373823"/>
              <a:gd name="connsiteX1325" fmla="*/ 1412491 w 1661833"/>
              <a:gd name="connsiteY1325" fmla="*/ 126377 h 373823"/>
              <a:gd name="connsiteX1326" fmla="*/ 1418078 w 1661833"/>
              <a:gd name="connsiteY1326" fmla="*/ 124451 h 373823"/>
              <a:gd name="connsiteX1327" fmla="*/ 1424499 w 1661833"/>
              <a:gd name="connsiteY1327" fmla="*/ 119828 h 373823"/>
              <a:gd name="connsiteX1328" fmla="*/ 1434517 w 1661833"/>
              <a:gd name="connsiteY1328" fmla="*/ 119828 h 373823"/>
              <a:gd name="connsiteX1329" fmla="*/ 1443249 w 1661833"/>
              <a:gd name="connsiteY1329" fmla="*/ 122653 h 373823"/>
              <a:gd name="connsiteX1330" fmla="*/ 1449285 w 1661833"/>
              <a:gd name="connsiteY1330" fmla="*/ 134147 h 373823"/>
              <a:gd name="connsiteX1331" fmla="*/ 1446973 w 1661833"/>
              <a:gd name="connsiteY1331" fmla="*/ 137037 h 373823"/>
              <a:gd name="connsiteX1332" fmla="*/ 1442158 w 1661833"/>
              <a:gd name="connsiteY1332" fmla="*/ 140633 h 373823"/>
              <a:gd name="connsiteX1333" fmla="*/ 1431049 w 1661833"/>
              <a:gd name="connsiteY1333" fmla="*/ 145384 h 373823"/>
              <a:gd name="connsiteX1334" fmla="*/ 1424627 w 1661833"/>
              <a:gd name="connsiteY1334" fmla="*/ 148145 h 373823"/>
              <a:gd name="connsiteX1335" fmla="*/ 1417179 w 1661833"/>
              <a:gd name="connsiteY1335" fmla="*/ 149109 h 373823"/>
              <a:gd name="connsiteX1336" fmla="*/ 1405749 w 1661833"/>
              <a:gd name="connsiteY1336" fmla="*/ 153475 h 373823"/>
              <a:gd name="connsiteX1337" fmla="*/ 1401961 w 1661833"/>
              <a:gd name="connsiteY1337" fmla="*/ 158997 h 373823"/>
              <a:gd name="connsiteX1338" fmla="*/ 1403309 w 1661833"/>
              <a:gd name="connsiteY1338" fmla="*/ 167859 h 373823"/>
              <a:gd name="connsiteX1339" fmla="*/ 1422188 w 1661833"/>
              <a:gd name="connsiteY1339" fmla="*/ 187123 h 373823"/>
              <a:gd name="connsiteX1340" fmla="*/ 1436122 w 1661833"/>
              <a:gd name="connsiteY1340" fmla="*/ 202855 h 373823"/>
              <a:gd name="connsiteX1341" fmla="*/ 1450441 w 1661833"/>
              <a:gd name="connsiteY1341" fmla="*/ 212679 h 373823"/>
              <a:gd name="connsiteX1342" fmla="*/ 1458660 w 1661833"/>
              <a:gd name="connsiteY1342" fmla="*/ 215890 h 373823"/>
              <a:gd name="connsiteX1343" fmla="*/ 1465082 w 1661833"/>
              <a:gd name="connsiteY1343" fmla="*/ 219936 h 373823"/>
              <a:gd name="connsiteX1344" fmla="*/ 1479273 w 1661833"/>
              <a:gd name="connsiteY1344" fmla="*/ 225201 h 373823"/>
              <a:gd name="connsiteX1345" fmla="*/ 1484153 w 1661833"/>
              <a:gd name="connsiteY1345" fmla="*/ 227449 h 373823"/>
              <a:gd name="connsiteX1346" fmla="*/ 1483639 w 1661833"/>
              <a:gd name="connsiteY1346" fmla="*/ 228090 h 373823"/>
              <a:gd name="connsiteX1347" fmla="*/ 1482098 w 1661833"/>
              <a:gd name="connsiteY1347" fmla="*/ 231815 h 373823"/>
              <a:gd name="connsiteX1348" fmla="*/ 1481392 w 1661833"/>
              <a:gd name="connsiteY1348" fmla="*/ 237080 h 373823"/>
              <a:gd name="connsiteX1349" fmla="*/ 1473237 w 1661833"/>
              <a:gd name="connsiteY1349" fmla="*/ 241319 h 373823"/>
              <a:gd name="connsiteX1350" fmla="*/ 1469898 w 1661833"/>
              <a:gd name="connsiteY1350" fmla="*/ 244080 h 373823"/>
              <a:gd name="connsiteX1351" fmla="*/ 1466558 w 1661833"/>
              <a:gd name="connsiteY1351" fmla="*/ 244786 h 373823"/>
              <a:gd name="connsiteX1352" fmla="*/ 1459045 w 1661833"/>
              <a:gd name="connsiteY1352" fmla="*/ 244337 h 373823"/>
              <a:gd name="connsiteX1353" fmla="*/ 1451276 w 1661833"/>
              <a:gd name="connsiteY1353" fmla="*/ 244337 h 373823"/>
              <a:gd name="connsiteX1354" fmla="*/ 1444469 w 1661833"/>
              <a:gd name="connsiteY1354" fmla="*/ 243053 h 373823"/>
              <a:gd name="connsiteX1355" fmla="*/ 1433810 w 1661833"/>
              <a:gd name="connsiteY1355" fmla="*/ 241575 h 373823"/>
              <a:gd name="connsiteX1356" fmla="*/ 1427774 w 1661833"/>
              <a:gd name="connsiteY1356" fmla="*/ 237402 h 373823"/>
              <a:gd name="connsiteX1357" fmla="*/ 1418528 w 1661833"/>
              <a:gd name="connsiteY1357" fmla="*/ 220899 h 373823"/>
              <a:gd name="connsiteX1358" fmla="*/ 1408061 w 1661833"/>
              <a:gd name="connsiteY1358" fmla="*/ 207607 h 373823"/>
              <a:gd name="connsiteX1359" fmla="*/ 1401640 w 1661833"/>
              <a:gd name="connsiteY1359" fmla="*/ 200350 h 373823"/>
              <a:gd name="connsiteX1360" fmla="*/ 1387063 w 1661833"/>
              <a:gd name="connsiteY1360" fmla="*/ 187508 h 373823"/>
              <a:gd name="connsiteX1361" fmla="*/ 1376982 w 1661833"/>
              <a:gd name="connsiteY1361" fmla="*/ 202791 h 373823"/>
              <a:gd name="connsiteX1362" fmla="*/ 1362406 w 1661833"/>
              <a:gd name="connsiteY1362" fmla="*/ 217046 h 373823"/>
              <a:gd name="connsiteX1363" fmla="*/ 1347444 w 1661833"/>
              <a:gd name="connsiteY1363" fmla="*/ 226164 h 373823"/>
              <a:gd name="connsiteX1364" fmla="*/ 1336336 w 1661833"/>
              <a:gd name="connsiteY1364" fmla="*/ 232200 h 373823"/>
              <a:gd name="connsiteX1365" fmla="*/ 1326126 w 1661833"/>
              <a:gd name="connsiteY1365" fmla="*/ 234833 h 373823"/>
              <a:gd name="connsiteX1366" fmla="*/ 1320539 w 1661833"/>
              <a:gd name="connsiteY1366" fmla="*/ 235861 h 373823"/>
              <a:gd name="connsiteX1367" fmla="*/ 1316750 w 1661833"/>
              <a:gd name="connsiteY1367" fmla="*/ 232586 h 373823"/>
              <a:gd name="connsiteX1368" fmla="*/ 1313861 w 1661833"/>
              <a:gd name="connsiteY1368" fmla="*/ 226806 h 373823"/>
              <a:gd name="connsiteX1369" fmla="*/ 1308981 w 1661833"/>
              <a:gd name="connsiteY1369" fmla="*/ 225137 h 373823"/>
              <a:gd name="connsiteX1370" fmla="*/ 1312127 w 1661833"/>
              <a:gd name="connsiteY1370" fmla="*/ 221477 h 373823"/>
              <a:gd name="connsiteX1371" fmla="*/ 1319319 w 1661833"/>
              <a:gd name="connsiteY1371" fmla="*/ 217239 h 373823"/>
              <a:gd name="connsiteX1372" fmla="*/ 1324264 w 1661833"/>
              <a:gd name="connsiteY1372" fmla="*/ 213579 h 373823"/>
              <a:gd name="connsiteX1373" fmla="*/ 1327731 w 1661833"/>
              <a:gd name="connsiteY1373" fmla="*/ 212038 h 373823"/>
              <a:gd name="connsiteX1374" fmla="*/ 1350847 w 1661833"/>
              <a:gd name="connsiteY1374" fmla="*/ 189884 h 373823"/>
              <a:gd name="connsiteX1375" fmla="*/ 1359773 w 1661833"/>
              <a:gd name="connsiteY1375" fmla="*/ 174216 h 373823"/>
              <a:gd name="connsiteX1376" fmla="*/ 1361635 w 1661833"/>
              <a:gd name="connsiteY1376" fmla="*/ 167795 h 373823"/>
              <a:gd name="connsiteX1377" fmla="*/ 1357012 w 1661833"/>
              <a:gd name="connsiteY1377" fmla="*/ 167795 h 373823"/>
              <a:gd name="connsiteX1378" fmla="*/ 1353480 w 1661833"/>
              <a:gd name="connsiteY1378" fmla="*/ 167795 h 373823"/>
              <a:gd name="connsiteX1379" fmla="*/ 1348728 w 1661833"/>
              <a:gd name="connsiteY1379" fmla="*/ 169079 h 373823"/>
              <a:gd name="connsiteX1380" fmla="*/ 1344169 w 1661833"/>
              <a:gd name="connsiteY1380" fmla="*/ 169079 h 373823"/>
              <a:gd name="connsiteX1381" fmla="*/ 1337169 w 1661833"/>
              <a:gd name="connsiteY1381" fmla="*/ 165804 h 373823"/>
              <a:gd name="connsiteX1382" fmla="*/ 1329014 w 1661833"/>
              <a:gd name="connsiteY1382" fmla="*/ 155658 h 373823"/>
              <a:gd name="connsiteX1383" fmla="*/ 1331198 w 1661833"/>
              <a:gd name="connsiteY1383" fmla="*/ 149237 h 373823"/>
              <a:gd name="connsiteX1384" fmla="*/ 1335051 w 1661833"/>
              <a:gd name="connsiteY1384" fmla="*/ 145256 h 373823"/>
              <a:gd name="connsiteX1385" fmla="*/ 1339931 w 1661833"/>
              <a:gd name="connsiteY1385" fmla="*/ 143394 h 373823"/>
              <a:gd name="connsiteX1386" fmla="*/ 1344040 w 1661833"/>
              <a:gd name="connsiteY1386" fmla="*/ 140697 h 373823"/>
              <a:gd name="connsiteX1387" fmla="*/ 1354058 w 1661833"/>
              <a:gd name="connsiteY1387" fmla="*/ 140697 h 373823"/>
              <a:gd name="connsiteX1388" fmla="*/ 1370561 w 1661833"/>
              <a:gd name="connsiteY1388" fmla="*/ 134853 h 373823"/>
              <a:gd name="connsiteX1389" fmla="*/ 1373707 w 1661833"/>
              <a:gd name="connsiteY1389" fmla="*/ 119635 h 373823"/>
              <a:gd name="connsiteX1390" fmla="*/ 1374798 w 1661833"/>
              <a:gd name="connsiteY1390" fmla="*/ 110003 h 373823"/>
              <a:gd name="connsiteX1391" fmla="*/ 1374349 w 1661833"/>
              <a:gd name="connsiteY1391" fmla="*/ 101719 h 373823"/>
              <a:gd name="connsiteX1392" fmla="*/ 1376918 w 1661833"/>
              <a:gd name="connsiteY1392" fmla="*/ 98766 h 373823"/>
              <a:gd name="connsiteX1393" fmla="*/ 1383339 w 1661833"/>
              <a:gd name="connsiteY1393" fmla="*/ 99280 h 373823"/>
              <a:gd name="connsiteX1394" fmla="*/ 1388347 w 1661833"/>
              <a:gd name="connsiteY1394" fmla="*/ 97674 h 373823"/>
              <a:gd name="connsiteX1395" fmla="*/ 499514 w 1661833"/>
              <a:gd name="connsiteY1395" fmla="*/ 95619 h 373823"/>
              <a:gd name="connsiteX1396" fmla="*/ 504266 w 1661833"/>
              <a:gd name="connsiteY1396" fmla="*/ 98252 h 373823"/>
              <a:gd name="connsiteX1397" fmla="*/ 511843 w 1661833"/>
              <a:gd name="connsiteY1397" fmla="*/ 99087 h 373823"/>
              <a:gd name="connsiteX1398" fmla="*/ 519549 w 1661833"/>
              <a:gd name="connsiteY1398" fmla="*/ 99087 h 373823"/>
              <a:gd name="connsiteX1399" fmla="*/ 524557 w 1661833"/>
              <a:gd name="connsiteY1399" fmla="*/ 100372 h 373823"/>
              <a:gd name="connsiteX1400" fmla="*/ 528988 w 1661833"/>
              <a:gd name="connsiteY1400" fmla="*/ 102490 h 373823"/>
              <a:gd name="connsiteX1401" fmla="*/ 533740 w 1661833"/>
              <a:gd name="connsiteY1401" fmla="*/ 109875 h 373823"/>
              <a:gd name="connsiteX1402" fmla="*/ 532904 w 1661833"/>
              <a:gd name="connsiteY1402" fmla="*/ 110196 h 373823"/>
              <a:gd name="connsiteX1403" fmla="*/ 532519 w 1661833"/>
              <a:gd name="connsiteY1403" fmla="*/ 115076 h 373823"/>
              <a:gd name="connsiteX1404" fmla="*/ 532519 w 1661833"/>
              <a:gd name="connsiteY1404" fmla="*/ 122525 h 373823"/>
              <a:gd name="connsiteX1405" fmla="*/ 528731 w 1661833"/>
              <a:gd name="connsiteY1405" fmla="*/ 130616 h 373823"/>
              <a:gd name="connsiteX1406" fmla="*/ 527639 w 1661833"/>
              <a:gd name="connsiteY1406" fmla="*/ 138963 h 373823"/>
              <a:gd name="connsiteX1407" fmla="*/ 526805 w 1661833"/>
              <a:gd name="connsiteY1407" fmla="*/ 154117 h 373823"/>
              <a:gd name="connsiteX1408" fmla="*/ 525456 w 1661833"/>
              <a:gd name="connsiteY1408" fmla="*/ 163364 h 373823"/>
              <a:gd name="connsiteX1409" fmla="*/ 524878 w 1661833"/>
              <a:gd name="connsiteY1409" fmla="*/ 171198 h 373823"/>
              <a:gd name="connsiteX1410" fmla="*/ 526676 w 1661833"/>
              <a:gd name="connsiteY1410" fmla="*/ 176528 h 373823"/>
              <a:gd name="connsiteX1411" fmla="*/ 527190 w 1661833"/>
              <a:gd name="connsiteY1411" fmla="*/ 179610 h 373823"/>
              <a:gd name="connsiteX1412" fmla="*/ 528217 w 1661833"/>
              <a:gd name="connsiteY1412" fmla="*/ 184426 h 373823"/>
              <a:gd name="connsiteX1413" fmla="*/ 525328 w 1661833"/>
              <a:gd name="connsiteY1413" fmla="*/ 194764 h 373823"/>
              <a:gd name="connsiteX1414" fmla="*/ 521668 w 1661833"/>
              <a:gd name="connsiteY1414" fmla="*/ 200415 h 373823"/>
              <a:gd name="connsiteX1415" fmla="*/ 510751 w 1661833"/>
              <a:gd name="connsiteY1415" fmla="*/ 206836 h 373823"/>
              <a:gd name="connsiteX1416" fmla="*/ 501184 w 1661833"/>
              <a:gd name="connsiteY1416" fmla="*/ 215890 h 373823"/>
              <a:gd name="connsiteX1417" fmla="*/ 491102 w 1661833"/>
              <a:gd name="connsiteY1417" fmla="*/ 220449 h 373823"/>
              <a:gd name="connsiteX1418" fmla="*/ 478260 w 1661833"/>
              <a:gd name="connsiteY1418" fmla="*/ 228091 h 373823"/>
              <a:gd name="connsiteX1419" fmla="*/ 470361 w 1661833"/>
              <a:gd name="connsiteY1419" fmla="*/ 231430 h 373823"/>
              <a:gd name="connsiteX1420" fmla="*/ 458033 w 1661833"/>
              <a:gd name="connsiteY1420" fmla="*/ 240291 h 373823"/>
              <a:gd name="connsiteX1421" fmla="*/ 450134 w 1661833"/>
              <a:gd name="connsiteY1421" fmla="*/ 233163 h 373823"/>
              <a:gd name="connsiteX1422" fmla="*/ 445062 w 1661833"/>
              <a:gd name="connsiteY1422" fmla="*/ 229247 h 373823"/>
              <a:gd name="connsiteX1423" fmla="*/ 443649 w 1661833"/>
              <a:gd name="connsiteY1423" fmla="*/ 222825 h 373823"/>
              <a:gd name="connsiteX1424" fmla="*/ 441851 w 1661833"/>
              <a:gd name="connsiteY1424" fmla="*/ 217239 h 373823"/>
              <a:gd name="connsiteX1425" fmla="*/ 444933 w 1661833"/>
              <a:gd name="connsiteY1425" fmla="*/ 213000 h 373823"/>
              <a:gd name="connsiteX1426" fmla="*/ 449685 w 1661833"/>
              <a:gd name="connsiteY1426" fmla="*/ 212551 h 373823"/>
              <a:gd name="connsiteX1427" fmla="*/ 457069 w 1661833"/>
              <a:gd name="connsiteY1427" fmla="*/ 208184 h 373823"/>
              <a:gd name="connsiteX1428" fmla="*/ 464968 w 1661833"/>
              <a:gd name="connsiteY1428" fmla="*/ 205167 h 373823"/>
              <a:gd name="connsiteX1429" fmla="*/ 478645 w 1661833"/>
              <a:gd name="connsiteY1429" fmla="*/ 197589 h 373823"/>
              <a:gd name="connsiteX1430" fmla="*/ 485066 w 1661833"/>
              <a:gd name="connsiteY1430" fmla="*/ 191168 h 373823"/>
              <a:gd name="connsiteX1431" fmla="*/ 484681 w 1661833"/>
              <a:gd name="connsiteY1431" fmla="*/ 176656 h 373823"/>
              <a:gd name="connsiteX1432" fmla="*/ 481278 w 1661833"/>
              <a:gd name="connsiteY1432" fmla="*/ 174601 h 373823"/>
              <a:gd name="connsiteX1433" fmla="*/ 474857 w 1661833"/>
              <a:gd name="connsiteY1433" fmla="*/ 175436 h 373823"/>
              <a:gd name="connsiteX1434" fmla="*/ 468820 w 1661833"/>
              <a:gd name="connsiteY1434" fmla="*/ 177619 h 373823"/>
              <a:gd name="connsiteX1435" fmla="*/ 464261 w 1661833"/>
              <a:gd name="connsiteY1435" fmla="*/ 178197 h 373823"/>
              <a:gd name="connsiteX1436" fmla="*/ 461308 w 1661833"/>
              <a:gd name="connsiteY1436" fmla="*/ 175693 h 373823"/>
              <a:gd name="connsiteX1437" fmla="*/ 459959 w 1661833"/>
              <a:gd name="connsiteY1437" fmla="*/ 168244 h 373823"/>
              <a:gd name="connsiteX1438" fmla="*/ 458674 w 1661833"/>
              <a:gd name="connsiteY1438" fmla="*/ 163043 h 373823"/>
              <a:gd name="connsiteX1439" fmla="*/ 459253 w 1661833"/>
              <a:gd name="connsiteY1439" fmla="*/ 152512 h 373823"/>
              <a:gd name="connsiteX1440" fmla="*/ 465674 w 1661833"/>
              <a:gd name="connsiteY1440" fmla="*/ 146412 h 373823"/>
              <a:gd name="connsiteX1441" fmla="*/ 474214 w 1661833"/>
              <a:gd name="connsiteY1441" fmla="*/ 143715 h 373823"/>
              <a:gd name="connsiteX1442" fmla="*/ 480636 w 1661833"/>
              <a:gd name="connsiteY1442" fmla="*/ 143266 h 373823"/>
              <a:gd name="connsiteX1443" fmla="*/ 489240 w 1661833"/>
              <a:gd name="connsiteY1443" fmla="*/ 139349 h 373823"/>
              <a:gd name="connsiteX1444" fmla="*/ 493414 w 1661833"/>
              <a:gd name="connsiteY1444" fmla="*/ 131515 h 373823"/>
              <a:gd name="connsiteX1445" fmla="*/ 496047 w 1661833"/>
              <a:gd name="connsiteY1445" fmla="*/ 114626 h 373823"/>
              <a:gd name="connsiteX1446" fmla="*/ 491744 w 1661833"/>
              <a:gd name="connsiteY1446" fmla="*/ 103711 h 373823"/>
              <a:gd name="connsiteX1447" fmla="*/ 491744 w 1661833"/>
              <a:gd name="connsiteY1447" fmla="*/ 100628 h 373823"/>
              <a:gd name="connsiteX1448" fmla="*/ 496560 w 1661833"/>
              <a:gd name="connsiteY1448" fmla="*/ 96904 h 373823"/>
              <a:gd name="connsiteX1449" fmla="*/ 499514 w 1661833"/>
              <a:gd name="connsiteY1449" fmla="*/ 95619 h 373823"/>
              <a:gd name="connsiteX1450" fmla="*/ 590696 w 1661833"/>
              <a:gd name="connsiteY1450" fmla="*/ 87079 h 373823"/>
              <a:gd name="connsiteX1451" fmla="*/ 595383 w 1661833"/>
              <a:gd name="connsiteY1451" fmla="*/ 89841 h 373823"/>
              <a:gd name="connsiteX1452" fmla="*/ 599300 w 1661833"/>
              <a:gd name="connsiteY1452" fmla="*/ 90739 h 373823"/>
              <a:gd name="connsiteX1453" fmla="*/ 602318 w 1661833"/>
              <a:gd name="connsiteY1453" fmla="*/ 94142 h 373823"/>
              <a:gd name="connsiteX1454" fmla="*/ 604758 w 1661833"/>
              <a:gd name="connsiteY1454" fmla="*/ 103582 h 373823"/>
              <a:gd name="connsiteX1455" fmla="*/ 597759 w 1661833"/>
              <a:gd name="connsiteY1455" fmla="*/ 116424 h 373823"/>
              <a:gd name="connsiteX1456" fmla="*/ 596411 w 1661833"/>
              <a:gd name="connsiteY1456" fmla="*/ 122846 h 373823"/>
              <a:gd name="connsiteX1457" fmla="*/ 602190 w 1661833"/>
              <a:gd name="connsiteY1457" fmla="*/ 124836 h 373823"/>
              <a:gd name="connsiteX1458" fmla="*/ 607969 w 1661833"/>
              <a:gd name="connsiteY1458" fmla="*/ 121561 h 373823"/>
              <a:gd name="connsiteX1459" fmla="*/ 617280 w 1661833"/>
              <a:gd name="connsiteY1459" fmla="*/ 124836 h 373823"/>
              <a:gd name="connsiteX1460" fmla="*/ 622481 w 1661833"/>
              <a:gd name="connsiteY1460" fmla="*/ 134533 h 373823"/>
              <a:gd name="connsiteX1461" fmla="*/ 623572 w 1661833"/>
              <a:gd name="connsiteY1461" fmla="*/ 141468 h 373823"/>
              <a:gd name="connsiteX1462" fmla="*/ 620426 w 1661833"/>
              <a:gd name="connsiteY1462" fmla="*/ 145064 h 373823"/>
              <a:gd name="connsiteX1463" fmla="*/ 614005 w 1661833"/>
              <a:gd name="connsiteY1463" fmla="*/ 146733 h 373823"/>
              <a:gd name="connsiteX1464" fmla="*/ 608419 w 1661833"/>
              <a:gd name="connsiteY1464" fmla="*/ 150650 h 373823"/>
              <a:gd name="connsiteX1465" fmla="*/ 600584 w 1661833"/>
              <a:gd name="connsiteY1465" fmla="*/ 155016 h 373823"/>
              <a:gd name="connsiteX1466" fmla="*/ 588128 w 1661833"/>
              <a:gd name="connsiteY1466" fmla="*/ 161052 h 373823"/>
              <a:gd name="connsiteX1467" fmla="*/ 583825 w 1661833"/>
              <a:gd name="connsiteY1467" fmla="*/ 174794 h 373823"/>
              <a:gd name="connsiteX1468" fmla="*/ 584275 w 1661833"/>
              <a:gd name="connsiteY1468" fmla="*/ 181215 h 373823"/>
              <a:gd name="connsiteX1469" fmla="*/ 587742 w 1661833"/>
              <a:gd name="connsiteY1469" fmla="*/ 192581 h 373823"/>
              <a:gd name="connsiteX1470" fmla="*/ 597245 w 1661833"/>
              <a:gd name="connsiteY1470" fmla="*/ 196819 h 373823"/>
              <a:gd name="connsiteX1471" fmla="*/ 604052 w 1661833"/>
              <a:gd name="connsiteY1471" fmla="*/ 197718 h 373823"/>
              <a:gd name="connsiteX1472" fmla="*/ 608868 w 1661833"/>
              <a:gd name="connsiteY1472" fmla="*/ 198745 h 373823"/>
              <a:gd name="connsiteX1473" fmla="*/ 613620 w 1661833"/>
              <a:gd name="connsiteY1473" fmla="*/ 200607 h 373823"/>
              <a:gd name="connsiteX1474" fmla="*/ 621068 w 1661833"/>
              <a:gd name="connsiteY1474" fmla="*/ 201378 h 373823"/>
              <a:gd name="connsiteX1475" fmla="*/ 621389 w 1661833"/>
              <a:gd name="connsiteY1475" fmla="*/ 201506 h 373823"/>
              <a:gd name="connsiteX1476" fmla="*/ 625563 w 1661833"/>
              <a:gd name="connsiteY1476" fmla="*/ 211074 h 373823"/>
              <a:gd name="connsiteX1477" fmla="*/ 621839 w 1661833"/>
              <a:gd name="connsiteY1477" fmla="*/ 221733 h 373823"/>
              <a:gd name="connsiteX1478" fmla="*/ 618757 w 1661833"/>
              <a:gd name="connsiteY1478" fmla="*/ 228733 h 373823"/>
              <a:gd name="connsiteX1479" fmla="*/ 610730 w 1661833"/>
              <a:gd name="connsiteY1479" fmla="*/ 229952 h 373823"/>
              <a:gd name="connsiteX1480" fmla="*/ 602832 w 1661833"/>
              <a:gd name="connsiteY1480" fmla="*/ 231814 h 373823"/>
              <a:gd name="connsiteX1481" fmla="*/ 597309 w 1661833"/>
              <a:gd name="connsiteY1481" fmla="*/ 229439 h 373823"/>
              <a:gd name="connsiteX1482" fmla="*/ 588769 w 1661833"/>
              <a:gd name="connsiteY1482" fmla="*/ 228604 h 373823"/>
              <a:gd name="connsiteX1483" fmla="*/ 580357 w 1661833"/>
              <a:gd name="connsiteY1483" fmla="*/ 228604 h 373823"/>
              <a:gd name="connsiteX1484" fmla="*/ 573230 w 1661833"/>
              <a:gd name="connsiteY1484" fmla="*/ 226549 h 373823"/>
              <a:gd name="connsiteX1485" fmla="*/ 562828 w 1661833"/>
              <a:gd name="connsiteY1485" fmla="*/ 225972 h 373823"/>
              <a:gd name="connsiteX1486" fmla="*/ 557562 w 1661833"/>
              <a:gd name="connsiteY1486" fmla="*/ 223082 h 373823"/>
              <a:gd name="connsiteX1487" fmla="*/ 552682 w 1661833"/>
              <a:gd name="connsiteY1487" fmla="*/ 215248 h 373823"/>
              <a:gd name="connsiteX1488" fmla="*/ 552040 w 1661833"/>
              <a:gd name="connsiteY1488" fmla="*/ 206129 h 373823"/>
              <a:gd name="connsiteX1489" fmla="*/ 549792 w 1661833"/>
              <a:gd name="connsiteY1489" fmla="*/ 195278 h 373823"/>
              <a:gd name="connsiteX1490" fmla="*/ 549343 w 1661833"/>
              <a:gd name="connsiteY1490" fmla="*/ 188471 h 373823"/>
              <a:gd name="connsiteX1491" fmla="*/ 548509 w 1661833"/>
              <a:gd name="connsiteY1491" fmla="*/ 182050 h 373823"/>
              <a:gd name="connsiteX1492" fmla="*/ 547481 w 1661833"/>
              <a:gd name="connsiteY1492" fmla="*/ 171969 h 373823"/>
              <a:gd name="connsiteX1493" fmla="*/ 550178 w 1661833"/>
              <a:gd name="connsiteY1493" fmla="*/ 155723 h 373823"/>
              <a:gd name="connsiteX1494" fmla="*/ 552425 w 1661833"/>
              <a:gd name="connsiteY1494" fmla="*/ 150650 h 373823"/>
              <a:gd name="connsiteX1495" fmla="*/ 554351 w 1661833"/>
              <a:gd name="connsiteY1495" fmla="*/ 142302 h 373823"/>
              <a:gd name="connsiteX1496" fmla="*/ 556149 w 1661833"/>
              <a:gd name="connsiteY1496" fmla="*/ 133762 h 373823"/>
              <a:gd name="connsiteX1497" fmla="*/ 556921 w 1661833"/>
              <a:gd name="connsiteY1497" fmla="*/ 120470 h 373823"/>
              <a:gd name="connsiteX1498" fmla="*/ 558847 w 1661833"/>
              <a:gd name="connsiteY1498" fmla="*/ 112379 h 373823"/>
              <a:gd name="connsiteX1499" fmla="*/ 561608 w 1661833"/>
              <a:gd name="connsiteY1499" fmla="*/ 99536 h 373823"/>
              <a:gd name="connsiteX1500" fmla="*/ 561929 w 1661833"/>
              <a:gd name="connsiteY1500" fmla="*/ 90739 h 373823"/>
              <a:gd name="connsiteX1501" fmla="*/ 567001 w 1661833"/>
              <a:gd name="connsiteY1501" fmla="*/ 87143 h 373823"/>
              <a:gd name="connsiteX1502" fmla="*/ 573422 w 1661833"/>
              <a:gd name="connsiteY1502" fmla="*/ 88492 h 373823"/>
              <a:gd name="connsiteX1503" fmla="*/ 579138 w 1661833"/>
              <a:gd name="connsiteY1503" fmla="*/ 87272 h 373823"/>
              <a:gd name="connsiteX1504" fmla="*/ 584275 w 1661833"/>
              <a:gd name="connsiteY1504" fmla="*/ 88300 h 373823"/>
              <a:gd name="connsiteX1505" fmla="*/ 590696 w 1661833"/>
              <a:gd name="connsiteY1505" fmla="*/ 87079 h 373823"/>
              <a:gd name="connsiteX1506" fmla="*/ 186727 w 1661833"/>
              <a:gd name="connsiteY1506" fmla="*/ 86679 h 373823"/>
              <a:gd name="connsiteX1507" fmla="*/ 183043 w 1661833"/>
              <a:gd name="connsiteY1507" fmla="*/ 91891 h 373823"/>
              <a:gd name="connsiteX1508" fmla="*/ 183043 w 1661833"/>
              <a:gd name="connsiteY1508" fmla="*/ 92149 h 373823"/>
              <a:gd name="connsiteX1509" fmla="*/ 179931 w 1661833"/>
              <a:gd name="connsiteY1509" fmla="*/ 108228 h 373823"/>
              <a:gd name="connsiteX1510" fmla="*/ 179691 w 1661833"/>
              <a:gd name="connsiteY1510" fmla="*/ 109426 h 373823"/>
              <a:gd name="connsiteX1511" fmla="*/ 177407 w 1661833"/>
              <a:gd name="connsiteY1511" fmla="*/ 109426 h 373823"/>
              <a:gd name="connsiteX1512" fmla="*/ 121378 w 1661833"/>
              <a:gd name="connsiteY1512" fmla="*/ 101340 h 373823"/>
              <a:gd name="connsiteX1513" fmla="*/ 126259 w 1661833"/>
              <a:gd name="connsiteY1513" fmla="*/ 113367 h 373823"/>
              <a:gd name="connsiteX1514" fmla="*/ 139576 w 1661833"/>
              <a:gd name="connsiteY1514" fmla="*/ 121692 h 373823"/>
              <a:gd name="connsiteX1515" fmla="*/ 140681 w 1661833"/>
              <a:gd name="connsiteY1515" fmla="*/ 121913 h 373823"/>
              <a:gd name="connsiteX1516" fmla="*/ 140681 w 1661833"/>
              <a:gd name="connsiteY1516" fmla="*/ 123037 h 373823"/>
              <a:gd name="connsiteX1517" fmla="*/ 140755 w 1661833"/>
              <a:gd name="connsiteY1517" fmla="*/ 123037 h 373823"/>
              <a:gd name="connsiteX1518" fmla="*/ 145635 w 1661833"/>
              <a:gd name="connsiteY1518" fmla="*/ 132872 h 373823"/>
              <a:gd name="connsiteX1519" fmla="*/ 155931 w 1661833"/>
              <a:gd name="connsiteY1519" fmla="*/ 136133 h 373823"/>
              <a:gd name="connsiteX1520" fmla="*/ 157313 w 1661833"/>
              <a:gd name="connsiteY1520" fmla="*/ 136133 h 373823"/>
              <a:gd name="connsiteX1521" fmla="*/ 158473 w 1661833"/>
              <a:gd name="connsiteY1521" fmla="*/ 135985 h 373823"/>
              <a:gd name="connsiteX1522" fmla="*/ 158878 w 1661833"/>
              <a:gd name="connsiteY1522" fmla="*/ 137072 h 373823"/>
              <a:gd name="connsiteX1523" fmla="*/ 166577 w 1661833"/>
              <a:gd name="connsiteY1523" fmla="*/ 143445 h 373823"/>
              <a:gd name="connsiteX1524" fmla="*/ 170519 w 1661833"/>
              <a:gd name="connsiteY1524" fmla="*/ 144034 h 373823"/>
              <a:gd name="connsiteX1525" fmla="*/ 175621 w 1661833"/>
              <a:gd name="connsiteY1525" fmla="*/ 143150 h 373823"/>
              <a:gd name="connsiteX1526" fmla="*/ 178328 w 1661833"/>
              <a:gd name="connsiteY1526" fmla="*/ 142026 h 373823"/>
              <a:gd name="connsiteX1527" fmla="*/ 174350 w 1661833"/>
              <a:gd name="connsiteY1527" fmla="*/ 158290 h 373823"/>
              <a:gd name="connsiteX1528" fmla="*/ 199399 w 1661833"/>
              <a:gd name="connsiteY1528" fmla="*/ 158290 h 373823"/>
              <a:gd name="connsiteX1529" fmla="*/ 195402 w 1661833"/>
              <a:gd name="connsiteY1529" fmla="*/ 142008 h 373823"/>
              <a:gd name="connsiteX1530" fmla="*/ 198128 w 1661833"/>
              <a:gd name="connsiteY1530" fmla="*/ 143150 h 373823"/>
              <a:gd name="connsiteX1531" fmla="*/ 203212 w 1661833"/>
              <a:gd name="connsiteY1531" fmla="*/ 144034 h 373823"/>
              <a:gd name="connsiteX1532" fmla="*/ 207153 w 1661833"/>
              <a:gd name="connsiteY1532" fmla="*/ 143445 h 373823"/>
              <a:gd name="connsiteX1533" fmla="*/ 214852 w 1661833"/>
              <a:gd name="connsiteY1533" fmla="*/ 137072 h 373823"/>
              <a:gd name="connsiteX1534" fmla="*/ 215257 w 1661833"/>
              <a:gd name="connsiteY1534" fmla="*/ 135985 h 373823"/>
              <a:gd name="connsiteX1535" fmla="*/ 216418 w 1661833"/>
              <a:gd name="connsiteY1535" fmla="*/ 136133 h 373823"/>
              <a:gd name="connsiteX1536" fmla="*/ 217799 w 1661833"/>
              <a:gd name="connsiteY1536" fmla="*/ 136133 h 373823"/>
              <a:gd name="connsiteX1537" fmla="*/ 228095 w 1661833"/>
              <a:gd name="connsiteY1537" fmla="*/ 132872 h 373823"/>
              <a:gd name="connsiteX1538" fmla="*/ 232976 w 1661833"/>
              <a:gd name="connsiteY1538" fmla="*/ 123019 h 373823"/>
              <a:gd name="connsiteX1539" fmla="*/ 232976 w 1661833"/>
              <a:gd name="connsiteY1539" fmla="*/ 121913 h 373823"/>
              <a:gd name="connsiteX1540" fmla="*/ 234081 w 1661833"/>
              <a:gd name="connsiteY1540" fmla="*/ 121692 h 373823"/>
              <a:gd name="connsiteX1541" fmla="*/ 247379 w 1661833"/>
              <a:gd name="connsiteY1541" fmla="*/ 113367 h 373823"/>
              <a:gd name="connsiteX1542" fmla="*/ 252260 w 1661833"/>
              <a:gd name="connsiteY1542" fmla="*/ 101340 h 373823"/>
              <a:gd name="connsiteX1543" fmla="*/ 196286 w 1661833"/>
              <a:gd name="connsiteY1543" fmla="*/ 109426 h 373823"/>
              <a:gd name="connsiteX1544" fmla="*/ 194003 w 1661833"/>
              <a:gd name="connsiteY1544" fmla="*/ 109426 h 373823"/>
              <a:gd name="connsiteX1545" fmla="*/ 193763 w 1661833"/>
              <a:gd name="connsiteY1545" fmla="*/ 108228 h 373823"/>
              <a:gd name="connsiteX1546" fmla="*/ 190650 w 1661833"/>
              <a:gd name="connsiteY1546" fmla="*/ 92149 h 373823"/>
              <a:gd name="connsiteX1547" fmla="*/ 190650 w 1661833"/>
              <a:gd name="connsiteY1547" fmla="*/ 91891 h 373823"/>
              <a:gd name="connsiteX1548" fmla="*/ 186967 w 1661833"/>
              <a:gd name="connsiteY1548" fmla="*/ 86679 h 373823"/>
              <a:gd name="connsiteX1549" fmla="*/ 215700 w 1661833"/>
              <a:gd name="connsiteY1549" fmla="*/ 86034 h 373823"/>
              <a:gd name="connsiteX1550" fmla="*/ 222901 w 1661833"/>
              <a:gd name="connsiteY1550" fmla="*/ 90694 h 373823"/>
              <a:gd name="connsiteX1551" fmla="*/ 214355 w 1661833"/>
              <a:gd name="connsiteY1551" fmla="*/ 91155 h 373823"/>
              <a:gd name="connsiteX1552" fmla="*/ 207982 w 1661833"/>
              <a:gd name="connsiteY1552" fmla="*/ 86513 h 373823"/>
              <a:gd name="connsiteX1553" fmla="*/ 215700 w 1661833"/>
              <a:gd name="connsiteY1553" fmla="*/ 86034 h 373823"/>
              <a:gd name="connsiteX1554" fmla="*/ 1028691 w 1661833"/>
              <a:gd name="connsiteY1554" fmla="*/ 85281 h 373823"/>
              <a:gd name="connsiteX1555" fmla="*/ 1035113 w 1661833"/>
              <a:gd name="connsiteY1555" fmla="*/ 87786 h 373823"/>
              <a:gd name="connsiteX1556" fmla="*/ 1047955 w 1661833"/>
              <a:gd name="connsiteY1556" fmla="*/ 88749 h 373823"/>
              <a:gd name="connsiteX1557" fmla="*/ 1048534 w 1661833"/>
              <a:gd name="connsiteY1557" fmla="*/ 89070 h 373823"/>
              <a:gd name="connsiteX1558" fmla="*/ 1050717 w 1661833"/>
              <a:gd name="connsiteY1558" fmla="*/ 94335 h 373823"/>
              <a:gd name="connsiteX1559" fmla="*/ 1055147 w 1661833"/>
              <a:gd name="connsiteY1559" fmla="*/ 103325 h 373823"/>
              <a:gd name="connsiteX1560" fmla="*/ 1051551 w 1661833"/>
              <a:gd name="connsiteY1560" fmla="*/ 110967 h 373823"/>
              <a:gd name="connsiteX1561" fmla="*/ 1049882 w 1661833"/>
              <a:gd name="connsiteY1561" fmla="*/ 118030 h 373823"/>
              <a:gd name="connsiteX1562" fmla="*/ 1043461 w 1661833"/>
              <a:gd name="connsiteY1562" fmla="*/ 129396 h 373823"/>
              <a:gd name="connsiteX1563" fmla="*/ 1037681 w 1661833"/>
              <a:gd name="connsiteY1563" fmla="*/ 135817 h 373823"/>
              <a:gd name="connsiteX1564" fmla="*/ 1024839 w 1661833"/>
              <a:gd name="connsiteY1564" fmla="*/ 162658 h 373823"/>
              <a:gd name="connsiteX1565" fmla="*/ 1020537 w 1661833"/>
              <a:gd name="connsiteY1565" fmla="*/ 166960 h 373823"/>
              <a:gd name="connsiteX1566" fmla="*/ 1015271 w 1661833"/>
              <a:gd name="connsiteY1566" fmla="*/ 166960 h 373823"/>
              <a:gd name="connsiteX1567" fmla="*/ 1009748 w 1661833"/>
              <a:gd name="connsiteY1567" fmla="*/ 168758 h 373823"/>
              <a:gd name="connsiteX1568" fmla="*/ 1001530 w 1661833"/>
              <a:gd name="connsiteY1568" fmla="*/ 171262 h 373823"/>
              <a:gd name="connsiteX1569" fmla="*/ 1001530 w 1661833"/>
              <a:gd name="connsiteY1569" fmla="*/ 177684 h 373823"/>
              <a:gd name="connsiteX1570" fmla="*/ 1007950 w 1661833"/>
              <a:gd name="connsiteY1570" fmla="*/ 176528 h 373823"/>
              <a:gd name="connsiteX1571" fmla="*/ 1012959 w 1661833"/>
              <a:gd name="connsiteY1571" fmla="*/ 174216 h 373823"/>
              <a:gd name="connsiteX1572" fmla="*/ 1019894 w 1661833"/>
              <a:gd name="connsiteY1572" fmla="*/ 176399 h 373823"/>
              <a:gd name="connsiteX1573" fmla="*/ 1022656 w 1661833"/>
              <a:gd name="connsiteY1573" fmla="*/ 179610 h 373823"/>
              <a:gd name="connsiteX1574" fmla="*/ 1024454 w 1661833"/>
              <a:gd name="connsiteY1574" fmla="*/ 188343 h 373823"/>
              <a:gd name="connsiteX1575" fmla="*/ 1023362 w 1661833"/>
              <a:gd name="connsiteY1575" fmla="*/ 191939 h 373823"/>
              <a:gd name="connsiteX1576" fmla="*/ 1016941 w 1661833"/>
              <a:gd name="connsiteY1576" fmla="*/ 196369 h 373823"/>
              <a:gd name="connsiteX1577" fmla="*/ 1009748 w 1661833"/>
              <a:gd name="connsiteY1577" fmla="*/ 199002 h 373823"/>
              <a:gd name="connsiteX1578" fmla="*/ 1007501 w 1661833"/>
              <a:gd name="connsiteY1578" fmla="*/ 203176 h 373823"/>
              <a:gd name="connsiteX1579" fmla="*/ 1010969 w 1661833"/>
              <a:gd name="connsiteY1579" fmla="*/ 205937 h 373823"/>
              <a:gd name="connsiteX1580" fmla="*/ 1020537 w 1661833"/>
              <a:gd name="connsiteY1580" fmla="*/ 204139 h 373823"/>
              <a:gd name="connsiteX1581" fmla="*/ 1027729 w 1661833"/>
              <a:gd name="connsiteY1581" fmla="*/ 204139 h 373823"/>
              <a:gd name="connsiteX1582" fmla="*/ 1036590 w 1661833"/>
              <a:gd name="connsiteY1582" fmla="*/ 202341 h 373823"/>
              <a:gd name="connsiteX1583" fmla="*/ 1044359 w 1661833"/>
              <a:gd name="connsiteY1583" fmla="*/ 202341 h 373823"/>
              <a:gd name="connsiteX1584" fmla="*/ 1050781 w 1661833"/>
              <a:gd name="connsiteY1584" fmla="*/ 212423 h 373823"/>
              <a:gd name="connsiteX1585" fmla="*/ 1039415 w 1661833"/>
              <a:gd name="connsiteY1585" fmla="*/ 228797 h 373823"/>
              <a:gd name="connsiteX1586" fmla="*/ 1029077 w 1661833"/>
              <a:gd name="connsiteY1586" fmla="*/ 226999 h 373823"/>
              <a:gd name="connsiteX1587" fmla="*/ 1011996 w 1661833"/>
              <a:gd name="connsiteY1587" fmla="*/ 227705 h 373823"/>
              <a:gd name="connsiteX1588" fmla="*/ 1002685 w 1661833"/>
              <a:gd name="connsiteY1588" fmla="*/ 227127 h 373823"/>
              <a:gd name="connsiteX1589" fmla="*/ 994530 w 1661833"/>
              <a:gd name="connsiteY1589" fmla="*/ 227962 h 373823"/>
              <a:gd name="connsiteX1590" fmla="*/ 985412 w 1661833"/>
              <a:gd name="connsiteY1590" fmla="*/ 229504 h 373823"/>
              <a:gd name="connsiteX1591" fmla="*/ 974303 w 1661833"/>
              <a:gd name="connsiteY1591" fmla="*/ 231686 h 373823"/>
              <a:gd name="connsiteX1592" fmla="*/ 962809 w 1661833"/>
              <a:gd name="connsiteY1592" fmla="*/ 232842 h 373823"/>
              <a:gd name="connsiteX1593" fmla="*/ 950994 w 1661833"/>
              <a:gd name="connsiteY1593" fmla="*/ 236438 h 373823"/>
              <a:gd name="connsiteX1594" fmla="*/ 943545 w 1661833"/>
              <a:gd name="connsiteY1594" fmla="*/ 232521 h 373823"/>
              <a:gd name="connsiteX1595" fmla="*/ 941876 w 1661833"/>
              <a:gd name="connsiteY1595" fmla="*/ 222568 h 373823"/>
              <a:gd name="connsiteX1596" fmla="*/ 942260 w 1661833"/>
              <a:gd name="connsiteY1596" fmla="*/ 218009 h 373823"/>
              <a:gd name="connsiteX1597" fmla="*/ 944765 w 1661833"/>
              <a:gd name="connsiteY1597" fmla="*/ 212744 h 373823"/>
              <a:gd name="connsiteX1598" fmla="*/ 947526 w 1661833"/>
              <a:gd name="connsiteY1598" fmla="*/ 210497 h 373823"/>
              <a:gd name="connsiteX1599" fmla="*/ 950994 w 1661833"/>
              <a:gd name="connsiteY1599" fmla="*/ 212166 h 373823"/>
              <a:gd name="connsiteX1600" fmla="*/ 961140 w 1661833"/>
              <a:gd name="connsiteY1600" fmla="*/ 208699 h 373823"/>
              <a:gd name="connsiteX1601" fmla="*/ 973983 w 1661833"/>
              <a:gd name="connsiteY1601" fmla="*/ 203048 h 373823"/>
              <a:gd name="connsiteX1602" fmla="*/ 971863 w 1661833"/>
              <a:gd name="connsiteY1602" fmla="*/ 199452 h 373823"/>
              <a:gd name="connsiteX1603" fmla="*/ 966598 w 1661833"/>
              <a:gd name="connsiteY1603" fmla="*/ 198746 h 373823"/>
              <a:gd name="connsiteX1604" fmla="*/ 962167 w 1661833"/>
              <a:gd name="connsiteY1604" fmla="*/ 196498 h 373823"/>
              <a:gd name="connsiteX1605" fmla="*/ 962167 w 1661833"/>
              <a:gd name="connsiteY1605" fmla="*/ 192195 h 373823"/>
              <a:gd name="connsiteX1606" fmla="*/ 962745 w 1661833"/>
              <a:gd name="connsiteY1606" fmla="*/ 186930 h 373823"/>
              <a:gd name="connsiteX1607" fmla="*/ 965635 w 1661833"/>
              <a:gd name="connsiteY1607" fmla="*/ 183078 h 373823"/>
              <a:gd name="connsiteX1608" fmla="*/ 968588 w 1661833"/>
              <a:gd name="connsiteY1608" fmla="*/ 184040 h 373823"/>
              <a:gd name="connsiteX1609" fmla="*/ 971735 w 1661833"/>
              <a:gd name="connsiteY1609" fmla="*/ 183463 h 373823"/>
              <a:gd name="connsiteX1610" fmla="*/ 974817 w 1661833"/>
              <a:gd name="connsiteY1610" fmla="*/ 183463 h 373823"/>
              <a:gd name="connsiteX1611" fmla="*/ 977578 w 1661833"/>
              <a:gd name="connsiteY1611" fmla="*/ 180958 h 373823"/>
              <a:gd name="connsiteX1612" fmla="*/ 978284 w 1661833"/>
              <a:gd name="connsiteY1612" fmla="*/ 174537 h 373823"/>
              <a:gd name="connsiteX1613" fmla="*/ 974496 w 1661833"/>
              <a:gd name="connsiteY1613" fmla="*/ 174023 h 373823"/>
              <a:gd name="connsiteX1614" fmla="*/ 969679 w 1661833"/>
              <a:gd name="connsiteY1614" fmla="*/ 175372 h 373823"/>
              <a:gd name="connsiteX1615" fmla="*/ 965249 w 1661833"/>
              <a:gd name="connsiteY1615" fmla="*/ 176335 h 373823"/>
              <a:gd name="connsiteX1616" fmla="*/ 961653 w 1661833"/>
              <a:gd name="connsiteY1616" fmla="*/ 175821 h 373823"/>
              <a:gd name="connsiteX1617" fmla="*/ 959855 w 1661833"/>
              <a:gd name="connsiteY1617" fmla="*/ 172996 h 373823"/>
              <a:gd name="connsiteX1618" fmla="*/ 958443 w 1661833"/>
              <a:gd name="connsiteY1618" fmla="*/ 168886 h 373823"/>
              <a:gd name="connsiteX1619" fmla="*/ 955232 w 1661833"/>
              <a:gd name="connsiteY1619" fmla="*/ 162914 h 373823"/>
              <a:gd name="connsiteX1620" fmla="*/ 953434 w 1661833"/>
              <a:gd name="connsiteY1620" fmla="*/ 156493 h 373823"/>
              <a:gd name="connsiteX1621" fmla="*/ 956902 w 1661833"/>
              <a:gd name="connsiteY1621" fmla="*/ 146412 h 373823"/>
              <a:gd name="connsiteX1622" fmla="*/ 955232 w 1661833"/>
              <a:gd name="connsiteY1622" fmla="*/ 130166 h 373823"/>
              <a:gd name="connsiteX1623" fmla="*/ 953177 w 1661833"/>
              <a:gd name="connsiteY1623" fmla="*/ 123231 h 373823"/>
              <a:gd name="connsiteX1624" fmla="*/ 954011 w 1661833"/>
              <a:gd name="connsiteY1624" fmla="*/ 117966 h 373823"/>
              <a:gd name="connsiteX1625" fmla="*/ 955810 w 1661833"/>
              <a:gd name="connsiteY1625" fmla="*/ 108976 h 373823"/>
              <a:gd name="connsiteX1626" fmla="*/ 960241 w 1661833"/>
              <a:gd name="connsiteY1626" fmla="*/ 99858 h 373823"/>
              <a:gd name="connsiteX1627" fmla="*/ 965955 w 1661833"/>
              <a:gd name="connsiteY1627" fmla="*/ 103325 h 373823"/>
              <a:gd name="connsiteX1628" fmla="*/ 971349 w 1661833"/>
              <a:gd name="connsiteY1628" fmla="*/ 102747 h 373823"/>
              <a:gd name="connsiteX1629" fmla="*/ 978413 w 1661833"/>
              <a:gd name="connsiteY1629" fmla="*/ 100500 h 373823"/>
              <a:gd name="connsiteX1630" fmla="*/ 990484 w 1661833"/>
              <a:gd name="connsiteY1630" fmla="*/ 95555 h 373823"/>
              <a:gd name="connsiteX1631" fmla="*/ 1000053 w 1661833"/>
              <a:gd name="connsiteY1631" fmla="*/ 94592 h 373823"/>
              <a:gd name="connsiteX1632" fmla="*/ 1028691 w 1661833"/>
              <a:gd name="connsiteY1632" fmla="*/ 85281 h 373823"/>
              <a:gd name="connsiteX1633" fmla="*/ 60892 w 1661833"/>
              <a:gd name="connsiteY1633" fmla="*/ 77893 h 373823"/>
              <a:gd name="connsiteX1634" fmla="*/ 60137 w 1661833"/>
              <a:gd name="connsiteY1634" fmla="*/ 78187 h 373823"/>
              <a:gd name="connsiteX1635" fmla="*/ 59419 w 1661833"/>
              <a:gd name="connsiteY1635" fmla="*/ 78648 h 373823"/>
              <a:gd name="connsiteX1636" fmla="*/ 58571 w 1661833"/>
              <a:gd name="connsiteY1636" fmla="*/ 79606 h 373823"/>
              <a:gd name="connsiteX1637" fmla="*/ 57613 w 1661833"/>
              <a:gd name="connsiteY1637" fmla="*/ 80416 h 373823"/>
              <a:gd name="connsiteX1638" fmla="*/ 56766 w 1661833"/>
              <a:gd name="connsiteY1638" fmla="*/ 80692 h 373823"/>
              <a:gd name="connsiteX1639" fmla="*/ 56582 w 1661833"/>
              <a:gd name="connsiteY1639" fmla="*/ 81190 h 373823"/>
              <a:gd name="connsiteX1640" fmla="*/ 56564 w 1661833"/>
              <a:gd name="connsiteY1640" fmla="*/ 81190 h 373823"/>
              <a:gd name="connsiteX1641" fmla="*/ 56472 w 1661833"/>
              <a:gd name="connsiteY1641" fmla="*/ 82147 h 373823"/>
              <a:gd name="connsiteX1642" fmla="*/ 56840 w 1661833"/>
              <a:gd name="connsiteY1642" fmla="*/ 82516 h 373823"/>
              <a:gd name="connsiteX1643" fmla="*/ 58682 w 1661833"/>
              <a:gd name="connsiteY1643" fmla="*/ 83216 h 373823"/>
              <a:gd name="connsiteX1644" fmla="*/ 60413 w 1661833"/>
              <a:gd name="connsiteY1644" fmla="*/ 85426 h 373823"/>
              <a:gd name="connsiteX1645" fmla="*/ 60892 w 1661833"/>
              <a:gd name="connsiteY1645" fmla="*/ 86807 h 373823"/>
              <a:gd name="connsiteX1646" fmla="*/ 60395 w 1661833"/>
              <a:gd name="connsiteY1646" fmla="*/ 88299 h 373823"/>
              <a:gd name="connsiteX1647" fmla="*/ 59750 w 1661833"/>
              <a:gd name="connsiteY1647" fmla="*/ 89091 h 373823"/>
              <a:gd name="connsiteX1648" fmla="*/ 59105 w 1661833"/>
              <a:gd name="connsiteY1648" fmla="*/ 90436 h 373823"/>
              <a:gd name="connsiteX1649" fmla="*/ 59105 w 1661833"/>
              <a:gd name="connsiteY1649" fmla="*/ 91872 h 373823"/>
              <a:gd name="connsiteX1650" fmla="*/ 60321 w 1661833"/>
              <a:gd name="connsiteY1650" fmla="*/ 93125 h 373823"/>
              <a:gd name="connsiteX1651" fmla="*/ 61076 w 1661833"/>
              <a:gd name="connsiteY1651" fmla="*/ 93548 h 373823"/>
              <a:gd name="connsiteX1652" fmla="*/ 62126 w 1661833"/>
              <a:gd name="connsiteY1652" fmla="*/ 94230 h 373823"/>
              <a:gd name="connsiteX1653" fmla="*/ 62771 w 1661833"/>
              <a:gd name="connsiteY1653" fmla="*/ 94230 h 373823"/>
              <a:gd name="connsiteX1654" fmla="*/ 63213 w 1661833"/>
              <a:gd name="connsiteY1654" fmla="*/ 93604 h 373823"/>
              <a:gd name="connsiteX1655" fmla="*/ 63618 w 1661833"/>
              <a:gd name="connsiteY1655" fmla="*/ 92627 h 373823"/>
              <a:gd name="connsiteX1656" fmla="*/ 64244 w 1661833"/>
              <a:gd name="connsiteY1656" fmla="*/ 91762 h 373823"/>
              <a:gd name="connsiteX1657" fmla="*/ 64870 w 1661833"/>
              <a:gd name="connsiteY1657" fmla="*/ 91578 h 373823"/>
              <a:gd name="connsiteX1658" fmla="*/ 66712 w 1661833"/>
              <a:gd name="connsiteY1658" fmla="*/ 93162 h 373823"/>
              <a:gd name="connsiteX1659" fmla="*/ 66712 w 1661833"/>
              <a:gd name="connsiteY1659" fmla="*/ 94635 h 373823"/>
              <a:gd name="connsiteX1660" fmla="*/ 66104 w 1661833"/>
              <a:gd name="connsiteY1660" fmla="*/ 97140 h 373823"/>
              <a:gd name="connsiteX1661" fmla="*/ 65570 w 1661833"/>
              <a:gd name="connsiteY1661" fmla="*/ 98429 h 373823"/>
              <a:gd name="connsiteX1662" fmla="*/ 65257 w 1661833"/>
              <a:gd name="connsiteY1662" fmla="*/ 99811 h 373823"/>
              <a:gd name="connsiteX1663" fmla="*/ 64778 w 1661833"/>
              <a:gd name="connsiteY1663" fmla="*/ 100437 h 373823"/>
              <a:gd name="connsiteX1664" fmla="*/ 64963 w 1661833"/>
              <a:gd name="connsiteY1664" fmla="*/ 101284 h 373823"/>
              <a:gd name="connsiteX1665" fmla="*/ 65828 w 1661833"/>
              <a:gd name="connsiteY1665" fmla="*/ 101689 h 373823"/>
              <a:gd name="connsiteX1666" fmla="*/ 66749 w 1661833"/>
              <a:gd name="connsiteY1666" fmla="*/ 102242 h 373823"/>
              <a:gd name="connsiteX1667" fmla="*/ 67799 w 1661833"/>
              <a:gd name="connsiteY1667" fmla="*/ 102058 h 373823"/>
              <a:gd name="connsiteX1668" fmla="*/ 69549 w 1661833"/>
              <a:gd name="connsiteY1668" fmla="*/ 101929 h 373823"/>
              <a:gd name="connsiteX1669" fmla="*/ 69862 w 1661833"/>
              <a:gd name="connsiteY1669" fmla="*/ 99442 h 373823"/>
              <a:gd name="connsiteX1670" fmla="*/ 70341 w 1661833"/>
              <a:gd name="connsiteY1670" fmla="*/ 98098 h 373823"/>
              <a:gd name="connsiteX1671" fmla="*/ 70893 w 1661833"/>
              <a:gd name="connsiteY1671" fmla="*/ 95685 h 373823"/>
              <a:gd name="connsiteX1672" fmla="*/ 71464 w 1661833"/>
              <a:gd name="connsiteY1672" fmla="*/ 93954 h 373823"/>
              <a:gd name="connsiteX1673" fmla="*/ 71464 w 1661833"/>
              <a:gd name="connsiteY1673" fmla="*/ 91780 h 373823"/>
              <a:gd name="connsiteX1674" fmla="*/ 71888 w 1661833"/>
              <a:gd name="connsiteY1674" fmla="*/ 89717 h 373823"/>
              <a:gd name="connsiteX1675" fmla="*/ 71612 w 1661833"/>
              <a:gd name="connsiteY1675" fmla="*/ 88649 h 373823"/>
              <a:gd name="connsiteX1676" fmla="*/ 70691 w 1661833"/>
              <a:gd name="connsiteY1676" fmla="*/ 87120 h 373823"/>
              <a:gd name="connsiteX1677" fmla="*/ 70009 w 1661833"/>
              <a:gd name="connsiteY1677" fmla="*/ 86715 h 373823"/>
              <a:gd name="connsiteX1678" fmla="*/ 69567 w 1661833"/>
              <a:gd name="connsiteY1678" fmla="*/ 86420 h 373823"/>
              <a:gd name="connsiteX1679" fmla="*/ 68738 w 1661833"/>
              <a:gd name="connsiteY1679" fmla="*/ 86034 h 373823"/>
              <a:gd name="connsiteX1680" fmla="*/ 67854 w 1661833"/>
              <a:gd name="connsiteY1680" fmla="*/ 85094 h 373823"/>
              <a:gd name="connsiteX1681" fmla="*/ 66896 w 1661833"/>
              <a:gd name="connsiteY1681" fmla="*/ 83897 h 373823"/>
              <a:gd name="connsiteX1682" fmla="*/ 65165 w 1661833"/>
              <a:gd name="connsiteY1682" fmla="*/ 82055 h 373823"/>
              <a:gd name="connsiteX1683" fmla="*/ 64263 w 1661833"/>
              <a:gd name="connsiteY1683" fmla="*/ 80987 h 373823"/>
              <a:gd name="connsiteX1684" fmla="*/ 63728 w 1661833"/>
              <a:gd name="connsiteY1684" fmla="*/ 79624 h 373823"/>
              <a:gd name="connsiteX1685" fmla="*/ 62863 w 1661833"/>
              <a:gd name="connsiteY1685" fmla="*/ 78740 h 373823"/>
              <a:gd name="connsiteX1686" fmla="*/ 62310 w 1661833"/>
              <a:gd name="connsiteY1686" fmla="*/ 78150 h 373823"/>
              <a:gd name="connsiteX1687" fmla="*/ 60892 w 1661833"/>
              <a:gd name="connsiteY1687" fmla="*/ 77893 h 373823"/>
              <a:gd name="connsiteX1688" fmla="*/ 223614 w 1661833"/>
              <a:gd name="connsiteY1688" fmla="*/ 77821 h 373823"/>
              <a:gd name="connsiteX1689" fmla="*/ 230968 w 1661833"/>
              <a:gd name="connsiteY1689" fmla="*/ 78832 h 373823"/>
              <a:gd name="connsiteX1690" fmla="*/ 223969 w 1661833"/>
              <a:gd name="connsiteY1690" fmla="*/ 82774 h 373823"/>
              <a:gd name="connsiteX1691" fmla="*/ 216491 w 1661833"/>
              <a:gd name="connsiteY1691" fmla="*/ 80416 h 373823"/>
              <a:gd name="connsiteX1692" fmla="*/ 223601 w 1661833"/>
              <a:gd name="connsiteY1692" fmla="*/ 77819 h 373823"/>
              <a:gd name="connsiteX1693" fmla="*/ 223619 w 1661833"/>
              <a:gd name="connsiteY1693" fmla="*/ 77819 h 373823"/>
              <a:gd name="connsiteX1694" fmla="*/ 223614 w 1661833"/>
              <a:gd name="connsiteY1694" fmla="*/ 77821 h 373823"/>
              <a:gd name="connsiteX1695" fmla="*/ 311531 w 1661833"/>
              <a:gd name="connsiteY1695" fmla="*/ 69162 h 373823"/>
              <a:gd name="connsiteX1696" fmla="*/ 310537 w 1661833"/>
              <a:gd name="connsiteY1696" fmla="*/ 69383 h 373823"/>
              <a:gd name="connsiteX1697" fmla="*/ 309579 w 1661833"/>
              <a:gd name="connsiteY1697" fmla="*/ 70599 h 373823"/>
              <a:gd name="connsiteX1698" fmla="*/ 307737 w 1661833"/>
              <a:gd name="connsiteY1698" fmla="*/ 72551 h 373823"/>
              <a:gd name="connsiteX1699" fmla="*/ 305785 w 1661833"/>
              <a:gd name="connsiteY1699" fmla="*/ 74135 h 373823"/>
              <a:gd name="connsiteX1700" fmla="*/ 305011 w 1661833"/>
              <a:gd name="connsiteY1700" fmla="*/ 75130 h 373823"/>
              <a:gd name="connsiteX1701" fmla="*/ 304624 w 1661833"/>
              <a:gd name="connsiteY1701" fmla="*/ 75922 h 373823"/>
              <a:gd name="connsiteX1702" fmla="*/ 304035 w 1661833"/>
              <a:gd name="connsiteY1702" fmla="*/ 75922 h 373823"/>
              <a:gd name="connsiteX1703" fmla="*/ 302856 w 1661833"/>
              <a:gd name="connsiteY1703" fmla="*/ 75369 h 373823"/>
              <a:gd name="connsiteX1704" fmla="*/ 302720 w 1661833"/>
              <a:gd name="connsiteY1704" fmla="*/ 75233 h 373823"/>
              <a:gd name="connsiteX1705" fmla="*/ 302856 w 1661833"/>
              <a:gd name="connsiteY1705" fmla="*/ 74596 h 373823"/>
              <a:gd name="connsiteX1706" fmla="*/ 303980 w 1661833"/>
              <a:gd name="connsiteY1706" fmla="*/ 73141 h 373823"/>
              <a:gd name="connsiteX1707" fmla="*/ 303685 w 1661833"/>
              <a:gd name="connsiteY1707" fmla="*/ 72864 h 373823"/>
              <a:gd name="connsiteX1708" fmla="*/ 300996 w 1661833"/>
              <a:gd name="connsiteY1708" fmla="*/ 73435 h 373823"/>
              <a:gd name="connsiteX1709" fmla="*/ 300333 w 1661833"/>
              <a:gd name="connsiteY1709" fmla="*/ 73270 h 373823"/>
              <a:gd name="connsiteX1710" fmla="*/ 299504 w 1661833"/>
              <a:gd name="connsiteY1710" fmla="*/ 73601 h 373823"/>
              <a:gd name="connsiteX1711" fmla="*/ 297994 w 1661833"/>
              <a:gd name="connsiteY1711" fmla="*/ 74964 h 373823"/>
              <a:gd name="connsiteX1712" fmla="*/ 296962 w 1661833"/>
              <a:gd name="connsiteY1712" fmla="*/ 76806 h 373823"/>
              <a:gd name="connsiteX1713" fmla="*/ 297294 w 1661833"/>
              <a:gd name="connsiteY1713" fmla="*/ 77672 h 373823"/>
              <a:gd name="connsiteX1714" fmla="*/ 300020 w 1661833"/>
              <a:gd name="connsiteY1714" fmla="*/ 78132 h 373823"/>
              <a:gd name="connsiteX1715" fmla="*/ 300812 w 1661833"/>
              <a:gd name="connsiteY1715" fmla="*/ 78132 h 373823"/>
              <a:gd name="connsiteX1716" fmla="*/ 302654 w 1661833"/>
              <a:gd name="connsiteY1716" fmla="*/ 77966 h 373823"/>
              <a:gd name="connsiteX1717" fmla="*/ 304256 w 1661833"/>
              <a:gd name="connsiteY1717" fmla="*/ 78832 h 373823"/>
              <a:gd name="connsiteX1718" fmla="*/ 305453 w 1661833"/>
              <a:gd name="connsiteY1718" fmla="*/ 79698 h 373823"/>
              <a:gd name="connsiteX1719" fmla="*/ 306927 w 1661833"/>
              <a:gd name="connsiteY1719" fmla="*/ 80913 h 373823"/>
              <a:gd name="connsiteX1720" fmla="*/ 307921 w 1661833"/>
              <a:gd name="connsiteY1720" fmla="*/ 81613 h 373823"/>
              <a:gd name="connsiteX1721" fmla="*/ 308916 w 1661833"/>
              <a:gd name="connsiteY1721" fmla="*/ 82276 h 373823"/>
              <a:gd name="connsiteX1722" fmla="*/ 310758 w 1661833"/>
              <a:gd name="connsiteY1722" fmla="*/ 83823 h 373823"/>
              <a:gd name="connsiteX1723" fmla="*/ 311918 w 1661833"/>
              <a:gd name="connsiteY1723" fmla="*/ 84763 h 373823"/>
              <a:gd name="connsiteX1724" fmla="*/ 313005 w 1661833"/>
              <a:gd name="connsiteY1724" fmla="*/ 85684 h 373823"/>
              <a:gd name="connsiteX1725" fmla="*/ 311771 w 1661833"/>
              <a:gd name="connsiteY1725" fmla="*/ 86015 h 373823"/>
              <a:gd name="connsiteX1726" fmla="*/ 310647 w 1661833"/>
              <a:gd name="connsiteY1726" fmla="*/ 85592 h 373823"/>
              <a:gd name="connsiteX1727" fmla="*/ 310168 w 1661833"/>
              <a:gd name="connsiteY1727" fmla="*/ 84707 h 373823"/>
              <a:gd name="connsiteX1728" fmla="*/ 309487 w 1661833"/>
              <a:gd name="connsiteY1728" fmla="*/ 84063 h 373823"/>
              <a:gd name="connsiteX1729" fmla="*/ 308713 w 1661833"/>
              <a:gd name="connsiteY1729" fmla="*/ 83216 h 373823"/>
              <a:gd name="connsiteX1730" fmla="*/ 308124 w 1661833"/>
              <a:gd name="connsiteY1730" fmla="*/ 83087 h 373823"/>
              <a:gd name="connsiteX1731" fmla="*/ 307350 w 1661833"/>
              <a:gd name="connsiteY1731" fmla="*/ 82681 h 373823"/>
              <a:gd name="connsiteX1732" fmla="*/ 306540 w 1661833"/>
              <a:gd name="connsiteY1732" fmla="*/ 82092 h 373823"/>
              <a:gd name="connsiteX1733" fmla="*/ 305416 w 1661833"/>
              <a:gd name="connsiteY1733" fmla="*/ 81337 h 373823"/>
              <a:gd name="connsiteX1734" fmla="*/ 304551 w 1661833"/>
              <a:gd name="connsiteY1734" fmla="*/ 80582 h 373823"/>
              <a:gd name="connsiteX1735" fmla="*/ 304016 w 1661833"/>
              <a:gd name="connsiteY1735" fmla="*/ 80453 h 373823"/>
              <a:gd name="connsiteX1736" fmla="*/ 303096 w 1661833"/>
              <a:gd name="connsiteY1736" fmla="*/ 79587 h 373823"/>
              <a:gd name="connsiteX1737" fmla="*/ 300959 w 1661833"/>
              <a:gd name="connsiteY1737" fmla="*/ 80379 h 373823"/>
              <a:gd name="connsiteX1738" fmla="*/ 299964 w 1661833"/>
              <a:gd name="connsiteY1738" fmla="*/ 80987 h 373823"/>
              <a:gd name="connsiteX1739" fmla="*/ 299614 w 1661833"/>
              <a:gd name="connsiteY1739" fmla="*/ 81742 h 373823"/>
              <a:gd name="connsiteX1740" fmla="*/ 300185 w 1661833"/>
              <a:gd name="connsiteY1740" fmla="*/ 82368 h 373823"/>
              <a:gd name="connsiteX1741" fmla="*/ 301254 w 1661833"/>
              <a:gd name="connsiteY1741" fmla="*/ 82755 h 373823"/>
              <a:gd name="connsiteX1742" fmla="*/ 302285 w 1661833"/>
              <a:gd name="connsiteY1742" fmla="*/ 82995 h 373823"/>
              <a:gd name="connsiteX1743" fmla="*/ 302764 w 1661833"/>
              <a:gd name="connsiteY1743" fmla="*/ 83639 h 373823"/>
              <a:gd name="connsiteX1744" fmla="*/ 301769 w 1661833"/>
              <a:gd name="connsiteY1744" fmla="*/ 84044 h 373823"/>
              <a:gd name="connsiteX1745" fmla="*/ 300922 w 1661833"/>
              <a:gd name="connsiteY1745" fmla="*/ 84634 h 373823"/>
              <a:gd name="connsiteX1746" fmla="*/ 300370 w 1661833"/>
              <a:gd name="connsiteY1746" fmla="*/ 84744 h 373823"/>
              <a:gd name="connsiteX1747" fmla="*/ 299486 w 1661833"/>
              <a:gd name="connsiteY1747" fmla="*/ 84431 h 373823"/>
              <a:gd name="connsiteX1748" fmla="*/ 298270 w 1661833"/>
              <a:gd name="connsiteY1748" fmla="*/ 83676 h 373823"/>
              <a:gd name="connsiteX1749" fmla="*/ 296981 w 1661833"/>
              <a:gd name="connsiteY1749" fmla="*/ 83326 h 373823"/>
              <a:gd name="connsiteX1750" fmla="*/ 296410 w 1661833"/>
              <a:gd name="connsiteY1750" fmla="*/ 82276 h 373823"/>
              <a:gd name="connsiteX1751" fmla="*/ 294568 w 1661833"/>
              <a:gd name="connsiteY1751" fmla="*/ 81797 h 373823"/>
              <a:gd name="connsiteX1752" fmla="*/ 293444 w 1661833"/>
              <a:gd name="connsiteY1752" fmla="*/ 82497 h 373823"/>
              <a:gd name="connsiteX1753" fmla="*/ 292836 w 1661833"/>
              <a:gd name="connsiteY1753" fmla="*/ 83234 h 373823"/>
              <a:gd name="connsiteX1754" fmla="*/ 293057 w 1661833"/>
              <a:gd name="connsiteY1754" fmla="*/ 83860 h 373823"/>
              <a:gd name="connsiteX1755" fmla="*/ 293702 w 1661833"/>
              <a:gd name="connsiteY1755" fmla="*/ 85021 h 373823"/>
              <a:gd name="connsiteX1756" fmla="*/ 295084 w 1661833"/>
              <a:gd name="connsiteY1756" fmla="*/ 85720 h 373823"/>
              <a:gd name="connsiteX1757" fmla="*/ 296502 w 1661833"/>
              <a:gd name="connsiteY1757" fmla="*/ 86807 h 373823"/>
              <a:gd name="connsiteX1758" fmla="*/ 297902 w 1661833"/>
              <a:gd name="connsiteY1758" fmla="*/ 87857 h 373823"/>
              <a:gd name="connsiteX1759" fmla="*/ 297717 w 1661833"/>
              <a:gd name="connsiteY1759" fmla="*/ 88723 h 373823"/>
              <a:gd name="connsiteX1760" fmla="*/ 294163 w 1661833"/>
              <a:gd name="connsiteY1760" fmla="*/ 89515 h 373823"/>
              <a:gd name="connsiteX1761" fmla="*/ 292321 w 1661833"/>
              <a:gd name="connsiteY1761" fmla="*/ 88115 h 373823"/>
              <a:gd name="connsiteX1762" fmla="*/ 291326 w 1661833"/>
              <a:gd name="connsiteY1762" fmla="*/ 87728 h 373823"/>
              <a:gd name="connsiteX1763" fmla="*/ 291326 w 1661833"/>
              <a:gd name="connsiteY1763" fmla="*/ 90215 h 373823"/>
              <a:gd name="connsiteX1764" fmla="*/ 290332 w 1661833"/>
              <a:gd name="connsiteY1764" fmla="*/ 91099 h 373823"/>
              <a:gd name="connsiteX1765" fmla="*/ 291602 w 1661833"/>
              <a:gd name="connsiteY1765" fmla="*/ 92480 h 373823"/>
              <a:gd name="connsiteX1766" fmla="*/ 292689 w 1661833"/>
              <a:gd name="connsiteY1766" fmla="*/ 93143 h 373823"/>
              <a:gd name="connsiteX1767" fmla="*/ 294163 w 1661833"/>
              <a:gd name="connsiteY1767" fmla="*/ 93898 h 373823"/>
              <a:gd name="connsiteX1768" fmla="*/ 296373 w 1661833"/>
              <a:gd name="connsiteY1768" fmla="*/ 93272 h 373823"/>
              <a:gd name="connsiteX1769" fmla="*/ 297441 w 1661833"/>
              <a:gd name="connsiteY1769" fmla="*/ 93033 h 373823"/>
              <a:gd name="connsiteX1770" fmla="*/ 298694 w 1661833"/>
              <a:gd name="connsiteY1770" fmla="*/ 92277 h 373823"/>
              <a:gd name="connsiteX1771" fmla="*/ 299707 w 1661833"/>
              <a:gd name="connsiteY1771" fmla="*/ 91541 h 373823"/>
              <a:gd name="connsiteX1772" fmla="*/ 300701 w 1661833"/>
              <a:gd name="connsiteY1772" fmla="*/ 90472 h 373823"/>
              <a:gd name="connsiteX1773" fmla="*/ 302838 w 1661833"/>
              <a:gd name="connsiteY1773" fmla="*/ 91357 h 373823"/>
              <a:gd name="connsiteX1774" fmla="*/ 303685 w 1661833"/>
              <a:gd name="connsiteY1774" fmla="*/ 91817 h 373823"/>
              <a:gd name="connsiteX1775" fmla="*/ 304790 w 1661833"/>
              <a:gd name="connsiteY1775" fmla="*/ 92627 h 373823"/>
              <a:gd name="connsiteX1776" fmla="*/ 305785 w 1661833"/>
              <a:gd name="connsiteY1776" fmla="*/ 92738 h 373823"/>
              <a:gd name="connsiteX1777" fmla="*/ 306982 w 1661833"/>
              <a:gd name="connsiteY1777" fmla="*/ 92075 h 373823"/>
              <a:gd name="connsiteX1778" fmla="*/ 306982 w 1661833"/>
              <a:gd name="connsiteY1778" fmla="*/ 91357 h 373823"/>
              <a:gd name="connsiteX1779" fmla="*/ 306485 w 1661833"/>
              <a:gd name="connsiteY1779" fmla="*/ 90049 h 373823"/>
              <a:gd name="connsiteX1780" fmla="*/ 306079 w 1661833"/>
              <a:gd name="connsiteY1780" fmla="*/ 88649 h 373823"/>
              <a:gd name="connsiteX1781" fmla="*/ 305287 w 1661833"/>
              <a:gd name="connsiteY1781" fmla="*/ 88373 h 373823"/>
              <a:gd name="connsiteX1782" fmla="*/ 304164 w 1661833"/>
              <a:gd name="connsiteY1782" fmla="*/ 87839 h 373823"/>
              <a:gd name="connsiteX1783" fmla="*/ 303814 w 1661833"/>
              <a:gd name="connsiteY1783" fmla="*/ 87286 h 373823"/>
              <a:gd name="connsiteX1784" fmla="*/ 304882 w 1661833"/>
              <a:gd name="connsiteY1784" fmla="*/ 86586 h 373823"/>
              <a:gd name="connsiteX1785" fmla="*/ 306503 w 1661833"/>
              <a:gd name="connsiteY1785" fmla="*/ 86586 h 373823"/>
              <a:gd name="connsiteX1786" fmla="*/ 307700 w 1661833"/>
              <a:gd name="connsiteY1786" fmla="*/ 86586 h 373823"/>
              <a:gd name="connsiteX1787" fmla="*/ 310445 w 1661833"/>
              <a:gd name="connsiteY1787" fmla="*/ 87157 h 373823"/>
              <a:gd name="connsiteX1788" fmla="*/ 311365 w 1661833"/>
              <a:gd name="connsiteY1788" fmla="*/ 88115 h 373823"/>
              <a:gd name="connsiteX1789" fmla="*/ 311992 w 1661833"/>
              <a:gd name="connsiteY1789" fmla="*/ 88925 h 373823"/>
              <a:gd name="connsiteX1790" fmla="*/ 312821 w 1661833"/>
              <a:gd name="connsiteY1790" fmla="*/ 89294 h 373823"/>
              <a:gd name="connsiteX1791" fmla="*/ 315160 w 1661833"/>
              <a:gd name="connsiteY1791" fmla="*/ 90767 h 373823"/>
              <a:gd name="connsiteX1792" fmla="*/ 316781 w 1661833"/>
              <a:gd name="connsiteY1792" fmla="*/ 89920 h 373823"/>
              <a:gd name="connsiteX1793" fmla="*/ 317904 w 1661833"/>
              <a:gd name="connsiteY1793" fmla="*/ 88244 h 373823"/>
              <a:gd name="connsiteX1794" fmla="*/ 317536 w 1661833"/>
              <a:gd name="connsiteY1794" fmla="*/ 87415 h 373823"/>
              <a:gd name="connsiteX1795" fmla="*/ 317186 w 1661833"/>
              <a:gd name="connsiteY1795" fmla="*/ 86715 h 373823"/>
              <a:gd name="connsiteX1796" fmla="*/ 317186 w 1661833"/>
              <a:gd name="connsiteY1796" fmla="*/ 85886 h 373823"/>
              <a:gd name="connsiteX1797" fmla="*/ 316596 w 1661833"/>
              <a:gd name="connsiteY1797" fmla="*/ 85315 h 373823"/>
              <a:gd name="connsiteX1798" fmla="*/ 315289 w 1661833"/>
              <a:gd name="connsiteY1798" fmla="*/ 84892 h 373823"/>
              <a:gd name="connsiteX1799" fmla="*/ 315012 w 1661833"/>
              <a:gd name="connsiteY1799" fmla="*/ 84302 h 373823"/>
              <a:gd name="connsiteX1800" fmla="*/ 316136 w 1661833"/>
              <a:gd name="connsiteY1800" fmla="*/ 83565 h 373823"/>
              <a:gd name="connsiteX1801" fmla="*/ 317075 w 1661833"/>
              <a:gd name="connsiteY1801" fmla="*/ 83050 h 373823"/>
              <a:gd name="connsiteX1802" fmla="*/ 317941 w 1661833"/>
              <a:gd name="connsiteY1802" fmla="*/ 82663 h 373823"/>
              <a:gd name="connsiteX1803" fmla="*/ 320538 w 1661833"/>
              <a:gd name="connsiteY1803" fmla="*/ 81705 h 373823"/>
              <a:gd name="connsiteX1804" fmla="*/ 322269 w 1661833"/>
              <a:gd name="connsiteY1804" fmla="*/ 81926 h 373823"/>
              <a:gd name="connsiteX1805" fmla="*/ 323282 w 1661833"/>
              <a:gd name="connsiteY1805" fmla="*/ 81134 h 373823"/>
              <a:gd name="connsiteX1806" fmla="*/ 323651 w 1661833"/>
              <a:gd name="connsiteY1806" fmla="*/ 80453 h 373823"/>
              <a:gd name="connsiteX1807" fmla="*/ 323411 w 1661833"/>
              <a:gd name="connsiteY1807" fmla="*/ 79311 h 373823"/>
              <a:gd name="connsiteX1808" fmla="*/ 322711 w 1661833"/>
              <a:gd name="connsiteY1808" fmla="*/ 78703 h 373823"/>
              <a:gd name="connsiteX1809" fmla="*/ 322232 w 1661833"/>
              <a:gd name="connsiteY1809" fmla="*/ 78703 h 373823"/>
              <a:gd name="connsiteX1810" fmla="*/ 318954 w 1661833"/>
              <a:gd name="connsiteY1810" fmla="*/ 77561 h 373823"/>
              <a:gd name="connsiteX1811" fmla="*/ 318291 w 1661833"/>
              <a:gd name="connsiteY1811" fmla="*/ 79016 h 373823"/>
              <a:gd name="connsiteX1812" fmla="*/ 317554 w 1661833"/>
              <a:gd name="connsiteY1812" fmla="*/ 79403 h 373823"/>
              <a:gd name="connsiteX1813" fmla="*/ 316688 w 1661833"/>
              <a:gd name="connsiteY1813" fmla="*/ 79550 h 373823"/>
              <a:gd name="connsiteX1814" fmla="*/ 315786 w 1661833"/>
              <a:gd name="connsiteY1814" fmla="*/ 79200 h 373823"/>
              <a:gd name="connsiteX1815" fmla="*/ 315104 w 1661833"/>
              <a:gd name="connsiteY1815" fmla="*/ 79955 h 373823"/>
              <a:gd name="connsiteX1816" fmla="*/ 314349 w 1661833"/>
              <a:gd name="connsiteY1816" fmla="*/ 79955 h 373823"/>
              <a:gd name="connsiteX1817" fmla="*/ 313594 w 1661833"/>
              <a:gd name="connsiteY1817" fmla="*/ 79845 h 373823"/>
              <a:gd name="connsiteX1818" fmla="*/ 312986 w 1661833"/>
              <a:gd name="connsiteY1818" fmla="*/ 80692 h 373823"/>
              <a:gd name="connsiteX1819" fmla="*/ 313392 w 1661833"/>
              <a:gd name="connsiteY1819" fmla="*/ 81576 h 373823"/>
              <a:gd name="connsiteX1820" fmla="*/ 311918 w 1661833"/>
              <a:gd name="connsiteY1820" fmla="*/ 81576 h 373823"/>
              <a:gd name="connsiteX1821" fmla="*/ 312213 w 1661833"/>
              <a:gd name="connsiteY1821" fmla="*/ 80545 h 373823"/>
              <a:gd name="connsiteX1822" fmla="*/ 311863 w 1661833"/>
              <a:gd name="connsiteY1822" fmla="*/ 79311 h 373823"/>
              <a:gd name="connsiteX1823" fmla="*/ 313502 w 1661833"/>
              <a:gd name="connsiteY1823" fmla="*/ 79071 h 373823"/>
              <a:gd name="connsiteX1824" fmla="*/ 316210 w 1661833"/>
              <a:gd name="connsiteY1824" fmla="*/ 78261 h 373823"/>
              <a:gd name="connsiteX1825" fmla="*/ 316431 w 1661833"/>
              <a:gd name="connsiteY1825" fmla="*/ 77248 h 373823"/>
              <a:gd name="connsiteX1826" fmla="*/ 317223 w 1661833"/>
              <a:gd name="connsiteY1826" fmla="*/ 76511 h 373823"/>
              <a:gd name="connsiteX1827" fmla="*/ 318733 w 1661833"/>
              <a:gd name="connsiteY1827" fmla="*/ 76364 h 373823"/>
              <a:gd name="connsiteX1828" fmla="*/ 320059 w 1661833"/>
              <a:gd name="connsiteY1828" fmla="*/ 75774 h 373823"/>
              <a:gd name="connsiteX1829" fmla="*/ 319930 w 1661833"/>
              <a:gd name="connsiteY1829" fmla="*/ 74356 h 373823"/>
              <a:gd name="connsiteX1830" fmla="*/ 319451 w 1661833"/>
              <a:gd name="connsiteY1830" fmla="*/ 74006 h 373823"/>
              <a:gd name="connsiteX1831" fmla="*/ 319009 w 1661833"/>
              <a:gd name="connsiteY1831" fmla="*/ 73620 h 373823"/>
              <a:gd name="connsiteX1832" fmla="*/ 317517 w 1661833"/>
              <a:gd name="connsiteY1832" fmla="*/ 74006 h 373823"/>
              <a:gd name="connsiteX1833" fmla="*/ 315896 w 1661833"/>
              <a:gd name="connsiteY1833" fmla="*/ 74172 h 373823"/>
              <a:gd name="connsiteX1834" fmla="*/ 315896 w 1661833"/>
              <a:gd name="connsiteY1834" fmla="*/ 73122 h 373823"/>
              <a:gd name="connsiteX1835" fmla="*/ 314847 w 1661833"/>
              <a:gd name="connsiteY1835" fmla="*/ 73122 h 373823"/>
              <a:gd name="connsiteX1836" fmla="*/ 314294 w 1661833"/>
              <a:gd name="connsiteY1836" fmla="*/ 74246 h 373823"/>
              <a:gd name="connsiteX1837" fmla="*/ 313207 w 1661833"/>
              <a:gd name="connsiteY1837" fmla="*/ 74706 h 373823"/>
              <a:gd name="connsiteX1838" fmla="*/ 312231 w 1661833"/>
              <a:gd name="connsiteY1838" fmla="*/ 75609 h 373823"/>
              <a:gd name="connsiteX1839" fmla="*/ 312913 w 1661833"/>
              <a:gd name="connsiteY1839" fmla="*/ 75885 h 373823"/>
              <a:gd name="connsiteX1840" fmla="*/ 313815 w 1661833"/>
              <a:gd name="connsiteY1840" fmla="*/ 76327 h 373823"/>
              <a:gd name="connsiteX1841" fmla="*/ 313226 w 1661833"/>
              <a:gd name="connsiteY1841" fmla="*/ 77653 h 373823"/>
              <a:gd name="connsiteX1842" fmla="*/ 311807 w 1661833"/>
              <a:gd name="connsiteY1842" fmla="*/ 77561 h 373823"/>
              <a:gd name="connsiteX1843" fmla="*/ 311900 w 1661833"/>
              <a:gd name="connsiteY1843" fmla="*/ 76880 h 373823"/>
              <a:gd name="connsiteX1844" fmla="*/ 311163 w 1661833"/>
              <a:gd name="connsiteY1844" fmla="*/ 75995 h 373823"/>
              <a:gd name="connsiteX1845" fmla="*/ 311329 w 1661833"/>
              <a:gd name="connsiteY1845" fmla="*/ 75443 h 373823"/>
              <a:gd name="connsiteX1846" fmla="*/ 312747 w 1661833"/>
              <a:gd name="connsiteY1846" fmla="*/ 73601 h 373823"/>
              <a:gd name="connsiteX1847" fmla="*/ 313078 w 1661833"/>
              <a:gd name="connsiteY1847" fmla="*/ 72993 h 373823"/>
              <a:gd name="connsiteX1848" fmla="*/ 313649 w 1661833"/>
              <a:gd name="connsiteY1848" fmla="*/ 72017 h 373823"/>
              <a:gd name="connsiteX1849" fmla="*/ 312913 w 1661833"/>
              <a:gd name="connsiteY1849" fmla="*/ 71778 h 373823"/>
              <a:gd name="connsiteX1850" fmla="*/ 311936 w 1661833"/>
              <a:gd name="connsiteY1850" fmla="*/ 72128 h 373823"/>
              <a:gd name="connsiteX1851" fmla="*/ 311550 w 1661833"/>
              <a:gd name="connsiteY1851" fmla="*/ 72699 h 373823"/>
              <a:gd name="connsiteX1852" fmla="*/ 310113 w 1661833"/>
              <a:gd name="connsiteY1852" fmla="*/ 74062 h 373823"/>
              <a:gd name="connsiteX1853" fmla="*/ 309247 w 1661833"/>
              <a:gd name="connsiteY1853" fmla="*/ 75185 h 373823"/>
              <a:gd name="connsiteX1854" fmla="*/ 307700 w 1661833"/>
              <a:gd name="connsiteY1854" fmla="*/ 76530 h 373823"/>
              <a:gd name="connsiteX1855" fmla="*/ 307332 w 1661833"/>
              <a:gd name="connsiteY1855" fmla="*/ 77598 h 373823"/>
              <a:gd name="connsiteX1856" fmla="*/ 307884 w 1661833"/>
              <a:gd name="connsiteY1856" fmla="*/ 77782 h 373823"/>
              <a:gd name="connsiteX1857" fmla="*/ 308511 w 1661833"/>
              <a:gd name="connsiteY1857" fmla="*/ 77690 h 373823"/>
              <a:gd name="connsiteX1858" fmla="*/ 309358 w 1661833"/>
              <a:gd name="connsiteY1858" fmla="*/ 77322 h 373823"/>
              <a:gd name="connsiteX1859" fmla="*/ 309247 w 1661833"/>
              <a:gd name="connsiteY1859" fmla="*/ 78058 h 373823"/>
              <a:gd name="connsiteX1860" fmla="*/ 308897 w 1661833"/>
              <a:gd name="connsiteY1860" fmla="*/ 78703 h 373823"/>
              <a:gd name="connsiteX1861" fmla="*/ 309634 w 1661833"/>
              <a:gd name="connsiteY1861" fmla="*/ 79053 h 373823"/>
              <a:gd name="connsiteX1862" fmla="*/ 310168 w 1661833"/>
              <a:gd name="connsiteY1862" fmla="*/ 79734 h 373823"/>
              <a:gd name="connsiteX1863" fmla="*/ 309763 w 1661833"/>
              <a:gd name="connsiteY1863" fmla="*/ 79992 h 373823"/>
              <a:gd name="connsiteX1864" fmla="*/ 309063 w 1661833"/>
              <a:gd name="connsiteY1864" fmla="*/ 79808 h 373823"/>
              <a:gd name="connsiteX1865" fmla="*/ 308345 w 1661833"/>
              <a:gd name="connsiteY1865" fmla="*/ 79421 h 373823"/>
              <a:gd name="connsiteX1866" fmla="*/ 307203 w 1661833"/>
              <a:gd name="connsiteY1866" fmla="*/ 78574 h 373823"/>
              <a:gd name="connsiteX1867" fmla="*/ 306558 w 1661833"/>
              <a:gd name="connsiteY1867" fmla="*/ 77985 h 373823"/>
              <a:gd name="connsiteX1868" fmla="*/ 305674 w 1661833"/>
              <a:gd name="connsiteY1868" fmla="*/ 77414 h 373823"/>
              <a:gd name="connsiteX1869" fmla="*/ 305674 w 1661833"/>
              <a:gd name="connsiteY1869" fmla="*/ 76695 h 373823"/>
              <a:gd name="connsiteX1870" fmla="*/ 306687 w 1661833"/>
              <a:gd name="connsiteY1870" fmla="*/ 76235 h 373823"/>
              <a:gd name="connsiteX1871" fmla="*/ 307350 w 1661833"/>
              <a:gd name="connsiteY1871" fmla="*/ 75646 h 373823"/>
              <a:gd name="connsiteX1872" fmla="*/ 308069 w 1661833"/>
              <a:gd name="connsiteY1872" fmla="*/ 74651 h 373823"/>
              <a:gd name="connsiteX1873" fmla="*/ 309321 w 1661833"/>
              <a:gd name="connsiteY1873" fmla="*/ 73343 h 373823"/>
              <a:gd name="connsiteX1874" fmla="*/ 310021 w 1661833"/>
              <a:gd name="connsiteY1874" fmla="*/ 72754 h 373823"/>
              <a:gd name="connsiteX1875" fmla="*/ 310592 w 1661833"/>
              <a:gd name="connsiteY1875" fmla="*/ 72293 h 373823"/>
              <a:gd name="connsiteX1876" fmla="*/ 311052 w 1661833"/>
              <a:gd name="connsiteY1876" fmla="*/ 71833 h 373823"/>
              <a:gd name="connsiteX1877" fmla="*/ 311789 w 1661833"/>
              <a:gd name="connsiteY1877" fmla="*/ 71041 h 373823"/>
              <a:gd name="connsiteX1878" fmla="*/ 312323 w 1661833"/>
              <a:gd name="connsiteY1878" fmla="*/ 70341 h 373823"/>
              <a:gd name="connsiteX1879" fmla="*/ 312452 w 1661833"/>
              <a:gd name="connsiteY1879" fmla="*/ 69788 h 373823"/>
              <a:gd name="connsiteX1880" fmla="*/ 312029 w 1661833"/>
              <a:gd name="connsiteY1880" fmla="*/ 69678 h 373823"/>
              <a:gd name="connsiteX1881" fmla="*/ 311531 w 1661833"/>
              <a:gd name="connsiteY1881" fmla="*/ 69162 h 373823"/>
              <a:gd name="connsiteX1882" fmla="*/ 67320 w 1661833"/>
              <a:gd name="connsiteY1882" fmla="*/ 68020 h 373823"/>
              <a:gd name="connsiteX1883" fmla="*/ 66768 w 1661833"/>
              <a:gd name="connsiteY1883" fmla="*/ 68407 h 373823"/>
              <a:gd name="connsiteX1884" fmla="*/ 65902 w 1661833"/>
              <a:gd name="connsiteY1884" fmla="*/ 68647 h 373823"/>
              <a:gd name="connsiteX1885" fmla="*/ 65312 w 1661833"/>
              <a:gd name="connsiteY1885" fmla="*/ 69586 h 373823"/>
              <a:gd name="connsiteX1886" fmla="*/ 64613 w 1661833"/>
              <a:gd name="connsiteY1886" fmla="*/ 70083 h 373823"/>
              <a:gd name="connsiteX1887" fmla="*/ 64134 w 1661833"/>
              <a:gd name="connsiteY1887" fmla="*/ 70912 h 373823"/>
              <a:gd name="connsiteX1888" fmla="*/ 63213 w 1661833"/>
              <a:gd name="connsiteY1888" fmla="*/ 71575 h 373823"/>
              <a:gd name="connsiteX1889" fmla="*/ 62992 w 1661833"/>
              <a:gd name="connsiteY1889" fmla="*/ 72533 h 373823"/>
              <a:gd name="connsiteX1890" fmla="*/ 64023 w 1661833"/>
              <a:gd name="connsiteY1890" fmla="*/ 73564 h 373823"/>
              <a:gd name="connsiteX1891" fmla="*/ 65276 w 1661833"/>
              <a:gd name="connsiteY1891" fmla="*/ 75406 h 373823"/>
              <a:gd name="connsiteX1892" fmla="*/ 66049 w 1661833"/>
              <a:gd name="connsiteY1892" fmla="*/ 76548 h 373823"/>
              <a:gd name="connsiteX1893" fmla="*/ 67559 w 1661833"/>
              <a:gd name="connsiteY1893" fmla="*/ 78132 h 373823"/>
              <a:gd name="connsiteX1894" fmla="*/ 68388 w 1661833"/>
              <a:gd name="connsiteY1894" fmla="*/ 79292 h 373823"/>
              <a:gd name="connsiteX1895" fmla="*/ 69180 w 1661833"/>
              <a:gd name="connsiteY1895" fmla="*/ 80471 h 373823"/>
              <a:gd name="connsiteX1896" fmla="*/ 69530 w 1661833"/>
              <a:gd name="connsiteY1896" fmla="*/ 81318 h 373823"/>
              <a:gd name="connsiteX1897" fmla="*/ 71188 w 1661833"/>
              <a:gd name="connsiteY1897" fmla="*/ 83455 h 373823"/>
              <a:gd name="connsiteX1898" fmla="*/ 72514 w 1661833"/>
              <a:gd name="connsiteY1898" fmla="*/ 84468 h 373823"/>
              <a:gd name="connsiteX1899" fmla="*/ 73398 w 1661833"/>
              <a:gd name="connsiteY1899" fmla="*/ 85094 h 373823"/>
              <a:gd name="connsiteX1900" fmla="*/ 74264 w 1661833"/>
              <a:gd name="connsiteY1900" fmla="*/ 85813 h 373823"/>
              <a:gd name="connsiteX1901" fmla="*/ 75829 w 1661833"/>
              <a:gd name="connsiteY1901" fmla="*/ 86752 h 373823"/>
              <a:gd name="connsiteX1902" fmla="*/ 76990 w 1661833"/>
              <a:gd name="connsiteY1902" fmla="*/ 87710 h 373823"/>
              <a:gd name="connsiteX1903" fmla="*/ 78482 w 1661833"/>
              <a:gd name="connsiteY1903" fmla="*/ 87986 h 373823"/>
              <a:gd name="connsiteX1904" fmla="*/ 79421 w 1661833"/>
              <a:gd name="connsiteY1904" fmla="*/ 87691 h 373823"/>
              <a:gd name="connsiteX1905" fmla="*/ 80674 w 1661833"/>
              <a:gd name="connsiteY1905" fmla="*/ 86494 h 373823"/>
              <a:gd name="connsiteX1906" fmla="*/ 81705 w 1661833"/>
              <a:gd name="connsiteY1906" fmla="*/ 85868 h 373823"/>
              <a:gd name="connsiteX1907" fmla="*/ 82681 w 1661833"/>
              <a:gd name="connsiteY1907" fmla="*/ 84873 h 373823"/>
              <a:gd name="connsiteX1908" fmla="*/ 83731 w 1661833"/>
              <a:gd name="connsiteY1908" fmla="*/ 83934 h 373823"/>
              <a:gd name="connsiteX1909" fmla="*/ 84633 w 1661833"/>
              <a:gd name="connsiteY1909" fmla="*/ 83547 h 373823"/>
              <a:gd name="connsiteX1910" fmla="*/ 85297 w 1661833"/>
              <a:gd name="connsiteY1910" fmla="*/ 82387 h 373823"/>
              <a:gd name="connsiteX1911" fmla="*/ 86052 w 1661833"/>
              <a:gd name="connsiteY1911" fmla="*/ 81282 h 373823"/>
              <a:gd name="connsiteX1912" fmla="*/ 85554 w 1661833"/>
              <a:gd name="connsiteY1912" fmla="*/ 80121 h 373823"/>
              <a:gd name="connsiteX1913" fmla="*/ 84689 w 1661833"/>
              <a:gd name="connsiteY1913" fmla="*/ 78482 h 373823"/>
              <a:gd name="connsiteX1914" fmla="*/ 83068 w 1661833"/>
              <a:gd name="connsiteY1914" fmla="*/ 77911 h 373823"/>
              <a:gd name="connsiteX1915" fmla="*/ 82147 w 1661833"/>
              <a:gd name="connsiteY1915" fmla="*/ 78703 h 373823"/>
              <a:gd name="connsiteX1916" fmla="*/ 81392 w 1661833"/>
              <a:gd name="connsiteY1916" fmla="*/ 79071 h 373823"/>
              <a:gd name="connsiteX1917" fmla="*/ 80710 w 1661833"/>
              <a:gd name="connsiteY1917" fmla="*/ 79532 h 373823"/>
              <a:gd name="connsiteX1918" fmla="*/ 79845 w 1661833"/>
              <a:gd name="connsiteY1918" fmla="*/ 80250 h 373823"/>
              <a:gd name="connsiteX1919" fmla="*/ 78261 w 1661833"/>
              <a:gd name="connsiteY1919" fmla="*/ 80932 h 373823"/>
              <a:gd name="connsiteX1920" fmla="*/ 76511 w 1661833"/>
              <a:gd name="connsiteY1920" fmla="*/ 80066 h 373823"/>
              <a:gd name="connsiteX1921" fmla="*/ 75664 w 1661833"/>
              <a:gd name="connsiteY1921" fmla="*/ 79366 h 373823"/>
              <a:gd name="connsiteX1922" fmla="*/ 74485 w 1661833"/>
              <a:gd name="connsiteY1922" fmla="*/ 77303 h 373823"/>
              <a:gd name="connsiteX1923" fmla="*/ 75166 w 1661833"/>
              <a:gd name="connsiteY1923" fmla="*/ 75130 h 373823"/>
              <a:gd name="connsiteX1924" fmla="*/ 75516 w 1661833"/>
              <a:gd name="connsiteY1924" fmla="*/ 73712 h 373823"/>
              <a:gd name="connsiteX1925" fmla="*/ 75664 w 1661833"/>
              <a:gd name="connsiteY1925" fmla="*/ 72588 h 373823"/>
              <a:gd name="connsiteX1926" fmla="*/ 76198 w 1661833"/>
              <a:gd name="connsiteY1926" fmla="*/ 71612 h 373823"/>
              <a:gd name="connsiteX1927" fmla="*/ 76198 w 1661833"/>
              <a:gd name="connsiteY1927" fmla="*/ 70820 h 373823"/>
              <a:gd name="connsiteX1928" fmla="*/ 75240 w 1661833"/>
              <a:gd name="connsiteY1928" fmla="*/ 70175 h 373823"/>
              <a:gd name="connsiteX1929" fmla="*/ 73490 w 1661833"/>
              <a:gd name="connsiteY1929" fmla="*/ 69715 h 373823"/>
              <a:gd name="connsiteX1930" fmla="*/ 72035 w 1661833"/>
              <a:gd name="connsiteY1930" fmla="*/ 70470 h 373823"/>
              <a:gd name="connsiteX1931" fmla="*/ 71796 w 1661833"/>
              <a:gd name="connsiteY1931" fmla="*/ 71538 h 373823"/>
              <a:gd name="connsiteX1932" fmla="*/ 70893 w 1661833"/>
              <a:gd name="connsiteY1932" fmla="*/ 71999 h 373823"/>
              <a:gd name="connsiteX1933" fmla="*/ 70249 w 1661833"/>
              <a:gd name="connsiteY1933" fmla="*/ 71096 h 373823"/>
              <a:gd name="connsiteX1934" fmla="*/ 69475 w 1661833"/>
              <a:gd name="connsiteY1934" fmla="*/ 68794 h 373823"/>
              <a:gd name="connsiteX1935" fmla="*/ 68075 w 1661833"/>
              <a:gd name="connsiteY1935" fmla="*/ 68020 h 373823"/>
              <a:gd name="connsiteX1936" fmla="*/ 67320 w 1661833"/>
              <a:gd name="connsiteY1936" fmla="*/ 68020 h 373823"/>
              <a:gd name="connsiteX1937" fmla="*/ 228427 w 1661833"/>
              <a:gd name="connsiteY1937" fmla="*/ 60395 h 373823"/>
              <a:gd name="connsiteX1938" fmla="*/ 227009 w 1661833"/>
              <a:gd name="connsiteY1938" fmla="*/ 68647 h 373823"/>
              <a:gd name="connsiteX1939" fmla="*/ 222680 w 1661833"/>
              <a:gd name="connsiteY1939" fmla="*/ 73159 h 373823"/>
              <a:gd name="connsiteX1940" fmla="*/ 221004 w 1661833"/>
              <a:gd name="connsiteY1940" fmla="*/ 75922 h 373823"/>
              <a:gd name="connsiteX1941" fmla="*/ 199234 w 1661833"/>
              <a:gd name="connsiteY1941" fmla="*/ 90970 h 373823"/>
              <a:gd name="connsiteX1942" fmla="*/ 205680 w 1661833"/>
              <a:gd name="connsiteY1942" fmla="*/ 91394 h 373823"/>
              <a:gd name="connsiteX1943" fmla="*/ 205754 w 1661833"/>
              <a:gd name="connsiteY1943" fmla="*/ 91338 h 373823"/>
              <a:gd name="connsiteX1944" fmla="*/ 212808 w 1661833"/>
              <a:gd name="connsiteY1944" fmla="*/ 96422 h 373823"/>
              <a:gd name="connsiteX1945" fmla="*/ 204483 w 1661833"/>
              <a:gd name="connsiteY1945" fmla="*/ 96569 h 373823"/>
              <a:gd name="connsiteX1946" fmla="*/ 198589 w 1661833"/>
              <a:gd name="connsiteY1946" fmla="*/ 91210 h 373823"/>
              <a:gd name="connsiteX1947" fmla="*/ 193966 w 1661833"/>
              <a:gd name="connsiteY1947" fmla="*/ 92907 h 373823"/>
              <a:gd name="connsiteX1948" fmla="*/ 194956 w 1661833"/>
              <a:gd name="connsiteY1948" fmla="*/ 97981 h 373823"/>
              <a:gd name="connsiteX1949" fmla="*/ 196581 w 1661833"/>
              <a:gd name="connsiteY1949" fmla="*/ 106368 h 373823"/>
              <a:gd name="connsiteX1950" fmla="*/ 253494 w 1661833"/>
              <a:gd name="connsiteY1950" fmla="*/ 97785 h 373823"/>
              <a:gd name="connsiteX1951" fmla="*/ 255465 w 1661833"/>
              <a:gd name="connsiteY1951" fmla="*/ 97122 h 373823"/>
              <a:gd name="connsiteX1952" fmla="*/ 255465 w 1661833"/>
              <a:gd name="connsiteY1952" fmla="*/ 99185 h 373823"/>
              <a:gd name="connsiteX1953" fmla="*/ 249829 w 1661833"/>
              <a:gd name="connsiteY1953" fmla="*/ 115154 h 373823"/>
              <a:gd name="connsiteX1954" fmla="*/ 235831 w 1661833"/>
              <a:gd name="connsiteY1954" fmla="*/ 124271 h 373823"/>
              <a:gd name="connsiteX1955" fmla="*/ 229992 w 1661833"/>
              <a:gd name="connsiteY1955" fmla="*/ 135101 h 373823"/>
              <a:gd name="connsiteX1956" fmla="*/ 227303 w 1661833"/>
              <a:gd name="connsiteY1956" fmla="*/ 136943 h 373823"/>
              <a:gd name="connsiteX1957" fmla="*/ 254194 w 1661833"/>
              <a:gd name="connsiteY1957" fmla="*/ 132836 h 373823"/>
              <a:gd name="connsiteX1958" fmla="*/ 256312 w 1661833"/>
              <a:gd name="connsiteY1958" fmla="*/ 132430 h 373823"/>
              <a:gd name="connsiteX1959" fmla="*/ 256202 w 1661833"/>
              <a:gd name="connsiteY1959" fmla="*/ 132430 h 373823"/>
              <a:gd name="connsiteX1960" fmla="*/ 261967 w 1661833"/>
              <a:gd name="connsiteY1960" fmla="*/ 131233 h 373823"/>
              <a:gd name="connsiteX1961" fmla="*/ 253034 w 1661833"/>
              <a:gd name="connsiteY1961" fmla="*/ 144384 h 373823"/>
              <a:gd name="connsiteX1962" fmla="*/ 232000 w 1661833"/>
              <a:gd name="connsiteY1962" fmla="*/ 161126 h 373823"/>
              <a:gd name="connsiteX1963" fmla="*/ 209437 w 1661833"/>
              <a:gd name="connsiteY1963" fmla="*/ 168328 h 373823"/>
              <a:gd name="connsiteX1964" fmla="*/ 205754 w 1661833"/>
              <a:gd name="connsiteY1964" fmla="*/ 168568 h 373823"/>
              <a:gd name="connsiteX1965" fmla="*/ 198883 w 1661833"/>
              <a:gd name="connsiteY1965" fmla="*/ 168070 h 373823"/>
              <a:gd name="connsiteX1966" fmla="*/ 196710 w 1661833"/>
              <a:gd name="connsiteY1966" fmla="*/ 167757 h 373823"/>
              <a:gd name="connsiteX1967" fmla="*/ 200928 w 1661833"/>
              <a:gd name="connsiteY1967" fmla="*/ 185384 h 373823"/>
              <a:gd name="connsiteX1968" fmla="*/ 186875 w 1661833"/>
              <a:gd name="connsiteY1968" fmla="*/ 186286 h 373823"/>
              <a:gd name="connsiteX1969" fmla="*/ 172803 w 1661833"/>
              <a:gd name="connsiteY1969" fmla="*/ 185384 h 373823"/>
              <a:gd name="connsiteX1970" fmla="*/ 177021 w 1661833"/>
              <a:gd name="connsiteY1970" fmla="*/ 167757 h 373823"/>
              <a:gd name="connsiteX1971" fmla="*/ 174847 w 1661833"/>
              <a:gd name="connsiteY1971" fmla="*/ 168070 h 373823"/>
              <a:gd name="connsiteX1972" fmla="*/ 167977 w 1661833"/>
              <a:gd name="connsiteY1972" fmla="*/ 168568 h 373823"/>
              <a:gd name="connsiteX1973" fmla="*/ 164293 w 1661833"/>
              <a:gd name="connsiteY1973" fmla="*/ 168328 h 373823"/>
              <a:gd name="connsiteX1974" fmla="*/ 141712 w 1661833"/>
              <a:gd name="connsiteY1974" fmla="*/ 161126 h 373823"/>
              <a:gd name="connsiteX1975" fmla="*/ 120678 w 1661833"/>
              <a:gd name="connsiteY1975" fmla="*/ 144384 h 373823"/>
              <a:gd name="connsiteX1976" fmla="*/ 111745 w 1661833"/>
              <a:gd name="connsiteY1976" fmla="*/ 131233 h 373823"/>
              <a:gd name="connsiteX1977" fmla="*/ 117510 w 1661833"/>
              <a:gd name="connsiteY1977" fmla="*/ 132430 h 373823"/>
              <a:gd name="connsiteX1978" fmla="*/ 119647 w 1661833"/>
              <a:gd name="connsiteY1978" fmla="*/ 132836 h 373823"/>
              <a:gd name="connsiteX1979" fmla="*/ 146520 w 1661833"/>
              <a:gd name="connsiteY1979" fmla="*/ 136925 h 373823"/>
              <a:gd name="connsiteX1980" fmla="*/ 143830 w 1661833"/>
              <a:gd name="connsiteY1980" fmla="*/ 135175 h 373823"/>
              <a:gd name="connsiteX1981" fmla="*/ 137992 w 1661833"/>
              <a:gd name="connsiteY1981" fmla="*/ 124345 h 373823"/>
              <a:gd name="connsiteX1982" fmla="*/ 123994 w 1661833"/>
              <a:gd name="connsiteY1982" fmla="*/ 115228 h 373823"/>
              <a:gd name="connsiteX1983" fmla="*/ 118358 w 1661833"/>
              <a:gd name="connsiteY1983" fmla="*/ 99259 h 373823"/>
              <a:gd name="connsiteX1984" fmla="*/ 118358 w 1661833"/>
              <a:gd name="connsiteY1984" fmla="*/ 97196 h 373823"/>
              <a:gd name="connsiteX1985" fmla="*/ 120310 w 1661833"/>
              <a:gd name="connsiteY1985" fmla="*/ 97859 h 373823"/>
              <a:gd name="connsiteX1986" fmla="*/ 177315 w 1661833"/>
              <a:gd name="connsiteY1986" fmla="*/ 106368 h 373823"/>
              <a:gd name="connsiteX1987" fmla="*/ 180207 w 1661833"/>
              <a:gd name="connsiteY1987" fmla="*/ 91486 h 373823"/>
              <a:gd name="connsiteX1988" fmla="*/ 180207 w 1661833"/>
              <a:gd name="connsiteY1988" fmla="*/ 91247 h 373823"/>
              <a:gd name="connsiteX1989" fmla="*/ 186819 w 1661833"/>
              <a:gd name="connsiteY1989" fmla="*/ 83621 h 373823"/>
              <a:gd name="connsiteX1990" fmla="*/ 187059 w 1661833"/>
              <a:gd name="connsiteY1990" fmla="*/ 83621 h 373823"/>
              <a:gd name="connsiteX1991" fmla="*/ 192163 w 1661833"/>
              <a:gd name="connsiteY1991" fmla="*/ 86743 h 373823"/>
              <a:gd name="connsiteX1992" fmla="*/ 193483 w 1661833"/>
              <a:gd name="connsiteY1992" fmla="*/ 90641 h 373823"/>
              <a:gd name="connsiteX1993" fmla="*/ 197926 w 1661833"/>
              <a:gd name="connsiteY1993" fmla="*/ 89018 h 373823"/>
              <a:gd name="connsiteX1994" fmla="*/ 196084 w 1661833"/>
              <a:gd name="connsiteY1994" fmla="*/ 81135 h 373823"/>
              <a:gd name="connsiteX1995" fmla="*/ 200449 w 1661833"/>
              <a:gd name="connsiteY1995" fmla="*/ 73565 h 373823"/>
              <a:gd name="connsiteX1996" fmla="*/ 201867 w 1661833"/>
              <a:gd name="connsiteY1996" fmla="*/ 82056 h 373823"/>
              <a:gd name="connsiteX1997" fmla="*/ 198036 w 1661833"/>
              <a:gd name="connsiteY1997" fmla="*/ 88944 h 373823"/>
              <a:gd name="connsiteX1998" fmla="*/ 206964 w 1661833"/>
              <a:gd name="connsiteY1998" fmla="*/ 83683 h 373823"/>
              <a:gd name="connsiteX1999" fmla="*/ 205274 w 1661833"/>
              <a:gd name="connsiteY1999" fmla="*/ 76364 h 373823"/>
              <a:gd name="connsiteX2000" fmla="*/ 209271 w 1661833"/>
              <a:gd name="connsiteY2000" fmla="*/ 68609 h 373823"/>
              <a:gd name="connsiteX2001" fmla="*/ 210745 w 1661833"/>
              <a:gd name="connsiteY2001" fmla="*/ 77192 h 373823"/>
              <a:gd name="connsiteX2002" fmla="*/ 210800 w 1661833"/>
              <a:gd name="connsiteY2002" fmla="*/ 77192 h 373823"/>
              <a:gd name="connsiteX2003" fmla="*/ 207668 w 1661833"/>
              <a:gd name="connsiteY2003" fmla="*/ 83268 h 373823"/>
              <a:gd name="connsiteX2004" fmla="*/ 215258 w 1661833"/>
              <a:gd name="connsiteY2004" fmla="*/ 78795 h 373823"/>
              <a:gd name="connsiteX2005" fmla="*/ 213526 w 1661833"/>
              <a:gd name="connsiteY2005" fmla="*/ 71133 h 373823"/>
              <a:gd name="connsiteX2006" fmla="*/ 217210 w 1661833"/>
              <a:gd name="connsiteY2006" fmla="*/ 63766 h 373823"/>
              <a:gd name="connsiteX2007" fmla="*/ 218555 w 1661833"/>
              <a:gd name="connsiteY2007" fmla="*/ 71999 h 373823"/>
              <a:gd name="connsiteX2008" fmla="*/ 215313 w 1661833"/>
              <a:gd name="connsiteY2008" fmla="*/ 78777 h 373823"/>
              <a:gd name="connsiteX2009" fmla="*/ 220654 w 1661833"/>
              <a:gd name="connsiteY2009" fmla="*/ 73878 h 373823"/>
              <a:gd name="connsiteX2010" fmla="*/ 221852 w 1661833"/>
              <a:gd name="connsiteY2010" fmla="*/ 72441 h 373823"/>
              <a:gd name="connsiteX2011" fmla="*/ 222901 w 1661833"/>
              <a:gd name="connsiteY2011" fmla="*/ 65829 h 373823"/>
              <a:gd name="connsiteX2012" fmla="*/ 228427 w 1661833"/>
              <a:gd name="connsiteY2012" fmla="*/ 60395 h 373823"/>
              <a:gd name="connsiteX2013" fmla="*/ 109904 w 1661833"/>
              <a:gd name="connsiteY2013" fmla="*/ 59437 h 373823"/>
              <a:gd name="connsiteX2014" fmla="*/ 108799 w 1661833"/>
              <a:gd name="connsiteY2014" fmla="*/ 60119 h 373823"/>
              <a:gd name="connsiteX2015" fmla="*/ 107970 w 1661833"/>
              <a:gd name="connsiteY2015" fmla="*/ 60948 h 373823"/>
              <a:gd name="connsiteX2016" fmla="*/ 106386 w 1661833"/>
              <a:gd name="connsiteY2016" fmla="*/ 60358 h 373823"/>
              <a:gd name="connsiteX2017" fmla="*/ 105888 w 1661833"/>
              <a:gd name="connsiteY2017" fmla="*/ 61187 h 373823"/>
              <a:gd name="connsiteX2018" fmla="*/ 105888 w 1661833"/>
              <a:gd name="connsiteY2018" fmla="*/ 63471 h 373823"/>
              <a:gd name="connsiteX2019" fmla="*/ 105888 w 1661833"/>
              <a:gd name="connsiteY2019" fmla="*/ 64447 h 373823"/>
              <a:gd name="connsiteX2020" fmla="*/ 106459 w 1661833"/>
              <a:gd name="connsiteY2020" fmla="*/ 64981 h 373823"/>
              <a:gd name="connsiteX2021" fmla="*/ 106809 w 1661833"/>
              <a:gd name="connsiteY2021" fmla="*/ 65847 h 373823"/>
              <a:gd name="connsiteX2022" fmla="*/ 108651 w 1661833"/>
              <a:gd name="connsiteY2022" fmla="*/ 66142 h 373823"/>
              <a:gd name="connsiteX2023" fmla="*/ 109462 w 1661833"/>
              <a:gd name="connsiteY2023" fmla="*/ 65036 h 373823"/>
              <a:gd name="connsiteX2024" fmla="*/ 110235 w 1661833"/>
              <a:gd name="connsiteY2024" fmla="*/ 64484 h 373823"/>
              <a:gd name="connsiteX2025" fmla="*/ 110659 w 1661833"/>
              <a:gd name="connsiteY2025" fmla="*/ 63563 h 373823"/>
              <a:gd name="connsiteX2026" fmla="*/ 110659 w 1661833"/>
              <a:gd name="connsiteY2026" fmla="*/ 63489 h 373823"/>
              <a:gd name="connsiteX2027" fmla="*/ 110567 w 1661833"/>
              <a:gd name="connsiteY2027" fmla="*/ 62403 h 373823"/>
              <a:gd name="connsiteX2028" fmla="*/ 110843 w 1661833"/>
              <a:gd name="connsiteY2028" fmla="*/ 61740 h 373823"/>
              <a:gd name="connsiteX2029" fmla="*/ 111009 w 1661833"/>
              <a:gd name="connsiteY2029" fmla="*/ 60911 h 373823"/>
              <a:gd name="connsiteX2030" fmla="*/ 110696 w 1661833"/>
              <a:gd name="connsiteY2030" fmla="*/ 60137 h 373823"/>
              <a:gd name="connsiteX2031" fmla="*/ 110401 w 1661833"/>
              <a:gd name="connsiteY2031" fmla="*/ 59437 h 373823"/>
              <a:gd name="connsiteX2032" fmla="*/ 109904 w 1661833"/>
              <a:gd name="connsiteY2032" fmla="*/ 59437 h 373823"/>
              <a:gd name="connsiteX2033" fmla="*/ 757714 w 1661833"/>
              <a:gd name="connsiteY2033" fmla="*/ 57862 h 373823"/>
              <a:gd name="connsiteX2034" fmla="*/ 762594 w 1661833"/>
              <a:gd name="connsiteY2034" fmla="*/ 58376 h 373823"/>
              <a:gd name="connsiteX2035" fmla="*/ 768630 w 1661833"/>
              <a:gd name="connsiteY2035" fmla="*/ 58376 h 373823"/>
              <a:gd name="connsiteX2036" fmla="*/ 771776 w 1661833"/>
              <a:gd name="connsiteY2036" fmla="*/ 60880 h 373823"/>
              <a:gd name="connsiteX2037" fmla="*/ 777428 w 1661833"/>
              <a:gd name="connsiteY2037" fmla="*/ 62614 h 373823"/>
              <a:gd name="connsiteX2038" fmla="*/ 779290 w 1661833"/>
              <a:gd name="connsiteY2038" fmla="*/ 69035 h 373823"/>
              <a:gd name="connsiteX2039" fmla="*/ 783656 w 1661833"/>
              <a:gd name="connsiteY2039" fmla="*/ 78667 h 373823"/>
              <a:gd name="connsiteX2040" fmla="*/ 778262 w 1661833"/>
              <a:gd name="connsiteY2040" fmla="*/ 88557 h 373823"/>
              <a:gd name="connsiteX2041" fmla="*/ 779290 w 1661833"/>
              <a:gd name="connsiteY2041" fmla="*/ 91831 h 373823"/>
              <a:gd name="connsiteX2042" fmla="*/ 798554 w 1661833"/>
              <a:gd name="connsiteY2042" fmla="*/ 87336 h 373823"/>
              <a:gd name="connsiteX2043" fmla="*/ 809534 w 1661833"/>
              <a:gd name="connsiteY2043" fmla="*/ 84832 h 373823"/>
              <a:gd name="connsiteX2044" fmla="*/ 814222 w 1661833"/>
              <a:gd name="connsiteY2044" fmla="*/ 86823 h 373823"/>
              <a:gd name="connsiteX2045" fmla="*/ 819102 w 1661833"/>
              <a:gd name="connsiteY2045" fmla="*/ 88428 h 373823"/>
              <a:gd name="connsiteX2046" fmla="*/ 824945 w 1661833"/>
              <a:gd name="connsiteY2046" fmla="*/ 93565 h 373823"/>
              <a:gd name="connsiteX2047" fmla="*/ 824816 w 1661833"/>
              <a:gd name="connsiteY2047" fmla="*/ 93565 h 373823"/>
              <a:gd name="connsiteX2048" fmla="*/ 827449 w 1661833"/>
              <a:gd name="connsiteY2048" fmla="*/ 96454 h 373823"/>
              <a:gd name="connsiteX2049" fmla="*/ 827128 w 1661833"/>
              <a:gd name="connsiteY2049" fmla="*/ 102362 h 373823"/>
              <a:gd name="connsiteX2050" fmla="*/ 816597 w 1661833"/>
              <a:gd name="connsiteY2050" fmla="*/ 111288 h 373823"/>
              <a:gd name="connsiteX2051" fmla="*/ 810946 w 1661833"/>
              <a:gd name="connsiteY2051" fmla="*/ 109618 h 373823"/>
              <a:gd name="connsiteX2052" fmla="*/ 801379 w 1661833"/>
              <a:gd name="connsiteY2052" fmla="*/ 110260 h 373823"/>
              <a:gd name="connsiteX2053" fmla="*/ 793737 w 1661833"/>
              <a:gd name="connsiteY2053" fmla="*/ 111160 h 373823"/>
              <a:gd name="connsiteX2054" fmla="*/ 786738 w 1661833"/>
              <a:gd name="connsiteY2054" fmla="*/ 113278 h 373823"/>
              <a:gd name="connsiteX2055" fmla="*/ 779739 w 1661833"/>
              <a:gd name="connsiteY2055" fmla="*/ 115783 h 373823"/>
              <a:gd name="connsiteX2056" fmla="*/ 773317 w 1661833"/>
              <a:gd name="connsiteY2056" fmla="*/ 115783 h 373823"/>
              <a:gd name="connsiteX2057" fmla="*/ 763557 w 1661833"/>
              <a:gd name="connsiteY2057" fmla="*/ 119892 h 373823"/>
              <a:gd name="connsiteX2058" fmla="*/ 740762 w 1661833"/>
              <a:gd name="connsiteY2058" fmla="*/ 125543 h 373823"/>
              <a:gd name="connsiteX2059" fmla="*/ 734341 w 1661833"/>
              <a:gd name="connsiteY2059" fmla="*/ 127212 h 373823"/>
              <a:gd name="connsiteX2060" fmla="*/ 727920 w 1661833"/>
              <a:gd name="connsiteY2060" fmla="*/ 128818 h 373823"/>
              <a:gd name="connsiteX2061" fmla="*/ 722140 w 1661833"/>
              <a:gd name="connsiteY2061" fmla="*/ 130295 h 373823"/>
              <a:gd name="connsiteX2062" fmla="*/ 717260 w 1661833"/>
              <a:gd name="connsiteY2062" fmla="*/ 130936 h 373823"/>
              <a:gd name="connsiteX2063" fmla="*/ 711995 w 1661833"/>
              <a:gd name="connsiteY2063" fmla="*/ 132349 h 373823"/>
              <a:gd name="connsiteX2064" fmla="*/ 707371 w 1661833"/>
              <a:gd name="connsiteY2064" fmla="*/ 132349 h 373823"/>
              <a:gd name="connsiteX2065" fmla="*/ 703711 w 1661833"/>
              <a:gd name="connsiteY2065" fmla="*/ 132349 h 373823"/>
              <a:gd name="connsiteX2066" fmla="*/ 697803 w 1661833"/>
              <a:gd name="connsiteY2066" fmla="*/ 133955 h 373823"/>
              <a:gd name="connsiteX2067" fmla="*/ 692795 w 1661833"/>
              <a:gd name="connsiteY2067" fmla="*/ 135689 h 373823"/>
              <a:gd name="connsiteX2068" fmla="*/ 688428 w 1661833"/>
              <a:gd name="connsiteY2068" fmla="*/ 138193 h 373823"/>
              <a:gd name="connsiteX2069" fmla="*/ 684897 w 1661833"/>
              <a:gd name="connsiteY2069" fmla="*/ 135689 h 373823"/>
              <a:gd name="connsiteX2070" fmla="*/ 678475 w 1661833"/>
              <a:gd name="connsiteY2070" fmla="*/ 135304 h 373823"/>
              <a:gd name="connsiteX2071" fmla="*/ 676806 w 1661833"/>
              <a:gd name="connsiteY2071" fmla="*/ 128433 h 373823"/>
              <a:gd name="connsiteX2072" fmla="*/ 676485 w 1661833"/>
              <a:gd name="connsiteY2072" fmla="*/ 122782 h 373823"/>
              <a:gd name="connsiteX2073" fmla="*/ 677705 w 1661833"/>
              <a:gd name="connsiteY2073" fmla="*/ 118287 h 373823"/>
              <a:gd name="connsiteX2074" fmla="*/ 690547 w 1661833"/>
              <a:gd name="connsiteY2074" fmla="*/ 111865 h 373823"/>
              <a:gd name="connsiteX2075" fmla="*/ 693951 w 1661833"/>
              <a:gd name="connsiteY2075" fmla="*/ 113792 h 373823"/>
              <a:gd name="connsiteX2076" fmla="*/ 701335 w 1661833"/>
              <a:gd name="connsiteY2076" fmla="*/ 111288 h 373823"/>
              <a:gd name="connsiteX2077" fmla="*/ 718994 w 1661833"/>
              <a:gd name="connsiteY2077" fmla="*/ 107756 h 373823"/>
              <a:gd name="connsiteX2078" fmla="*/ 726506 w 1661833"/>
              <a:gd name="connsiteY2078" fmla="*/ 106728 h 373823"/>
              <a:gd name="connsiteX2079" fmla="*/ 740312 w 1661833"/>
              <a:gd name="connsiteY2079" fmla="*/ 102491 h 373823"/>
              <a:gd name="connsiteX2080" fmla="*/ 745963 w 1661833"/>
              <a:gd name="connsiteY2080" fmla="*/ 99216 h 373823"/>
              <a:gd name="connsiteX2081" fmla="*/ 745321 w 1661833"/>
              <a:gd name="connsiteY2081" fmla="*/ 95363 h 373823"/>
              <a:gd name="connsiteX2082" fmla="*/ 741340 w 1661833"/>
              <a:gd name="connsiteY2082" fmla="*/ 94079 h 373823"/>
              <a:gd name="connsiteX2083" fmla="*/ 737551 w 1661833"/>
              <a:gd name="connsiteY2083" fmla="*/ 91189 h 373823"/>
              <a:gd name="connsiteX2084" fmla="*/ 738450 w 1661833"/>
              <a:gd name="connsiteY2084" fmla="*/ 87208 h 373823"/>
              <a:gd name="connsiteX2085" fmla="*/ 739927 w 1661833"/>
              <a:gd name="connsiteY2085" fmla="*/ 83419 h 373823"/>
              <a:gd name="connsiteX2086" fmla="*/ 741468 w 1661833"/>
              <a:gd name="connsiteY2086" fmla="*/ 78667 h 373823"/>
              <a:gd name="connsiteX2087" fmla="*/ 736652 w 1661833"/>
              <a:gd name="connsiteY2087" fmla="*/ 66788 h 373823"/>
              <a:gd name="connsiteX2088" fmla="*/ 738065 w 1661833"/>
              <a:gd name="connsiteY2088" fmla="*/ 62742 h 373823"/>
              <a:gd name="connsiteX2089" fmla="*/ 745321 w 1661833"/>
              <a:gd name="connsiteY2089" fmla="*/ 61522 h 373823"/>
              <a:gd name="connsiteX2090" fmla="*/ 749559 w 1661833"/>
              <a:gd name="connsiteY2090" fmla="*/ 59853 h 373823"/>
              <a:gd name="connsiteX2091" fmla="*/ 753605 w 1661833"/>
              <a:gd name="connsiteY2091" fmla="*/ 59403 h 373823"/>
              <a:gd name="connsiteX2092" fmla="*/ 757714 w 1661833"/>
              <a:gd name="connsiteY2092" fmla="*/ 57862 h 373823"/>
              <a:gd name="connsiteX2093" fmla="*/ 1605194 w 1661833"/>
              <a:gd name="connsiteY2093" fmla="*/ 56707 h 373823"/>
              <a:gd name="connsiteX2094" fmla="*/ 1612001 w 1661833"/>
              <a:gd name="connsiteY2094" fmla="*/ 61972 h 373823"/>
              <a:gd name="connsiteX2095" fmla="*/ 1609111 w 1661833"/>
              <a:gd name="connsiteY2095" fmla="*/ 70320 h 373823"/>
              <a:gd name="connsiteX2096" fmla="*/ 1603525 w 1661833"/>
              <a:gd name="connsiteY2096" fmla="*/ 77640 h 373823"/>
              <a:gd name="connsiteX2097" fmla="*/ 1603525 w 1661833"/>
              <a:gd name="connsiteY2097" fmla="*/ 84062 h 373823"/>
              <a:gd name="connsiteX2098" fmla="*/ 1606992 w 1661833"/>
              <a:gd name="connsiteY2098" fmla="*/ 89263 h 373823"/>
              <a:gd name="connsiteX2099" fmla="*/ 1599415 w 1661833"/>
              <a:gd name="connsiteY2099" fmla="*/ 104610 h 373823"/>
              <a:gd name="connsiteX2100" fmla="*/ 1593700 w 1661833"/>
              <a:gd name="connsiteY2100" fmla="*/ 112893 h 373823"/>
              <a:gd name="connsiteX2101" fmla="*/ 1600635 w 1661833"/>
              <a:gd name="connsiteY2101" fmla="*/ 116553 h 373823"/>
              <a:gd name="connsiteX2102" fmla="*/ 1604039 w 1661833"/>
              <a:gd name="connsiteY2102" fmla="*/ 122011 h 373823"/>
              <a:gd name="connsiteX2103" fmla="*/ 1610460 w 1661833"/>
              <a:gd name="connsiteY2103" fmla="*/ 115590 h 373823"/>
              <a:gd name="connsiteX2104" fmla="*/ 1604873 w 1661833"/>
              <a:gd name="connsiteY2104" fmla="*/ 113728 h 373823"/>
              <a:gd name="connsiteX2105" fmla="*/ 1603589 w 1661833"/>
              <a:gd name="connsiteY2105" fmla="*/ 107306 h 373823"/>
              <a:gd name="connsiteX2106" fmla="*/ 1607249 w 1661833"/>
              <a:gd name="connsiteY2106" fmla="*/ 104417 h 373823"/>
              <a:gd name="connsiteX2107" fmla="*/ 1610202 w 1661833"/>
              <a:gd name="connsiteY2107" fmla="*/ 100949 h 373823"/>
              <a:gd name="connsiteX2108" fmla="*/ 1609689 w 1661833"/>
              <a:gd name="connsiteY2108" fmla="*/ 94849 h 373823"/>
              <a:gd name="connsiteX2109" fmla="*/ 1614891 w 1661833"/>
              <a:gd name="connsiteY2109" fmla="*/ 92216 h 373823"/>
              <a:gd name="connsiteX2110" fmla="*/ 1617844 w 1661833"/>
              <a:gd name="connsiteY2110" fmla="*/ 87786 h 373823"/>
              <a:gd name="connsiteX2111" fmla="*/ 1619193 w 1661833"/>
              <a:gd name="connsiteY2111" fmla="*/ 82906 h 373823"/>
              <a:gd name="connsiteX2112" fmla="*/ 1615468 w 1661833"/>
              <a:gd name="connsiteY2112" fmla="*/ 73916 h 373823"/>
              <a:gd name="connsiteX2113" fmla="*/ 1634154 w 1661833"/>
              <a:gd name="connsiteY2113" fmla="*/ 64027 h 373823"/>
              <a:gd name="connsiteX2114" fmla="*/ 1635824 w 1661833"/>
              <a:gd name="connsiteY2114" fmla="*/ 61651 h 373823"/>
              <a:gd name="connsiteX2115" fmla="*/ 1641410 w 1661833"/>
              <a:gd name="connsiteY2115" fmla="*/ 61009 h 373823"/>
              <a:gd name="connsiteX2116" fmla="*/ 1647447 w 1661833"/>
              <a:gd name="connsiteY2116" fmla="*/ 64798 h 373823"/>
              <a:gd name="connsiteX2117" fmla="*/ 1648988 w 1661833"/>
              <a:gd name="connsiteY2117" fmla="*/ 69228 h 373823"/>
              <a:gd name="connsiteX2118" fmla="*/ 1648281 w 1661833"/>
              <a:gd name="connsiteY2118" fmla="*/ 76998 h 373823"/>
              <a:gd name="connsiteX2119" fmla="*/ 1640062 w 1661833"/>
              <a:gd name="connsiteY2119" fmla="*/ 83419 h 373823"/>
              <a:gd name="connsiteX2120" fmla="*/ 1633641 w 1661833"/>
              <a:gd name="connsiteY2120" fmla="*/ 98959 h 373823"/>
              <a:gd name="connsiteX2121" fmla="*/ 1631714 w 1661833"/>
              <a:gd name="connsiteY2121" fmla="*/ 104353 h 373823"/>
              <a:gd name="connsiteX2122" fmla="*/ 1630109 w 1661833"/>
              <a:gd name="connsiteY2122" fmla="*/ 110774 h 373823"/>
              <a:gd name="connsiteX2123" fmla="*/ 1628825 w 1661833"/>
              <a:gd name="connsiteY2123" fmla="*/ 118865 h 373823"/>
              <a:gd name="connsiteX2124" fmla="*/ 1632549 w 1661833"/>
              <a:gd name="connsiteY2124" fmla="*/ 120021 h 373823"/>
              <a:gd name="connsiteX2125" fmla="*/ 1639805 w 1661833"/>
              <a:gd name="connsiteY2125" fmla="*/ 116039 h 373823"/>
              <a:gd name="connsiteX2126" fmla="*/ 1644813 w 1661833"/>
              <a:gd name="connsiteY2126" fmla="*/ 116039 h 373823"/>
              <a:gd name="connsiteX2127" fmla="*/ 1648859 w 1661833"/>
              <a:gd name="connsiteY2127" fmla="*/ 118993 h 373823"/>
              <a:gd name="connsiteX2128" fmla="*/ 1653418 w 1661833"/>
              <a:gd name="connsiteY2128" fmla="*/ 120342 h 373823"/>
              <a:gd name="connsiteX2129" fmla="*/ 1658619 w 1661833"/>
              <a:gd name="connsiteY2129" fmla="*/ 122204 h 373823"/>
              <a:gd name="connsiteX2130" fmla="*/ 1659005 w 1661833"/>
              <a:gd name="connsiteY2130" fmla="*/ 122140 h 373823"/>
              <a:gd name="connsiteX2131" fmla="*/ 1661766 w 1661833"/>
              <a:gd name="connsiteY2131" fmla="*/ 134019 h 373823"/>
              <a:gd name="connsiteX2132" fmla="*/ 1658812 w 1661833"/>
              <a:gd name="connsiteY2132" fmla="*/ 144743 h 373823"/>
              <a:gd name="connsiteX2133" fmla="*/ 1642631 w 1661833"/>
              <a:gd name="connsiteY2133" fmla="*/ 149045 h 373823"/>
              <a:gd name="connsiteX2134" fmla="*/ 1637622 w 1661833"/>
              <a:gd name="connsiteY2134" fmla="*/ 151164 h 373823"/>
              <a:gd name="connsiteX2135" fmla="*/ 1631200 w 1661833"/>
              <a:gd name="connsiteY2135" fmla="*/ 150586 h 373823"/>
              <a:gd name="connsiteX2136" fmla="*/ 1623174 w 1661833"/>
              <a:gd name="connsiteY2136" fmla="*/ 150586 h 373823"/>
              <a:gd name="connsiteX2137" fmla="*/ 1609368 w 1661833"/>
              <a:gd name="connsiteY2137" fmla="*/ 160410 h 373823"/>
              <a:gd name="connsiteX2138" fmla="*/ 1604296 w 1661833"/>
              <a:gd name="connsiteY2138" fmla="*/ 165804 h 373823"/>
              <a:gd name="connsiteX2139" fmla="*/ 1596204 w 1661833"/>
              <a:gd name="connsiteY2139" fmla="*/ 173253 h 373823"/>
              <a:gd name="connsiteX2140" fmla="*/ 1594920 w 1661833"/>
              <a:gd name="connsiteY2140" fmla="*/ 180894 h 373823"/>
              <a:gd name="connsiteX2141" fmla="*/ 1598773 w 1661833"/>
              <a:gd name="connsiteY2141" fmla="*/ 181665 h 373823"/>
              <a:gd name="connsiteX2142" fmla="*/ 1605708 w 1661833"/>
              <a:gd name="connsiteY2142" fmla="*/ 178904 h 373823"/>
              <a:gd name="connsiteX2143" fmla="*/ 1610267 w 1661833"/>
              <a:gd name="connsiteY2143" fmla="*/ 176463 h 373823"/>
              <a:gd name="connsiteX2144" fmla="*/ 1618230 w 1661833"/>
              <a:gd name="connsiteY2144" fmla="*/ 180509 h 373823"/>
              <a:gd name="connsiteX2145" fmla="*/ 1625999 w 1661833"/>
              <a:gd name="connsiteY2145" fmla="*/ 183720 h 373823"/>
              <a:gd name="connsiteX2146" fmla="*/ 1629017 w 1661833"/>
              <a:gd name="connsiteY2146" fmla="*/ 186802 h 373823"/>
              <a:gd name="connsiteX2147" fmla="*/ 1627027 w 1661833"/>
              <a:gd name="connsiteY2147" fmla="*/ 194893 h 373823"/>
              <a:gd name="connsiteX2148" fmla="*/ 1622403 w 1661833"/>
              <a:gd name="connsiteY2148" fmla="*/ 198874 h 373823"/>
              <a:gd name="connsiteX2149" fmla="*/ 1614248 w 1661833"/>
              <a:gd name="connsiteY2149" fmla="*/ 200415 h 373823"/>
              <a:gd name="connsiteX2150" fmla="*/ 1608726 w 1661833"/>
              <a:gd name="connsiteY2150" fmla="*/ 202277 h 373823"/>
              <a:gd name="connsiteX2151" fmla="*/ 1595884 w 1661833"/>
              <a:gd name="connsiteY2151" fmla="*/ 208056 h 373823"/>
              <a:gd name="connsiteX2152" fmla="*/ 1596461 w 1661833"/>
              <a:gd name="connsiteY2152" fmla="*/ 216918 h 373823"/>
              <a:gd name="connsiteX2153" fmla="*/ 1595498 w 1661833"/>
              <a:gd name="connsiteY2153" fmla="*/ 224494 h 373823"/>
              <a:gd name="connsiteX2154" fmla="*/ 1593700 w 1661833"/>
              <a:gd name="connsiteY2154" fmla="*/ 233163 h 373823"/>
              <a:gd name="connsiteX2155" fmla="*/ 1590361 w 1661833"/>
              <a:gd name="connsiteY2155" fmla="*/ 238943 h 373823"/>
              <a:gd name="connsiteX2156" fmla="*/ 1583940 w 1661833"/>
              <a:gd name="connsiteY2156" fmla="*/ 251400 h 373823"/>
              <a:gd name="connsiteX2157" fmla="*/ 1574565 w 1661833"/>
              <a:gd name="connsiteY2157" fmla="*/ 254739 h 373823"/>
              <a:gd name="connsiteX2158" fmla="*/ 1567052 w 1661833"/>
              <a:gd name="connsiteY2158" fmla="*/ 256794 h 373823"/>
              <a:gd name="connsiteX2159" fmla="*/ 1555751 w 1661833"/>
              <a:gd name="connsiteY2159" fmla="*/ 256794 h 373823"/>
              <a:gd name="connsiteX2160" fmla="*/ 1555044 w 1661833"/>
              <a:gd name="connsiteY2160" fmla="*/ 249987 h 373823"/>
              <a:gd name="connsiteX2161" fmla="*/ 1544128 w 1661833"/>
              <a:gd name="connsiteY2161" fmla="*/ 239649 h 373823"/>
              <a:gd name="connsiteX2162" fmla="*/ 1549971 w 1661833"/>
              <a:gd name="connsiteY2162" fmla="*/ 236759 h 373823"/>
              <a:gd name="connsiteX2163" fmla="*/ 1564098 w 1661833"/>
              <a:gd name="connsiteY2163" fmla="*/ 234191 h 373823"/>
              <a:gd name="connsiteX2164" fmla="*/ 1575207 w 1661833"/>
              <a:gd name="connsiteY2164" fmla="*/ 214927 h 373823"/>
              <a:gd name="connsiteX2165" fmla="*/ 1572124 w 1661833"/>
              <a:gd name="connsiteY2165" fmla="*/ 210560 h 373823"/>
              <a:gd name="connsiteX2166" fmla="*/ 1561722 w 1661833"/>
              <a:gd name="connsiteY2166" fmla="*/ 212423 h 373823"/>
              <a:gd name="connsiteX2167" fmla="*/ 1550998 w 1661833"/>
              <a:gd name="connsiteY2167" fmla="*/ 214285 h 373823"/>
              <a:gd name="connsiteX2168" fmla="*/ 1542201 w 1661833"/>
              <a:gd name="connsiteY2168" fmla="*/ 217431 h 373823"/>
              <a:gd name="connsiteX2169" fmla="*/ 1534303 w 1661833"/>
              <a:gd name="connsiteY2169" fmla="*/ 215505 h 373823"/>
              <a:gd name="connsiteX2170" fmla="*/ 1530707 w 1661833"/>
              <a:gd name="connsiteY2170" fmla="*/ 213899 h 373823"/>
              <a:gd name="connsiteX2171" fmla="*/ 1529873 w 1661833"/>
              <a:gd name="connsiteY2171" fmla="*/ 208121 h 373823"/>
              <a:gd name="connsiteX2172" fmla="*/ 1531478 w 1661833"/>
              <a:gd name="connsiteY2172" fmla="*/ 200158 h 373823"/>
              <a:gd name="connsiteX2173" fmla="*/ 1541109 w 1661833"/>
              <a:gd name="connsiteY2173" fmla="*/ 194186 h 373823"/>
              <a:gd name="connsiteX2174" fmla="*/ 1548109 w 1661833"/>
              <a:gd name="connsiteY2174" fmla="*/ 195984 h 373823"/>
              <a:gd name="connsiteX2175" fmla="*/ 1554915 w 1661833"/>
              <a:gd name="connsiteY2175" fmla="*/ 191746 h 373823"/>
              <a:gd name="connsiteX2176" fmla="*/ 1563327 w 1661833"/>
              <a:gd name="connsiteY2176" fmla="*/ 189499 h 373823"/>
              <a:gd name="connsiteX2177" fmla="*/ 1568400 w 1661833"/>
              <a:gd name="connsiteY2177" fmla="*/ 186930 h 373823"/>
              <a:gd name="connsiteX2178" fmla="*/ 1570198 w 1661833"/>
              <a:gd name="connsiteY2178" fmla="*/ 183977 h 373823"/>
              <a:gd name="connsiteX2179" fmla="*/ 1571097 w 1661833"/>
              <a:gd name="connsiteY2179" fmla="*/ 177555 h 373823"/>
              <a:gd name="connsiteX2180" fmla="*/ 1573473 w 1661833"/>
              <a:gd name="connsiteY2180" fmla="*/ 171134 h 373823"/>
              <a:gd name="connsiteX2181" fmla="*/ 1568593 w 1661833"/>
              <a:gd name="connsiteY2181" fmla="*/ 170684 h 373823"/>
              <a:gd name="connsiteX2182" fmla="*/ 1563199 w 1661833"/>
              <a:gd name="connsiteY2182" fmla="*/ 174216 h 373823"/>
              <a:gd name="connsiteX2183" fmla="*/ 1557098 w 1661833"/>
              <a:gd name="connsiteY2183" fmla="*/ 177363 h 373823"/>
              <a:gd name="connsiteX2184" fmla="*/ 1551962 w 1661833"/>
              <a:gd name="connsiteY2184" fmla="*/ 177363 h 373823"/>
              <a:gd name="connsiteX2185" fmla="*/ 1550036 w 1661833"/>
              <a:gd name="connsiteY2185" fmla="*/ 172675 h 373823"/>
              <a:gd name="connsiteX2186" fmla="*/ 1551448 w 1661833"/>
              <a:gd name="connsiteY2186" fmla="*/ 165676 h 373823"/>
              <a:gd name="connsiteX2187" fmla="*/ 1556842 w 1661833"/>
              <a:gd name="connsiteY2187" fmla="*/ 152833 h 373823"/>
              <a:gd name="connsiteX2188" fmla="*/ 1564419 w 1661833"/>
              <a:gd name="connsiteY2188" fmla="*/ 152319 h 373823"/>
              <a:gd name="connsiteX2189" fmla="*/ 1567244 w 1661833"/>
              <a:gd name="connsiteY2189" fmla="*/ 150457 h 373823"/>
              <a:gd name="connsiteX2190" fmla="*/ 1574244 w 1661833"/>
              <a:gd name="connsiteY2190" fmla="*/ 149816 h 373823"/>
              <a:gd name="connsiteX2191" fmla="*/ 1582206 w 1661833"/>
              <a:gd name="connsiteY2191" fmla="*/ 147825 h 373823"/>
              <a:gd name="connsiteX2192" fmla="*/ 1588178 w 1661833"/>
              <a:gd name="connsiteY2192" fmla="*/ 146797 h 373823"/>
              <a:gd name="connsiteX2193" fmla="*/ 1593186 w 1661833"/>
              <a:gd name="connsiteY2193" fmla="*/ 144999 h 373823"/>
              <a:gd name="connsiteX2194" fmla="*/ 1596140 w 1661833"/>
              <a:gd name="connsiteY2194" fmla="*/ 142881 h 373823"/>
              <a:gd name="connsiteX2195" fmla="*/ 1603139 w 1661833"/>
              <a:gd name="connsiteY2195" fmla="*/ 142881 h 373823"/>
              <a:gd name="connsiteX2196" fmla="*/ 1608855 w 1661833"/>
              <a:gd name="connsiteY2196" fmla="*/ 142881 h 373823"/>
              <a:gd name="connsiteX2197" fmla="*/ 1614762 w 1661833"/>
              <a:gd name="connsiteY2197" fmla="*/ 144293 h 373823"/>
              <a:gd name="connsiteX2198" fmla="*/ 1621183 w 1661833"/>
              <a:gd name="connsiteY2198" fmla="*/ 141147 h 373823"/>
              <a:gd name="connsiteX2199" fmla="*/ 1624779 w 1661833"/>
              <a:gd name="connsiteY2199" fmla="*/ 134276 h 373823"/>
              <a:gd name="connsiteX2200" fmla="*/ 1616239 w 1661833"/>
              <a:gd name="connsiteY2200" fmla="*/ 135239 h 373823"/>
              <a:gd name="connsiteX2201" fmla="*/ 1607249 w 1661833"/>
              <a:gd name="connsiteY2201" fmla="*/ 136523 h 373823"/>
              <a:gd name="connsiteX2202" fmla="*/ 1593122 w 1661833"/>
              <a:gd name="connsiteY2202" fmla="*/ 138000 h 373823"/>
              <a:gd name="connsiteX2203" fmla="*/ 1585994 w 1661833"/>
              <a:gd name="connsiteY2203" fmla="*/ 139670 h 373823"/>
              <a:gd name="connsiteX2204" fmla="*/ 1578867 w 1661833"/>
              <a:gd name="connsiteY2204" fmla="*/ 141147 h 373823"/>
              <a:gd name="connsiteX2205" fmla="*/ 1567308 w 1661833"/>
              <a:gd name="connsiteY2205" fmla="*/ 142624 h 373823"/>
              <a:gd name="connsiteX2206" fmla="*/ 1558447 w 1661833"/>
              <a:gd name="connsiteY2206" fmla="*/ 144422 h 373823"/>
              <a:gd name="connsiteX2207" fmla="*/ 1547980 w 1661833"/>
              <a:gd name="connsiteY2207" fmla="*/ 148659 h 373823"/>
              <a:gd name="connsiteX2208" fmla="*/ 1541559 w 1661833"/>
              <a:gd name="connsiteY2208" fmla="*/ 157199 h 373823"/>
              <a:gd name="connsiteX2209" fmla="*/ 1538477 w 1661833"/>
              <a:gd name="connsiteY2209" fmla="*/ 160860 h 373823"/>
              <a:gd name="connsiteX2210" fmla="*/ 1525121 w 1661833"/>
              <a:gd name="connsiteY2210" fmla="*/ 171070 h 373823"/>
              <a:gd name="connsiteX2211" fmla="*/ 1519919 w 1661833"/>
              <a:gd name="connsiteY2211" fmla="*/ 168951 h 373823"/>
              <a:gd name="connsiteX2212" fmla="*/ 1516003 w 1661833"/>
              <a:gd name="connsiteY2212" fmla="*/ 156686 h 373823"/>
              <a:gd name="connsiteX2213" fmla="*/ 1516003 w 1661833"/>
              <a:gd name="connsiteY2213" fmla="*/ 144357 h 373823"/>
              <a:gd name="connsiteX2214" fmla="*/ 1517929 w 1661833"/>
              <a:gd name="connsiteY2214" fmla="*/ 139349 h 373823"/>
              <a:gd name="connsiteX2215" fmla="*/ 1521461 w 1661833"/>
              <a:gd name="connsiteY2215" fmla="*/ 137037 h 373823"/>
              <a:gd name="connsiteX2216" fmla="*/ 1530065 w 1661833"/>
              <a:gd name="connsiteY2216" fmla="*/ 122782 h 373823"/>
              <a:gd name="connsiteX2217" fmla="*/ 1532505 w 1661833"/>
              <a:gd name="connsiteY2217" fmla="*/ 122782 h 373823"/>
              <a:gd name="connsiteX2218" fmla="*/ 1534239 w 1661833"/>
              <a:gd name="connsiteY2218" fmla="*/ 133826 h 373823"/>
              <a:gd name="connsiteX2219" fmla="*/ 1534405 w 1661833"/>
              <a:gd name="connsiteY2219" fmla="*/ 134966 h 373823"/>
              <a:gd name="connsiteX2220" fmla="*/ 1538027 w 1661833"/>
              <a:gd name="connsiteY2220" fmla="*/ 136651 h 373823"/>
              <a:gd name="connsiteX2221" fmla="*/ 1545412 w 1661833"/>
              <a:gd name="connsiteY2221" fmla="*/ 133762 h 373823"/>
              <a:gd name="connsiteX2222" fmla="*/ 1547916 w 1661833"/>
              <a:gd name="connsiteY2222" fmla="*/ 131258 h 373823"/>
              <a:gd name="connsiteX2223" fmla="*/ 1545990 w 1661833"/>
              <a:gd name="connsiteY2223" fmla="*/ 126121 h 373823"/>
              <a:gd name="connsiteX2224" fmla="*/ 1544705 w 1661833"/>
              <a:gd name="connsiteY2224" fmla="*/ 118672 h 373823"/>
              <a:gd name="connsiteX2225" fmla="*/ 1545861 w 1661833"/>
              <a:gd name="connsiteY2225" fmla="*/ 103390 h 373823"/>
              <a:gd name="connsiteX2226" fmla="*/ 1544770 w 1661833"/>
              <a:gd name="connsiteY2226" fmla="*/ 87208 h 373823"/>
              <a:gd name="connsiteX2227" fmla="*/ 1543293 w 1661833"/>
              <a:gd name="connsiteY2227" fmla="*/ 77961 h 373823"/>
              <a:gd name="connsiteX2228" fmla="*/ 1546375 w 1661833"/>
              <a:gd name="connsiteY2228" fmla="*/ 72631 h 373823"/>
              <a:gd name="connsiteX2229" fmla="*/ 1550806 w 1661833"/>
              <a:gd name="connsiteY2229" fmla="*/ 72631 h 373823"/>
              <a:gd name="connsiteX2230" fmla="*/ 1553053 w 1661833"/>
              <a:gd name="connsiteY2230" fmla="*/ 71154 h 373823"/>
              <a:gd name="connsiteX2231" fmla="*/ 1554980 w 1661833"/>
              <a:gd name="connsiteY2231" fmla="*/ 74044 h 373823"/>
              <a:gd name="connsiteX2232" fmla="*/ 1555751 w 1661833"/>
              <a:gd name="connsiteY2232" fmla="*/ 79310 h 373823"/>
              <a:gd name="connsiteX2233" fmla="*/ 1556328 w 1661833"/>
              <a:gd name="connsiteY2233" fmla="*/ 85731 h 373823"/>
              <a:gd name="connsiteX2234" fmla="*/ 1556328 w 1661833"/>
              <a:gd name="connsiteY2234" fmla="*/ 89777 h 373823"/>
              <a:gd name="connsiteX2235" fmla="*/ 1556328 w 1661833"/>
              <a:gd name="connsiteY2235" fmla="*/ 94207 h 373823"/>
              <a:gd name="connsiteX2236" fmla="*/ 1556328 w 1661833"/>
              <a:gd name="connsiteY2236" fmla="*/ 99794 h 373823"/>
              <a:gd name="connsiteX2237" fmla="*/ 1556970 w 1661833"/>
              <a:gd name="connsiteY2237" fmla="*/ 110710 h 373823"/>
              <a:gd name="connsiteX2238" fmla="*/ 1558383 w 1661833"/>
              <a:gd name="connsiteY2238" fmla="*/ 118030 h 373823"/>
              <a:gd name="connsiteX2239" fmla="*/ 1558383 w 1661833"/>
              <a:gd name="connsiteY2239" fmla="*/ 123424 h 373823"/>
              <a:gd name="connsiteX2240" fmla="*/ 1556200 w 1661833"/>
              <a:gd name="connsiteY2240" fmla="*/ 129845 h 373823"/>
              <a:gd name="connsiteX2241" fmla="*/ 1559282 w 1661833"/>
              <a:gd name="connsiteY2241" fmla="*/ 132991 h 373823"/>
              <a:gd name="connsiteX2242" fmla="*/ 1565382 w 1661833"/>
              <a:gd name="connsiteY2242" fmla="*/ 131322 h 373823"/>
              <a:gd name="connsiteX2243" fmla="*/ 1570647 w 1661833"/>
              <a:gd name="connsiteY2243" fmla="*/ 131001 h 373823"/>
              <a:gd name="connsiteX2244" fmla="*/ 1579252 w 1661833"/>
              <a:gd name="connsiteY2244" fmla="*/ 129460 h 373823"/>
              <a:gd name="connsiteX2245" fmla="*/ 1583940 w 1661833"/>
              <a:gd name="connsiteY2245" fmla="*/ 127854 h 373823"/>
              <a:gd name="connsiteX2246" fmla="*/ 1587600 w 1661833"/>
              <a:gd name="connsiteY2246" fmla="*/ 125415 h 373823"/>
              <a:gd name="connsiteX2247" fmla="*/ 1588113 w 1661833"/>
              <a:gd name="connsiteY2247" fmla="*/ 122653 h 373823"/>
              <a:gd name="connsiteX2248" fmla="*/ 1582976 w 1661833"/>
              <a:gd name="connsiteY2248" fmla="*/ 122140 h 373823"/>
              <a:gd name="connsiteX2249" fmla="*/ 1578289 w 1661833"/>
              <a:gd name="connsiteY2249" fmla="*/ 124066 h 373823"/>
              <a:gd name="connsiteX2250" fmla="*/ 1576941 w 1661833"/>
              <a:gd name="connsiteY2250" fmla="*/ 119764 h 373823"/>
              <a:gd name="connsiteX2251" fmla="*/ 1574115 w 1661833"/>
              <a:gd name="connsiteY2251" fmla="*/ 116232 h 373823"/>
              <a:gd name="connsiteX2252" fmla="*/ 1572253 w 1661833"/>
              <a:gd name="connsiteY2252" fmla="*/ 121498 h 373823"/>
              <a:gd name="connsiteX2253" fmla="*/ 1570006 w 1661833"/>
              <a:gd name="connsiteY2253" fmla="*/ 124644 h 373823"/>
              <a:gd name="connsiteX2254" fmla="*/ 1566859 w 1661833"/>
              <a:gd name="connsiteY2254" fmla="*/ 126313 h 373823"/>
              <a:gd name="connsiteX2255" fmla="*/ 1563648 w 1661833"/>
              <a:gd name="connsiteY2255" fmla="*/ 120278 h 373823"/>
              <a:gd name="connsiteX2256" fmla="*/ 1564098 w 1661833"/>
              <a:gd name="connsiteY2256" fmla="*/ 107820 h 373823"/>
              <a:gd name="connsiteX2257" fmla="*/ 1562686 w 1661833"/>
              <a:gd name="connsiteY2257" fmla="*/ 99344 h 373823"/>
              <a:gd name="connsiteX2258" fmla="*/ 1562686 w 1661833"/>
              <a:gd name="connsiteY2258" fmla="*/ 87337 h 373823"/>
              <a:gd name="connsiteX2259" fmla="*/ 1561786 w 1661833"/>
              <a:gd name="connsiteY2259" fmla="*/ 83291 h 373823"/>
              <a:gd name="connsiteX2260" fmla="*/ 1564227 w 1661833"/>
              <a:gd name="connsiteY2260" fmla="*/ 77447 h 373823"/>
              <a:gd name="connsiteX2261" fmla="*/ 1568336 w 1661833"/>
              <a:gd name="connsiteY2261" fmla="*/ 75136 h 373823"/>
              <a:gd name="connsiteX2262" fmla="*/ 1570326 w 1661833"/>
              <a:gd name="connsiteY2262" fmla="*/ 81557 h 373823"/>
              <a:gd name="connsiteX2263" fmla="*/ 1571675 w 1661833"/>
              <a:gd name="connsiteY2263" fmla="*/ 85603 h 373823"/>
              <a:gd name="connsiteX2264" fmla="*/ 1573601 w 1661833"/>
              <a:gd name="connsiteY2264" fmla="*/ 99151 h 373823"/>
              <a:gd name="connsiteX2265" fmla="*/ 1575399 w 1661833"/>
              <a:gd name="connsiteY2265" fmla="*/ 102298 h 373823"/>
              <a:gd name="connsiteX2266" fmla="*/ 1582399 w 1661833"/>
              <a:gd name="connsiteY2266" fmla="*/ 102298 h 373823"/>
              <a:gd name="connsiteX2267" fmla="*/ 1585032 w 1661833"/>
              <a:gd name="connsiteY2267" fmla="*/ 105637 h 373823"/>
              <a:gd name="connsiteX2268" fmla="*/ 1591453 w 1661833"/>
              <a:gd name="connsiteY2268" fmla="*/ 99665 h 373823"/>
              <a:gd name="connsiteX2269" fmla="*/ 1588049 w 1661833"/>
              <a:gd name="connsiteY2269" fmla="*/ 91574 h 373823"/>
              <a:gd name="connsiteX2270" fmla="*/ 1582399 w 1661833"/>
              <a:gd name="connsiteY2270" fmla="*/ 93757 h 373823"/>
              <a:gd name="connsiteX2271" fmla="*/ 1578418 w 1661833"/>
              <a:gd name="connsiteY2271" fmla="*/ 95620 h 373823"/>
              <a:gd name="connsiteX2272" fmla="*/ 1578418 w 1661833"/>
              <a:gd name="connsiteY2272" fmla="*/ 87594 h 373823"/>
              <a:gd name="connsiteX2273" fmla="*/ 1580857 w 1661833"/>
              <a:gd name="connsiteY2273" fmla="*/ 81172 h 373823"/>
              <a:gd name="connsiteX2274" fmla="*/ 1578161 w 1661833"/>
              <a:gd name="connsiteY2274" fmla="*/ 74044 h 373823"/>
              <a:gd name="connsiteX2275" fmla="*/ 1582655 w 1661833"/>
              <a:gd name="connsiteY2275" fmla="*/ 69549 h 373823"/>
              <a:gd name="connsiteX2276" fmla="*/ 1587600 w 1661833"/>
              <a:gd name="connsiteY2276" fmla="*/ 73595 h 373823"/>
              <a:gd name="connsiteX2277" fmla="*/ 1593572 w 1661833"/>
              <a:gd name="connsiteY2277" fmla="*/ 65696 h 373823"/>
              <a:gd name="connsiteX2278" fmla="*/ 1598002 w 1661833"/>
              <a:gd name="connsiteY2278" fmla="*/ 57477 h 373823"/>
              <a:gd name="connsiteX2279" fmla="*/ 1601598 w 1661833"/>
              <a:gd name="connsiteY2279" fmla="*/ 57477 h 373823"/>
              <a:gd name="connsiteX2280" fmla="*/ 1605194 w 1661833"/>
              <a:gd name="connsiteY2280" fmla="*/ 56707 h 373823"/>
              <a:gd name="connsiteX2281" fmla="*/ 206300 w 1661833"/>
              <a:gd name="connsiteY2281" fmla="*/ 51612 h 373823"/>
              <a:gd name="connsiteX2282" fmla="*/ 104912 w 1661833"/>
              <a:gd name="connsiteY2282" fmla="*/ 77506 h 373823"/>
              <a:gd name="connsiteX2283" fmla="*/ 104894 w 1661833"/>
              <a:gd name="connsiteY2283" fmla="*/ 77506 h 373823"/>
              <a:gd name="connsiteX2284" fmla="*/ 50191 w 1661833"/>
              <a:gd name="connsiteY2284" fmla="*/ 186949 h 373823"/>
              <a:gd name="connsiteX2285" fmla="*/ 51756 w 1661833"/>
              <a:gd name="connsiteY2285" fmla="*/ 207762 h 373823"/>
              <a:gd name="connsiteX2286" fmla="*/ 52070 w 1661833"/>
              <a:gd name="connsiteY2286" fmla="*/ 209456 h 373823"/>
              <a:gd name="connsiteX2287" fmla="*/ 53543 w 1661833"/>
              <a:gd name="connsiteY2287" fmla="*/ 217045 h 373823"/>
              <a:gd name="connsiteX2288" fmla="*/ 56306 w 1661833"/>
              <a:gd name="connsiteY2288" fmla="*/ 227525 h 373823"/>
              <a:gd name="connsiteX2289" fmla="*/ 60321 w 1661833"/>
              <a:gd name="connsiteY2289" fmla="*/ 238576 h 373823"/>
              <a:gd name="connsiteX2290" fmla="*/ 60910 w 1661833"/>
              <a:gd name="connsiteY2290" fmla="*/ 240049 h 373823"/>
              <a:gd name="connsiteX2291" fmla="*/ 77192 w 1661833"/>
              <a:gd name="connsiteY2291" fmla="*/ 268598 h 373823"/>
              <a:gd name="connsiteX2292" fmla="*/ 77285 w 1661833"/>
              <a:gd name="connsiteY2292" fmla="*/ 268708 h 373823"/>
              <a:gd name="connsiteX2293" fmla="*/ 77423 w 1661833"/>
              <a:gd name="connsiteY2293" fmla="*/ 268895 h 373823"/>
              <a:gd name="connsiteX2294" fmla="*/ 117922 w 1661833"/>
              <a:gd name="connsiteY2294" fmla="*/ 305053 h 373823"/>
              <a:gd name="connsiteX2295" fmla="*/ 146817 w 1661833"/>
              <a:gd name="connsiteY2295" fmla="*/ 315106 h 373823"/>
              <a:gd name="connsiteX2296" fmla="*/ 144641 w 1661833"/>
              <a:gd name="connsiteY2296" fmla="*/ 311624 h 373823"/>
              <a:gd name="connsiteX2297" fmla="*/ 139502 w 1661833"/>
              <a:gd name="connsiteY2297" fmla="*/ 309782 h 373823"/>
              <a:gd name="connsiteX2298" fmla="*/ 138711 w 1661833"/>
              <a:gd name="connsiteY2298" fmla="*/ 309055 h 373823"/>
              <a:gd name="connsiteX2299" fmla="*/ 146593 w 1661833"/>
              <a:gd name="connsiteY2299" fmla="*/ 310390 h 373823"/>
              <a:gd name="connsiteX2300" fmla="*/ 150643 w 1661833"/>
              <a:gd name="connsiteY2300" fmla="*/ 315002 h 373823"/>
              <a:gd name="connsiteX2301" fmla="*/ 151173 w 1661833"/>
              <a:gd name="connsiteY2301" fmla="*/ 316622 h 373823"/>
              <a:gd name="connsiteX2302" fmla="*/ 158937 w 1661833"/>
              <a:gd name="connsiteY2302" fmla="*/ 319323 h 373823"/>
              <a:gd name="connsiteX2303" fmla="*/ 161033 w 1661833"/>
              <a:gd name="connsiteY2303" fmla="*/ 319323 h 373823"/>
              <a:gd name="connsiteX2304" fmla="*/ 160994 w 1661833"/>
              <a:gd name="connsiteY2304" fmla="*/ 320039 h 373823"/>
              <a:gd name="connsiteX2305" fmla="*/ 167424 w 1661833"/>
              <a:gd name="connsiteY2305" fmla="*/ 322276 h 373823"/>
              <a:gd name="connsiteX2306" fmla="*/ 189477 w 1661833"/>
              <a:gd name="connsiteY2306" fmla="*/ 321183 h 373823"/>
              <a:gd name="connsiteX2307" fmla="*/ 189803 w 1661833"/>
              <a:gd name="connsiteY2307" fmla="*/ 320833 h 373823"/>
              <a:gd name="connsiteX2308" fmla="*/ 187961 w 1661833"/>
              <a:gd name="connsiteY2308" fmla="*/ 320833 h 373823"/>
              <a:gd name="connsiteX2309" fmla="*/ 188679 w 1661833"/>
              <a:gd name="connsiteY2309" fmla="*/ 320354 h 373823"/>
              <a:gd name="connsiteX2310" fmla="*/ 185511 w 1661833"/>
              <a:gd name="connsiteY2310" fmla="*/ 320354 h 373823"/>
              <a:gd name="connsiteX2311" fmla="*/ 186156 w 1661833"/>
              <a:gd name="connsiteY2311" fmla="*/ 319857 h 373823"/>
              <a:gd name="connsiteX2312" fmla="*/ 179654 w 1661833"/>
              <a:gd name="connsiteY2312" fmla="*/ 319857 h 373823"/>
              <a:gd name="connsiteX2313" fmla="*/ 175970 w 1661833"/>
              <a:gd name="connsiteY2313" fmla="*/ 311495 h 373823"/>
              <a:gd name="connsiteX2314" fmla="*/ 166577 w 1661833"/>
              <a:gd name="connsiteY2314" fmla="*/ 311108 h 373823"/>
              <a:gd name="connsiteX2315" fmla="*/ 161880 w 1661833"/>
              <a:gd name="connsiteY2315" fmla="*/ 318292 h 373823"/>
              <a:gd name="connsiteX2316" fmla="*/ 161051 w 1661833"/>
              <a:gd name="connsiteY2316" fmla="*/ 318034 h 373823"/>
              <a:gd name="connsiteX2317" fmla="*/ 163114 w 1661833"/>
              <a:gd name="connsiteY2317" fmla="*/ 312103 h 373823"/>
              <a:gd name="connsiteX2318" fmla="*/ 170997 w 1661833"/>
              <a:gd name="connsiteY2318" fmla="*/ 308935 h 373823"/>
              <a:gd name="connsiteX2319" fmla="*/ 182048 w 1661833"/>
              <a:gd name="connsiteY2319" fmla="*/ 311827 h 373823"/>
              <a:gd name="connsiteX2320" fmla="*/ 184167 w 1661833"/>
              <a:gd name="connsiteY2320" fmla="*/ 318973 h 373823"/>
              <a:gd name="connsiteX2321" fmla="*/ 191534 w 1661833"/>
              <a:gd name="connsiteY2321" fmla="*/ 318789 h 373823"/>
              <a:gd name="connsiteX2322" fmla="*/ 194297 w 1661833"/>
              <a:gd name="connsiteY2322" fmla="*/ 312103 h 373823"/>
              <a:gd name="connsiteX2323" fmla="*/ 202180 w 1661833"/>
              <a:gd name="connsiteY2323" fmla="*/ 308935 h 373823"/>
              <a:gd name="connsiteX2324" fmla="*/ 213231 w 1661833"/>
              <a:gd name="connsiteY2324" fmla="*/ 311827 h 373823"/>
              <a:gd name="connsiteX2325" fmla="*/ 215349 w 1661833"/>
              <a:gd name="connsiteY2325" fmla="*/ 318973 h 373823"/>
              <a:gd name="connsiteX2326" fmla="*/ 221591 w 1661833"/>
              <a:gd name="connsiteY2326" fmla="*/ 318817 h 373823"/>
              <a:gd name="connsiteX2327" fmla="*/ 222913 w 1661833"/>
              <a:gd name="connsiteY2327" fmla="*/ 318189 h 373823"/>
              <a:gd name="connsiteX2328" fmla="*/ 223836 w 1661833"/>
              <a:gd name="connsiteY2328" fmla="*/ 315361 h 373823"/>
              <a:gd name="connsiteX2329" fmla="*/ 226971 w 1661833"/>
              <a:gd name="connsiteY2329" fmla="*/ 310316 h 373823"/>
              <a:gd name="connsiteX2330" fmla="*/ 234689 w 1661833"/>
              <a:gd name="connsiteY2330" fmla="*/ 308567 h 373823"/>
              <a:gd name="connsiteX2331" fmla="*/ 234689 w 1661833"/>
              <a:gd name="connsiteY2331" fmla="*/ 311293 h 373823"/>
              <a:gd name="connsiteX2332" fmla="*/ 227026 w 1661833"/>
              <a:gd name="connsiteY2332" fmla="*/ 312398 h 373823"/>
              <a:gd name="connsiteX2333" fmla="*/ 224682 w 1661833"/>
              <a:gd name="connsiteY2333" fmla="*/ 317349 h 373823"/>
              <a:gd name="connsiteX2334" fmla="*/ 268811 w 1661833"/>
              <a:gd name="connsiteY2334" fmla="*/ 296382 h 373823"/>
              <a:gd name="connsiteX2335" fmla="*/ 296301 w 1661833"/>
              <a:gd name="connsiteY2335" fmla="*/ 104995 h 373823"/>
              <a:gd name="connsiteX2336" fmla="*/ 206300 w 1661833"/>
              <a:gd name="connsiteY2336" fmla="*/ 51612 h 373823"/>
              <a:gd name="connsiteX2337" fmla="*/ 121010 w 1661833"/>
              <a:gd name="connsiteY2337" fmla="*/ 49528 h 373823"/>
              <a:gd name="connsiteX2338" fmla="*/ 120439 w 1661833"/>
              <a:gd name="connsiteY2338" fmla="*/ 50007 h 373823"/>
              <a:gd name="connsiteX2339" fmla="*/ 119592 w 1661833"/>
              <a:gd name="connsiteY2339" fmla="*/ 50210 h 373823"/>
              <a:gd name="connsiteX2340" fmla="*/ 118800 w 1661833"/>
              <a:gd name="connsiteY2340" fmla="*/ 50578 h 373823"/>
              <a:gd name="connsiteX2341" fmla="*/ 117842 w 1661833"/>
              <a:gd name="connsiteY2341" fmla="*/ 50578 h 373823"/>
              <a:gd name="connsiteX2342" fmla="*/ 117032 w 1661833"/>
              <a:gd name="connsiteY2342" fmla="*/ 50836 h 373823"/>
              <a:gd name="connsiteX2343" fmla="*/ 116976 w 1661833"/>
              <a:gd name="connsiteY2343" fmla="*/ 50762 h 373823"/>
              <a:gd name="connsiteX2344" fmla="*/ 117363 w 1661833"/>
              <a:gd name="connsiteY2344" fmla="*/ 52015 h 373823"/>
              <a:gd name="connsiteX2345" fmla="*/ 117695 w 1661833"/>
              <a:gd name="connsiteY2345" fmla="*/ 52714 h 373823"/>
              <a:gd name="connsiteX2346" fmla="*/ 118616 w 1661833"/>
              <a:gd name="connsiteY2346" fmla="*/ 53599 h 373823"/>
              <a:gd name="connsiteX2347" fmla="*/ 119666 w 1661833"/>
              <a:gd name="connsiteY2347" fmla="*/ 54262 h 373823"/>
              <a:gd name="connsiteX2348" fmla="*/ 120918 w 1661833"/>
              <a:gd name="connsiteY2348" fmla="*/ 54998 h 373823"/>
              <a:gd name="connsiteX2349" fmla="*/ 121452 w 1661833"/>
              <a:gd name="connsiteY2349" fmla="*/ 55790 h 373823"/>
              <a:gd name="connsiteX2350" fmla="*/ 122391 w 1661833"/>
              <a:gd name="connsiteY2350" fmla="*/ 56067 h 373823"/>
              <a:gd name="connsiteX2351" fmla="*/ 122926 w 1661833"/>
              <a:gd name="connsiteY2351" fmla="*/ 55256 h 373823"/>
              <a:gd name="connsiteX2352" fmla="*/ 123625 w 1661833"/>
              <a:gd name="connsiteY2352" fmla="*/ 54814 h 373823"/>
              <a:gd name="connsiteX2353" fmla="*/ 124252 w 1661833"/>
              <a:gd name="connsiteY2353" fmla="*/ 53985 h 373823"/>
              <a:gd name="connsiteX2354" fmla="*/ 124399 w 1661833"/>
              <a:gd name="connsiteY2354" fmla="*/ 53138 h 373823"/>
              <a:gd name="connsiteX2355" fmla="*/ 124307 w 1661833"/>
              <a:gd name="connsiteY2355" fmla="*/ 52051 h 373823"/>
              <a:gd name="connsiteX2356" fmla="*/ 124417 w 1661833"/>
              <a:gd name="connsiteY2356" fmla="*/ 51057 h 373823"/>
              <a:gd name="connsiteX2357" fmla="*/ 124031 w 1661833"/>
              <a:gd name="connsiteY2357" fmla="*/ 50283 h 373823"/>
              <a:gd name="connsiteX2358" fmla="*/ 123276 w 1661833"/>
              <a:gd name="connsiteY2358" fmla="*/ 49933 h 373823"/>
              <a:gd name="connsiteX2359" fmla="*/ 121010 w 1661833"/>
              <a:gd name="connsiteY2359" fmla="*/ 49528 h 373823"/>
              <a:gd name="connsiteX2360" fmla="*/ 111248 w 1661833"/>
              <a:gd name="connsiteY2360" fmla="*/ 47042 h 373823"/>
              <a:gd name="connsiteX2361" fmla="*/ 111414 w 1661833"/>
              <a:gd name="connsiteY2361" fmla="*/ 47926 h 373823"/>
              <a:gd name="connsiteX2362" fmla="*/ 111045 w 1661833"/>
              <a:gd name="connsiteY2362" fmla="*/ 49123 h 373823"/>
              <a:gd name="connsiteX2363" fmla="*/ 110530 w 1661833"/>
              <a:gd name="connsiteY2363" fmla="*/ 50450 h 373823"/>
              <a:gd name="connsiteX2364" fmla="*/ 109682 w 1661833"/>
              <a:gd name="connsiteY2364" fmla="*/ 51370 h 373823"/>
              <a:gd name="connsiteX2365" fmla="*/ 108761 w 1661833"/>
              <a:gd name="connsiteY2365" fmla="*/ 51149 h 373823"/>
              <a:gd name="connsiteX2366" fmla="*/ 108761 w 1661833"/>
              <a:gd name="connsiteY2366" fmla="*/ 50210 h 373823"/>
              <a:gd name="connsiteX2367" fmla="*/ 109756 w 1661833"/>
              <a:gd name="connsiteY2367" fmla="*/ 48829 h 373823"/>
              <a:gd name="connsiteX2368" fmla="*/ 110069 w 1661833"/>
              <a:gd name="connsiteY2368" fmla="*/ 48184 h 373823"/>
              <a:gd name="connsiteX2369" fmla="*/ 110622 w 1661833"/>
              <a:gd name="connsiteY2369" fmla="*/ 47539 h 373823"/>
              <a:gd name="connsiteX2370" fmla="*/ 111248 w 1661833"/>
              <a:gd name="connsiteY2370" fmla="*/ 47042 h 373823"/>
              <a:gd name="connsiteX2371" fmla="*/ 112832 w 1661833"/>
              <a:gd name="connsiteY2371" fmla="*/ 41940 h 373823"/>
              <a:gd name="connsiteX2372" fmla="*/ 111930 w 1661833"/>
              <a:gd name="connsiteY2372" fmla="*/ 42437 h 373823"/>
              <a:gd name="connsiteX2373" fmla="*/ 110972 w 1661833"/>
              <a:gd name="connsiteY2373" fmla="*/ 42603 h 373823"/>
              <a:gd name="connsiteX2374" fmla="*/ 110548 w 1661833"/>
              <a:gd name="connsiteY2374" fmla="*/ 43082 h 373823"/>
              <a:gd name="connsiteX2375" fmla="*/ 110254 w 1661833"/>
              <a:gd name="connsiteY2375" fmla="*/ 43597 h 373823"/>
              <a:gd name="connsiteX2376" fmla="*/ 109941 w 1661833"/>
              <a:gd name="connsiteY2376" fmla="*/ 44242 h 373823"/>
              <a:gd name="connsiteX2377" fmla="*/ 109277 w 1661833"/>
              <a:gd name="connsiteY2377" fmla="*/ 45126 h 373823"/>
              <a:gd name="connsiteX2378" fmla="*/ 108725 w 1661833"/>
              <a:gd name="connsiteY2378" fmla="*/ 45697 h 373823"/>
              <a:gd name="connsiteX2379" fmla="*/ 108080 w 1661833"/>
              <a:gd name="connsiteY2379" fmla="*/ 46507 h 373823"/>
              <a:gd name="connsiteX2380" fmla="*/ 107122 w 1661833"/>
              <a:gd name="connsiteY2380" fmla="*/ 47502 h 373823"/>
              <a:gd name="connsiteX2381" fmla="*/ 105852 w 1661833"/>
              <a:gd name="connsiteY2381" fmla="*/ 48865 h 373823"/>
              <a:gd name="connsiteX2382" fmla="*/ 105225 w 1661833"/>
              <a:gd name="connsiteY2382" fmla="*/ 48626 h 373823"/>
              <a:gd name="connsiteX2383" fmla="*/ 104249 w 1661833"/>
              <a:gd name="connsiteY2383" fmla="*/ 48626 h 373823"/>
              <a:gd name="connsiteX2384" fmla="*/ 103623 w 1661833"/>
              <a:gd name="connsiteY2384" fmla="*/ 49491 h 373823"/>
              <a:gd name="connsiteX2385" fmla="*/ 103733 w 1661833"/>
              <a:gd name="connsiteY2385" fmla="*/ 51646 h 373823"/>
              <a:gd name="connsiteX2386" fmla="*/ 104691 w 1661833"/>
              <a:gd name="connsiteY2386" fmla="*/ 53064 h 373823"/>
              <a:gd name="connsiteX2387" fmla="*/ 105796 w 1661833"/>
              <a:gd name="connsiteY2387" fmla="*/ 54354 h 373823"/>
              <a:gd name="connsiteX2388" fmla="*/ 106699 w 1661833"/>
              <a:gd name="connsiteY2388" fmla="*/ 55311 h 373823"/>
              <a:gd name="connsiteX2389" fmla="*/ 107251 w 1661833"/>
              <a:gd name="connsiteY2389" fmla="*/ 56030 h 373823"/>
              <a:gd name="connsiteX2390" fmla="*/ 107657 w 1661833"/>
              <a:gd name="connsiteY2390" fmla="*/ 56306 h 373823"/>
              <a:gd name="connsiteX2391" fmla="*/ 108301 w 1661833"/>
              <a:gd name="connsiteY2391" fmla="*/ 56914 h 373823"/>
              <a:gd name="connsiteX2392" fmla="*/ 108835 w 1661833"/>
              <a:gd name="connsiteY2392" fmla="*/ 57024 h 373823"/>
              <a:gd name="connsiteX2393" fmla="*/ 109885 w 1661833"/>
              <a:gd name="connsiteY2393" fmla="*/ 56527 h 373823"/>
              <a:gd name="connsiteX2394" fmla="*/ 110419 w 1661833"/>
              <a:gd name="connsiteY2394" fmla="*/ 56048 h 373823"/>
              <a:gd name="connsiteX2395" fmla="*/ 111340 w 1661833"/>
              <a:gd name="connsiteY2395" fmla="*/ 55790 h 373823"/>
              <a:gd name="connsiteX2396" fmla="*/ 111893 w 1661833"/>
              <a:gd name="connsiteY2396" fmla="*/ 56122 h 373823"/>
              <a:gd name="connsiteX2397" fmla="*/ 112593 w 1661833"/>
              <a:gd name="connsiteY2397" fmla="*/ 57669 h 373823"/>
              <a:gd name="connsiteX2398" fmla="*/ 113237 w 1661833"/>
              <a:gd name="connsiteY2398" fmla="*/ 58756 h 373823"/>
              <a:gd name="connsiteX2399" fmla="*/ 113698 w 1661833"/>
              <a:gd name="connsiteY2399" fmla="*/ 59548 h 373823"/>
              <a:gd name="connsiteX2400" fmla="*/ 113385 w 1661833"/>
              <a:gd name="connsiteY2400" fmla="*/ 61224 h 373823"/>
              <a:gd name="connsiteX2401" fmla="*/ 111930 w 1661833"/>
              <a:gd name="connsiteY2401" fmla="*/ 61537 h 373823"/>
              <a:gd name="connsiteX2402" fmla="*/ 111322 w 1661833"/>
              <a:gd name="connsiteY2402" fmla="*/ 62366 h 373823"/>
              <a:gd name="connsiteX2403" fmla="*/ 113385 w 1661833"/>
              <a:gd name="connsiteY2403" fmla="*/ 62900 h 373823"/>
              <a:gd name="connsiteX2404" fmla="*/ 114343 w 1661833"/>
              <a:gd name="connsiteY2404" fmla="*/ 63489 h 373823"/>
              <a:gd name="connsiteX2405" fmla="*/ 115429 w 1661833"/>
              <a:gd name="connsiteY2405" fmla="*/ 63379 h 373823"/>
              <a:gd name="connsiteX2406" fmla="*/ 116166 w 1661833"/>
              <a:gd name="connsiteY2406" fmla="*/ 63471 h 373823"/>
              <a:gd name="connsiteX2407" fmla="*/ 116958 w 1661833"/>
              <a:gd name="connsiteY2407" fmla="*/ 63379 h 373823"/>
              <a:gd name="connsiteX2408" fmla="*/ 117529 w 1661833"/>
              <a:gd name="connsiteY2408" fmla="*/ 63379 h 373823"/>
              <a:gd name="connsiteX2409" fmla="*/ 118155 w 1661833"/>
              <a:gd name="connsiteY2409" fmla="*/ 62366 h 373823"/>
              <a:gd name="connsiteX2410" fmla="*/ 118542 w 1661833"/>
              <a:gd name="connsiteY2410" fmla="*/ 60819 h 373823"/>
              <a:gd name="connsiteX2411" fmla="*/ 118634 w 1661833"/>
              <a:gd name="connsiteY2411" fmla="*/ 58977 h 373823"/>
              <a:gd name="connsiteX2412" fmla="*/ 115742 w 1661833"/>
              <a:gd name="connsiteY2412" fmla="*/ 54170 h 373823"/>
              <a:gd name="connsiteX2413" fmla="*/ 114932 w 1661833"/>
              <a:gd name="connsiteY2413" fmla="*/ 53193 h 373823"/>
              <a:gd name="connsiteX2414" fmla="*/ 115098 w 1661833"/>
              <a:gd name="connsiteY2414" fmla="*/ 52291 h 373823"/>
              <a:gd name="connsiteX2415" fmla="*/ 115613 w 1661833"/>
              <a:gd name="connsiteY2415" fmla="*/ 51886 h 373823"/>
              <a:gd name="connsiteX2416" fmla="*/ 115779 w 1661833"/>
              <a:gd name="connsiteY2416" fmla="*/ 50486 h 373823"/>
              <a:gd name="connsiteX2417" fmla="*/ 115779 w 1661833"/>
              <a:gd name="connsiteY2417" fmla="*/ 46507 h 373823"/>
              <a:gd name="connsiteX2418" fmla="*/ 115779 w 1661833"/>
              <a:gd name="connsiteY2418" fmla="*/ 45329 h 373823"/>
              <a:gd name="connsiteX2419" fmla="*/ 116184 w 1661833"/>
              <a:gd name="connsiteY2419" fmla="*/ 43579 h 373823"/>
              <a:gd name="connsiteX2420" fmla="*/ 115669 w 1661833"/>
              <a:gd name="connsiteY2420" fmla="*/ 42787 h 373823"/>
              <a:gd name="connsiteX2421" fmla="*/ 114674 w 1661833"/>
              <a:gd name="connsiteY2421" fmla="*/ 41940 h 373823"/>
              <a:gd name="connsiteX2422" fmla="*/ 112832 w 1661833"/>
              <a:gd name="connsiteY2422" fmla="*/ 41940 h 373823"/>
              <a:gd name="connsiteX2423" fmla="*/ 270495 w 1661833"/>
              <a:gd name="connsiteY2423" fmla="*/ 39490 h 373823"/>
              <a:gd name="connsiteX2424" fmla="*/ 269887 w 1661833"/>
              <a:gd name="connsiteY2424" fmla="*/ 39693 h 373823"/>
              <a:gd name="connsiteX2425" fmla="*/ 269261 w 1661833"/>
              <a:gd name="connsiteY2425" fmla="*/ 40927 h 373823"/>
              <a:gd name="connsiteX2426" fmla="*/ 268321 w 1661833"/>
              <a:gd name="connsiteY2426" fmla="*/ 42216 h 373823"/>
              <a:gd name="connsiteX2427" fmla="*/ 266608 w 1661833"/>
              <a:gd name="connsiteY2427" fmla="*/ 44058 h 373823"/>
              <a:gd name="connsiteX2428" fmla="*/ 263790 w 1661833"/>
              <a:gd name="connsiteY2428" fmla="*/ 43524 h 373823"/>
              <a:gd name="connsiteX2429" fmla="*/ 262372 w 1661833"/>
              <a:gd name="connsiteY2429" fmla="*/ 42658 h 373823"/>
              <a:gd name="connsiteX2430" fmla="*/ 261562 w 1661833"/>
              <a:gd name="connsiteY2430" fmla="*/ 42658 h 373823"/>
              <a:gd name="connsiteX2431" fmla="*/ 260715 w 1661833"/>
              <a:gd name="connsiteY2431" fmla="*/ 42511 h 373823"/>
              <a:gd name="connsiteX2432" fmla="*/ 259849 w 1661833"/>
              <a:gd name="connsiteY2432" fmla="*/ 42768 h 373823"/>
              <a:gd name="connsiteX2433" fmla="*/ 259020 w 1661833"/>
              <a:gd name="connsiteY2433" fmla="*/ 43487 h 373823"/>
              <a:gd name="connsiteX2434" fmla="*/ 259333 w 1661833"/>
              <a:gd name="connsiteY2434" fmla="*/ 45605 h 373823"/>
              <a:gd name="connsiteX2435" fmla="*/ 260070 w 1661833"/>
              <a:gd name="connsiteY2435" fmla="*/ 46655 h 373823"/>
              <a:gd name="connsiteX2436" fmla="*/ 260715 w 1661833"/>
              <a:gd name="connsiteY2436" fmla="*/ 47023 h 373823"/>
              <a:gd name="connsiteX2437" fmla="*/ 261488 w 1661833"/>
              <a:gd name="connsiteY2437" fmla="*/ 47226 h 373823"/>
              <a:gd name="connsiteX2438" fmla="*/ 262004 w 1661833"/>
              <a:gd name="connsiteY2438" fmla="*/ 47520 h 373823"/>
              <a:gd name="connsiteX2439" fmla="*/ 262685 w 1661833"/>
              <a:gd name="connsiteY2439" fmla="*/ 47870 h 373823"/>
              <a:gd name="connsiteX2440" fmla="*/ 261875 w 1661833"/>
              <a:gd name="connsiteY2440" fmla="*/ 48644 h 373823"/>
              <a:gd name="connsiteX2441" fmla="*/ 259315 w 1661833"/>
              <a:gd name="connsiteY2441" fmla="*/ 50154 h 373823"/>
              <a:gd name="connsiteX2442" fmla="*/ 254194 w 1661833"/>
              <a:gd name="connsiteY2442" fmla="*/ 51407 h 373823"/>
              <a:gd name="connsiteX2443" fmla="*/ 253568 w 1661833"/>
              <a:gd name="connsiteY2443" fmla="*/ 51407 h 373823"/>
              <a:gd name="connsiteX2444" fmla="*/ 252555 w 1661833"/>
              <a:gd name="connsiteY2444" fmla="*/ 51536 h 373823"/>
              <a:gd name="connsiteX2445" fmla="*/ 251192 w 1661833"/>
              <a:gd name="connsiteY2445" fmla="*/ 51536 h 373823"/>
              <a:gd name="connsiteX2446" fmla="*/ 251192 w 1661833"/>
              <a:gd name="connsiteY2446" fmla="*/ 51462 h 373823"/>
              <a:gd name="connsiteX2447" fmla="*/ 250290 w 1661833"/>
              <a:gd name="connsiteY2447" fmla="*/ 51683 h 373823"/>
              <a:gd name="connsiteX2448" fmla="*/ 250842 w 1661833"/>
              <a:gd name="connsiteY2448" fmla="*/ 52328 h 373823"/>
              <a:gd name="connsiteX2449" fmla="*/ 250842 w 1661833"/>
              <a:gd name="connsiteY2449" fmla="*/ 53396 h 373823"/>
              <a:gd name="connsiteX2450" fmla="*/ 251100 w 1661833"/>
              <a:gd name="connsiteY2450" fmla="*/ 54170 h 373823"/>
              <a:gd name="connsiteX2451" fmla="*/ 252003 w 1661833"/>
              <a:gd name="connsiteY2451" fmla="*/ 54483 h 373823"/>
              <a:gd name="connsiteX2452" fmla="*/ 253660 w 1661833"/>
              <a:gd name="connsiteY2452" fmla="*/ 54962 h 373823"/>
              <a:gd name="connsiteX2453" fmla="*/ 255742 w 1661833"/>
              <a:gd name="connsiteY2453" fmla="*/ 54962 h 373823"/>
              <a:gd name="connsiteX2454" fmla="*/ 258633 w 1661833"/>
              <a:gd name="connsiteY2454" fmla="*/ 54962 h 373823"/>
              <a:gd name="connsiteX2455" fmla="*/ 261893 w 1661833"/>
              <a:gd name="connsiteY2455" fmla="*/ 54151 h 373823"/>
              <a:gd name="connsiteX2456" fmla="*/ 264582 w 1661833"/>
              <a:gd name="connsiteY2456" fmla="*/ 52788 h 373823"/>
              <a:gd name="connsiteX2457" fmla="*/ 265614 w 1661833"/>
              <a:gd name="connsiteY2457" fmla="*/ 55809 h 373823"/>
              <a:gd name="connsiteX2458" fmla="*/ 265982 w 1661833"/>
              <a:gd name="connsiteY2458" fmla="*/ 57393 h 373823"/>
              <a:gd name="connsiteX2459" fmla="*/ 266369 w 1661833"/>
              <a:gd name="connsiteY2459" fmla="*/ 60174 h 373823"/>
              <a:gd name="connsiteX2460" fmla="*/ 266369 w 1661833"/>
              <a:gd name="connsiteY2460" fmla="*/ 63268 h 373823"/>
              <a:gd name="connsiteX2461" fmla="*/ 266885 w 1661833"/>
              <a:gd name="connsiteY2461" fmla="*/ 64373 h 373823"/>
              <a:gd name="connsiteX2462" fmla="*/ 268285 w 1661833"/>
              <a:gd name="connsiteY2462" fmla="*/ 65460 h 373823"/>
              <a:gd name="connsiteX2463" fmla="*/ 269150 w 1661833"/>
              <a:gd name="connsiteY2463" fmla="*/ 66197 h 373823"/>
              <a:gd name="connsiteX2464" fmla="*/ 270274 w 1661833"/>
              <a:gd name="connsiteY2464" fmla="*/ 66823 h 373823"/>
              <a:gd name="connsiteX2465" fmla="*/ 271305 w 1661833"/>
              <a:gd name="connsiteY2465" fmla="*/ 67505 h 373823"/>
              <a:gd name="connsiteX2466" fmla="*/ 271839 w 1661833"/>
              <a:gd name="connsiteY2466" fmla="*/ 67689 h 373823"/>
              <a:gd name="connsiteX2467" fmla="*/ 272539 w 1661833"/>
              <a:gd name="connsiteY2467" fmla="*/ 67560 h 373823"/>
              <a:gd name="connsiteX2468" fmla="*/ 274050 w 1661833"/>
              <a:gd name="connsiteY2468" fmla="*/ 67560 h 373823"/>
              <a:gd name="connsiteX2469" fmla="*/ 274584 w 1661833"/>
              <a:gd name="connsiteY2469" fmla="*/ 66860 h 373823"/>
              <a:gd name="connsiteX2470" fmla="*/ 275118 w 1661833"/>
              <a:gd name="connsiteY2470" fmla="*/ 66455 h 373823"/>
              <a:gd name="connsiteX2471" fmla="*/ 274602 w 1661833"/>
              <a:gd name="connsiteY2471" fmla="*/ 65736 h 373823"/>
              <a:gd name="connsiteX2472" fmla="*/ 273018 w 1661833"/>
              <a:gd name="connsiteY2472" fmla="*/ 63895 h 373823"/>
              <a:gd name="connsiteX2473" fmla="*/ 272466 w 1661833"/>
              <a:gd name="connsiteY2473" fmla="*/ 62808 h 373823"/>
              <a:gd name="connsiteX2474" fmla="*/ 271563 w 1661833"/>
              <a:gd name="connsiteY2474" fmla="*/ 61666 h 373823"/>
              <a:gd name="connsiteX2475" fmla="*/ 270329 w 1661833"/>
              <a:gd name="connsiteY2475" fmla="*/ 59087 h 373823"/>
              <a:gd name="connsiteX2476" fmla="*/ 269629 w 1661833"/>
              <a:gd name="connsiteY2476" fmla="*/ 55698 h 373823"/>
              <a:gd name="connsiteX2477" fmla="*/ 268524 w 1661833"/>
              <a:gd name="connsiteY2477" fmla="*/ 51388 h 373823"/>
              <a:gd name="connsiteX2478" fmla="*/ 269077 w 1661833"/>
              <a:gd name="connsiteY2478" fmla="*/ 50025 h 373823"/>
              <a:gd name="connsiteX2479" fmla="*/ 270053 w 1661833"/>
              <a:gd name="connsiteY2479" fmla="*/ 49547 h 373823"/>
              <a:gd name="connsiteX2480" fmla="*/ 272042 w 1661833"/>
              <a:gd name="connsiteY2480" fmla="*/ 49860 h 373823"/>
              <a:gd name="connsiteX2481" fmla="*/ 273184 w 1661833"/>
              <a:gd name="connsiteY2481" fmla="*/ 50338 h 373823"/>
              <a:gd name="connsiteX2482" fmla="*/ 274492 w 1661833"/>
              <a:gd name="connsiteY2482" fmla="*/ 50615 h 373823"/>
              <a:gd name="connsiteX2483" fmla="*/ 276481 w 1661833"/>
              <a:gd name="connsiteY2483" fmla="*/ 50854 h 373823"/>
              <a:gd name="connsiteX2484" fmla="*/ 277457 w 1661833"/>
              <a:gd name="connsiteY2484" fmla="*/ 50744 h 373823"/>
              <a:gd name="connsiteX2485" fmla="*/ 278028 w 1661833"/>
              <a:gd name="connsiteY2485" fmla="*/ 50504 h 373823"/>
              <a:gd name="connsiteX2486" fmla="*/ 278028 w 1661833"/>
              <a:gd name="connsiteY2486" fmla="*/ 48368 h 373823"/>
              <a:gd name="connsiteX2487" fmla="*/ 277015 w 1661833"/>
              <a:gd name="connsiteY2487" fmla="*/ 47263 h 373823"/>
              <a:gd name="connsiteX2488" fmla="*/ 275578 w 1661833"/>
              <a:gd name="connsiteY2488" fmla="*/ 46434 h 373823"/>
              <a:gd name="connsiteX2489" fmla="*/ 274252 w 1661833"/>
              <a:gd name="connsiteY2489" fmla="*/ 46544 h 373823"/>
              <a:gd name="connsiteX2490" fmla="*/ 273294 w 1661833"/>
              <a:gd name="connsiteY2490" fmla="*/ 46360 h 373823"/>
              <a:gd name="connsiteX2491" fmla="*/ 272447 w 1661833"/>
              <a:gd name="connsiteY2491" fmla="*/ 46268 h 373823"/>
              <a:gd name="connsiteX2492" fmla="*/ 271821 w 1661833"/>
              <a:gd name="connsiteY2492" fmla="*/ 46102 h 373823"/>
              <a:gd name="connsiteX2493" fmla="*/ 272300 w 1661833"/>
              <a:gd name="connsiteY2493" fmla="*/ 45329 h 373823"/>
              <a:gd name="connsiteX2494" fmla="*/ 273626 w 1661833"/>
              <a:gd name="connsiteY2494" fmla="*/ 44297 h 373823"/>
              <a:gd name="connsiteX2495" fmla="*/ 273902 w 1661833"/>
              <a:gd name="connsiteY2495" fmla="*/ 43487 h 373823"/>
              <a:gd name="connsiteX2496" fmla="*/ 274086 w 1661833"/>
              <a:gd name="connsiteY2496" fmla="*/ 42603 h 373823"/>
              <a:gd name="connsiteX2497" fmla="*/ 273534 w 1661833"/>
              <a:gd name="connsiteY2497" fmla="*/ 41111 h 373823"/>
              <a:gd name="connsiteX2498" fmla="*/ 272226 w 1661833"/>
              <a:gd name="connsiteY2498" fmla="*/ 40282 h 373823"/>
              <a:gd name="connsiteX2499" fmla="*/ 271379 w 1661833"/>
              <a:gd name="connsiteY2499" fmla="*/ 40098 h 373823"/>
              <a:gd name="connsiteX2500" fmla="*/ 270495 w 1661833"/>
              <a:gd name="connsiteY2500" fmla="*/ 39490 h 373823"/>
              <a:gd name="connsiteX2501" fmla="*/ 149964 w 1661833"/>
              <a:gd name="connsiteY2501" fmla="*/ 36635 h 373823"/>
              <a:gd name="connsiteX2502" fmla="*/ 150019 w 1661833"/>
              <a:gd name="connsiteY2502" fmla="*/ 36709 h 373823"/>
              <a:gd name="connsiteX2503" fmla="*/ 149978 w 1661833"/>
              <a:gd name="connsiteY2503" fmla="*/ 36662 h 373823"/>
              <a:gd name="connsiteX2504" fmla="*/ 106017 w 1661833"/>
              <a:gd name="connsiteY2504" fmla="*/ 33136 h 373823"/>
              <a:gd name="connsiteX2505" fmla="*/ 105078 w 1661833"/>
              <a:gd name="connsiteY2505" fmla="*/ 33375 h 373823"/>
              <a:gd name="connsiteX2506" fmla="*/ 104415 w 1661833"/>
              <a:gd name="connsiteY2506" fmla="*/ 33375 h 373823"/>
              <a:gd name="connsiteX2507" fmla="*/ 103549 w 1661833"/>
              <a:gd name="connsiteY2507" fmla="*/ 33891 h 373823"/>
              <a:gd name="connsiteX2508" fmla="*/ 102831 w 1661833"/>
              <a:gd name="connsiteY2508" fmla="*/ 34241 h 373823"/>
              <a:gd name="connsiteX2509" fmla="*/ 102389 w 1661833"/>
              <a:gd name="connsiteY2509" fmla="*/ 34793 h 373823"/>
              <a:gd name="connsiteX2510" fmla="*/ 101836 w 1661833"/>
              <a:gd name="connsiteY2510" fmla="*/ 35198 h 373823"/>
              <a:gd name="connsiteX2511" fmla="*/ 101394 w 1661833"/>
              <a:gd name="connsiteY2511" fmla="*/ 35806 h 373823"/>
              <a:gd name="connsiteX2512" fmla="*/ 100473 w 1661833"/>
              <a:gd name="connsiteY2512" fmla="*/ 36580 h 373823"/>
              <a:gd name="connsiteX2513" fmla="*/ 100602 w 1661833"/>
              <a:gd name="connsiteY2513" fmla="*/ 37280 h 373823"/>
              <a:gd name="connsiteX2514" fmla="*/ 102297 w 1661833"/>
              <a:gd name="connsiteY2514" fmla="*/ 38551 h 373823"/>
              <a:gd name="connsiteX2515" fmla="*/ 102481 w 1661833"/>
              <a:gd name="connsiteY2515" fmla="*/ 39343 h 373823"/>
              <a:gd name="connsiteX2516" fmla="*/ 102610 w 1661833"/>
              <a:gd name="connsiteY2516" fmla="*/ 40006 h 373823"/>
              <a:gd name="connsiteX2517" fmla="*/ 102813 w 1661833"/>
              <a:gd name="connsiteY2517" fmla="*/ 40650 h 373823"/>
              <a:gd name="connsiteX2518" fmla="*/ 103586 w 1661833"/>
              <a:gd name="connsiteY2518" fmla="*/ 40650 h 373823"/>
              <a:gd name="connsiteX2519" fmla="*/ 104268 w 1661833"/>
              <a:gd name="connsiteY2519" fmla="*/ 40503 h 373823"/>
              <a:gd name="connsiteX2520" fmla="*/ 104673 w 1661833"/>
              <a:gd name="connsiteY2520" fmla="*/ 40982 h 373823"/>
              <a:gd name="connsiteX2521" fmla="*/ 104157 w 1661833"/>
              <a:gd name="connsiteY2521" fmla="*/ 41940 h 373823"/>
              <a:gd name="connsiteX2522" fmla="*/ 102555 w 1661833"/>
              <a:gd name="connsiteY2522" fmla="*/ 43782 h 373823"/>
              <a:gd name="connsiteX2523" fmla="*/ 101597 w 1661833"/>
              <a:gd name="connsiteY2523" fmla="*/ 44555 h 373823"/>
              <a:gd name="connsiteX2524" fmla="*/ 99405 w 1661833"/>
              <a:gd name="connsiteY2524" fmla="*/ 46563 h 373823"/>
              <a:gd name="connsiteX2525" fmla="*/ 98576 w 1661833"/>
              <a:gd name="connsiteY2525" fmla="*/ 47539 h 373823"/>
              <a:gd name="connsiteX2526" fmla="*/ 97932 w 1661833"/>
              <a:gd name="connsiteY2526" fmla="*/ 47539 h 373823"/>
              <a:gd name="connsiteX2527" fmla="*/ 97932 w 1661833"/>
              <a:gd name="connsiteY2527" fmla="*/ 47465 h 373823"/>
              <a:gd name="connsiteX2528" fmla="*/ 96587 w 1661833"/>
              <a:gd name="connsiteY2528" fmla="*/ 49528 h 373823"/>
              <a:gd name="connsiteX2529" fmla="*/ 96790 w 1661833"/>
              <a:gd name="connsiteY2529" fmla="*/ 50246 h 373823"/>
              <a:gd name="connsiteX2530" fmla="*/ 97324 w 1661833"/>
              <a:gd name="connsiteY2530" fmla="*/ 51038 h 373823"/>
              <a:gd name="connsiteX2531" fmla="*/ 98134 w 1661833"/>
              <a:gd name="connsiteY2531" fmla="*/ 51849 h 373823"/>
              <a:gd name="connsiteX2532" fmla="*/ 99092 w 1661833"/>
              <a:gd name="connsiteY2532" fmla="*/ 51370 h 373823"/>
              <a:gd name="connsiteX2533" fmla="*/ 99792 w 1661833"/>
              <a:gd name="connsiteY2533" fmla="*/ 51370 h 373823"/>
              <a:gd name="connsiteX2534" fmla="*/ 100197 w 1661833"/>
              <a:gd name="connsiteY2534" fmla="*/ 50652 h 373823"/>
              <a:gd name="connsiteX2535" fmla="*/ 100768 w 1661833"/>
              <a:gd name="connsiteY2535" fmla="*/ 49989 h 373823"/>
              <a:gd name="connsiteX2536" fmla="*/ 101468 w 1661833"/>
              <a:gd name="connsiteY2536" fmla="*/ 49270 h 373823"/>
              <a:gd name="connsiteX2537" fmla="*/ 101965 w 1661833"/>
              <a:gd name="connsiteY2537" fmla="*/ 48939 h 373823"/>
              <a:gd name="connsiteX2538" fmla="*/ 102610 w 1661833"/>
              <a:gd name="connsiteY2538" fmla="*/ 48515 h 373823"/>
              <a:gd name="connsiteX2539" fmla="*/ 103236 w 1661833"/>
              <a:gd name="connsiteY2539" fmla="*/ 47870 h 373823"/>
              <a:gd name="connsiteX2540" fmla="*/ 103862 w 1661833"/>
              <a:gd name="connsiteY2540" fmla="*/ 47355 h 373823"/>
              <a:gd name="connsiteX2541" fmla="*/ 104562 w 1661833"/>
              <a:gd name="connsiteY2541" fmla="*/ 46673 h 373823"/>
              <a:gd name="connsiteX2542" fmla="*/ 105299 w 1661833"/>
              <a:gd name="connsiteY2542" fmla="*/ 45918 h 373823"/>
              <a:gd name="connsiteX2543" fmla="*/ 106054 w 1661833"/>
              <a:gd name="connsiteY2543" fmla="*/ 45144 h 373823"/>
              <a:gd name="connsiteX2544" fmla="*/ 108780 w 1661833"/>
              <a:gd name="connsiteY2544" fmla="*/ 42400 h 373823"/>
              <a:gd name="connsiteX2545" fmla="*/ 109812 w 1661833"/>
              <a:gd name="connsiteY2545" fmla="*/ 41000 h 373823"/>
              <a:gd name="connsiteX2546" fmla="*/ 110788 w 1661833"/>
              <a:gd name="connsiteY2546" fmla="*/ 40466 h 373823"/>
              <a:gd name="connsiteX2547" fmla="*/ 111561 w 1661833"/>
              <a:gd name="connsiteY2547" fmla="*/ 39527 h 373823"/>
              <a:gd name="connsiteX2548" fmla="*/ 112372 w 1661833"/>
              <a:gd name="connsiteY2548" fmla="*/ 38643 h 373823"/>
              <a:gd name="connsiteX2549" fmla="*/ 113366 w 1661833"/>
              <a:gd name="connsiteY2549" fmla="*/ 37869 h 373823"/>
              <a:gd name="connsiteX2550" fmla="*/ 114656 w 1661833"/>
              <a:gd name="connsiteY2550" fmla="*/ 36948 h 373823"/>
              <a:gd name="connsiteX2551" fmla="*/ 115613 w 1661833"/>
              <a:gd name="connsiteY2551" fmla="*/ 36709 h 373823"/>
              <a:gd name="connsiteX2552" fmla="*/ 116332 w 1661833"/>
              <a:gd name="connsiteY2552" fmla="*/ 34554 h 373823"/>
              <a:gd name="connsiteX2553" fmla="*/ 115871 w 1661833"/>
              <a:gd name="connsiteY2553" fmla="*/ 33688 h 373823"/>
              <a:gd name="connsiteX2554" fmla="*/ 115264 w 1661833"/>
              <a:gd name="connsiteY2554" fmla="*/ 33504 h 373823"/>
              <a:gd name="connsiteX2555" fmla="*/ 113993 w 1661833"/>
              <a:gd name="connsiteY2555" fmla="*/ 33283 h 373823"/>
              <a:gd name="connsiteX2556" fmla="*/ 113182 w 1661833"/>
              <a:gd name="connsiteY2556" fmla="*/ 33467 h 373823"/>
              <a:gd name="connsiteX2557" fmla="*/ 112335 w 1661833"/>
              <a:gd name="connsiteY2557" fmla="*/ 33596 h 373823"/>
              <a:gd name="connsiteX2558" fmla="*/ 111009 w 1661833"/>
              <a:gd name="connsiteY2558" fmla="*/ 34867 h 373823"/>
              <a:gd name="connsiteX2559" fmla="*/ 108688 w 1661833"/>
              <a:gd name="connsiteY2559" fmla="*/ 37114 h 373823"/>
              <a:gd name="connsiteX2560" fmla="*/ 108264 w 1661833"/>
              <a:gd name="connsiteY2560" fmla="*/ 36746 h 373823"/>
              <a:gd name="connsiteX2561" fmla="*/ 108264 w 1661833"/>
              <a:gd name="connsiteY2561" fmla="*/ 34904 h 373823"/>
              <a:gd name="connsiteX2562" fmla="*/ 106828 w 1661833"/>
              <a:gd name="connsiteY2562" fmla="*/ 33909 h 373823"/>
              <a:gd name="connsiteX2563" fmla="*/ 106017 w 1661833"/>
              <a:gd name="connsiteY2563" fmla="*/ 33136 h 373823"/>
              <a:gd name="connsiteX2564" fmla="*/ 164302 w 1661833"/>
              <a:gd name="connsiteY2564" fmla="*/ 27932 h 373823"/>
              <a:gd name="connsiteX2565" fmla="*/ 164606 w 1661833"/>
              <a:gd name="connsiteY2565" fmla="*/ 28255 h 373823"/>
              <a:gd name="connsiteX2566" fmla="*/ 164091 w 1661833"/>
              <a:gd name="connsiteY2566" fmla="*/ 29562 h 373823"/>
              <a:gd name="connsiteX2567" fmla="*/ 163004 w 1661833"/>
              <a:gd name="connsiteY2567" fmla="*/ 29562 h 373823"/>
              <a:gd name="connsiteX2568" fmla="*/ 162838 w 1661833"/>
              <a:gd name="connsiteY2568" fmla="*/ 28973 h 373823"/>
              <a:gd name="connsiteX2569" fmla="*/ 163041 w 1661833"/>
              <a:gd name="connsiteY2569" fmla="*/ 28310 h 373823"/>
              <a:gd name="connsiteX2570" fmla="*/ 164220 w 1661833"/>
              <a:gd name="connsiteY2570" fmla="*/ 27942 h 373823"/>
              <a:gd name="connsiteX2571" fmla="*/ 164302 w 1661833"/>
              <a:gd name="connsiteY2571" fmla="*/ 27932 h 373823"/>
              <a:gd name="connsiteX2572" fmla="*/ 167665 w 1661833"/>
              <a:gd name="connsiteY2572" fmla="*/ 26394 h 373823"/>
              <a:gd name="connsiteX2573" fmla="*/ 168291 w 1661833"/>
              <a:gd name="connsiteY2573" fmla="*/ 26523 h 373823"/>
              <a:gd name="connsiteX2574" fmla="*/ 168383 w 1661833"/>
              <a:gd name="connsiteY2574" fmla="*/ 27315 h 373823"/>
              <a:gd name="connsiteX2575" fmla="*/ 167425 w 1661833"/>
              <a:gd name="connsiteY2575" fmla="*/ 28254 h 373823"/>
              <a:gd name="connsiteX2576" fmla="*/ 166762 w 1661833"/>
              <a:gd name="connsiteY2576" fmla="*/ 27794 h 373823"/>
              <a:gd name="connsiteX2577" fmla="*/ 166762 w 1661833"/>
              <a:gd name="connsiteY2577" fmla="*/ 26836 h 373823"/>
              <a:gd name="connsiteX2578" fmla="*/ 167665 w 1661833"/>
              <a:gd name="connsiteY2578" fmla="*/ 26394 h 373823"/>
              <a:gd name="connsiteX2579" fmla="*/ 163299 w 1661833"/>
              <a:gd name="connsiteY2579" fmla="*/ 23963 h 373823"/>
              <a:gd name="connsiteX2580" fmla="*/ 164201 w 1661833"/>
              <a:gd name="connsiteY2580" fmla="*/ 24737 h 373823"/>
              <a:gd name="connsiteX2581" fmla="*/ 163151 w 1661833"/>
              <a:gd name="connsiteY2581" fmla="*/ 26044 h 373823"/>
              <a:gd name="connsiteX2582" fmla="*/ 162673 w 1661833"/>
              <a:gd name="connsiteY2582" fmla="*/ 25842 h 373823"/>
              <a:gd name="connsiteX2583" fmla="*/ 162415 w 1661833"/>
              <a:gd name="connsiteY2583" fmla="*/ 24829 h 373823"/>
              <a:gd name="connsiteX2584" fmla="*/ 163299 w 1661833"/>
              <a:gd name="connsiteY2584" fmla="*/ 23963 h 373823"/>
              <a:gd name="connsiteX2585" fmla="*/ 215055 w 1661833"/>
              <a:gd name="connsiteY2585" fmla="*/ 23208 h 373823"/>
              <a:gd name="connsiteX2586" fmla="*/ 213839 w 1661833"/>
              <a:gd name="connsiteY2586" fmla="*/ 23816 h 373823"/>
              <a:gd name="connsiteX2587" fmla="*/ 213655 w 1661833"/>
              <a:gd name="connsiteY2587" fmla="*/ 24976 h 373823"/>
              <a:gd name="connsiteX2588" fmla="*/ 213655 w 1661833"/>
              <a:gd name="connsiteY2588" fmla="*/ 26210 h 373823"/>
              <a:gd name="connsiteX2589" fmla="*/ 214097 w 1661833"/>
              <a:gd name="connsiteY2589" fmla="*/ 27868 h 373823"/>
              <a:gd name="connsiteX2590" fmla="*/ 214189 w 1661833"/>
              <a:gd name="connsiteY2590" fmla="*/ 29194 h 373823"/>
              <a:gd name="connsiteX2591" fmla="*/ 215552 w 1661833"/>
              <a:gd name="connsiteY2591" fmla="*/ 29433 h 373823"/>
              <a:gd name="connsiteX2592" fmla="*/ 216639 w 1661833"/>
              <a:gd name="connsiteY2592" fmla="*/ 29433 h 373823"/>
              <a:gd name="connsiteX2593" fmla="*/ 216639 w 1661833"/>
              <a:gd name="connsiteY2593" fmla="*/ 30446 h 373823"/>
              <a:gd name="connsiteX2594" fmla="*/ 216123 w 1661833"/>
              <a:gd name="connsiteY2594" fmla="*/ 31607 h 373823"/>
              <a:gd name="connsiteX2595" fmla="*/ 213121 w 1661833"/>
              <a:gd name="connsiteY2595" fmla="*/ 34701 h 373823"/>
              <a:gd name="connsiteX2596" fmla="*/ 210137 w 1661833"/>
              <a:gd name="connsiteY2596" fmla="*/ 35143 h 373823"/>
              <a:gd name="connsiteX2597" fmla="*/ 209106 w 1661833"/>
              <a:gd name="connsiteY2597" fmla="*/ 35143 h 373823"/>
              <a:gd name="connsiteX2598" fmla="*/ 206398 w 1661833"/>
              <a:gd name="connsiteY2598" fmla="*/ 35456 h 373823"/>
              <a:gd name="connsiteX2599" fmla="*/ 205238 w 1661833"/>
              <a:gd name="connsiteY2599" fmla="*/ 35051 h 373823"/>
              <a:gd name="connsiteX2600" fmla="*/ 202954 w 1661833"/>
              <a:gd name="connsiteY2600" fmla="*/ 35659 h 373823"/>
              <a:gd name="connsiteX2601" fmla="*/ 202751 w 1661833"/>
              <a:gd name="connsiteY2601" fmla="*/ 36948 h 373823"/>
              <a:gd name="connsiteX2602" fmla="*/ 202751 w 1661833"/>
              <a:gd name="connsiteY2602" fmla="*/ 36875 h 373823"/>
              <a:gd name="connsiteX2603" fmla="*/ 202383 w 1661833"/>
              <a:gd name="connsiteY2603" fmla="*/ 38016 h 373823"/>
              <a:gd name="connsiteX2604" fmla="*/ 203801 w 1661833"/>
              <a:gd name="connsiteY2604" fmla="*/ 40227 h 373823"/>
              <a:gd name="connsiteX2605" fmla="*/ 209087 w 1661833"/>
              <a:gd name="connsiteY2605" fmla="*/ 39600 h 373823"/>
              <a:gd name="connsiteX2606" fmla="*/ 213250 w 1661833"/>
              <a:gd name="connsiteY2606" fmla="*/ 39766 h 373823"/>
              <a:gd name="connsiteX2607" fmla="*/ 215479 w 1661833"/>
              <a:gd name="connsiteY2607" fmla="*/ 40374 h 373823"/>
              <a:gd name="connsiteX2608" fmla="*/ 217505 w 1661833"/>
              <a:gd name="connsiteY2608" fmla="*/ 40577 h 373823"/>
              <a:gd name="connsiteX2609" fmla="*/ 219586 w 1661833"/>
              <a:gd name="connsiteY2609" fmla="*/ 40927 h 373823"/>
              <a:gd name="connsiteX2610" fmla="*/ 221594 w 1661833"/>
              <a:gd name="connsiteY2610" fmla="*/ 41424 h 373823"/>
              <a:gd name="connsiteX2611" fmla="*/ 223749 w 1661833"/>
              <a:gd name="connsiteY2611" fmla="*/ 42161 h 373823"/>
              <a:gd name="connsiteX2612" fmla="*/ 225112 w 1661833"/>
              <a:gd name="connsiteY2612" fmla="*/ 42382 h 373823"/>
              <a:gd name="connsiteX2613" fmla="*/ 226364 w 1661833"/>
              <a:gd name="connsiteY2613" fmla="*/ 42934 h 373823"/>
              <a:gd name="connsiteX2614" fmla="*/ 227580 w 1661833"/>
              <a:gd name="connsiteY2614" fmla="*/ 43155 h 373823"/>
              <a:gd name="connsiteX2615" fmla="*/ 228353 w 1661833"/>
              <a:gd name="connsiteY2615" fmla="*/ 42676 h 373823"/>
              <a:gd name="connsiteX2616" fmla="*/ 228851 w 1661833"/>
              <a:gd name="connsiteY2616" fmla="*/ 42032 h 373823"/>
              <a:gd name="connsiteX2617" fmla="*/ 228851 w 1661833"/>
              <a:gd name="connsiteY2617" fmla="*/ 41553 h 373823"/>
              <a:gd name="connsiteX2618" fmla="*/ 228851 w 1661833"/>
              <a:gd name="connsiteY2618" fmla="*/ 41221 h 373823"/>
              <a:gd name="connsiteX2619" fmla="*/ 228851 w 1661833"/>
              <a:gd name="connsiteY2619" fmla="*/ 40356 h 373823"/>
              <a:gd name="connsiteX2620" fmla="*/ 227856 w 1661833"/>
              <a:gd name="connsiteY2620" fmla="*/ 39048 h 373823"/>
              <a:gd name="connsiteX2621" fmla="*/ 227046 w 1661833"/>
              <a:gd name="connsiteY2621" fmla="*/ 38293 h 373823"/>
              <a:gd name="connsiteX2622" fmla="*/ 226143 w 1661833"/>
              <a:gd name="connsiteY2622" fmla="*/ 37795 h 373823"/>
              <a:gd name="connsiteX2623" fmla="*/ 225240 w 1661833"/>
              <a:gd name="connsiteY2623" fmla="*/ 37667 h 373823"/>
              <a:gd name="connsiteX2624" fmla="*/ 224227 w 1661833"/>
              <a:gd name="connsiteY2624" fmla="*/ 37795 h 373823"/>
              <a:gd name="connsiteX2625" fmla="*/ 220654 w 1661833"/>
              <a:gd name="connsiteY2625" fmla="*/ 37003 h 373823"/>
              <a:gd name="connsiteX2626" fmla="*/ 221041 w 1661833"/>
              <a:gd name="connsiteY2626" fmla="*/ 34996 h 373823"/>
              <a:gd name="connsiteX2627" fmla="*/ 221373 w 1661833"/>
              <a:gd name="connsiteY2627" fmla="*/ 34278 h 373823"/>
              <a:gd name="connsiteX2628" fmla="*/ 221741 w 1661833"/>
              <a:gd name="connsiteY2628" fmla="*/ 33614 h 373823"/>
              <a:gd name="connsiteX2629" fmla="*/ 222183 w 1661833"/>
              <a:gd name="connsiteY2629" fmla="*/ 32988 h 373823"/>
              <a:gd name="connsiteX2630" fmla="*/ 222662 w 1661833"/>
              <a:gd name="connsiteY2630" fmla="*/ 32344 h 373823"/>
              <a:gd name="connsiteX2631" fmla="*/ 222662 w 1661833"/>
              <a:gd name="connsiteY2631" fmla="*/ 30612 h 373823"/>
              <a:gd name="connsiteX2632" fmla="*/ 224927 w 1661833"/>
              <a:gd name="connsiteY2632" fmla="*/ 29747 h 373823"/>
              <a:gd name="connsiteX2633" fmla="*/ 226051 w 1661833"/>
              <a:gd name="connsiteY2633" fmla="*/ 29341 h 373823"/>
              <a:gd name="connsiteX2634" fmla="*/ 227561 w 1661833"/>
              <a:gd name="connsiteY2634" fmla="*/ 28586 h 373823"/>
              <a:gd name="connsiteX2635" fmla="*/ 229514 w 1661833"/>
              <a:gd name="connsiteY2635" fmla="*/ 27518 h 373823"/>
              <a:gd name="connsiteX2636" fmla="*/ 229293 w 1661833"/>
              <a:gd name="connsiteY2636" fmla="*/ 26781 h 373823"/>
              <a:gd name="connsiteX2637" fmla="*/ 229293 w 1661833"/>
              <a:gd name="connsiteY2637" fmla="*/ 25768 h 373823"/>
              <a:gd name="connsiteX2638" fmla="*/ 228556 w 1661833"/>
              <a:gd name="connsiteY2638" fmla="*/ 24553 h 373823"/>
              <a:gd name="connsiteX2639" fmla="*/ 227966 w 1661833"/>
              <a:gd name="connsiteY2639" fmla="*/ 24000 h 373823"/>
              <a:gd name="connsiteX2640" fmla="*/ 227138 w 1661833"/>
              <a:gd name="connsiteY2640" fmla="*/ 24000 h 373823"/>
              <a:gd name="connsiteX2641" fmla="*/ 226198 w 1661833"/>
              <a:gd name="connsiteY2641" fmla="*/ 23889 h 373823"/>
              <a:gd name="connsiteX2642" fmla="*/ 222625 w 1661833"/>
              <a:gd name="connsiteY2642" fmla="*/ 24442 h 373823"/>
              <a:gd name="connsiteX2643" fmla="*/ 222054 w 1661833"/>
              <a:gd name="connsiteY2643" fmla="*/ 24442 h 373823"/>
              <a:gd name="connsiteX2644" fmla="*/ 221244 w 1661833"/>
              <a:gd name="connsiteY2644" fmla="*/ 24442 h 373823"/>
              <a:gd name="connsiteX2645" fmla="*/ 216750 w 1661833"/>
              <a:gd name="connsiteY2645" fmla="*/ 24092 h 373823"/>
              <a:gd name="connsiteX2646" fmla="*/ 215055 w 1661833"/>
              <a:gd name="connsiteY2646" fmla="*/ 23208 h 373823"/>
              <a:gd name="connsiteX2647" fmla="*/ 156705 w 1661833"/>
              <a:gd name="connsiteY2647" fmla="*/ 21937 h 373823"/>
              <a:gd name="connsiteX2648" fmla="*/ 155250 w 1661833"/>
              <a:gd name="connsiteY2648" fmla="*/ 22250 h 373823"/>
              <a:gd name="connsiteX2649" fmla="*/ 150424 w 1661833"/>
              <a:gd name="connsiteY2649" fmla="*/ 25455 h 373823"/>
              <a:gd name="connsiteX2650" fmla="*/ 149246 w 1661833"/>
              <a:gd name="connsiteY2650" fmla="*/ 25750 h 373823"/>
              <a:gd name="connsiteX2651" fmla="*/ 148417 w 1661833"/>
              <a:gd name="connsiteY2651" fmla="*/ 26431 h 373823"/>
              <a:gd name="connsiteX2652" fmla="*/ 148085 w 1661833"/>
              <a:gd name="connsiteY2652" fmla="*/ 27150 h 373823"/>
              <a:gd name="connsiteX2653" fmla="*/ 147570 w 1661833"/>
              <a:gd name="connsiteY2653" fmla="*/ 27573 h 373823"/>
              <a:gd name="connsiteX2654" fmla="*/ 148030 w 1661833"/>
              <a:gd name="connsiteY2654" fmla="*/ 28770 h 373823"/>
              <a:gd name="connsiteX2655" fmla="*/ 148619 w 1661833"/>
              <a:gd name="connsiteY2655" fmla="*/ 29047 h 373823"/>
              <a:gd name="connsiteX2656" fmla="*/ 149375 w 1661833"/>
              <a:gd name="connsiteY2656" fmla="*/ 29673 h 373823"/>
              <a:gd name="connsiteX2657" fmla="*/ 150461 w 1661833"/>
              <a:gd name="connsiteY2657" fmla="*/ 29912 h 373823"/>
              <a:gd name="connsiteX2658" fmla="*/ 151456 w 1661833"/>
              <a:gd name="connsiteY2658" fmla="*/ 30612 h 373823"/>
              <a:gd name="connsiteX2659" fmla="*/ 151456 w 1661833"/>
              <a:gd name="connsiteY2659" fmla="*/ 32454 h 373823"/>
              <a:gd name="connsiteX2660" fmla="*/ 150461 w 1661833"/>
              <a:gd name="connsiteY2660" fmla="*/ 33541 h 373823"/>
              <a:gd name="connsiteX2661" fmla="*/ 149632 w 1661833"/>
              <a:gd name="connsiteY2661" fmla="*/ 33541 h 373823"/>
              <a:gd name="connsiteX2662" fmla="*/ 148619 w 1661833"/>
              <a:gd name="connsiteY2662" fmla="*/ 34941 h 373823"/>
              <a:gd name="connsiteX2663" fmla="*/ 149540 w 1661833"/>
              <a:gd name="connsiteY2663" fmla="*/ 36156 h 373823"/>
              <a:gd name="connsiteX2664" fmla="*/ 149978 w 1661833"/>
              <a:gd name="connsiteY2664" fmla="*/ 36662 h 373823"/>
              <a:gd name="connsiteX2665" fmla="*/ 150296 w 1661833"/>
              <a:gd name="connsiteY2665" fmla="*/ 37261 h 373823"/>
              <a:gd name="connsiteX2666" fmla="*/ 150296 w 1661833"/>
              <a:gd name="connsiteY2666" fmla="*/ 38164 h 373823"/>
              <a:gd name="connsiteX2667" fmla="*/ 150296 w 1661833"/>
              <a:gd name="connsiteY2667" fmla="*/ 38864 h 373823"/>
              <a:gd name="connsiteX2668" fmla="*/ 149724 w 1661833"/>
              <a:gd name="connsiteY2668" fmla="*/ 39674 h 373823"/>
              <a:gd name="connsiteX2669" fmla="*/ 148877 w 1661833"/>
              <a:gd name="connsiteY2669" fmla="*/ 40503 h 373823"/>
              <a:gd name="connsiteX2670" fmla="*/ 147422 w 1661833"/>
              <a:gd name="connsiteY2670" fmla="*/ 42345 h 373823"/>
              <a:gd name="connsiteX2671" fmla="*/ 147956 w 1661833"/>
              <a:gd name="connsiteY2671" fmla="*/ 44003 h 373823"/>
              <a:gd name="connsiteX2672" fmla="*/ 148748 w 1661833"/>
              <a:gd name="connsiteY2672" fmla="*/ 44831 h 373823"/>
              <a:gd name="connsiteX2673" fmla="*/ 149319 w 1661833"/>
              <a:gd name="connsiteY2673" fmla="*/ 45697 h 373823"/>
              <a:gd name="connsiteX2674" fmla="*/ 150424 w 1661833"/>
              <a:gd name="connsiteY2674" fmla="*/ 45844 h 373823"/>
              <a:gd name="connsiteX2675" fmla="*/ 151180 w 1661833"/>
              <a:gd name="connsiteY2675" fmla="*/ 45715 h 373823"/>
              <a:gd name="connsiteX2676" fmla="*/ 152819 w 1661833"/>
              <a:gd name="connsiteY2676" fmla="*/ 43874 h 373823"/>
              <a:gd name="connsiteX2677" fmla="*/ 156392 w 1661833"/>
              <a:gd name="connsiteY2677" fmla="*/ 41405 h 373823"/>
              <a:gd name="connsiteX2678" fmla="*/ 158344 w 1661833"/>
              <a:gd name="connsiteY2678" fmla="*/ 38256 h 373823"/>
              <a:gd name="connsiteX2679" fmla="*/ 157958 w 1661833"/>
              <a:gd name="connsiteY2679" fmla="*/ 37372 h 373823"/>
              <a:gd name="connsiteX2680" fmla="*/ 157055 w 1661833"/>
              <a:gd name="connsiteY2680" fmla="*/ 36948 h 373823"/>
              <a:gd name="connsiteX2681" fmla="*/ 156134 w 1661833"/>
              <a:gd name="connsiteY2681" fmla="*/ 37077 h 373823"/>
              <a:gd name="connsiteX2682" fmla="*/ 155876 w 1661833"/>
              <a:gd name="connsiteY2682" fmla="*/ 36156 h 373823"/>
              <a:gd name="connsiteX2683" fmla="*/ 158013 w 1661833"/>
              <a:gd name="connsiteY2683" fmla="*/ 33467 h 373823"/>
              <a:gd name="connsiteX2684" fmla="*/ 158123 w 1661833"/>
              <a:gd name="connsiteY2684" fmla="*/ 32951 h 373823"/>
              <a:gd name="connsiteX2685" fmla="*/ 157442 w 1661833"/>
              <a:gd name="connsiteY2685" fmla="*/ 31809 h 373823"/>
              <a:gd name="connsiteX2686" fmla="*/ 157055 w 1661833"/>
              <a:gd name="connsiteY2686" fmla="*/ 31073 h 373823"/>
              <a:gd name="connsiteX2687" fmla="*/ 156226 w 1661833"/>
              <a:gd name="connsiteY2687" fmla="*/ 31220 h 373823"/>
              <a:gd name="connsiteX2688" fmla="*/ 155987 w 1661833"/>
              <a:gd name="connsiteY2688" fmla="*/ 30133 h 373823"/>
              <a:gd name="connsiteX2689" fmla="*/ 155895 w 1661833"/>
              <a:gd name="connsiteY2689" fmla="*/ 28531 h 373823"/>
              <a:gd name="connsiteX2690" fmla="*/ 156981 w 1661833"/>
              <a:gd name="connsiteY2690" fmla="*/ 26929 h 373823"/>
              <a:gd name="connsiteX2691" fmla="*/ 157608 w 1661833"/>
              <a:gd name="connsiteY2691" fmla="*/ 25805 h 373823"/>
              <a:gd name="connsiteX2692" fmla="*/ 157829 w 1661833"/>
              <a:gd name="connsiteY2692" fmla="*/ 24332 h 373823"/>
              <a:gd name="connsiteX2693" fmla="*/ 157829 w 1661833"/>
              <a:gd name="connsiteY2693" fmla="*/ 23042 h 373823"/>
              <a:gd name="connsiteX2694" fmla="*/ 156705 w 1661833"/>
              <a:gd name="connsiteY2694" fmla="*/ 21937 h 373823"/>
              <a:gd name="connsiteX2695" fmla="*/ 168953 w 1661833"/>
              <a:gd name="connsiteY2695" fmla="*/ 21642 h 373823"/>
              <a:gd name="connsiteX2696" fmla="*/ 169175 w 1661833"/>
              <a:gd name="connsiteY2696" fmla="*/ 22545 h 373823"/>
              <a:gd name="connsiteX2697" fmla="*/ 168475 w 1661833"/>
              <a:gd name="connsiteY2697" fmla="*/ 23889 h 373823"/>
              <a:gd name="connsiteX2698" fmla="*/ 167185 w 1661833"/>
              <a:gd name="connsiteY2698" fmla="*/ 24000 h 373823"/>
              <a:gd name="connsiteX2699" fmla="*/ 166688 w 1661833"/>
              <a:gd name="connsiteY2699" fmla="*/ 22913 h 373823"/>
              <a:gd name="connsiteX2700" fmla="*/ 168953 w 1661833"/>
              <a:gd name="connsiteY2700" fmla="*/ 21642 h 373823"/>
              <a:gd name="connsiteX2701" fmla="*/ 169893 w 1661833"/>
              <a:gd name="connsiteY2701" fmla="*/ 17977 h 373823"/>
              <a:gd name="connsiteX2702" fmla="*/ 165417 w 1661833"/>
              <a:gd name="connsiteY2702" fmla="*/ 20151 h 373823"/>
              <a:gd name="connsiteX2703" fmla="*/ 163888 w 1661833"/>
              <a:gd name="connsiteY2703" fmla="*/ 20519 h 373823"/>
              <a:gd name="connsiteX2704" fmla="*/ 162046 w 1661833"/>
              <a:gd name="connsiteY2704" fmla="*/ 21606 h 373823"/>
              <a:gd name="connsiteX2705" fmla="*/ 160941 w 1661833"/>
              <a:gd name="connsiteY2705" fmla="*/ 22140 h 373823"/>
              <a:gd name="connsiteX2706" fmla="*/ 160076 w 1661833"/>
              <a:gd name="connsiteY2706" fmla="*/ 22361 h 373823"/>
              <a:gd name="connsiteX2707" fmla="*/ 159063 w 1661833"/>
              <a:gd name="connsiteY2707" fmla="*/ 21919 h 373823"/>
              <a:gd name="connsiteX2708" fmla="*/ 158547 w 1661833"/>
              <a:gd name="connsiteY2708" fmla="*/ 23503 h 373823"/>
              <a:gd name="connsiteX2709" fmla="*/ 158547 w 1661833"/>
              <a:gd name="connsiteY2709" fmla="*/ 25031 h 373823"/>
              <a:gd name="connsiteX2710" fmla="*/ 158492 w 1661833"/>
              <a:gd name="connsiteY2710" fmla="*/ 24958 h 373823"/>
              <a:gd name="connsiteX2711" fmla="*/ 158547 w 1661833"/>
              <a:gd name="connsiteY2711" fmla="*/ 25971 h 373823"/>
              <a:gd name="connsiteX2712" fmla="*/ 159044 w 1661833"/>
              <a:gd name="connsiteY2712" fmla="*/ 27057 h 373823"/>
              <a:gd name="connsiteX2713" fmla="*/ 159689 w 1661833"/>
              <a:gd name="connsiteY2713" fmla="*/ 29673 h 373823"/>
              <a:gd name="connsiteX2714" fmla="*/ 159357 w 1661833"/>
              <a:gd name="connsiteY2714" fmla="*/ 31386 h 373823"/>
              <a:gd name="connsiteX2715" fmla="*/ 159799 w 1661833"/>
              <a:gd name="connsiteY2715" fmla="*/ 32436 h 373823"/>
              <a:gd name="connsiteX2716" fmla="*/ 160463 w 1661833"/>
              <a:gd name="connsiteY2716" fmla="*/ 33338 h 373823"/>
              <a:gd name="connsiteX2717" fmla="*/ 160776 w 1661833"/>
              <a:gd name="connsiteY2717" fmla="*/ 33983 h 373823"/>
              <a:gd name="connsiteX2718" fmla="*/ 161126 w 1661833"/>
              <a:gd name="connsiteY2718" fmla="*/ 34388 h 373823"/>
              <a:gd name="connsiteX2719" fmla="*/ 161733 w 1661833"/>
              <a:gd name="connsiteY2719" fmla="*/ 34388 h 373823"/>
              <a:gd name="connsiteX2720" fmla="*/ 162433 w 1661833"/>
              <a:gd name="connsiteY2720" fmla="*/ 34130 h 373823"/>
              <a:gd name="connsiteX2721" fmla="*/ 163189 w 1661833"/>
              <a:gd name="connsiteY2721" fmla="*/ 33780 h 373823"/>
              <a:gd name="connsiteX2722" fmla="*/ 163815 w 1661833"/>
              <a:gd name="connsiteY2722" fmla="*/ 33780 h 373823"/>
              <a:gd name="connsiteX2723" fmla="*/ 163815 w 1661833"/>
              <a:gd name="connsiteY2723" fmla="*/ 34812 h 373823"/>
              <a:gd name="connsiteX2724" fmla="*/ 163410 w 1661833"/>
              <a:gd name="connsiteY2724" fmla="*/ 35272 h 373823"/>
              <a:gd name="connsiteX2725" fmla="*/ 162931 w 1661833"/>
              <a:gd name="connsiteY2725" fmla="*/ 35364 h 373823"/>
              <a:gd name="connsiteX2726" fmla="*/ 162415 w 1661833"/>
              <a:gd name="connsiteY2726" fmla="*/ 35530 h 373823"/>
              <a:gd name="connsiteX2727" fmla="*/ 161918 w 1661833"/>
              <a:gd name="connsiteY2727" fmla="*/ 35438 h 373823"/>
              <a:gd name="connsiteX2728" fmla="*/ 161531 w 1661833"/>
              <a:gd name="connsiteY2728" fmla="*/ 36138 h 373823"/>
              <a:gd name="connsiteX2729" fmla="*/ 161531 w 1661833"/>
              <a:gd name="connsiteY2729" fmla="*/ 37003 h 373823"/>
              <a:gd name="connsiteX2730" fmla="*/ 161531 w 1661833"/>
              <a:gd name="connsiteY2730" fmla="*/ 37722 h 373823"/>
              <a:gd name="connsiteX2731" fmla="*/ 162304 w 1661833"/>
              <a:gd name="connsiteY2731" fmla="*/ 37980 h 373823"/>
              <a:gd name="connsiteX2732" fmla="*/ 163170 w 1661833"/>
              <a:gd name="connsiteY2732" fmla="*/ 37980 h 373823"/>
              <a:gd name="connsiteX2733" fmla="*/ 163594 w 1661833"/>
              <a:gd name="connsiteY2733" fmla="*/ 38532 h 373823"/>
              <a:gd name="connsiteX2734" fmla="*/ 161623 w 1661833"/>
              <a:gd name="connsiteY2734" fmla="*/ 39748 h 373823"/>
              <a:gd name="connsiteX2735" fmla="*/ 160057 w 1661833"/>
              <a:gd name="connsiteY2735" fmla="*/ 40540 h 373823"/>
              <a:gd name="connsiteX2736" fmla="*/ 159450 w 1661833"/>
              <a:gd name="connsiteY2736" fmla="*/ 40356 h 373823"/>
              <a:gd name="connsiteX2737" fmla="*/ 159044 w 1661833"/>
              <a:gd name="connsiteY2737" fmla="*/ 40779 h 373823"/>
              <a:gd name="connsiteX2738" fmla="*/ 158768 w 1661833"/>
              <a:gd name="connsiteY2738" fmla="*/ 41700 h 373823"/>
              <a:gd name="connsiteX2739" fmla="*/ 158768 w 1661833"/>
              <a:gd name="connsiteY2739" fmla="*/ 42455 h 373823"/>
              <a:gd name="connsiteX2740" fmla="*/ 159265 w 1661833"/>
              <a:gd name="connsiteY2740" fmla="*/ 44039 h 373823"/>
              <a:gd name="connsiteX2741" fmla="*/ 160573 w 1661833"/>
              <a:gd name="connsiteY2741" fmla="*/ 44500 h 373823"/>
              <a:gd name="connsiteX2742" fmla="*/ 162415 w 1661833"/>
              <a:gd name="connsiteY2742" fmla="*/ 43653 h 373823"/>
              <a:gd name="connsiteX2743" fmla="*/ 164257 w 1661833"/>
              <a:gd name="connsiteY2743" fmla="*/ 43192 h 373823"/>
              <a:gd name="connsiteX2744" fmla="*/ 166099 w 1661833"/>
              <a:gd name="connsiteY2744" fmla="*/ 42584 h 373823"/>
              <a:gd name="connsiteX2745" fmla="*/ 167554 w 1661833"/>
              <a:gd name="connsiteY2745" fmla="*/ 42124 h 373823"/>
              <a:gd name="connsiteX2746" fmla="*/ 168861 w 1661833"/>
              <a:gd name="connsiteY2746" fmla="*/ 41811 h 373823"/>
              <a:gd name="connsiteX2747" fmla="*/ 170390 w 1661833"/>
              <a:gd name="connsiteY2747" fmla="*/ 41682 h 373823"/>
              <a:gd name="connsiteX2748" fmla="*/ 173153 w 1661833"/>
              <a:gd name="connsiteY2748" fmla="*/ 41184 h 373823"/>
              <a:gd name="connsiteX2749" fmla="*/ 174903 w 1661833"/>
              <a:gd name="connsiteY2749" fmla="*/ 41184 h 373823"/>
              <a:gd name="connsiteX2750" fmla="*/ 176376 w 1661833"/>
              <a:gd name="connsiteY2750" fmla="*/ 38256 h 373823"/>
              <a:gd name="connsiteX2751" fmla="*/ 175124 w 1661833"/>
              <a:gd name="connsiteY2751" fmla="*/ 36746 h 373823"/>
              <a:gd name="connsiteX2752" fmla="*/ 173871 w 1661833"/>
              <a:gd name="connsiteY2752" fmla="*/ 36948 h 373823"/>
              <a:gd name="connsiteX2753" fmla="*/ 172453 w 1661833"/>
              <a:gd name="connsiteY2753" fmla="*/ 37446 h 373823"/>
              <a:gd name="connsiteX2754" fmla="*/ 171274 w 1661833"/>
              <a:gd name="connsiteY2754" fmla="*/ 37556 h 373823"/>
              <a:gd name="connsiteX2755" fmla="*/ 169764 w 1661833"/>
              <a:gd name="connsiteY2755" fmla="*/ 38072 h 373823"/>
              <a:gd name="connsiteX2756" fmla="*/ 169138 w 1661833"/>
              <a:gd name="connsiteY2756" fmla="*/ 37703 h 373823"/>
              <a:gd name="connsiteX2757" fmla="*/ 169396 w 1661833"/>
              <a:gd name="connsiteY2757" fmla="*/ 36967 h 373823"/>
              <a:gd name="connsiteX2758" fmla="*/ 170519 w 1661833"/>
              <a:gd name="connsiteY2758" fmla="*/ 36377 h 373823"/>
              <a:gd name="connsiteX2759" fmla="*/ 171422 w 1661833"/>
              <a:gd name="connsiteY2759" fmla="*/ 35512 h 373823"/>
              <a:gd name="connsiteX2760" fmla="*/ 171532 w 1661833"/>
              <a:gd name="connsiteY2760" fmla="*/ 34904 h 373823"/>
              <a:gd name="connsiteX2761" fmla="*/ 171035 w 1661833"/>
              <a:gd name="connsiteY2761" fmla="*/ 33504 h 373823"/>
              <a:gd name="connsiteX2762" fmla="*/ 170501 w 1661833"/>
              <a:gd name="connsiteY2762" fmla="*/ 33062 h 373823"/>
              <a:gd name="connsiteX2763" fmla="*/ 169322 w 1661833"/>
              <a:gd name="connsiteY2763" fmla="*/ 32859 h 373823"/>
              <a:gd name="connsiteX2764" fmla="*/ 168567 w 1661833"/>
              <a:gd name="connsiteY2764" fmla="*/ 33357 h 373823"/>
              <a:gd name="connsiteX2765" fmla="*/ 167572 w 1661833"/>
              <a:gd name="connsiteY2765" fmla="*/ 33670 h 373823"/>
              <a:gd name="connsiteX2766" fmla="*/ 167425 w 1661833"/>
              <a:gd name="connsiteY2766" fmla="*/ 32638 h 373823"/>
              <a:gd name="connsiteX2767" fmla="*/ 168696 w 1661833"/>
              <a:gd name="connsiteY2767" fmla="*/ 32049 h 373823"/>
              <a:gd name="connsiteX2768" fmla="*/ 169561 w 1661833"/>
              <a:gd name="connsiteY2768" fmla="*/ 31625 h 373823"/>
              <a:gd name="connsiteX2769" fmla="*/ 170427 w 1661833"/>
              <a:gd name="connsiteY2769" fmla="*/ 31478 h 373823"/>
              <a:gd name="connsiteX2770" fmla="*/ 171016 w 1661833"/>
              <a:gd name="connsiteY2770" fmla="*/ 30686 h 373823"/>
              <a:gd name="connsiteX2771" fmla="*/ 172508 w 1661833"/>
              <a:gd name="connsiteY2771" fmla="*/ 25989 h 373823"/>
              <a:gd name="connsiteX2772" fmla="*/ 173300 w 1661833"/>
              <a:gd name="connsiteY2772" fmla="*/ 24774 h 373823"/>
              <a:gd name="connsiteX2773" fmla="*/ 174037 w 1661833"/>
              <a:gd name="connsiteY2773" fmla="*/ 22784 h 373823"/>
              <a:gd name="connsiteX2774" fmla="*/ 174147 w 1661833"/>
              <a:gd name="connsiteY2774" fmla="*/ 21587 h 373823"/>
              <a:gd name="connsiteX2775" fmla="*/ 174571 w 1661833"/>
              <a:gd name="connsiteY2775" fmla="*/ 20261 h 373823"/>
              <a:gd name="connsiteX2776" fmla="*/ 173632 w 1661833"/>
              <a:gd name="connsiteY2776" fmla="*/ 18898 h 373823"/>
              <a:gd name="connsiteX2777" fmla="*/ 173153 w 1661833"/>
              <a:gd name="connsiteY2777" fmla="*/ 18088 h 373823"/>
              <a:gd name="connsiteX2778" fmla="*/ 171035 w 1661833"/>
              <a:gd name="connsiteY2778" fmla="*/ 18235 h 373823"/>
              <a:gd name="connsiteX2779" fmla="*/ 169893 w 1661833"/>
              <a:gd name="connsiteY2779" fmla="*/ 17977 h 373823"/>
              <a:gd name="connsiteX2780" fmla="*/ 186911 w 1661833"/>
              <a:gd name="connsiteY2780" fmla="*/ 6631 h 373823"/>
              <a:gd name="connsiteX2781" fmla="*/ 367118 w 1661833"/>
              <a:gd name="connsiteY2781" fmla="*/ 186912 h 373823"/>
              <a:gd name="connsiteX2782" fmla="*/ 367118 w 1661833"/>
              <a:gd name="connsiteY2782" fmla="*/ 186986 h 373823"/>
              <a:gd name="connsiteX2783" fmla="*/ 186764 w 1661833"/>
              <a:gd name="connsiteY2783" fmla="*/ 367192 h 373823"/>
              <a:gd name="connsiteX2784" fmla="*/ 6557 w 1661833"/>
              <a:gd name="connsiteY2784" fmla="*/ 186838 h 373823"/>
              <a:gd name="connsiteX2785" fmla="*/ 186911 w 1661833"/>
              <a:gd name="connsiteY2785" fmla="*/ 6631 h 373823"/>
              <a:gd name="connsiteX2786" fmla="*/ 186911 w 1661833"/>
              <a:gd name="connsiteY2786" fmla="*/ 4181 h 373823"/>
              <a:gd name="connsiteX2787" fmla="*/ 4181 w 1661833"/>
              <a:gd name="connsiteY2787" fmla="*/ 186911 h 373823"/>
              <a:gd name="connsiteX2788" fmla="*/ 186911 w 1661833"/>
              <a:gd name="connsiteY2788" fmla="*/ 369642 h 373823"/>
              <a:gd name="connsiteX2789" fmla="*/ 369642 w 1661833"/>
              <a:gd name="connsiteY2789" fmla="*/ 186911 h 373823"/>
              <a:gd name="connsiteX2790" fmla="*/ 186911 w 1661833"/>
              <a:gd name="connsiteY2790" fmla="*/ 4181 h 373823"/>
              <a:gd name="connsiteX2791" fmla="*/ 186911 w 1661833"/>
              <a:gd name="connsiteY2791" fmla="*/ 0 h 373823"/>
              <a:gd name="connsiteX2792" fmla="*/ 373823 w 1661833"/>
              <a:gd name="connsiteY2792" fmla="*/ 186911 h 373823"/>
              <a:gd name="connsiteX2793" fmla="*/ 186911 w 1661833"/>
              <a:gd name="connsiteY2793" fmla="*/ 373823 h 373823"/>
              <a:gd name="connsiteX2794" fmla="*/ 0 w 1661833"/>
              <a:gd name="connsiteY2794" fmla="*/ 186911 h 373823"/>
              <a:gd name="connsiteX2795" fmla="*/ 186911 w 1661833"/>
              <a:gd name="connsiteY2795" fmla="*/ 0 h 37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</a:cxnLst>
            <a:rect l="l" t="t" r="r" b="b"/>
            <a:pathLst>
              <a:path w="1661833" h="373823">
                <a:moveTo>
                  <a:pt x="218665" y="337667"/>
                </a:moveTo>
                <a:cubicBezTo>
                  <a:pt x="219795" y="338892"/>
                  <a:pt x="220521" y="340435"/>
                  <a:pt x="220746" y="342088"/>
                </a:cubicBezTo>
                <a:cubicBezTo>
                  <a:pt x="221146" y="343664"/>
                  <a:pt x="221042" y="345326"/>
                  <a:pt x="220451" y="346840"/>
                </a:cubicBezTo>
                <a:cubicBezTo>
                  <a:pt x="220282" y="347188"/>
                  <a:pt x="220064" y="347512"/>
                  <a:pt x="219807" y="347801"/>
                </a:cubicBezTo>
                <a:cubicBezTo>
                  <a:pt x="218259" y="349529"/>
                  <a:pt x="215603" y="349676"/>
                  <a:pt x="213876" y="348129"/>
                </a:cubicBezTo>
                <a:cubicBezTo>
                  <a:pt x="212760" y="346939"/>
                  <a:pt x="212039" y="345434"/>
                  <a:pt x="211813" y="343819"/>
                </a:cubicBezTo>
                <a:cubicBezTo>
                  <a:pt x="211406" y="342200"/>
                  <a:pt x="211509" y="340496"/>
                  <a:pt x="212108" y="338938"/>
                </a:cubicBezTo>
                <a:cubicBezTo>
                  <a:pt x="212292" y="338544"/>
                  <a:pt x="212537" y="338181"/>
                  <a:pt x="212833" y="337864"/>
                </a:cubicBezTo>
                <a:cubicBezTo>
                  <a:pt x="214390" y="336199"/>
                  <a:pt x="216999" y="336111"/>
                  <a:pt x="218665" y="337667"/>
                </a:cubicBezTo>
                <a:close/>
                <a:moveTo>
                  <a:pt x="193616" y="336470"/>
                </a:moveTo>
                <a:lnTo>
                  <a:pt x="181294" y="336691"/>
                </a:lnTo>
                <a:lnTo>
                  <a:pt x="181625" y="354889"/>
                </a:lnTo>
                <a:lnTo>
                  <a:pt x="194003" y="354649"/>
                </a:lnTo>
                <a:lnTo>
                  <a:pt x="194003" y="353028"/>
                </a:lnTo>
                <a:lnTo>
                  <a:pt x="194003" y="351426"/>
                </a:lnTo>
                <a:lnTo>
                  <a:pt x="184793" y="351592"/>
                </a:lnTo>
                <a:lnTo>
                  <a:pt x="184793" y="346858"/>
                </a:lnTo>
                <a:lnTo>
                  <a:pt x="192971" y="346711"/>
                </a:lnTo>
                <a:lnTo>
                  <a:pt x="192971" y="345145"/>
                </a:lnTo>
                <a:lnTo>
                  <a:pt x="192971" y="343580"/>
                </a:lnTo>
                <a:lnTo>
                  <a:pt x="184793" y="343727"/>
                </a:lnTo>
                <a:lnTo>
                  <a:pt x="184793" y="339859"/>
                </a:lnTo>
                <a:lnTo>
                  <a:pt x="193616" y="339712"/>
                </a:lnTo>
                <a:lnTo>
                  <a:pt x="193616" y="338091"/>
                </a:lnTo>
                <a:close/>
                <a:moveTo>
                  <a:pt x="163410" y="335070"/>
                </a:moveTo>
                <a:lnTo>
                  <a:pt x="163207" y="336673"/>
                </a:lnTo>
                <a:lnTo>
                  <a:pt x="163023" y="338275"/>
                </a:lnTo>
                <a:lnTo>
                  <a:pt x="168033" y="338883"/>
                </a:lnTo>
                <a:lnTo>
                  <a:pt x="166191" y="353728"/>
                </a:lnTo>
                <a:lnTo>
                  <a:pt x="168033" y="353949"/>
                </a:lnTo>
                <a:lnTo>
                  <a:pt x="169746" y="354152"/>
                </a:lnTo>
                <a:lnTo>
                  <a:pt x="171587" y="339307"/>
                </a:lnTo>
                <a:lnTo>
                  <a:pt x="176616" y="339933"/>
                </a:lnTo>
                <a:lnTo>
                  <a:pt x="176800" y="338312"/>
                </a:lnTo>
                <a:lnTo>
                  <a:pt x="176910" y="336728"/>
                </a:lnTo>
                <a:close/>
                <a:moveTo>
                  <a:pt x="220094" y="334496"/>
                </a:moveTo>
                <a:cubicBezTo>
                  <a:pt x="216352" y="332251"/>
                  <a:pt x="211498" y="333464"/>
                  <a:pt x="209253" y="337207"/>
                </a:cubicBezTo>
                <a:cubicBezTo>
                  <a:pt x="208130" y="339493"/>
                  <a:pt x="207850" y="342103"/>
                  <a:pt x="208461" y="344574"/>
                </a:cubicBezTo>
                <a:cubicBezTo>
                  <a:pt x="208809" y="347052"/>
                  <a:pt x="210040" y="349321"/>
                  <a:pt x="211924" y="350966"/>
                </a:cubicBezTo>
                <a:cubicBezTo>
                  <a:pt x="212095" y="351091"/>
                  <a:pt x="212272" y="351211"/>
                  <a:pt x="212452" y="351323"/>
                </a:cubicBezTo>
                <a:cubicBezTo>
                  <a:pt x="216210" y="353642"/>
                  <a:pt x="221135" y="352476"/>
                  <a:pt x="223454" y="348719"/>
                </a:cubicBezTo>
                <a:cubicBezTo>
                  <a:pt x="224587" y="346488"/>
                  <a:pt x="224868" y="343922"/>
                  <a:pt x="224246" y="341498"/>
                </a:cubicBezTo>
                <a:cubicBezTo>
                  <a:pt x="223909" y="338975"/>
                  <a:pt x="222680" y="336656"/>
                  <a:pt x="220783" y="334960"/>
                </a:cubicBezTo>
                <a:cubicBezTo>
                  <a:pt x="220562" y="334792"/>
                  <a:pt x="220332" y="334638"/>
                  <a:pt x="220094" y="334496"/>
                </a:cubicBezTo>
                <a:close/>
                <a:moveTo>
                  <a:pt x="684713" y="332591"/>
                </a:moveTo>
                <a:lnTo>
                  <a:pt x="685089" y="332758"/>
                </a:lnTo>
                <a:lnTo>
                  <a:pt x="684640" y="332630"/>
                </a:lnTo>
                <a:close/>
                <a:moveTo>
                  <a:pt x="146391" y="331166"/>
                </a:moveTo>
                <a:lnTo>
                  <a:pt x="143646" y="342217"/>
                </a:lnTo>
                <a:cubicBezTo>
                  <a:pt x="143022" y="344112"/>
                  <a:pt x="143120" y="346173"/>
                  <a:pt x="143923" y="348000"/>
                </a:cubicBezTo>
                <a:cubicBezTo>
                  <a:pt x="144932" y="349593"/>
                  <a:pt x="146575" y="350678"/>
                  <a:pt x="148435" y="350984"/>
                </a:cubicBezTo>
                <a:cubicBezTo>
                  <a:pt x="150226" y="351614"/>
                  <a:pt x="152198" y="351459"/>
                  <a:pt x="153869" y="350560"/>
                </a:cubicBezTo>
                <a:cubicBezTo>
                  <a:pt x="155425" y="349278"/>
                  <a:pt x="156455" y="347470"/>
                  <a:pt x="156760" y="345477"/>
                </a:cubicBezTo>
                <a:lnTo>
                  <a:pt x="159431" y="334426"/>
                </a:lnTo>
                <a:lnTo>
                  <a:pt x="157737" y="334002"/>
                </a:lnTo>
                <a:lnTo>
                  <a:pt x="156042" y="333597"/>
                </a:lnTo>
                <a:lnTo>
                  <a:pt x="153261" y="344648"/>
                </a:lnTo>
                <a:cubicBezTo>
                  <a:pt x="153099" y="345702"/>
                  <a:pt x="152587" y="346669"/>
                  <a:pt x="151806" y="347392"/>
                </a:cubicBezTo>
                <a:cubicBezTo>
                  <a:pt x="151008" y="347879"/>
                  <a:pt x="150030" y="347974"/>
                  <a:pt x="149154" y="347650"/>
                </a:cubicBezTo>
                <a:cubicBezTo>
                  <a:pt x="148244" y="347496"/>
                  <a:pt x="147457" y="346932"/>
                  <a:pt x="147017" y="346122"/>
                </a:cubicBezTo>
                <a:cubicBezTo>
                  <a:pt x="146665" y="345132"/>
                  <a:pt x="146665" y="344053"/>
                  <a:pt x="147017" y="343064"/>
                </a:cubicBezTo>
                <a:lnTo>
                  <a:pt x="149780" y="332013"/>
                </a:lnTo>
                <a:lnTo>
                  <a:pt x="148085" y="331589"/>
                </a:lnTo>
                <a:close/>
                <a:moveTo>
                  <a:pt x="238815" y="327556"/>
                </a:moveTo>
                <a:lnTo>
                  <a:pt x="227488" y="331239"/>
                </a:lnTo>
                <a:lnTo>
                  <a:pt x="233013" y="348534"/>
                </a:lnTo>
                <a:lnTo>
                  <a:pt x="234689" y="347982"/>
                </a:lnTo>
                <a:lnTo>
                  <a:pt x="236347" y="347448"/>
                </a:lnTo>
                <a:lnTo>
                  <a:pt x="234045" y="340136"/>
                </a:lnTo>
                <a:lnTo>
                  <a:pt x="241025" y="337870"/>
                </a:lnTo>
                <a:lnTo>
                  <a:pt x="240546" y="336378"/>
                </a:lnTo>
                <a:lnTo>
                  <a:pt x="240049" y="334886"/>
                </a:lnTo>
                <a:lnTo>
                  <a:pt x="233087" y="337152"/>
                </a:lnTo>
                <a:lnTo>
                  <a:pt x="231816" y="333229"/>
                </a:lnTo>
                <a:lnTo>
                  <a:pt x="239810" y="330632"/>
                </a:lnTo>
                <a:lnTo>
                  <a:pt x="239312" y="329084"/>
                </a:lnTo>
                <a:close/>
                <a:moveTo>
                  <a:pt x="129685" y="325474"/>
                </a:moveTo>
                <a:lnTo>
                  <a:pt x="129151" y="327003"/>
                </a:lnTo>
                <a:lnTo>
                  <a:pt x="128635" y="328532"/>
                </a:lnTo>
                <a:lnTo>
                  <a:pt x="133406" y="330171"/>
                </a:lnTo>
                <a:lnTo>
                  <a:pt x="128543" y="344317"/>
                </a:lnTo>
                <a:lnTo>
                  <a:pt x="130201" y="344888"/>
                </a:lnTo>
                <a:lnTo>
                  <a:pt x="131840" y="345459"/>
                </a:lnTo>
                <a:lnTo>
                  <a:pt x="136703" y="331313"/>
                </a:lnTo>
                <a:lnTo>
                  <a:pt x="141491" y="332952"/>
                </a:lnTo>
                <a:lnTo>
                  <a:pt x="142026" y="331424"/>
                </a:lnTo>
                <a:lnTo>
                  <a:pt x="142578" y="329913"/>
                </a:lnTo>
                <a:close/>
                <a:moveTo>
                  <a:pt x="123073" y="322233"/>
                </a:moveTo>
                <a:lnTo>
                  <a:pt x="115392" y="338717"/>
                </a:lnTo>
                <a:lnTo>
                  <a:pt x="116976" y="339454"/>
                </a:lnTo>
                <a:lnTo>
                  <a:pt x="118542" y="340191"/>
                </a:lnTo>
                <a:lnTo>
                  <a:pt x="126241" y="323706"/>
                </a:lnTo>
                <a:lnTo>
                  <a:pt x="124638" y="322969"/>
                </a:lnTo>
                <a:close/>
                <a:moveTo>
                  <a:pt x="261046" y="316781"/>
                </a:moveTo>
                <a:lnTo>
                  <a:pt x="249037" y="323154"/>
                </a:lnTo>
                <a:lnTo>
                  <a:pt x="249792" y="324590"/>
                </a:lnTo>
                <a:lnTo>
                  <a:pt x="250548" y="326009"/>
                </a:lnTo>
                <a:lnTo>
                  <a:pt x="255005" y="323633"/>
                </a:lnTo>
                <a:lnTo>
                  <a:pt x="262041" y="336839"/>
                </a:lnTo>
                <a:lnTo>
                  <a:pt x="263588" y="336028"/>
                </a:lnTo>
                <a:lnTo>
                  <a:pt x="265117" y="335199"/>
                </a:lnTo>
                <a:lnTo>
                  <a:pt x="258099" y="321993"/>
                </a:lnTo>
                <a:lnTo>
                  <a:pt x="262556" y="319617"/>
                </a:lnTo>
                <a:lnTo>
                  <a:pt x="261801" y="318199"/>
                </a:lnTo>
                <a:close/>
                <a:moveTo>
                  <a:pt x="107417" y="313723"/>
                </a:moveTo>
                <a:lnTo>
                  <a:pt x="106699" y="315234"/>
                </a:lnTo>
                <a:lnTo>
                  <a:pt x="105925" y="316652"/>
                </a:lnTo>
                <a:lnTo>
                  <a:pt x="110346" y="319102"/>
                </a:lnTo>
                <a:lnTo>
                  <a:pt x="103089" y="332179"/>
                </a:lnTo>
                <a:lnTo>
                  <a:pt x="104618" y="333026"/>
                </a:lnTo>
                <a:lnTo>
                  <a:pt x="106146" y="333873"/>
                </a:lnTo>
                <a:lnTo>
                  <a:pt x="113330" y="320686"/>
                </a:lnTo>
                <a:lnTo>
                  <a:pt x="117750" y="323135"/>
                </a:lnTo>
                <a:lnTo>
                  <a:pt x="118524" y="321735"/>
                </a:lnTo>
                <a:lnTo>
                  <a:pt x="119316" y="320317"/>
                </a:lnTo>
                <a:close/>
                <a:moveTo>
                  <a:pt x="197667" y="311108"/>
                </a:moveTo>
                <a:cubicBezTo>
                  <a:pt x="194315" y="312250"/>
                  <a:pt x="193468" y="317960"/>
                  <a:pt x="192971" y="318292"/>
                </a:cubicBezTo>
                <a:lnTo>
                  <a:pt x="192546" y="319273"/>
                </a:lnTo>
                <a:lnTo>
                  <a:pt x="192547" y="319249"/>
                </a:lnTo>
                <a:lnTo>
                  <a:pt x="192492" y="319397"/>
                </a:lnTo>
                <a:lnTo>
                  <a:pt x="192546" y="319273"/>
                </a:lnTo>
                <a:lnTo>
                  <a:pt x="192455" y="321035"/>
                </a:lnTo>
                <a:lnTo>
                  <a:pt x="216215" y="319857"/>
                </a:lnTo>
                <a:lnTo>
                  <a:pt x="210744" y="319857"/>
                </a:lnTo>
                <a:cubicBezTo>
                  <a:pt x="210744" y="319857"/>
                  <a:pt x="211076" y="313042"/>
                  <a:pt x="207061" y="311495"/>
                </a:cubicBezTo>
                <a:cubicBezTo>
                  <a:pt x="204070" y="310276"/>
                  <a:pt x="200747" y="310138"/>
                  <a:pt x="197667" y="311108"/>
                </a:cubicBezTo>
                <a:close/>
                <a:moveTo>
                  <a:pt x="221778" y="311071"/>
                </a:moveTo>
                <a:lnTo>
                  <a:pt x="221778" y="311127"/>
                </a:lnTo>
                <a:cubicBezTo>
                  <a:pt x="222496" y="311127"/>
                  <a:pt x="222607" y="311826"/>
                  <a:pt x="222496" y="312692"/>
                </a:cubicBezTo>
                <a:cubicBezTo>
                  <a:pt x="222386" y="313558"/>
                  <a:pt x="222423" y="317334"/>
                  <a:pt x="221760" y="317334"/>
                </a:cubicBezTo>
                <a:cubicBezTo>
                  <a:pt x="221097" y="317334"/>
                  <a:pt x="221318" y="314331"/>
                  <a:pt x="221318" y="312913"/>
                </a:cubicBezTo>
                <a:cubicBezTo>
                  <a:pt x="221318" y="311495"/>
                  <a:pt x="221318" y="311071"/>
                  <a:pt x="221778" y="311071"/>
                </a:cubicBezTo>
                <a:close/>
                <a:moveTo>
                  <a:pt x="190669" y="311071"/>
                </a:moveTo>
                <a:lnTo>
                  <a:pt x="190669" y="311127"/>
                </a:lnTo>
                <a:cubicBezTo>
                  <a:pt x="191388" y="311127"/>
                  <a:pt x="191498" y="311826"/>
                  <a:pt x="191388" y="312692"/>
                </a:cubicBezTo>
                <a:cubicBezTo>
                  <a:pt x="191277" y="313558"/>
                  <a:pt x="191314" y="317334"/>
                  <a:pt x="190651" y="317334"/>
                </a:cubicBezTo>
                <a:cubicBezTo>
                  <a:pt x="189988" y="317334"/>
                  <a:pt x="190209" y="314331"/>
                  <a:pt x="190209" y="312913"/>
                </a:cubicBezTo>
                <a:cubicBezTo>
                  <a:pt x="190209" y="311495"/>
                  <a:pt x="190209" y="311071"/>
                  <a:pt x="190669" y="311071"/>
                </a:cubicBezTo>
                <a:close/>
                <a:moveTo>
                  <a:pt x="153758" y="310887"/>
                </a:moveTo>
                <a:cubicBezTo>
                  <a:pt x="153758" y="310887"/>
                  <a:pt x="154532" y="310537"/>
                  <a:pt x="154753" y="311034"/>
                </a:cubicBezTo>
                <a:cubicBezTo>
                  <a:pt x="154915" y="313020"/>
                  <a:pt x="154957" y="315013"/>
                  <a:pt x="154882" y="317002"/>
                </a:cubicBezTo>
                <a:cubicBezTo>
                  <a:pt x="154882" y="317462"/>
                  <a:pt x="153979" y="317647"/>
                  <a:pt x="153758" y="317002"/>
                </a:cubicBezTo>
                <a:cubicBezTo>
                  <a:pt x="153648" y="314978"/>
                  <a:pt x="153648" y="312948"/>
                  <a:pt x="153758" y="310924"/>
                </a:cubicBezTo>
                <a:close/>
                <a:moveTo>
                  <a:pt x="216621" y="310795"/>
                </a:moveTo>
                <a:cubicBezTo>
                  <a:pt x="217081" y="310795"/>
                  <a:pt x="217302" y="311772"/>
                  <a:pt x="217302" y="312637"/>
                </a:cubicBezTo>
                <a:cubicBezTo>
                  <a:pt x="217302" y="313503"/>
                  <a:pt x="217266" y="317187"/>
                  <a:pt x="216713" y="317187"/>
                </a:cubicBezTo>
                <a:cubicBezTo>
                  <a:pt x="216160" y="317187"/>
                  <a:pt x="215847" y="314148"/>
                  <a:pt x="215847" y="312785"/>
                </a:cubicBezTo>
                <a:cubicBezTo>
                  <a:pt x="215847" y="311422"/>
                  <a:pt x="215847" y="310851"/>
                  <a:pt x="216621" y="310851"/>
                </a:cubicBezTo>
                <a:close/>
                <a:moveTo>
                  <a:pt x="185512" y="310795"/>
                </a:moveTo>
                <a:cubicBezTo>
                  <a:pt x="185972" y="310795"/>
                  <a:pt x="186193" y="311845"/>
                  <a:pt x="186193" y="312637"/>
                </a:cubicBezTo>
                <a:cubicBezTo>
                  <a:pt x="186193" y="313429"/>
                  <a:pt x="186175" y="317279"/>
                  <a:pt x="185622" y="317279"/>
                </a:cubicBezTo>
                <a:cubicBezTo>
                  <a:pt x="185070" y="317279"/>
                  <a:pt x="184738" y="314148"/>
                  <a:pt x="184738" y="312785"/>
                </a:cubicBezTo>
                <a:cubicBezTo>
                  <a:pt x="184738" y="311422"/>
                  <a:pt x="184738" y="310851"/>
                  <a:pt x="185512" y="310851"/>
                </a:cubicBezTo>
                <a:close/>
                <a:moveTo>
                  <a:pt x="461307" y="310541"/>
                </a:moveTo>
                <a:lnTo>
                  <a:pt x="461372" y="323319"/>
                </a:lnTo>
                <a:lnTo>
                  <a:pt x="472608" y="323319"/>
                </a:lnTo>
                <a:cubicBezTo>
                  <a:pt x="474576" y="323488"/>
                  <a:pt x="476531" y="322890"/>
                  <a:pt x="478067" y="321649"/>
                </a:cubicBezTo>
                <a:cubicBezTo>
                  <a:pt x="479341" y="320253"/>
                  <a:pt x="479990" y="318398"/>
                  <a:pt x="479865" y="316512"/>
                </a:cubicBezTo>
                <a:cubicBezTo>
                  <a:pt x="479983" y="314805"/>
                  <a:pt x="479294" y="313141"/>
                  <a:pt x="478002" y="312017"/>
                </a:cubicBezTo>
                <a:cubicBezTo>
                  <a:pt x="476369" y="310891"/>
                  <a:pt x="474393" y="310369"/>
                  <a:pt x="472416" y="310541"/>
                </a:cubicBezTo>
                <a:close/>
                <a:moveTo>
                  <a:pt x="159173" y="310464"/>
                </a:moveTo>
                <a:cubicBezTo>
                  <a:pt x="159854" y="310390"/>
                  <a:pt x="159689" y="312140"/>
                  <a:pt x="159689" y="312637"/>
                </a:cubicBezTo>
                <a:cubicBezTo>
                  <a:pt x="159689" y="313134"/>
                  <a:pt x="159725" y="316965"/>
                  <a:pt x="159173" y="316965"/>
                </a:cubicBezTo>
                <a:cubicBezTo>
                  <a:pt x="158620" y="316965"/>
                  <a:pt x="158620" y="313705"/>
                  <a:pt x="158620" y="312637"/>
                </a:cubicBezTo>
                <a:cubicBezTo>
                  <a:pt x="158620" y="311569"/>
                  <a:pt x="158510" y="310464"/>
                  <a:pt x="159173" y="310464"/>
                </a:cubicBezTo>
                <a:close/>
                <a:moveTo>
                  <a:pt x="156153" y="310040"/>
                </a:moveTo>
                <a:lnTo>
                  <a:pt x="156157" y="310164"/>
                </a:lnTo>
                <a:lnTo>
                  <a:pt x="156153" y="310169"/>
                </a:lnTo>
                <a:close/>
                <a:moveTo>
                  <a:pt x="156455" y="309799"/>
                </a:moveTo>
                <a:cubicBezTo>
                  <a:pt x="156793" y="309593"/>
                  <a:pt x="157235" y="309701"/>
                  <a:pt x="157442" y="310040"/>
                </a:cubicBezTo>
                <a:cubicBezTo>
                  <a:pt x="157663" y="310335"/>
                  <a:pt x="157663" y="316984"/>
                  <a:pt x="157663" y="317408"/>
                </a:cubicBezTo>
                <a:cubicBezTo>
                  <a:pt x="157663" y="317831"/>
                  <a:pt x="156613" y="317758"/>
                  <a:pt x="156392" y="317408"/>
                </a:cubicBezTo>
                <a:lnTo>
                  <a:pt x="156157" y="310164"/>
                </a:lnTo>
                <a:close/>
                <a:moveTo>
                  <a:pt x="219420" y="309524"/>
                </a:moveTo>
                <a:cubicBezTo>
                  <a:pt x="220360" y="309524"/>
                  <a:pt x="220083" y="310869"/>
                  <a:pt x="220083" y="312287"/>
                </a:cubicBezTo>
                <a:cubicBezTo>
                  <a:pt x="220083" y="313705"/>
                  <a:pt x="220323" y="317647"/>
                  <a:pt x="219310" y="317647"/>
                </a:cubicBezTo>
                <a:cubicBezTo>
                  <a:pt x="218297" y="317647"/>
                  <a:pt x="218518" y="313503"/>
                  <a:pt x="218518" y="312213"/>
                </a:cubicBezTo>
                <a:cubicBezTo>
                  <a:pt x="218518" y="310924"/>
                  <a:pt x="218297" y="309524"/>
                  <a:pt x="219420" y="309524"/>
                </a:cubicBezTo>
                <a:close/>
                <a:moveTo>
                  <a:pt x="188311" y="309524"/>
                </a:moveTo>
                <a:cubicBezTo>
                  <a:pt x="189269" y="309524"/>
                  <a:pt x="188974" y="310869"/>
                  <a:pt x="188974" y="312287"/>
                </a:cubicBezTo>
                <a:cubicBezTo>
                  <a:pt x="188974" y="313705"/>
                  <a:pt x="189214" y="317647"/>
                  <a:pt x="188201" y="317647"/>
                </a:cubicBezTo>
                <a:cubicBezTo>
                  <a:pt x="187188" y="317647"/>
                  <a:pt x="187409" y="313503"/>
                  <a:pt x="187409" y="312213"/>
                </a:cubicBezTo>
                <a:cubicBezTo>
                  <a:pt x="187409" y="310924"/>
                  <a:pt x="187188" y="309524"/>
                  <a:pt x="188311" y="309524"/>
                </a:cubicBezTo>
                <a:close/>
                <a:moveTo>
                  <a:pt x="138600" y="308953"/>
                </a:moveTo>
                <a:lnTo>
                  <a:pt x="138711" y="309055"/>
                </a:lnTo>
                <a:lnTo>
                  <a:pt x="138544" y="309027"/>
                </a:lnTo>
                <a:close/>
                <a:moveTo>
                  <a:pt x="275063" y="307958"/>
                </a:moveTo>
                <a:lnTo>
                  <a:pt x="264730" y="314663"/>
                </a:lnTo>
                <a:lnTo>
                  <a:pt x="274639" y="329913"/>
                </a:lnTo>
                <a:lnTo>
                  <a:pt x="285248" y="322951"/>
                </a:lnTo>
                <a:lnTo>
                  <a:pt x="284364" y="321588"/>
                </a:lnTo>
                <a:lnTo>
                  <a:pt x="283498" y="320244"/>
                </a:lnTo>
                <a:lnTo>
                  <a:pt x="275781" y="325253"/>
                </a:lnTo>
                <a:lnTo>
                  <a:pt x="273184" y="321293"/>
                </a:lnTo>
                <a:lnTo>
                  <a:pt x="280109" y="316873"/>
                </a:lnTo>
                <a:lnTo>
                  <a:pt x="279262" y="315547"/>
                </a:lnTo>
                <a:lnTo>
                  <a:pt x="278415" y="314239"/>
                </a:lnTo>
                <a:lnTo>
                  <a:pt x="271545" y="318696"/>
                </a:lnTo>
                <a:lnTo>
                  <a:pt x="269445" y="315455"/>
                </a:lnTo>
                <a:lnTo>
                  <a:pt x="276812" y="310666"/>
                </a:lnTo>
                <a:lnTo>
                  <a:pt x="275947" y="309303"/>
                </a:lnTo>
                <a:close/>
                <a:moveTo>
                  <a:pt x="94616" y="306117"/>
                </a:moveTo>
                <a:cubicBezTo>
                  <a:pt x="93032" y="306279"/>
                  <a:pt x="91607" y="307144"/>
                  <a:pt x="90730" y="308474"/>
                </a:cubicBezTo>
                <a:cubicBezTo>
                  <a:pt x="89870" y="309458"/>
                  <a:pt x="89511" y="310782"/>
                  <a:pt x="89754" y="312066"/>
                </a:cubicBezTo>
                <a:cubicBezTo>
                  <a:pt x="90445" y="313865"/>
                  <a:pt x="91491" y="315506"/>
                  <a:pt x="92830" y="316891"/>
                </a:cubicBezTo>
                <a:cubicBezTo>
                  <a:pt x="93531" y="317610"/>
                  <a:pt x="94106" y="318446"/>
                  <a:pt x="94524" y="319359"/>
                </a:cubicBezTo>
                <a:cubicBezTo>
                  <a:pt x="94703" y="319921"/>
                  <a:pt x="94578" y="320535"/>
                  <a:pt x="94193" y="320980"/>
                </a:cubicBezTo>
                <a:cubicBezTo>
                  <a:pt x="93806" y="321533"/>
                  <a:pt x="93148" y="321829"/>
                  <a:pt x="92480" y="321754"/>
                </a:cubicBezTo>
                <a:cubicBezTo>
                  <a:pt x="91574" y="321632"/>
                  <a:pt x="90719" y="321264"/>
                  <a:pt x="90012" y="320686"/>
                </a:cubicBezTo>
                <a:cubicBezTo>
                  <a:pt x="89240" y="320199"/>
                  <a:pt x="88675" y="319446"/>
                  <a:pt x="88428" y="318567"/>
                </a:cubicBezTo>
                <a:cubicBezTo>
                  <a:pt x="88242" y="317739"/>
                  <a:pt x="88431" y="316869"/>
                  <a:pt x="88943" y="316191"/>
                </a:cubicBezTo>
                <a:lnTo>
                  <a:pt x="86217" y="314221"/>
                </a:lnTo>
                <a:cubicBezTo>
                  <a:pt x="85193" y="315591"/>
                  <a:pt x="84786" y="317326"/>
                  <a:pt x="85094" y="319009"/>
                </a:cubicBezTo>
                <a:cubicBezTo>
                  <a:pt x="85560" y="320748"/>
                  <a:pt x="86658" y="322251"/>
                  <a:pt x="88170" y="323227"/>
                </a:cubicBezTo>
                <a:cubicBezTo>
                  <a:pt x="89573" y="324356"/>
                  <a:pt x="91323" y="324968"/>
                  <a:pt x="93124" y="324959"/>
                </a:cubicBezTo>
                <a:cubicBezTo>
                  <a:pt x="94695" y="324872"/>
                  <a:pt x="96134" y="324054"/>
                  <a:pt x="97011" y="322748"/>
                </a:cubicBezTo>
                <a:cubicBezTo>
                  <a:pt x="97893" y="321734"/>
                  <a:pt x="98318" y="320402"/>
                  <a:pt x="98189" y="319065"/>
                </a:cubicBezTo>
                <a:cubicBezTo>
                  <a:pt x="97648" y="317357"/>
                  <a:pt x="96709" y="315803"/>
                  <a:pt x="95445" y="314534"/>
                </a:cubicBezTo>
                <a:cubicBezTo>
                  <a:pt x="94655" y="313685"/>
                  <a:pt x="93970" y="312745"/>
                  <a:pt x="93401" y="311734"/>
                </a:cubicBezTo>
                <a:cubicBezTo>
                  <a:pt x="93135" y="311266"/>
                  <a:pt x="93180" y="310684"/>
                  <a:pt x="93511" y="310261"/>
                </a:cubicBezTo>
                <a:cubicBezTo>
                  <a:pt x="93880" y="309699"/>
                  <a:pt x="94482" y="309334"/>
                  <a:pt x="95150" y="309266"/>
                </a:cubicBezTo>
                <a:cubicBezTo>
                  <a:pt x="95900" y="309244"/>
                  <a:pt x="96633" y="309493"/>
                  <a:pt x="97213" y="309966"/>
                </a:cubicBezTo>
                <a:cubicBezTo>
                  <a:pt x="97959" y="310458"/>
                  <a:pt x="98514" y="311193"/>
                  <a:pt x="98779" y="312047"/>
                </a:cubicBezTo>
                <a:cubicBezTo>
                  <a:pt x="99004" y="312823"/>
                  <a:pt x="98877" y="313659"/>
                  <a:pt x="98429" y="314331"/>
                </a:cubicBezTo>
                <a:lnTo>
                  <a:pt x="101173" y="316339"/>
                </a:lnTo>
                <a:lnTo>
                  <a:pt x="101173" y="316302"/>
                </a:lnTo>
                <a:cubicBezTo>
                  <a:pt x="102100" y="314945"/>
                  <a:pt x="102452" y="313276"/>
                  <a:pt x="102150" y="311661"/>
                </a:cubicBezTo>
                <a:cubicBezTo>
                  <a:pt x="101768" y="310025"/>
                  <a:pt x="100781" y="308598"/>
                  <a:pt x="99387" y="307664"/>
                </a:cubicBezTo>
                <a:cubicBezTo>
                  <a:pt x="98044" y="306571"/>
                  <a:pt x="96344" y="306021"/>
                  <a:pt x="94616" y="306117"/>
                </a:cubicBezTo>
                <a:close/>
                <a:moveTo>
                  <a:pt x="289079" y="297939"/>
                </a:moveTo>
                <a:cubicBezTo>
                  <a:pt x="287270" y="297904"/>
                  <a:pt x="285517" y="298563"/>
                  <a:pt x="284180" y="299781"/>
                </a:cubicBezTo>
                <a:cubicBezTo>
                  <a:pt x="282480" y="301103"/>
                  <a:pt x="281509" y="303153"/>
                  <a:pt x="281564" y="305306"/>
                </a:cubicBezTo>
                <a:cubicBezTo>
                  <a:pt x="281743" y="307829"/>
                  <a:pt x="282784" y="310217"/>
                  <a:pt x="284511" y="312066"/>
                </a:cubicBezTo>
                <a:cubicBezTo>
                  <a:pt x="286007" y="314051"/>
                  <a:pt x="288151" y="315453"/>
                  <a:pt x="290571" y="316026"/>
                </a:cubicBezTo>
                <a:cubicBezTo>
                  <a:pt x="294653" y="316654"/>
                  <a:pt x="298474" y="313862"/>
                  <a:pt x="299117" y="309782"/>
                </a:cubicBezTo>
                <a:lnTo>
                  <a:pt x="299080" y="309745"/>
                </a:lnTo>
                <a:cubicBezTo>
                  <a:pt x="299209" y="307887"/>
                  <a:pt x="298668" y="306043"/>
                  <a:pt x="297552" y="304551"/>
                </a:cubicBezTo>
                <a:lnTo>
                  <a:pt x="294863" y="306798"/>
                </a:lnTo>
                <a:cubicBezTo>
                  <a:pt x="295450" y="307594"/>
                  <a:pt x="295732" y="308574"/>
                  <a:pt x="295655" y="309561"/>
                </a:cubicBezTo>
                <a:cubicBezTo>
                  <a:pt x="295629" y="309769"/>
                  <a:pt x="295584" y="309975"/>
                  <a:pt x="295522" y="310176"/>
                </a:cubicBezTo>
                <a:cubicBezTo>
                  <a:pt x="294927" y="312121"/>
                  <a:pt x="292866" y="313215"/>
                  <a:pt x="290921" y="312618"/>
                </a:cubicBezTo>
                <a:cubicBezTo>
                  <a:pt x="289447" y="312060"/>
                  <a:pt x="288169" y="311088"/>
                  <a:pt x="287237" y="309819"/>
                </a:cubicBezTo>
                <a:cubicBezTo>
                  <a:pt x="286114" y="308629"/>
                  <a:pt x="285359" y="307137"/>
                  <a:pt x="285064" y="305527"/>
                </a:cubicBezTo>
                <a:cubicBezTo>
                  <a:pt x="284874" y="304295"/>
                  <a:pt x="285351" y="303055"/>
                  <a:pt x="286316" y="302267"/>
                </a:cubicBezTo>
                <a:cubicBezTo>
                  <a:pt x="287002" y="301644"/>
                  <a:pt x="287895" y="301302"/>
                  <a:pt x="288821" y="301309"/>
                </a:cubicBezTo>
                <a:cubicBezTo>
                  <a:pt x="289722" y="301330"/>
                  <a:pt x="290582" y="301700"/>
                  <a:pt x="291216" y="302341"/>
                </a:cubicBezTo>
                <a:lnTo>
                  <a:pt x="293905" y="300094"/>
                </a:lnTo>
                <a:cubicBezTo>
                  <a:pt x="292628" y="298790"/>
                  <a:pt x="290903" y="298020"/>
                  <a:pt x="289079" y="297939"/>
                </a:cubicBezTo>
                <a:close/>
                <a:moveTo>
                  <a:pt x="193240" y="297476"/>
                </a:moveTo>
                <a:lnTo>
                  <a:pt x="193277" y="297476"/>
                </a:lnTo>
                <a:lnTo>
                  <a:pt x="193277" y="302394"/>
                </a:lnTo>
                <a:lnTo>
                  <a:pt x="189096" y="302394"/>
                </a:lnTo>
                <a:close/>
                <a:moveTo>
                  <a:pt x="203083" y="296373"/>
                </a:moveTo>
                <a:cubicBezTo>
                  <a:pt x="205036" y="296373"/>
                  <a:pt x="205809" y="297994"/>
                  <a:pt x="205809" y="300720"/>
                </a:cubicBezTo>
                <a:cubicBezTo>
                  <a:pt x="205809" y="303446"/>
                  <a:pt x="204962" y="305067"/>
                  <a:pt x="203083" y="305067"/>
                </a:cubicBezTo>
                <a:cubicBezTo>
                  <a:pt x="201205" y="305067"/>
                  <a:pt x="200357" y="303428"/>
                  <a:pt x="200357" y="300720"/>
                </a:cubicBezTo>
                <a:cubicBezTo>
                  <a:pt x="200357" y="298013"/>
                  <a:pt x="201241" y="296373"/>
                  <a:pt x="203083" y="296373"/>
                </a:cubicBezTo>
                <a:close/>
                <a:moveTo>
                  <a:pt x="180410" y="296373"/>
                </a:moveTo>
                <a:cubicBezTo>
                  <a:pt x="182289" y="296373"/>
                  <a:pt x="183044" y="297460"/>
                  <a:pt x="183044" y="298694"/>
                </a:cubicBezTo>
                <a:cubicBezTo>
                  <a:pt x="183057" y="298836"/>
                  <a:pt x="183055" y="298978"/>
                  <a:pt x="183040" y="299120"/>
                </a:cubicBezTo>
                <a:cubicBezTo>
                  <a:pt x="182915" y="300374"/>
                  <a:pt x="181793" y="301289"/>
                  <a:pt x="180539" y="301162"/>
                </a:cubicBezTo>
                <a:cubicBezTo>
                  <a:pt x="179452" y="301162"/>
                  <a:pt x="177905" y="300904"/>
                  <a:pt x="177905" y="298805"/>
                </a:cubicBezTo>
                <a:cubicBezTo>
                  <a:pt x="177902" y="298716"/>
                  <a:pt x="177903" y="298628"/>
                  <a:pt x="177909" y="298539"/>
                </a:cubicBezTo>
                <a:cubicBezTo>
                  <a:pt x="178003" y="297250"/>
                  <a:pt x="179121" y="296281"/>
                  <a:pt x="180410" y="296373"/>
                </a:cubicBezTo>
                <a:close/>
                <a:moveTo>
                  <a:pt x="179898" y="295253"/>
                </a:moveTo>
                <a:cubicBezTo>
                  <a:pt x="177862" y="295272"/>
                  <a:pt x="176229" y="296935"/>
                  <a:pt x="176247" y="298970"/>
                </a:cubicBezTo>
                <a:cubicBezTo>
                  <a:pt x="176251" y="299053"/>
                  <a:pt x="176256" y="299136"/>
                  <a:pt x="176265" y="299217"/>
                </a:cubicBezTo>
                <a:cubicBezTo>
                  <a:pt x="176492" y="301239"/>
                  <a:pt x="178314" y="302696"/>
                  <a:pt x="180336" y="302470"/>
                </a:cubicBezTo>
                <a:cubicBezTo>
                  <a:pt x="181482" y="302553"/>
                  <a:pt x="182596" y="302072"/>
                  <a:pt x="183320" y="301181"/>
                </a:cubicBezTo>
                <a:cubicBezTo>
                  <a:pt x="182915" y="303999"/>
                  <a:pt x="182030" y="305233"/>
                  <a:pt x="180189" y="305233"/>
                </a:cubicBezTo>
                <a:cubicBezTo>
                  <a:pt x="180061" y="305257"/>
                  <a:pt x="179933" y="305268"/>
                  <a:pt x="179805" y="305266"/>
                </a:cubicBezTo>
                <a:cubicBezTo>
                  <a:pt x="178787" y="305247"/>
                  <a:pt x="177978" y="304407"/>
                  <a:pt x="177997" y="303391"/>
                </a:cubicBezTo>
                <a:lnTo>
                  <a:pt x="176358" y="303391"/>
                </a:lnTo>
                <a:cubicBezTo>
                  <a:pt x="176358" y="304459"/>
                  <a:pt x="177186" y="306301"/>
                  <a:pt x="180225" y="306301"/>
                </a:cubicBezTo>
                <a:lnTo>
                  <a:pt x="180225" y="306356"/>
                </a:lnTo>
                <a:cubicBezTo>
                  <a:pt x="184775" y="306356"/>
                  <a:pt x="184959" y="301346"/>
                  <a:pt x="184996" y="300315"/>
                </a:cubicBezTo>
                <a:cubicBezTo>
                  <a:pt x="184996" y="298565"/>
                  <a:pt x="184572" y="295287"/>
                  <a:pt x="180428" y="295287"/>
                </a:cubicBezTo>
                <a:cubicBezTo>
                  <a:pt x="180251" y="295263"/>
                  <a:pt x="180074" y="295252"/>
                  <a:pt x="179898" y="295253"/>
                </a:cubicBezTo>
                <a:close/>
                <a:moveTo>
                  <a:pt x="203083" y="295231"/>
                </a:moveTo>
                <a:cubicBezTo>
                  <a:pt x="199344" y="295231"/>
                  <a:pt x="198626" y="298547"/>
                  <a:pt x="198626" y="300757"/>
                </a:cubicBezTo>
                <a:cubicBezTo>
                  <a:pt x="198626" y="302967"/>
                  <a:pt x="199399" y="306283"/>
                  <a:pt x="203083" y="306283"/>
                </a:cubicBezTo>
                <a:lnTo>
                  <a:pt x="203083" y="306356"/>
                </a:lnTo>
                <a:cubicBezTo>
                  <a:pt x="206877" y="306356"/>
                  <a:pt x="207540" y="302967"/>
                  <a:pt x="207540" y="300757"/>
                </a:cubicBezTo>
                <a:cubicBezTo>
                  <a:pt x="207540" y="298547"/>
                  <a:pt x="206822" y="295231"/>
                  <a:pt x="203083" y="295231"/>
                </a:cubicBezTo>
                <a:close/>
                <a:moveTo>
                  <a:pt x="193155" y="295158"/>
                </a:moveTo>
                <a:lnTo>
                  <a:pt x="187206" y="302028"/>
                </a:lnTo>
                <a:lnTo>
                  <a:pt x="187206" y="303354"/>
                </a:lnTo>
                <a:lnTo>
                  <a:pt x="192879" y="303354"/>
                </a:lnTo>
                <a:lnTo>
                  <a:pt x="192879" y="306006"/>
                </a:lnTo>
                <a:lnTo>
                  <a:pt x="194518" y="306006"/>
                </a:lnTo>
                <a:lnTo>
                  <a:pt x="194518" y="303354"/>
                </a:lnTo>
                <a:lnTo>
                  <a:pt x="196360" y="303354"/>
                </a:lnTo>
                <a:lnTo>
                  <a:pt x="196360" y="302194"/>
                </a:lnTo>
                <a:lnTo>
                  <a:pt x="194518" y="302194"/>
                </a:lnTo>
                <a:lnTo>
                  <a:pt x="194518" y="295158"/>
                </a:lnTo>
                <a:close/>
                <a:moveTo>
                  <a:pt x="169561" y="295084"/>
                </a:moveTo>
                <a:cubicBezTo>
                  <a:pt x="169045" y="296852"/>
                  <a:pt x="168161" y="297036"/>
                  <a:pt x="166062" y="297147"/>
                </a:cubicBezTo>
                <a:lnTo>
                  <a:pt x="166062" y="298307"/>
                </a:lnTo>
                <a:lnTo>
                  <a:pt x="169101" y="298307"/>
                </a:lnTo>
                <a:lnTo>
                  <a:pt x="169101" y="306006"/>
                </a:lnTo>
                <a:lnTo>
                  <a:pt x="170832" y="306006"/>
                </a:lnTo>
                <a:lnTo>
                  <a:pt x="170832" y="295084"/>
                </a:lnTo>
                <a:close/>
                <a:moveTo>
                  <a:pt x="1444150" y="292495"/>
                </a:moveTo>
                <a:cubicBezTo>
                  <a:pt x="1443240" y="293160"/>
                  <a:pt x="1442438" y="293963"/>
                  <a:pt x="1441772" y="294872"/>
                </a:cubicBezTo>
                <a:cubicBezTo>
                  <a:pt x="1439401" y="298717"/>
                  <a:pt x="1438301" y="303210"/>
                  <a:pt x="1438626" y="307715"/>
                </a:cubicBezTo>
                <a:cubicBezTo>
                  <a:pt x="1438371" y="312011"/>
                  <a:pt x="1439472" y="316278"/>
                  <a:pt x="1441772" y="319916"/>
                </a:cubicBezTo>
                <a:cubicBezTo>
                  <a:pt x="1445414" y="324809"/>
                  <a:pt x="1452332" y="325825"/>
                  <a:pt x="1457226" y="322184"/>
                </a:cubicBezTo>
                <a:cubicBezTo>
                  <a:pt x="1458089" y="321542"/>
                  <a:pt x="1458853" y="320778"/>
                  <a:pt x="1459495" y="319916"/>
                </a:cubicBezTo>
                <a:cubicBezTo>
                  <a:pt x="1461796" y="316278"/>
                  <a:pt x="1462896" y="312010"/>
                  <a:pt x="1462642" y="307715"/>
                </a:cubicBezTo>
                <a:cubicBezTo>
                  <a:pt x="1462967" y="303210"/>
                  <a:pt x="1461866" y="298717"/>
                  <a:pt x="1459495" y="294872"/>
                </a:cubicBezTo>
                <a:cubicBezTo>
                  <a:pt x="1455914" y="289978"/>
                  <a:pt x="1449044" y="288914"/>
                  <a:pt x="1444150" y="292495"/>
                </a:cubicBezTo>
                <a:close/>
                <a:moveTo>
                  <a:pt x="1109280" y="292495"/>
                </a:moveTo>
                <a:cubicBezTo>
                  <a:pt x="1108370" y="293160"/>
                  <a:pt x="1107568" y="293963"/>
                  <a:pt x="1106902" y="294872"/>
                </a:cubicBezTo>
                <a:cubicBezTo>
                  <a:pt x="1104531" y="298717"/>
                  <a:pt x="1103431" y="303210"/>
                  <a:pt x="1103756" y="307715"/>
                </a:cubicBezTo>
                <a:cubicBezTo>
                  <a:pt x="1103501" y="312011"/>
                  <a:pt x="1104602" y="316278"/>
                  <a:pt x="1106902" y="319916"/>
                </a:cubicBezTo>
                <a:cubicBezTo>
                  <a:pt x="1110544" y="324809"/>
                  <a:pt x="1117462" y="325825"/>
                  <a:pt x="1122356" y="322184"/>
                </a:cubicBezTo>
                <a:cubicBezTo>
                  <a:pt x="1123219" y="321542"/>
                  <a:pt x="1123983" y="320778"/>
                  <a:pt x="1124625" y="319916"/>
                </a:cubicBezTo>
                <a:cubicBezTo>
                  <a:pt x="1126926" y="316278"/>
                  <a:pt x="1128026" y="312010"/>
                  <a:pt x="1127772" y="307715"/>
                </a:cubicBezTo>
                <a:cubicBezTo>
                  <a:pt x="1128097" y="303210"/>
                  <a:pt x="1126996" y="298717"/>
                  <a:pt x="1124625" y="294872"/>
                </a:cubicBezTo>
                <a:cubicBezTo>
                  <a:pt x="1121044" y="289978"/>
                  <a:pt x="1114174" y="288914"/>
                  <a:pt x="1109280" y="292495"/>
                </a:cubicBezTo>
                <a:close/>
                <a:moveTo>
                  <a:pt x="1534788" y="292463"/>
                </a:moveTo>
                <a:cubicBezTo>
                  <a:pt x="1533863" y="293135"/>
                  <a:pt x="1533050" y="293948"/>
                  <a:pt x="1532378" y="294872"/>
                </a:cubicBezTo>
                <a:cubicBezTo>
                  <a:pt x="1529984" y="298709"/>
                  <a:pt x="1528861" y="303203"/>
                  <a:pt x="1529167" y="307715"/>
                </a:cubicBezTo>
                <a:cubicBezTo>
                  <a:pt x="1528942" y="312008"/>
                  <a:pt x="1530040" y="316266"/>
                  <a:pt x="1532314" y="319916"/>
                </a:cubicBezTo>
                <a:cubicBezTo>
                  <a:pt x="1535954" y="324809"/>
                  <a:pt x="1542873" y="325825"/>
                  <a:pt x="1547767" y="322185"/>
                </a:cubicBezTo>
                <a:cubicBezTo>
                  <a:pt x="1548630" y="321542"/>
                  <a:pt x="1549394" y="320778"/>
                  <a:pt x="1550036" y="319916"/>
                </a:cubicBezTo>
                <a:lnTo>
                  <a:pt x="1550036" y="319916"/>
                </a:lnTo>
                <a:cubicBezTo>
                  <a:pt x="1552359" y="316286"/>
                  <a:pt x="1553483" y="312018"/>
                  <a:pt x="1553247" y="307715"/>
                </a:cubicBezTo>
                <a:cubicBezTo>
                  <a:pt x="1553554" y="303203"/>
                  <a:pt x="1552430" y="298709"/>
                  <a:pt x="1550036" y="294872"/>
                </a:cubicBezTo>
                <a:cubicBezTo>
                  <a:pt x="1546491" y="289996"/>
                  <a:pt x="1539664" y="288917"/>
                  <a:pt x="1534788" y="292463"/>
                </a:cubicBezTo>
                <a:close/>
                <a:moveTo>
                  <a:pt x="79955" y="291934"/>
                </a:moveTo>
                <a:lnTo>
                  <a:pt x="67541" y="305232"/>
                </a:lnTo>
                <a:lnTo>
                  <a:pt x="68738" y="306356"/>
                </a:lnTo>
                <a:lnTo>
                  <a:pt x="69935" y="307535"/>
                </a:lnTo>
                <a:lnTo>
                  <a:pt x="78868" y="297939"/>
                </a:lnTo>
                <a:lnTo>
                  <a:pt x="74982" y="312250"/>
                </a:lnTo>
                <a:lnTo>
                  <a:pt x="76253" y="313429"/>
                </a:lnTo>
                <a:lnTo>
                  <a:pt x="77524" y="314552"/>
                </a:lnTo>
                <a:lnTo>
                  <a:pt x="89920" y="301236"/>
                </a:lnTo>
                <a:lnTo>
                  <a:pt x="88722" y="300130"/>
                </a:lnTo>
                <a:lnTo>
                  <a:pt x="87544" y="299025"/>
                </a:lnTo>
                <a:lnTo>
                  <a:pt x="78832" y="308364"/>
                </a:lnTo>
                <a:lnTo>
                  <a:pt x="82626" y="294439"/>
                </a:lnTo>
                <a:lnTo>
                  <a:pt x="81281" y="293187"/>
                </a:lnTo>
                <a:close/>
                <a:moveTo>
                  <a:pt x="461307" y="291854"/>
                </a:moveTo>
                <a:lnTo>
                  <a:pt x="461372" y="302449"/>
                </a:lnTo>
                <a:lnTo>
                  <a:pt x="471967" y="302449"/>
                </a:lnTo>
                <a:cubicBezTo>
                  <a:pt x="473808" y="302567"/>
                  <a:pt x="475638" y="302070"/>
                  <a:pt x="477168" y="301037"/>
                </a:cubicBezTo>
                <a:cubicBezTo>
                  <a:pt x="478341" y="299925"/>
                  <a:pt x="478953" y="298347"/>
                  <a:pt x="478837" y="296735"/>
                </a:cubicBezTo>
                <a:cubicBezTo>
                  <a:pt x="478928" y="295282"/>
                  <a:pt x="478244" y="293890"/>
                  <a:pt x="477040" y="293075"/>
                </a:cubicBezTo>
                <a:cubicBezTo>
                  <a:pt x="475379" y="292140"/>
                  <a:pt x="473481" y="291716"/>
                  <a:pt x="471581" y="291854"/>
                </a:cubicBezTo>
                <a:close/>
                <a:moveTo>
                  <a:pt x="74080" y="285525"/>
                </a:moveTo>
                <a:lnTo>
                  <a:pt x="60560" y="297699"/>
                </a:lnTo>
                <a:lnTo>
                  <a:pt x="61739" y="298989"/>
                </a:lnTo>
                <a:lnTo>
                  <a:pt x="62900" y="300296"/>
                </a:lnTo>
                <a:lnTo>
                  <a:pt x="76419" y="288122"/>
                </a:lnTo>
                <a:lnTo>
                  <a:pt x="75258" y="286814"/>
                </a:lnTo>
                <a:close/>
                <a:moveTo>
                  <a:pt x="1619246" y="283662"/>
                </a:moveTo>
                <a:lnTo>
                  <a:pt x="1624704" y="283662"/>
                </a:lnTo>
                <a:lnTo>
                  <a:pt x="1630227" y="283662"/>
                </a:lnTo>
                <a:lnTo>
                  <a:pt x="1639440" y="304457"/>
                </a:lnTo>
                <a:lnTo>
                  <a:pt x="1639409" y="304531"/>
                </a:lnTo>
                <a:lnTo>
                  <a:pt x="1639473" y="304531"/>
                </a:lnTo>
                <a:lnTo>
                  <a:pt x="1639440" y="304457"/>
                </a:lnTo>
                <a:lnTo>
                  <a:pt x="1648077" y="283662"/>
                </a:lnTo>
                <a:lnTo>
                  <a:pt x="1653343" y="283662"/>
                </a:lnTo>
                <a:lnTo>
                  <a:pt x="1658544" y="283662"/>
                </a:lnTo>
                <a:lnTo>
                  <a:pt x="1643904" y="313521"/>
                </a:lnTo>
                <a:lnTo>
                  <a:pt x="1643904" y="331822"/>
                </a:lnTo>
                <a:lnTo>
                  <a:pt x="1639344" y="331822"/>
                </a:lnTo>
                <a:lnTo>
                  <a:pt x="1634657" y="331822"/>
                </a:lnTo>
                <a:lnTo>
                  <a:pt x="1634657" y="313714"/>
                </a:lnTo>
                <a:close/>
                <a:moveTo>
                  <a:pt x="1482024" y="283662"/>
                </a:moveTo>
                <a:lnTo>
                  <a:pt x="1486647" y="283662"/>
                </a:lnTo>
                <a:lnTo>
                  <a:pt x="1491271" y="283662"/>
                </a:lnTo>
                <a:lnTo>
                  <a:pt x="1491271" y="323217"/>
                </a:lnTo>
                <a:lnTo>
                  <a:pt x="1513232" y="323217"/>
                </a:lnTo>
                <a:lnTo>
                  <a:pt x="1513232" y="327519"/>
                </a:lnTo>
                <a:lnTo>
                  <a:pt x="1513232" y="331757"/>
                </a:lnTo>
                <a:lnTo>
                  <a:pt x="1482024" y="331757"/>
                </a:lnTo>
                <a:close/>
                <a:moveTo>
                  <a:pt x="1384163" y="283662"/>
                </a:moveTo>
                <a:lnTo>
                  <a:pt x="1388979" y="283662"/>
                </a:lnTo>
                <a:lnTo>
                  <a:pt x="1393795" y="283662"/>
                </a:lnTo>
                <a:lnTo>
                  <a:pt x="1411582" y="317438"/>
                </a:lnTo>
                <a:lnTo>
                  <a:pt x="1411582" y="283662"/>
                </a:lnTo>
                <a:lnTo>
                  <a:pt x="1415884" y="283662"/>
                </a:lnTo>
                <a:lnTo>
                  <a:pt x="1420250" y="283662"/>
                </a:lnTo>
                <a:lnTo>
                  <a:pt x="1420250" y="331757"/>
                </a:lnTo>
                <a:lnTo>
                  <a:pt x="1415627" y="331757"/>
                </a:lnTo>
                <a:lnTo>
                  <a:pt x="1411004" y="331757"/>
                </a:lnTo>
                <a:lnTo>
                  <a:pt x="1392767" y="297082"/>
                </a:lnTo>
                <a:lnTo>
                  <a:pt x="1392767" y="331757"/>
                </a:lnTo>
                <a:lnTo>
                  <a:pt x="1388466" y="331757"/>
                </a:lnTo>
                <a:lnTo>
                  <a:pt x="1384163" y="331757"/>
                </a:lnTo>
                <a:close/>
                <a:moveTo>
                  <a:pt x="1337287" y="283662"/>
                </a:moveTo>
                <a:lnTo>
                  <a:pt x="1341846" y="283662"/>
                </a:lnTo>
                <a:lnTo>
                  <a:pt x="1346470" y="283662"/>
                </a:lnTo>
                <a:lnTo>
                  <a:pt x="1346470" y="301706"/>
                </a:lnTo>
                <a:lnTo>
                  <a:pt x="1363807" y="301706"/>
                </a:lnTo>
                <a:lnTo>
                  <a:pt x="1363807" y="283662"/>
                </a:lnTo>
                <a:lnTo>
                  <a:pt x="1368430" y="283662"/>
                </a:lnTo>
                <a:lnTo>
                  <a:pt x="1373053" y="283662"/>
                </a:lnTo>
                <a:lnTo>
                  <a:pt x="1373053" y="331757"/>
                </a:lnTo>
                <a:lnTo>
                  <a:pt x="1368430" y="331757"/>
                </a:lnTo>
                <a:lnTo>
                  <a:pt x="1363807" y="331757"/>
                </a:lnTo>
                <a:lnTo>
                  <a:pt x="1363807" y="309990"/>
                </a:lnTo>
                <a:lnTo>
                  <a:pt x="1346470" y="309990"/>
                </a:lnTo>
                <a:lnTo>
                  <a:pt x="1346470" y="331757"/>
                </a:lnTo>
                <a:lnTo>
                  <a:pt x="1341910" y="331757"/>
                </a:lnTo>
                <a:lnTo>
                  <a:pt x="1337287" y="331757"/>
                </a:lnTo>
                <a:close/>
                <a:moveTo>
                  <a:pt x="1247005" y="283662"/>
                </a:moveTo>
                <a:lnTo>
                  <a:pt x="1279561" y="283662"/>
                </a:lnTo>
                <a:lnTo>
                  <a:pt x="1279561" y="287900"/>
                </a:lnTo>
                <a:lnTo>
                  <a:pt x="1279561" y="292202"/>
                </a:lnTo>
                <a:lnTo>
                  <a:pt x="1256252" y="292202"/>
                </a:lnTo>
                <a:lnTo>
                  <a:pt x="1256252" y="302412"/>
                </a:lnTo>
                <a:lnTo>
                  <a:pt x="1277892" y="302412"/>
                </a:lnTo>
                <a:lnTo>
                  <a:pt x="1277892" y="306522"/>
                </a:lnTo>
                <a:lnTo>
                  <a:pt x="1277892" y="310695"/>
                </a:lnTo>
                <a:lnTo>
                  <a:pt x="1256252" y="310695"/>
                </a:lnTo>
                <a:lnTo>
                  <a:pt x="1256252" y="323217"/>
                </a:lnTo>
                <a:lnTo>
                  <a:pt x="1280589" y="323217"/>
                </a:lnTo>
                <a:lnTo>
                  <a:pt x="1280589" y="327519"/>
                </a:lnTo>
                <a:lnTo>
                  <a:pt x="1280589" y="331757"/>
                </a:lnTo>
                <a:lnTo>
                  <a:pt x="1247005" y="331757"/>
                </a:lnTo>
                <a:close/>
                <a:moveTo>
                  <a:pt x="1203018" y="283662"/>
                </a:moveTo>
                <a:lnTo>
                  <a:pt x="1239041" y="283662"/>
                </a:lnTo>
                <a:lnTo>
                  <a:pt x="1239041" y="287900"/>
                </a:lnTo>
                <a:lnTo>
                  <a:pt x="1239041" y="292202"/>
                </a:lnTo>
                <a:lnTo>
                  <a:pt x="1225621" y="292202"/>
                </a:lnTo>
                <a:lnTo>
                  <a:pt x="1225621" y="331757"/>
                </a:lnTo>
                <a:lnTo>
                  <a:pt x="1221062" y="331757"/>
                </a:lnTo>
                <a:lnTo>
                  <a:pt x="1216438" y="331757"/>
                </a:lnTo>
                <a:lnTo>
                  <a:pt x="1216438" y="292202"/>
                </a:lnTo>
                <a:lnTo>
                  <a:pt x="1203018" y="292202"/>
                </a:lnTo>
                <a:lnTo>
                  <a:pt x="1203018" y="287965"/>
                </a:lnTo>
                <a:close/>
                <a:moveTo>
                  <a:pt x="1147154" y="283662"/>
                </a:moveTo>
                <a:lnTo>
                  <a:pt x="1178618" y="283662"/>
                </a:lnTo>
                <a:lnTo>
                  <a:pt x="1178618" y="287900"/>
                </a:lnTo>
                <a:lnTo>
                  <a:pt x="1178618" y="292202"/>
                </a:lnTo>
                <a:lnTo>
                  <a:pt x="1156401" y="292202"/>
                </a:lnTo>
                <a:lnTo>
                  <a:pt x="1156401" y="303119"/>
                </a:lnTo>
                <a:lnTo>
                  <a:pt x="1175793" y="303119"/>
                </a:lnTo>
                <a:lnTo>
                  <a:pt x="1175793" y="307292"/>
                </a:lnTo>
                <a:lnTo>
                  <a:pt x="1175793" y="311402"/>
                </a:lnTo>
                <a:lnTo>
                  <a:pt x="1156401" y="311402"/>
                </a:lnTo>
                <a:lnTo>
                  <a:pt x="1156401" y="331757"/>
                </a:lnTo>
                <a:lnTo>
                  <a:pt x="1151777" y="331757"/>
                </a:lnTo>
                <a:lnTo>
                  <a:pt x="1147154" y="331757"/>
                </a:lnTo>
                <a:close/>
                <a:moveTo>
                  <a:pt x="1033497" y="283662"/>
                </a:moveTo>
                <a:lnTo>
                  <a:pt x="1066118" y="283662"/>
                </a:lnTo>
                <a:lnTo>
                  <a:pt x="1066118" y="287900"/>
                </a:lnTo>
                <a:lnTo>
                  <a:pt x="1066118" y="292202"/>
                </a:lnTo>
                <a:lnTo>
                  <a:pt x="1042744" y="292202"/>
                </a:lnTo>
                <a:lnTo>
                  <a:pt x="1042744" y="302412"/>
                </a:lnTo>
                <a:lnTo>
                  <a:pt x="1064384" y="302412"/>
                </a:lnTo>
                <a:lnTo>
                  <a:pt x="1064384" y="306522"/>
                </a:lnTo>
                <a:lnTo>
                  <a:pt x="1064384" y="310695"/>
                </a:lnTo>
                <a:lnTo>
                  <a:pt x="1042744" y="310695"/>
                </a:lnTo>
                <a:lnTo>
                  <a:pt x="1042744" y="323217"/>
                </a:lnTo>
                <a:lnTo>
                  <a:pt x="1067145" y="323217"/>
                </a:lnTo>
                <a:lnTo>
                  <a:pt x="1067145" y="327519"/>
                </a:lnTo>
                <a:lnTo>
                  <a:pt x="1067145" y="331757"/>
                </a:lnTo>
                <a:lnTo>
                  <a:pt x="1033497" y="331757"/>
                </a:lnTo>
                <a:close/>
                <a:moveTo>
                  <a:pt x="989576" y="283662"/>
                </a:moveTo>
                <a:lnTo>
                  <a:pt x="1025536" y="283662"/>
                </a:lnTo>
                <a:lnTo>
                  <a:pt x="1025536" y="287900"/>
                </a:lnTo>
                <a:lnTo>
                  <a:pt x="1025536" y="292202"/>
                </a:lnTo>
                <a:lnTo>
                  <a:pt x="1012179" y="292202"/>
                </a:lnTo>
                <a:lnTo>
                  <a:pt x="1012179" y="331757"/>
                </a:lnTo>
                <a:lnTo>
                  <a:pt x="1007556" y="331757"/>
                </a:lnTo>
                <a:lnTo>
                  <a:pt x="1002933" y="331757"/>
                </a:lnTo>
                <a:lnTo>
                  <a:pt x="1002933" y="292202"/>
                </a:lnTo>
                <a:lnTo>
                  <a:pt x="989576" y="292202"/>
                </a:lnTo>
                <a:lnTo>
                  <a:pt x="989576" y="287965"/>
                </a:lnTo>
                <a:close/>
                <a:moveTo>
                  <a:pt x="902438" y="283662"/>
                </a:moveTo>
                <a:lnTo>
                  <a:pt x="938397" y="283662"/>
                </a:lnTo>
                <a:lnTo>
                  <a:pt x="938397" y="287900"/>
                </a:lnTo>
                <a:lnTo>
                  <a:pt x="938397" y="292202"/>
                </a:lnTo>
                <a:lnTo>
                  <a:pt x="925041" y="292202"/>
                </a:lnTo>
                <a:lnTo>
                  <a:pt x="925041" y="331757"/>
                </a:lnTo>
                <a:lnTo>
                  <a:pt x="920418" y="331757"/>
                </a:lnTo>
                <a:lnTo>
                  <a:pt x="915794" y="331757"/>
                </a:lnTo>
                <a:lnTo>
                  <a:pt x="915794" y="292202"/>
                </a:lnTo>
                <a:lnTo>
                  <a:pt x="902438" y="292202"/>
                </a:lnTo>
                <a:lnTo>
                  <a:pt x="902438" y="287965"/>
                </a:lnTo>
                <a:close/>
                <a:moveTo>
                  <a:pt x="885872" y="283662"/>
                </a:moveTo>
                <a:lnTo>
                  <a:pt x="890496" y="283662"/>
                </a:lnTo>
                <a:lnTo>
                  <a:pt x="895119" y="283662"/>
                </a:lnTo>
                <a:lnTo>
                  <a:pt x="895119" y="331757"/>
                </a:lnTo>
                <a:lnTo>
                  <a:pt x="890560" y="331757"/>
                </a:lnTo>
                <a:lnTo>
                  <a:pt x="885872" y="331757"/>
                </a:lnTo>
                <a:close/>
                <a:moveTo>
                  <a:pt x="842721" y="283662"/>
                </a:moveTo>
                <a:lnTo>
                  <a:pt x="878680" y="283662"/>
                </a:lnTo>
                <a:lnTo>
                  <a:pt x="878680" y="287900"/>
                </a:lnTo>
                <a:lnTo>
                  <a:pt x="878680" y="292202"/>
                </a:lnTo>
                <a:lnTo>
                  <a:pt x="865324" y="292202"/>
                </a:lnTo>
                <a:lnTo>
                  <a:pt x="865324" y="331757"/>
                </a:lnTo>
                <a:lnTo>
                  <a:pt x="860701" y="331757"/>
                </a:lnTo>
                <a:lnTo>
                  <a:pt x="856077" y="331757"/>
                </a:lnTo>
                <a:lnTo>
                  <a:pt x="856077" y="292202"/>
                </a:lnTo>
                <a:lnTo>
                  <a:pt x="842721" y="292202"/>
                </a:lnTo>
                <a:lnTo>
                  <a:pt x="842721" y="287965"/>
                </a:lnTo>
                <a:close/>
                <a:moveTo>
                  <a:pt x="755455" y="283662"/>
                </a:moveTo>
                <a:lnTo>
                  <a:pt x="760335" y="283662"/>
                </a:lnTo>
                <a:lnTo>
                  <a:pt x="765151" y="283662"/>
                </a:lnTo>
                <a:lnTo>
                  <a:pt x="782938" y="317438"/>
                </a:lnTo>
                <a:lnTo>
                  <a:pt x="782938" y="283662"/>
                </a:lnTo>
                <a:lnTo>
                  <a:pt x="787240" y="283662"/>
                </a:lnTo>
                <a:lnTo>
                  <a:pt x="791607" y="283662"/>
                </a:lnTo>
                <a:lnTo>
                  <a:pt x="791607" y="331757"/>
                </a:lnTo>
                <a:lnTo>
                  <a:pt x="786983" y="331757"/>
                </a:lnTo>
                <a:lnTo>
                  <a:pt x="782360" y="331757"/>
                </a:lnTo>
                <a:lnTo>
                  <a:pt x="764124" y="297082"/>
                </a:lnTo>
                <a:lnTo>
                  <a:pt x="764124" y="331757"/>
                </a:lnTo>
                <a:lnTo>
                  <a:pt x="759821" y="331757"/>
                </a:lnTo>
                <a:lnTo>
                  <a:pt x="755455" y="331757"/>
                </a:lnTo>
                <a:close/>
                <a:moveTo>
                  <a:pt x="735614" y="283662"/>
                </a:moveTo>
                <a:lnTo>
                  <a:pt x="740173" y="283662"/>
                </a:lnTo>
                <a:lnTo>
                  <a:pt x="744861" y="283662"/>
                </a:lnTo>
                <a:lnTo>
                  <a:pt x="744861" y="331757"/>
                </a:lnTo>
                <a:lnTo>
                  <a:pt x="740237" y="331757"/>
                </a:lnTo>
                <a:lnTo>
                  <a:pt x="735614" y="331757"/>
                </a:lnTo>
                <a:close/>
                <a:moveTo>
                  <a:pt x="618874" y="283662"/>
                </a:moveTo>
                <a:lnTo>
                  <a:pt x="623690" y="283662"/>
                </a:lnTo>
                <a:lnTo>
                  <a:pt x="628570" y="283662"/>
                </a:lnTo>
                <a:lnTo>
                  <a:pt x="646293" y="317438"/>
                </a:lnTo>
                <a:lnTo>
                  <a:pt x="646293" y="283662"/>
                </a:lnTo>
                <a:lnTo>
                  <a:pt x="650595" y="283662"/>
                </a:lnTo>
                <a:lnTo>
                  <a:pt x="654961" y="283662"/>
                </a:lnTo>
                <a:lnTo>
                  <a:pt x="654961" y="331757"/>
                </a:lnTo>
                <a:lnTo>
                  <a:pt x="650338" y="331757"/>
                </a:lnTo>
                <a:lnTo>
                  <a:pt x="645715" y="331757"/>
                </a:lnTo>
                <a:lnTo>
                  <a:pt x="627478" y="297082"/>
                </a:lnTo>
                <a:lnTo>
                  <a:pt x="627478" y="331757"/>
                </a:lnTo>
                <a:lnTo>
                  <a:pt x="623176" y="331757"/>
                </a:lnTo>
                <a:lnTo>
                  <a:pt x="618874" y="331757"/>
                </a:lnTo>
                <a:close/>
                <a:moveTo>
                  <a:pt x="598969" y="283662"/>
                </a:moveTo>
                <a:lnTo>
                  <a:pt x="603592" y="283662"/>
                </a:lnTo>
                <a:lnTo>
                  <a:pt x="608216" y="283662"/>
                </a:lnTo>
                <a:lnTo>
                  <a:pt x="608216" y="331757"/>
                </a:lnTo>
                <a:lnTo>
                  <a:pt x="603592" y="331757"/>
                </a:lnTo>
                <a:lnTo>
                  <a:pt x="598969" y="331757"/>
                </a:lnTo>
                <a:close/>
                <a:moveTo>
                  <a:pt x="542590" y="283662"/>
                </a:moveTo>
                <a:lnTo>
                  <a:pt x="547214" y="283662"/>
                </a:lnTo>
                <a:lnTo>
                  <a:pt x="551837" y="283662"/>
                </a:lnTo>
                <a:lnTo>
                  <a:pt x="551837" y="331757"/>
                </a:lnTo>
                <a:lnTo>
                  <a:pt x="547278" y="331757"/>
                </a:lnTo>
                <a:lnTo>
                  <a:pt x="542590" y="331757"/>
                </a:lnTo>
                <a:close/>
                <a:moveTo>
                  <a:pt x="499760" y="283662"/>
                </a:moveTo>
                <a:lnTo>
                  <a:pt x="532316" y="283662"/>
                </a:lnTo>
                <a:lnTo>
                  <a:pt x="532316" y="287900"/>
                </a:lnTo>
                <a:lnTo>
                  <a:pt x="532316" y="292202"/>
                </a:lnTo>
                <a:lnTo>
                  <a:pt x="509007" y="292202"/>
                </a:lnTo>
                <a:lnTo>
                  <a:pt x="509007" y="302412"/>
                </a:lnTo>
                <a:lnTo>
                  <a:pt x="530646" y="302412"/>
                </a:lnTo>
                <a:lnTo>
                  <a:pt x="530646" y="306522"/>
                </a:lnTo>
                <a:lnTo>
                  <a:pt x="530646" y="310695"/>
                </a:lnTo>
                <a:lnTo>
                  <a:pt x="509007" y="310695"/>
                </a:lnTo>
                <a:lnTo>
                  <a:pt x="509007" y="323217"/>
                </a:lnTo>
                <a:lnTo>
                  <a:pt x="533344" y="323217"/>
                </a:lnTo>
                <a:lnTo>
                  <a:pt x="533344" y="327519"/>
                </a:lnTo>
                <a:lnTo>
                  <a:pt x="533344" y="331757"/>
                </a:lnTo>
                <a:lnTo>
                  <a:pt x="499760" y="331757"/>
                </a:lnTo>
                <a:close/>
                <a:moveTo>
                  <a:pt x="452510" y="283571"/>
                </a:moveTo>
                <a:lnTo>
                  <a:pt x="474149" y="283571"/>
                </a:lnTo>
                <a:cubicBezTo>
                  <a:pt x="477772" y="283357"/>
                  <a:pt x="481344" y="284502"/>
                  <a:pt x="484167" y="286781"/>
                </a:cubicBezTo>
                <a:cubicBezTo>
                  <a:pt x="486669" y="289080"/>
                  <a:pt x="488012" y="292378"/>
                  <a:pt x="487827" y="295771"/>
                </a:cubicBezTo>
                <a:cubicBezTo>
                  <a:pt x="488058" y="299287"/>
                  <a:pt x="486515" y="302685"/>
                  <a:pt x="483717" y="304825"/>
                </a:cubicBezTo>
                <a:cubicBezTo>
                  <a:pt x="483288" y="305234"/>
                  <a:pt x="482787" y="305560"/>
                  <a:pt x="482241" y="305788"/>
                </a:cubicBezTo>
                <a:cubicBezTo>
                  <a:pt x="483250" y="306193"/>
                  <a:pt x="484201" y="306733"/>
                  <a:pt x="485066" y="307394"/>
                </a:cubicBezTo>
                <a:cubicBezTo>
                  <a:pt x="487925" y="309582"/>
                  <a:pt x="489513" y="313046"/>
                  <a:pt x="489304" y="316640"/>
                </a:cubicBezTo>
                <a:cubicBezTo>
                  <a:pt x="489596" y="320806"/>
                  <a:pt x="488046" y="324890"/>
                  <a:pt x="485066" y="327814"/>
                </a:cubicBezTo>
                <a:cubicBezTo>
                  <a:pt x="481616" y="330610"/>
                  <a:pt x="477230" y="331988"/>
                  <a:pt x="472801" y="331667"/>
                </a:cubicBezTo>
                <a:lnTo>
                  <a:pt x="452703" y="331667"/>
                </a:lnTo>
                <a:close/>
                <a:moveTo>
                  <a:pt x="578688" y="283570"/>
                </a:moveTo>
                <a:lnTo>
                  <a:pt x="587870" y="283570"/>
                </a:lnTo>
                <a:lnTo>
                  <a:pt x="587870" y="318181"/>
                </a:lnTo>
                <a:cubicBezTo>
                  <a:pt x="588186" y="322194"/>
                  <a:pt x="586892" y="326168"/>
                  <a:pt x="584275" y="329226"/>
                </a:cubicBezTo>
                <a:cubicBezTo>
                  <a:pt x="581404" y="331919"/>
                  <a:pt x="577541" y="333292"/>
                  <a:pt x="573615" y="333015"/>
                </a:cubicBezTo>
                <a:cubicBezTo>
                  <a:pt x="569511" y="333365"/>
                  <a:pt x="565471" y="331829"/>
                  <a:pt x="562635" y="328841"/>
                </a:cubicBezTo>
                <a:cubicBezTo>
                  <a:pt x="560006" y="325106"/>
                  <a:pt x="558840" y="320536"/>
                  <a:pt x="559360" y="315998"/>
                </a:cubicBezTo>
                <a:lnTo>
                  <a:pt x="559360" y="313494"/>
                </a:lnTo>
                <a:lnTo>
                  <a:pt x="568157" y="313494"/>
                </a:lnTo>
                <a:lnTo>
                  <a:pt x="568157" y="316384"/>
                </a:lnTo>
                <a:cubicBezTo>
                  <a:pt x="567949" y="318596"/>
                  <a:pt x="568372" y="320823"/>
                  <a:pt x="569377" y="322805"/>
                </a:cubicBezTo>
                <a:cubicBezTo>
                  <a:pt x="570263" y="324237"/>
                  <a:pt x="571873" y="325054"/>
                  <a:pt x="573551" y="324924"/>
                </a:cubicBezTo>
                <a:cubicBezTo>
                  <a:pt x="575029" y="325069"/>
                  <a:pt x="576486" y="324496"/>
                  <a:pt x="577468" y="323383"/>
                </a:cubicBezTo>
                <a:cubicBezTo>
                  <a:pt x="578389" y="321882"/>
                  <a:pt x="578815" y="320130"/>
                  <a:pt x="578688" y="318374"/>
                </a:cubicBezTo>
                <a:close/>
                <a:moveTo>
                  <a:pt x="945665" y="283506"/>
                </a:moveTo>
                <a:lnTo>
                  <a:pt x="954912" y="283506"/>
                </a:lnTo>
                <a:lnTo>
                  <a:pt x="954912" y="313815"/>
                </a:lnTo>
                <a:cubicBezTo>
                  <a:pt x="954726" y="316579"/>
                  <a:pt x="955497" y="319322"/>
                  <a:pt x="957094" y="321585"/>
                </a:cubicBezTo>
                <a:cubicBezTo>
                  <a:pt x="958727" y="323383"/>
                  <a:pt x="961095" y="324330"/>
                  <a:pt x="963516" y="324153"/>
                </a:cubicBezTo>
                <a:cubicBezTo>
                  <a:pt x="965902" y="324351"/>
                  <a:pt x="968254" y="323481"/>
                  <a:pt x="969937" y="321778"/>
                </a:cubicBezTo>
                <a:cubicBezTo>
                  <a:pt x="971496" y="319431"/>
                  <a:pt x="972198" y="316619"/>
                  <a:pt x="971928" y="313815"/>
                </a:cubicBezTo>
                <a:lnTo>
                  <a:pt x="971928" y="283506"/>
                </a:lnTo>
                <a:lnTo>
                  <a:pt x="981431" y="283506"/>
                </a:lnTo>
                <a:lnTo>
                  <a:pt x="981431" y="313494"/>
                </a:lnTo>
                <a:cubicBezTo>
                  <a:pt x="981923" y="318805"/>
                  <a:pt x="980437" y="324109"/>
                  <a:pt x="977257" y="328392"/>
                </a:cubicBezTo>
                <a:cubicBezTo>
                  <a:pt x="973534" y="331752"/>
                  <a:pt x="968575" y="333405"/>
                  <a:pt x="963580" y="332951"/>
                </a:cubicBezTo>
                <a:cubicBezTo>
                  <a:pt x="958616" y="333339"/>
                  <a:pt x="953719" y="331613"/>
                  <a:pt x="950095" y="328199"/>
                </a:cubicBezTo>
                <a:cubicBezTo>
                  <a:pt x="946876" y="324001"/>
                  <a:pt x="945300" y="318772"/>
                  <a:pt x="945665" y="313494"/>
                </a:cubicBezTo>
                <a:close/>
                <a:moveTo>
                  <a:pt x="1540049" y="282447"/>
                </a:moveTo>
                <a:cubicBezTo>
                  <a:pt x="1545365" y="282150"/>
                  <a:pt x="1550794" y="283882"/>
                  <a:pt x="1555077" y="287712"/>
                </a:cubicBezTo>
                <a:cubicBezTo>
                  <a:pt x="1555653" y="288228"/>
                  <a:pt x="1556200" y="288774"/>
                  <a:pt x="1556715" y="289350"/>
                </a:cubicBezTo>
                <a:cubicBezTo>
                  <a:pt x="1560820" y="294684"/>
                  <a:pt x="1562870" y="301316"/>
                  <a:pt x="1562494" y="308036"/>
                </a:cubicBezTo>
                <a:cubicBezTo>
                  <a:pt x="1562858" y="314636"/>
                  <a:pt x="1560804" y="321143"/>
                  <a:pt x="1556715" y="326337"/>
                </a:cubicBezTo>
                <a:cubicBezTo>
                  <a:pt x="1548844" y="334901"/>
                  <a:pt x="1535520" y="335464"/>
                  <a:pt x="1526955" y="327592"/>
                </a:cubicBezTo>
                <a:cubicBezTo>
                  <a:pt x="1526519" y="327192"/>
                  <a:pt x="1526100" y="326773"/>
                  <a:pt x="1525699" y="326337"/>
                </a:cubicBezTo>
                <a:cubicBezTo>
                  <a:pt x="1521611" y="321143"/>
                  <a:pt x="1519556" y="314636"/>
                  <a:pt x="1519920" y="308036"/>
                </a:cubicBezTo>
                <a:cubicBezTo>
                  <a:pt x="1519543" y="301316"/>
                  <a:pt x="1521594" y="294684"/>
                  <a:pt x="1525699" y="289350"/>
                </a:cubicBezTo>
                <a:cubicBezTo>
                  <a:pt x="1529530" y="285068"/>
                  <a:pt x="1534733" y="282743"/>
                  <a:pt x="1540049" y="282447"/>
                </a:cubicBezTo>
                <a:close/>
                <a:moveTo>
                  <a:pt x="1449496" y="282442"/>
                </a:moveTo>
                <a:cubicBezTo>
                  <a:pt x="1454829" y="282150"/>
                  <a:pt x="1460273" y="283894"/>
                  <a:pt x="1464564" y="287740"/>
                </a:cubicBezTo>
                <a:cubicBezTo>
                  <a:pt x="1465130" y="288247"/>
                  <a:pt x="1465666" y="288785"/>
                  <a:pt x="1466173" y="289349"/>
                </a:cubicBezTo>
                <a:cubicBezTo>
                  <a:pt x="1470261" y="294690"/>
                  <a:pt x="1472290" y="301323"/>
                  <a:pt x="1471889" y="308036"/>
                </a:cubicBezTo>
                <a:cubicBezTo>
                  <a:pt x="1472272" y="314628"/>
                  <a:pt x="1470240" y="321134"/>
                  <a:pt x="1466173" y="326337"/>
                </a:cubicBezTo>
                <a:cubicBezTo>
                  <a:pt x="1458270" y="334919"/>
                  <a:pt x="1444905" y="335468"/>
                  <a:pt x="1436323" y="327564"/>
                </a:cubicBezTo>
                <a:cubicBezTo>
                  <a:pt x="1435897" y="327172"/>
                  <a:pt x="1435487" y="326762"/>
                  <a:pt x="1435095" y="326337"/>
                </a:cubicBezTo>
                <a:lnTo>
                  <a:pt x="1435094" y="326337"/>
                </a:lnTo>
                <a:cubicBezTo>
                  <a:pt x="1431055" y="321120"/>
                  <a:pt x="1429026" y="314624"/>
                  <a:pt x="1429380" y="308036"/>
                </a:cubicBezTo>
                <a:cubicBezTo>
                  <a:pt x="1429013" y="301327"/>
                  <a:pt x="1431038" y="294706"/>
                  <a:pt x="1435094" y="289349"/>
                </a:cubicBezTo>
                <a:cubicBezTo>
                  <a:pt x="1438941" y="285058"/>
                  <a:pt x="1444163" y="282733"/>
                  <a:pt x="1449496" y="282442"/>
                </a:cubicBezTo>
                <a:close/>
                <a:moveTo>
                  <a:pt x="1114626" y="282442"/>
                </a:moveTo>
                <a:cubicBezTo>
                  <a:pt x="1119959" y="282150"/>
                  <a:pt x="1125403" y="283894"/>
                  <a:pt x="1129694" y="287740"/>
                </a:cubicBezTo>
                <a:cubicBezTo>
                  <a:pt x="1130260" y="288247"/>
                  <a:pt x="1130796" y="288785"/>
                  <a:pt x="1131303" y="289349"/>
                </a:cubicBezTo>
                <a:cubicBezTo>
                  <a:pt x="1135391" y="294690"/>
                  <a:pt x="1137420" y="301323"/>
                  <a:pt x="1137019" y="308036"/>
                </a:cubicBezTo>
                <a:cubicBezTo>
                  <a:pt x="1137402" y="314628"/>
                  <a:pt x="1135370" y="321134"/>
                  <a:pt x="1131303" y="326337"/>
                </a:cubicBezTo>
                <a:cubicBezTo>
                  <a:pt x="1123400" y="334919"/>
                  <a:pt x="1110035" y="335468"/>
                  <a:pt x="1101453" y="327564"/>
                </a:cubicBezTo>
                <a:cubicBezTo>
                  <a:pt x="1101027" y="327172"/>
                  <a:pt x="1100617" y="326762"/>
                  <a:pt x="1100225" y="326337"/>
                </a:cubicBezTo>
                <a:lnTo>
                  <a:pt x="1100224" y="326337"/>
                </a:lnTo>
                <a:cubicBezTo>
                  <a:pt x="1096185" y="321120"/>
                  <a:pt x="1094156" y="314624"/>
                  <a:pt x="1094510" y="308036"/>
                </a:cubicBezTo>
                <a:cubicBezTo>
                  <a:pt x="1094143" y="301327"/>
                  <a:pt x="1096168" y="294706"/>
                  <a:pt x="1100224" y="289349"/>
                </a:cubicBezTo>
                <a:cubicBezTo>
                  <a:pt x="1104071" y="285058"/>
                  <a:pt x="1109293" y="282733"/>
                  <a:pt x="1114626" y="282442"/>
                </a:cubicBezTo>
                <a:close/>
                <a:moveTo>
                  <a:pt x="1592031" y="282415"/>
                </a:moveTo>
                <a:cubicBezTo>
                  <a:pt x="1596847" y="282196"/>
                  <a:pt x="1601575" y="283749"/>
                  <a:pt x="1605323" y="286781"/>
                </a:cubicBezTo>
                <a:cubicBezTo>
                  <a:pt x="1608835" y="289761"/>
                  <a:pt x="1611027" y="294007"/>
                  <a:pt x="1611424" y="298596"/>
                </a:cubicBezTo>
                <a:lnTo>
                  <a:pt x="1602370" y="298596"/>
                </a:lnTo>
                <a:cubicBezTo>
                  <a:pt x="1602049" y="296413"/>
                  <a:pt x="1600870" y="294449"/>
                  <a:pt x="1599095" y="293138"/>
                </a:cubicBezTo>
                <a:cubicBezTo>
                  <a:pt x="1597314" y="291592"/>
                  <a:pt x="1595032" y="290747"/>
                  <a:pt x="1592674" y="290763"/>
                </a:cubicBezTo>
                <a:cubicBezTo>
                  <a:pt x="1588972" y="290582"/>
                  <a:pt x="1585427" y="292270"/>
                  <a:pt x="1583234" y="295257"/>
                </a:cubicBezTo>
                <a:cubicBezTo>
                  <a:pt x="1578787" y="303012"/>
                  <a:pt x="1578787" y="312545"/>
                  <a:pt x="1583234" y="320300"/>
                </a:cubicBezTo>
                <a:cubicBezTo>
                  <a:pt x="1585532" y="323208"/>
                  <a:pt x="1589102" y="324814"/>
                  <a:pt x="1592802" y="324602"/>
                </a:cubicBezTo>
                <a:cubicBezTo>
                  <a:pt x="1596193" y="324725"/>
                  <a:pt x="1599385" y="323006"/>
                  <a:pt x="1601150" y="320107"/>
                </a:cubicBezTo>
                <a:cubicBezTo>
                  <a:pt x="1602332" y="318312"/>
                  <a:pt x="1603160" y="316307"/>
                  <a:pt x="1603589" y="314200"/>
                </a:cubicBezTo>
                <a:lnTo>
                  <a:pt x="1593187" y="314200"/>
                </a:lnTo>
                <a:lnTo>
                  <a:pt x="1593187" y="305917"/>
                </a:lnTo>
                <a:lnTo>
                  <a:pt x="1611745" y="305917"/>
                </a:lnTo>
                <a:lnTo>
                  <a:pt x="1611745" y="331602"/>
                </a:lnTo>
                <a:lnTo>
                  <a:pt x="1605323" y="331602"/>
                </a:lnTo>
                <a:lnTo>
                  <a:pt x="1604425" y="325180"/>
                </a:lnTo>
                <a:lnTo>
                  <a:pt x="1604296" y="326336"/>
                </a:lnTo>
                <a:cubicBezTo>
                  <a:pt x="1601523" y="330720"/>
                  <a:pt x="1596638" y="333309"/>
                  <a:pt x="1591453" y="333143"/>
                </a:cubicBezTo>
                <a:lnTo>
                  <a:pt x="1591453" y="332757"/>
                </a:lnTo>
                <a:cubicBezTo>
                  <a:pt x="1585607" y="333070"/>
                  <a:pt x="1579937" y="330707"/>
                  <a:pt x="1576042" y="326336"/>
                </a:cubicBezTo>
                <a:cubicBezTo>
                  <a:pt x="1568227" y="315246"/>
                  <a:pt x="1568227" y="300440"/>
                  <a:pt x="1576042" y="289350"/>
                </a:cubicBezTo>
                <a:cubicBezTo>
                  <a:pt x="1580028" y="284711"/>
                  <a:pt x="1585921" y="282156"/>
                  <a:pt x="1592031" y="282415"/>
                </a:cubicBezTo>
                <a:close/>
                <a:moveTo>
                  <a:pt x="1309302" y="282286"/>
                </a:moveTo>
                <a:cubicBezTo>
                  <a:pt x="1314011" y="282165"/>
                  <a:pt x="1318593" y="283815"/>
                  <a:pt x="1322145" y="286910"/>
                </a:cubicBezTo>
                <a:cubicBezTo>
                  <a:pt x="1325788" y="290124"/>
                  <a:pt x="1328081" y="294596"/>
                  <a:pt x="1328566" y="299430"/>
                </a:cubicBezTo>
                <a:lnTo>
                  <a:pt x="1319319" y="299430"/>
                </a:lnTo>
                <a:cubicBezTo>
                  <a:pt x="1319164" y="296972"/>
                  <a:pt x="1318058" y="294669"/>
                  <a:pt x="1316237" y="293009"/>
                </a:cubicBezTo>
                <a:cubicBezTo>
                  <a:pt x="1314439" y="291501"/>
                  <a:pt x="1312163" y="290682"/>
                  <a:pt x="1309816" y="290698"/>
                </a:cubicBezTo>
                <a:cubicBezTo>
                  <a:pt x="1306506" y="290628"/>
                  <a:pt x="1303415" y="292345"/>
                  <a:pt x="1301725" y="295193"/>
                </a:cubicBezTo>
                <a:cubicBezTo>
                  <a:pt x="1299598" y="298963"/>
                  <a:pt x="1298596" y="303264"/>
                  <a:pt x="1298835" y="307586"/>
                </a:cubicBezTo>
                <a:cubicBezTo>
                  <a:pt x="1298599" y="311805"/>
                  <a:pt x="1299604" y="316002"/>
                  <a:pt x="1301725" y="319657"/>
                </a:cubicBezTo>
                <a:cubicBezTo>
                  <a:pt x="1304781" y="324184"/>
                  <a:pt x="1310928" y="325376"/>
                  <a:pt x="1315454" y="322321"/>
                </a:cubicBezTo>
                <a:cubicBezTo>
                  <a:pt x="1315842" y="322059"/>
                  <a:pt x="1316211" y="321770"/>
                  <a:pt x="1316558" y="321455"/>
                </a:cubicBezTo>
                <a:cubicBezTo>
                  <a:pt x="1318373" y="319606"/>
                  <a:pt x="1319466" y="317169"/>
                  <a:pt x="1319640" y="314585"/>
                </a:cubicBezTo>
                <a:lnTo>
                  <a:pt x="1328181" y="314841"/>
                </a:lnTo>
                <a:cubicBezTo>
                  <a:pt x="1327860" y="319842"/>
                  <a:pt x="1325712" y="324550"/>
                  <a:pt x="1322145" y="328069"/>
                </a:cubicBezTo>
                <a:cubicBezTo>
                  <a:pt x="1318674" y="331332"/>
                  <a:pt x="1314064" y="333106"/>
                  <a:pt x="1309302" y="333014"/>
                </a:cubicBezTo>
                <a:cubicBezTo>
                  <a:pt x="1303554" y="333249"/>
                  <a:pt x="1298040" y="330719"/>
                  <a:pt x="1294469" y="326207"/>
                </a:cubicBezTo>
                <a:cubicBezTo>
                  <a:pt x="1290549" y="320939"/>
                  <a:pt x="1288594" y="314465"/>
                  <a:pt x="1288947" y="307906"/>
                </a:cubicBezTo>
                <a:cubicBezTo>
                  <a:pt x="1288579" y="301228"/>
                  <a:pt x="1290530" y="294627"/>
                  <a:pt x="1294469" y="289221"/>
                </a:cubicBezTo>
                <a:cubicBezTo>
                  <a:pt x="1298006" y="284652"/>
                  <a:pt x="1303529" y="282071"/>
                  <a:pt x="1309302" y="282286"/>
                </a:cubicBezTo>
                <a:close/>
                <a:moveTo>
                  <a:pt x="818779" y="282286"/>
                </a:moveTo>
                <a:cubicBezTo>
                  <a:pt x="823219" y="282091"/>
                  <a:pt x="827563" y="283608"/>
                  <a:pt x="830916" y="286524"/>
                </a:cubicBezTo>
                <a:cubicBezTo>
                  <a:pt x="834086" y="289522"/>
                  <a:pt x="835934" y="293656"/>
                  <a:pt x="836053" y="298018"/>
                </a:cubicBezTo>
                <a:lnTo>
                  <a:pt x="826678" y="298018"/>
                </a:lnTo>
                <a:cubicBezTo>
                  <a:pt x="826606" y="295880"/>
                  <a:pt x="825597" y="293884"/>
                  <a:pt x="823917" y="292560"/>
                </a:cubicBezTo>
                <a:cubicBezTo>
                  <a:pt x="822065" y="291186"/>
                  <a:pt x="819800" y="290484"/>
                  <a:pt x="817495" y="290570"/>
                </a:cubicBezTo>
                <a:cubicBezTo>
                  <a:pt x="815532" y="290432"/>
                  <a:pt x="813588" y="291027"/>
                  <a:pt x="812037" y="292239"/>
                </a:cubicBezTo>
                <a:cubicBezTo>
                  <a:pt x="810675" y="293403"/>
                  <a:pt x="809939" y="295138"/>
                  <a:pt x="810046" y="296926"/>
                </a:cubicBezTo>
                <a:cubicBezTo>
                  <a:pt x="810043" y="298339"/>
                  <a:pt x="810839" y="299632"/>
                  <a:pt x="812101" y="300265"/>
                </a:cubicBezTo>
                <a:cubicBezTo>
                  <a:pt x="814888" y="301540"/>
                  <a:pt x="817821" y="302468"/>
                  <a:pt x="820834" y="303026"/>
                </a:cubicBezTo>
                <a:cubicBezTo>
                  <a:pt x="825475" y="303842"/>
                  <a:pt x="829869" y="305709"/>
                  <a:pt x="833677" y="308484"/>
                </a:cubicBezTo>
                <a:cubicBezTo>
                  <a:pt x="836059" y="311149"/>
                  <a:pt x="837222" y="314686"/>
                  <a:pt x="836888" y="318245"/>
                </a:cubicBezTo>
                <a:cubicBezTo>
                  <a:pt x="837115" y="322421"/>
                  <a:pt x="835294" y="326446"/>
                  <a:pt x="832007" y="329032"/>
                </a:cubicBezTo>
                <a:cubicBezTo>
                  <a:pt x="828170" y="331856"/>
                  <a:pt x="823473" y="333263"/>
                  <a:pt x="818715" y="333014"/>
                </a:cubicBezTo>
                <a:cubicBezTo>
                  <a:pt x="814058" y="333236"/>
                  <a:pt x="809483" y="331726"/>
                  <a:pt x="805873" y="328775"/>
                </a:cubicBezTo>
                <a:cubicBezTo>
                  <a:pt x="802599" y="325643"/>
                  <a:pt x="800763" y="321298"/>
                  <a:pt x="800800" y="316768"/>
                </a:cubicBezTo>
                <a:lnTo>
                  <a:pt x="809726" y="316768"/>
                </a:lnTo>
                <a:cubicBezTo>
                  <a:pt x="809678" y="319018"/>
                  <a:pt x="810616" y="321176"/>
                  <a:pt x="812294" y="322676"/>
                </a:cubicBezTo>
                <a:cubicBezTo>
                  <a:pt x="814138" y="324073"/>
                  <a:pt x="816403" y="324797"/>
                  <a:pt x="818715" y="324731"/>
                </a:cubicBezTo>
                <a:cubicBezTo>
                  <a:pt x="821124" y="324859"/>
                  <a:pt x="823523" y="324325"/>
                  <a:pt x="825650" y="323189"/>
                </a:cubicBezTo>
                <a:cubicBezTo>
                  <a:pt x="827199" y="322310"/>
                  <a:pt x="828156" y="320667"/>
                  <a:pt x="828155" y="318887"/>
                </a:cubicBezTo>
                <a:cubicBezTo>
                  <a:pt x="828259" y="317324"/>
                  <a:pt x="827586" y="315812"/>
                  <a:pt x="826357" y="314841"/>
                </a:cubicBezTo>
                <a:cubicBezTo>
                  <a:pt x="824016" y="313553"/>
                  <a:pt x="821477" y="312663"/>
                  <a:pt x="818844" y="312209"/>
                </a:cubicBezTo>
                <a:cubicBezTo>
                  <a:pt x="813826" y="311355"/>
                  <a:pt x="809039" y="309475"/>
                  <a:pt x="804781" y="306686"/>
                </a:cubicBezTo>
                <a:cubicBezTo>
                  <a:pt x="802279" y="304315"/>
                  <a:pt x="800982" y="300941"/>
                  <a:pt x="801249" y="297504"/>
                </a:cubicBezTo>
                <a:cubicBezTo>
                  <a:pt x="801036" y="293280"/>
                  <a:pt x="802762" y="289190"/>
                  <a:pt x="805937" y="286395"/>
                </a:cubicBezTo>
                <a:cubicBezTo>
                  <a:pt x="809535" y="283435"/>
                  <a:pt x="814131" y="281965"/>
                  <a:pt x="818779" y="282286"/>
                </a:cubicBezTo>
                <a:close/>
                <a:moveTo>
                  <a:pt x="683861" y="282110"/>
                </a:moveTo>
                <a:cubicBezTo>
                  <a:pt x="689084" y="281651"/>
                  <a:pt x="694471" y="283049"/>
                  <a:pt x="698959" y="286397"/>
                </a:cubicBezTo>
                <a:cubicBezTo>
                  <a:pt x="702493" y="289359"/>
                  <a:pt x="704690" y="293615"/>
                  <a:pt x="705059" y="298212"/>
                </a:cubicBezTo>
                <a:lnTo>
                  <a:pt x="695813" y="298212"/>
                </a:lnTo>
                <a:cubicBezTo>
                  <a:pt x="695550" y="296024"/>
                  <a:pt x="694387" y="294045"/>
                  <a:pt x="692602" y="292754"/>
                </a:cubicBezTo>
                <a:cubicBezTo>
                  <a:pt x="690822" y="291207"/>
                  <a:pt x="688539" y="290363"/>
                  <a:pt x="686180" y="290377"/>
                </a:cubicBezTo>
                <a:cubicBezTo>
                  <a:pt x="682487" y="290232"/>
                  <a:pt x="678957" y="291912"/>
                  <a:pt x="676742" y="294873"/>
                </a:cubicBezTo>
                <a:cubicBezTo>
                  <a:pt x="674234" y="298666"/>
                  <a:pt x="673039" y="303177"/>
                  <a:pt x="673338" y="307715"/>
                </a:cubicBezTo>
                <a:cubicBezTo>
                  <a:pt x="673039" y="312114"/>
                  <a:pt x="674189" y="316490"/>
                  <a:pt x="676613" y="320172"/>
                </a:cubicBezTo>
                <a:cubicBezTo>
                  <a:pt x="678917" y="323072"/>
                  <a:pt x="682483" y="324675"/>
                  <a:pt x="686180" y="324474"/>
                </a:cubicBezTo>
                <a:cubicBezTo>
                  <a:pt x="689565" y="324570"/>
                  <a:pt x="692745" y="322858"/>
                  <a:pt x="694528" y="319980"/>
                </a:cubicBezTo>
                <a:cubicBezTo>
                  <a:pt x="695684" y="318170"/>
                  <a:pt x="696510" y="316170"/>
                  <a:pt x="696968" y="314072"/>
                </a:cubicBezTo>
                <a:lnTo>
                  <a:pt x="686566" y="314072"/>
                </a:lnTo>
                <a:lnTo>
                  <a:pt x="686566" y="305788"/>
                </a:lnTo>
                <a:lnTo>
                  <a:pt x="705316" y="305788"/>
                </a:lnTo>
                <a:lnTo>
                  <a:pt x="705316" y="331473"/>
                </a:lnTo>
                <a:lnTo>
                  <a:pt x="698895" y="331473"/>
                </a:lnTo>
                <a:lnTo>
                  <a:pt x="697995" y="325052"/>
                </a:lnTo>
                <a:lnTo>
                  <a:pt x="697482" y="325823"/>
                </a:lnTo>
                <a:lnTo>
                  <a:pt x="684713" y="332591"/>
                </a:lnTo>
                <a:lnTo>
                  <a:pt x="669742" y="325951"/>
                </a:lnTo>
                <a:cubicBezTo>
                  <a:pt x="662041" y="314825"/>
                  <a:pt x="662041" y="300091"/>
                  <a:pt x="669742" y="288965"/>
                </a:cubicBezTo>
                <a:cubicBezTo>
                  <a:pt x="673577" y="284886"/>
                  <a:pt x="678638" y="282569"/>
                  <a:pt x="683861" y="282110"/>
                </a:cubicBezTo>
                <a:close/>
                <a:moveTo>
                  <a:pt x="302488" y="281970"/>
                </a:moveTo>
                <a:lnTo>
                  <a:pt x="301327" y="283278"/>
                </a:lnTo>
                <a:lnTo>
                  <a:pt x="300149" y="284567"/>
                </a:lnTo>
                <a:lnTo>
                  <a:pt x="305214" y="289135"/>
                </a:lnTo>
                <a:lnTo>
                  <a:pt x="300849" y="293997"/>
                </a:lnTo>
                <a:lnTo>
                  <a:pt x="295783" y="289429"/>
                </a:lnTo>
                <a:lnTo>
                  <a:pt x="294605" y="290737"/>
                </a:lnTo>
                <a:lnTo>
                  <a:pt x="293444" y="292026"/>
                </a:lnTo>
                <a:lnTo>
                  <a:pt x="306927" y="304238"/>
                </a:lnTo>
                <a:lnTo>
                  <a:pt x="308087" y="302930"/>
                </a:lnTo>
                <a:lnTo>
                  <a:pt x="309266" y="301641"/>
                </a:lnTo>
                <a:lnTo>
                  <a:pt x="303132" y="296115"/>
                </a:lnTo>
                <a:lnTo>
                  <a:pt x="307516" y="291253"/>
                </a:lnTo>
                <a:lnTo>
                  <a:pt x="313631" y="296778"/>
                </a:lnTo>
                <a:lnTo>
                  <a:pt x="314810" y="295471"/>
                </a:lnTo>
                <a:lnTo>
                  <a:pt x="316007" y="294144"/>
                </a:lnTo>
                <a:close/>
                <a:moveTo>
                  <a:pt x="186690" y="272871"/>
                </a:moveTo>
                <a:cubicBezTo>
                  <a:pt x="187094" y="273470"/>
                  <a:pt x="187543" y="274037"/>
                  <a:pt x="188035" y="274566"/>
                </a:cubicBezTo>
                <a:cubicBezTo>
                  <a:pt x="188606" y="275137"/>
                  <a:pt x="189453" y="275652"/>
                  <a:pt x="189508" y="275984"/>
                </a:cubicBezTo>
                <a:cubicBezTo>
                  <a:pt x="189564" y="276316"/>
                  <a:pt x="189103" y="276426"/>
                  <a:pt x="189103" y="276426"/>
                </a:cubicBezTo>
                <a:lnTo>
                  <a:pt x="189103" y="287772"/>
                </a:lnTo>
                <a:cubicBezTo>
                  <a:pt x="189103" y="287772"/>
                  <a:pt x="193413" y="287698"/>
                  <a:pt x="194813" y="288767"/>
                </a:cubicBezTo>
                <a:cubicBezTo>
                  <a:pt x="196213" y="289835"/>
                  <a:pt x="198626" y="290737"/>
                  <a:pt x="199252" y="291474"/>
                </a:cubicBezTo>
                <a:cubicBezTo>
                  <a:pt x="199878" y="292211"/>
                  <a:pt x="202493" y="292377"/>
                  <a:pt x="203562" y="292671"/>
                </a:cubicBezTo>
                <a:cubicBezTo>
                  <a:pt x="204630" y="292966"/>
                  <a:pt x="205146" y="294347"/>
                  <a:pt x="205754" y="294808"/>
                </a:cubicBezTo>
                <a:cubicBezTo>
                  <a:pt x="206361" y="295268"/>
                  <a:pt x="207301" y="294753"/>
                  <a:pt x="208203" y="295029"/>
                </a:cubicBezTo>
                <a:cubicBezTo>
                  <a:pt x="209106" y="295305"/>
                  <a:pt x="210634" y="297110"/>
                  <a:pt x="211629" y="297589"/>
                </a:cubicBezTo>
                <a:cubicBezTo>
                  <a:pt x="212624" y="298068"/>
                  <a:pt x="213839" y="298160"/>
                  <a:pt x="214281" y="299228"/>
                </a:cubicBezTo>
                <a:cubicBezTo>
                  <a:pt x="214723" y="300296"/>
                  <a:pt x="214465" y="300886"/>
                  <a:pt x="215607" y="300886"/>
                </a:cubicBezTo>
                <a:cubicBezTo>
                  <a:pt x="216536" y="300847"/>
                  <a:pt x="217435" y="301208"/>
                  <a:pt x="218076" y="301881"/>
                </a:cubicBezTo>
                <a:cubicBezTo>
                  <a:pt x="218462" y="302212"/>
                  <a:pt x="219715" y="301807"/>
                  <a:pt x="220875" y="302212"/>
                </a:cubicBezTo>
                <a:cubicBezTo>
                  <a:pt x="221464" y="302378"/>
                  <a:pt x="223380" y="303354"/>
                  <a:pt x="224559" y="303685"/>
                </a:cubicBezTo>
                <a:cubicBezTo>
                  <a:pt x="226428" y="304490"/>
                  <a:pt x="228213" y="305485"/>
                  <a:pt x="229882" y="306651"/>
                </a:cubicBezTo>
                <a:cubicBezTo>
                  <a:pt x="233376" y="306890"/>
                  <a:pt x="236837" y="307476"/>
                  <a:pt x="240215" y="308401"/>
                </a:cubicBezTo>
                <a:lnTo>
                  <a:pt x="134584" y="308511"/>
                </a:lnTo>
                <a:cubicBezTo>
                  <a:pt x="134584" y="308511"/>
                  <a:pt x="137992" y="307830"/>
                  <a:pt x="147201" y="307038"/>
                </a:cubicBezTo>
                <a:cubicBezTo>
                  <a:pt x="148824" y="305688"/>
                  <a:pt x="150704" y="304678"/>
                  <a:pt x="152727" y="304072"/>
                </a:cubicBezTo>
                <a:cubicBezTo>
                  <a:pt x="153390" y="304017"/>
                  <a:pt x="155434" y="301659"/>
                  <a:pt x="155692" y="301273"/>
                </a:cubicBezTo>
                <a:cubicBezTo>
                  <a:pt x="155950" y="300886"/>
                  <a:pt x="158160" y="301181"/>
                  <a:pt x="158657" y="299781"/>
                </a:cubicBezTo>
                <a:cubicBezTo>
                  <a:pt x="159155" y="298381"/>
                  <a:pt x="160536" y="298565"/>
                  <a:pt x="161310" y="298289"/>
                </a:cubicBezTo>
                <a:cubicBezTo>
                  <a:pt x="162083" y="298013"/>
                  <a:pt x="162194" y="296060"/>
                  <a:pt x="163612" y="295324"/>
                </a:cubicBezTo>
                <a:cubicBezTo>
                  <a:pt x="164257" y="294992"/>
                  <a:pt x="165896" y="294458"/>
                  <a:pt x="167075" y="293997"/>
                </a:cubicBezTo>
                <a:cubicBezTo>
                  <a:pt x="168253" y="293537"/>
                  <a:pt x="169506" y="291824"/>
                  <a:pt x="170372" y="291695"/>
                </a:cubicBezTo>
                <a:cubicBezTo>
                  <a:pt x="171869" y="291621"/>
                  <a:pt x="173333" y="291225"/>
                  <a:pt x="174663" y="290535"/>
                </a:cubicBezTo>
                <a:cubicBezTo>
                  <a:pt x="175916" y="289687"/>
                  <a:pt x="177371" y="288859"/>
                  <a:pt x="178457" y="288232"/>
                </a:cubicBezTo>
                <a:cubicBezTo>
                  <a:pt x="179544" y="287606"/>
                  <a:pt x="184480" y="287938"/>
                  <a:pt x="184480" y="287938"/>
                </a:cubicBezTo>
                <a:lnTo>
                  <a:pt x="184480" y="276666"/>
                </a:lnTo>
                <a:lnTo>
                  <a:pt x="183928" y="276150"/>
                </a:lnTo>
                <a:cubicBezTo>
                  <a:pt x="183688" y="275929"/>
                  <a:pt x="184701" y="275247"/>
                  <a:pt x="185383" y="274566"/>
                </a:cubicBezTo>
                <a:cubicBezTo>
                  <a:pt x="185876" y="274048"/>
                  <a:pt x="186315" y="273481"/>
                  <a:pt x="186690" y="272871"/>
                </a:cubicBezTo>
                <a:close/>
                <a:moveTo>
                  <a:pt x="313613" y="266756"/>
                </a:moveTo>
                <a:lnTo>
                  <a:pt x="312673" y="268101"/>
                </a:lnTo>
                <a:lnTo>
                  <a:pt x="311734" y="269445"/>
                </a:lnTo>
                <a:lnTo>
                  <a:pt x="322196" y="276813"/>
                </a:lnTo>
                <a:lnTo>
                  <a:pt x="307884" y="274971"/>
                </a:lnTo>
                <a:lnTo>
                  <a:pt x="306835" y="276481"/>
                </a:lnTo>
                <a:lnTo>
                  <a:pt x="305785" y="277973"/>
                </a:lnTo>
                <a:lnTo>
                  <a:pt x="320685" y="288416"/>
                </a:lnTo>
                <a:lnTo>
                  <a:pt x="321625" y="287072"/>
                </a:lnTo>
                <a:lnTo>
                  <a:pt x="322546" y="285727"/>
                </a:lnTo>
                <a:lnTo>
                  <a:pt x="311807" y="278212"/>
                </a:lnTo>
                <a:lnTo>
                  <a:pt x="326542" y="280054"/>
                </a:lnTo>
                <a:lnTo>
                  <a:pt x="327555" y="278618"/>
                </a:lnTo>
                <a:lnTo>
                  <a:pt x="328513" y="277199"/>
                </a:lnTo>
                <a:close/>
                <a:moveTo>
                  <a:pt x="56619" y="265154"/>
                </a:moveTo>
                <a:cubicBezTo>
                  <a:pt x="51497" y="264957"/>
                  <a:pt x="46793" y="267970"/>
                  <a:pt x="44831" y="272705"/>
                </a:cubicBezTo>
                <a:cubicBezTo>
                  <a:pt x="44185" y="274831"/>
                  <a:pt x="44558" y="277137"/>
                  <a:pt x="45844" y="278949"/>
                </a:cubicBezTo>
                <a:cubicBezTo>
                  <a:pt x="46863" y="280592"/>
                  <a:pt x="48664" y="281583"/>
                  <a:pt x="50596" y="281565"/>
                </a:cubicBezTo>
                <a:lnTo>
                  <a:pt x="50946" y="281565"/>
                </a:lnTo>
                <a:lnTo>
                  <a:pt x="49104" y="283130"/>
                </a:lnTo>
                <a:lnTo>
                  <a:pt x="50375" y="285101"/>
                </a:lnTo>
                <a:lnTo>
                  <a:pt x="58608" y="279760"/>
                </a:lnTo>
                <a:lnTo>
                  <a:pt x="54795" y="273866"/>
                </a:lnTo>
                <a:lnTo>
                  <a:pt x="52162" y="275579"/>
                </a:lnTo>
                <a:lnTo>
                  <a:pt x="54206" y="278949"/>
                </a:lnTo>
                <a:cubicBezTo>
                  <a:pt x="53449" y="279246"/>
                  <a:pt x="52644" y="279402"/>
                  <a:pt x="51830" y="279410"/>
                </a:cubicBezTo>
                <a:cubicBezTo>
                  <a:pt x="50557" y="279412"/>
                  <a:pt x="49373" y="278758"/>
                  <a:pt x="48699" y="277678"/>
                </a:cubicBezTo>
                <a:cubicBezTo>
                  <a:pt x="47861" y="276551"/>
                  <a:pt x="47634" y="275083"/>
                  <a:pt x="48091" y="273755"/>
                </a:cubicBezTo>
                <a:cubicBezTo>
                  <a:pt x="48760" y="272230"/>
                  <a:pt x="49913" y="270968"/>
                  <a:pt x="51370" y="270164"/>
                </a:cubicBezTo>
                <a:cubicBezTo>
                  <a:pt x="52725" y="269167"/>
                  <a:pt x="54366" y="268637"/>
                  <a:pt x="56048" y="268653"/>
                </a:cubicBezTo>
                <a:cubicBezTo>
                  <a:pt x="57453" y="268723"/>
                  <a:pt x="58728" y="269500"/>
                  <a:pt x="59437" y="270716"/>
                </a:cubicBezTo>
                <a:cubicBezTo>
                  <a:pt x="59916" y="271458"/>
                  <a:pt x="60111" y="272346"/>
                  <a:pt x="59989" y="273221"/>
                </a:cubicBezTo>
                <a:cubicBezTo>
                  <a:pt x="59940" y="274059"/>
                  <a:pt x="59555" y="274842"/>
                  <a:pt x="58921" y="275394"/>
                </a:cubicBezTo>
                <a:lnTo>
                  <a:pt x="60984" y="278323"/>
                </a:lnTo>
                <a:cubicBezTo>
                  <a:pt x="62356" y="277249"/>
                  <a:pt x="63255" y="275684"/>
                  <a:pt x="63489" y="273958"/>
                </a:cubicBezTo>
                <a:cubicBezTo>
                  <a:pt x="63669" y="272145"/>
                  <a:pt x="63193" y="270327"/>
                  <a:pt x="62144" y="268837"/>
                </a:cubicBezTo>
                <a:cubicBezTo>
                  <a:pt x="60979" y="266813"/>
                  <a:pt x="58934" y="265452"/>
                  <a:pt x="56619" y="265154"/>
                </a:cubicBezTo>
                <a:close/>
                <a:moveTo>
                  <a:pt x="325271" y="254563"/>
                </a:moveTo>
                <a:cubicBezTo>
                  <a:pt x="326930" y="254460"/>
                  <a:pt x="328581" y="254865"/>
                  <a:pt x="330004" y="255723"/>
                </a:cubicBezTo>
                <a:cubicBezTo>
                  <a:pt x="331535" y="256359"/>
                  <a:pt x="332821" y="257470"/>
                  <a:pt x="333670" y="258891"/>
                </a:cubicBezTo>
                <a:cubicBezTo>
                  <a:pt x="333824" y="259230"/>
                  <a:pt x="333935" y="259590"/>
                  <a:pt x="333996" y="259956"/>
                </a:cubicBezTo>
                <a:cubicBezTo>
                  <a:pt x="334375" y="262245"/>
                  <a:pt x="332826" y="264406"/>
                  <a:pt x="330539" y="264785"/>
                </a:cubicBezTo>
                <a:cubicBezTo>
                  <a:pt x="328909" y="264911"/>
                  <a:pt x="327278" y="264524"/>
                  <a:pt x="325879" y="263680"/>
                </a:cubicBezTo>
                <a:cubicBezTo>
                  <a:pt x="324341" y="262995"/>
                  <a:pt x="323055" y="261849"/>
                  <a:pt x="322195" y="260402"/>
                </a:cubicBezTo>
                <a:cubicBezTo>
                  <a:pt x="321569" y="259254"/>
                  <a:pt x="321569" y="257866"/>
                  <a:pt x="322195" y="256718"/>
                </a:cubicBezTo>
                <a:cubicBezTo>
                  <a:pt x="322783" y="255519"/>
                  <a:pt x="323943" y="254705"/>
                  <a:pt x="325271" y="254563"/>
                </a:cubicBezTo>
                <a:close/>
                <a:moveTo>
                  <a:pt x="324461" y="251285"/>
                </a:moveTo>
                <a:cubicBezTo>
                  <a:pt x="324190" y="251351"/>
                  <a:pt x="323923" y="251434"/>
                  <a:pt x="323662" y="251528"/>
                </a:cubicBezTo>
                <a:cubicBezTo>
                  <a:pt x="319560" y="253020"/>
                  <a:pt x="317444" y="257552"/>
                  <a:pt x="318936" y="261654"/>
                </a:cubicBezTo>
                <a:cubicBezTo>
                  <a:pt x="320002" y="263958"/>
                  <a:pt x="321848" y="265811"/>
                  <a:pt x="324148" y="266885"/>
                </a:cubicBezTo>
                <a:cubicBezTo>
                  <a:pt x="326292" y="268173"/>
                  <a:pt x="328830" y="268644"/>
                  <a:pt x="331294" y="268211"/>
                </a:cubicBezTo>
                <a:cubicBezTo>
                  <a:pt x="333488" y="267740"/>
                  <a:pt x="335339" y="266277"/>
                  <a:pt x="336304" y="264251"/>
                </a:cubicBezTo>
                <a:lnTo>
                  <a:pt x="336267" y="264214"/>
                </a:lnTo>
                <a:cubicBezTo>
                  <a:pt x="337406" y="262290"/>
                  <a:pt x="337610" y="259952"/>
                  <a:pt x="336820" y="257860"/>
                </a:cubicBezTo>
                <a:cubicBezTo>
                  <a:pt x="335801" y="255574"/>
                  <a:pt x="333989" y="253734"/>
                  <a:pt x="331718" y="252684"/>
                </a:cubicBezTo>
                <a:cubicBezTo>
                  <a:pt x="329543" y="251367"/>
                  <a:pt x="326970" y="250872"/>
                  <a:pt x="324461" y="251285"/>
                </a:cubicBezTo>
                <a:close/>
                <a:moveTo>
                  <a:pt x="49141" y="245520"/>
                </a:moveTo>
                <a:lnTo>
                  <a:pt x="32656" y="253219"/>
                </a:lnTo>
                <a:lnTo>
                  <a:pt x="33338" y="254692"/>
                </a:lnTo>
                <a:lnTo>
                  <a:pt x="34038" y="256165"/>
                </a:lnTo>
                <a:lnTo>
                  <a:pt x="45918" y="250640"/>
                </a:lnTo>
                <a:lnTo>
                  <a:pt x="36948" y="262446"/>
                </a:lnTo>
                <a:lnTo>
                  <a:pt x="37685" y="264012"/>
                </a:lnTo>
                <a:lnTo>
                  <a:pt x="38421" y="265559"/>
                </a:lnTo>
                <a:lnTo>
                  <a:pt x="54906" y="257878"/>
                </a:lnTo>
                <a:lnTo>
                  <a:pt x="54206" y="256386"/>
                </a:lnTo>
                <a:lnTo>
                  <a:pt x="53525" y="254913"/>
                </a:lnTo>
                <a:lnTo>
                  <a:pt x="41958" y="260310"/>
                </a:lnTo>
                <a:lnTo>
                  <a:pt x="50688" y="248853"/>
                </a:lnTo>
                <a:lnTo>
                  <a:pt x="49915" y="247196"/>
                </a:lnTo>
                <a:close/>
                <a:moveTo>
                  <a:pt x="343340" y="238060"/>
                </a:moveTo>
                <a:lnTo>
                  <a:pt x="340356" y="245833"/>
                </a:lnTo>
                <a:lnTo>
                  <a:pt x="326395" y="240473"/>
                </a:lnTo>
                <a:lnTo>
                  <a:pt x="325769" y="242112"/>
                </a:lnTo>
                <a:lnTo>
                  <a:pt x="325143" y="243733"/>
                </a:lnTo>
                <a:lnTo>
                  <a:pt x="342161" y="250272"/>
                </a:lnTo>
                <a:lnTo>
                  <a:pt x="346361" y="239220"/>
                </a:lnTo>
                <a:lnTo>
                  <a:pt x="344850" y="238649"/>
                </a:lnTo>
                <a:close/>
                <a:moveTo>
                  <a:pt x="45936" y="237434"/>
                </a:moveTo>
                <a:lnTo>
                  <a:pt x="28954" y="243954"/>
                </a:lnTo>
                <a:lnTo>
                  <a:pt x="29580" y="245593"/>
                </a:lnTo>
                <a:lnTo>
                  <a:pt x="30207" y="247214"/>
                </a:lnTo>
                <a:lnTo>
                  <a:pt x="47189" y="240694"/>
                </a:lnTo>
                <a:lnTo>
                  <a:pt x="46562" y="239073"/>
                </a:lnTo>
                <a:close/>
                <a:moveTo>
                  <a:pt x="30373" y="225038"/>
                </a:moveTo>
                <a:lnTo>
                  <a:pt x="29323" y="225314"/>
                </a:lnTo>
                <a:cubicBezTo>
                  <a:pt x="27621" y="225578"/>
                  <a:pt x="26074" y="226456"/>
                  <a:pt x="24976" y="227783"/>
                </a:cubicBezTo>
                <a:cubicBezTo>
                  <a:pt x="24182" y="229120"/>
                  <a:pt x="24027" y="230741"/>
                  <a:pt x="24552" y="232203"/>
                </a:cubicBezTo>
                <a:cubicBezTo>
                  <a:pt x="24832" y="233660"/>
                  <a:pt x="25707" y="234934"/>
                  <a:pt x="26965" y="235721"/>
                </a:cubicBezTo>
                <a:lnTo>
                  <a:pt x="26965" y="235684"/>
                </a:lnTo>
                <a:cubicBezTo>
                  <a:pt x="28335" y="236362"/>
                  <a:pt x="29919" y="236469"/>
                  <a:pt x="31367" y="235979"/>
                </a:cubicBezTo>
                <a:lnTo>
                  <a:pt x="44002" y="232590"/>
                </a:lnTo>
                <a:lnTo>
                  <a:pt x="43542" y="230895"/>
                </a:lnTo>
                <a:lnTo>
                  <a:pt x="43100" y="229219"/>
                </a:lnTo>
                <a:lnTo>
                  <a:pt x="30465" y="232608"/>
                </a:lnTo>
                <a:cubicBezTo>
                  <a:pt x="29824" y="232811"/>
                  <a:pt x="29135" y="232811"/>
                  <a:pt x="28494" y="232608"/>
                </a:cubicBezTo>
                <a:cubicBezTo>
                  <a:pt x="28429" y="232570"/>
                  <a:pt x="28367" y="232525"/>
                  <a:pt x="28306" y="232479"/>
                </a:cubicBezTo>
                <a:cubicBezTo>
                  <a:pt x="27402" y="231787"/>
                  <a:pt x="27230" y="230492"/>
                  <a:pt x="27923" y="229588"/>
                </a:cubicBezTo>
                <a:cubicBezTo>
                  <a:pt x="28560" y="229033"/>
                  <a:pt x="29337" y="228665"/>
                  <a:pt x="30170" y="228519"/>
                </a:cubicBezTo>
                <a:lnTo>
                  <a:pt x="31220" y="228243"/>
                </a:lnTo>
                <a:close/>
                <a:moveTo>
                  <a:pt x="716361" y="221283"/>
                </a:moveTo>
                <a:lnTo>
                  <a:pt x="716296" y="221412"/>
                </a:lnTo>
                <a:lnTo>
                  <a:pt x="716307" y="221342"/>
                </a:lnTo>
                <a:close/>
                <a:moveTo>
                  <a:pt x="337575" y="219182"/>
                </a:moveTo>
                <a:cubicBezTo>
                  <a:pt x="339164" y="218688"/>
                  <a:pt x="340866" y="218688"/>
                  <a:pt x="342456" y="219182"/>
                </a:cubicBezTo>
                <a:cubicBezTo>
                  <a:pt x="344064" y="219487"/>
                  <a:pt x="345532" y="220294"/>
                  <a:pt x="346655" y="221484"/>
                </a:cubicBezTo>
                <a:cubicBezTo>
                  <a:pt x="346887" y="221775"/>
                  <a:pt x="347081" y="222097"/>
                  <a:pt x="347230" y="222440"/>
                </a:cubicBezTo>
                <a:cubicBezTo>
                  <a:pt x="348154" y="224576"/>
                  <a:pt x="347173" y="227061"/>
                  <a:pt x="345034" y="227986"/>
                </a:cubicBezTo>
                <a:cubicBezTo>
                  <a:pt x="343476" y="228481"/>
                  <a:pt x="341804" y="228481"/>
                  <a:pt x="340245" y="227986"/>
                </a:cubicBezTo>
                <a:cubicBezTo>
                  <a:pt x="338610" y="227674"/>
                  <a:pt x="337111" y="226864"/>
                  <a:pt x="335954" y="225665"/>
                </a:cubicBezTo>
                <a:cubicBezTo>
                  <a:pt x="335672" y="225330"/>
                  <a:pt x="335446" y="224954"/>
                  <a:pt x="335284" y="224547"/>
                </a:cubicBezTo>
                <a:cubicBezTo>
                  <a:pt x="334434" y="222432"/>
                  <a:pt x="335460" y="220031"/>
                  <a:pt x="337575" y="219182"/>
                </a:cubicBezTo>
                <a:close/>
                <a:moveTo>
                  <a:pt x="343266" y="215792"/>
                </a:moveTo>
                <a:cubicBezTo>
                  <a:pt x="340841" y="215046"/>
                  <a:pt x="338229" y="215190"/>
                  <a:pt x="335899" y="216197"/>
                </a:cubicBezTo>
                <a:cubicBezTo>
                  <a:pt x="335650" y="216330"/>
                  <a:pt x="335407" y="216475"/>
                  <a:pt x="335173" y="216634"/>
                </a:cubicBezTo>
                <a:cubicBezTo>
                  <a:pt x="331567" y="219072"/>
                  <a:pt x="330622" y="223974"/>
                  <a:pt x="333063" y="227580"/>
                </a:cubicBezTo>
                <a:cubicBezTo>
                  <a:pt x="334661" y="229558"/>
                  <a:pt x="336905" y="230914"/>
                  <a:pt x="339399" y="231411"/>
                </a:cubicBezTo>
                <a:cubicBezTo>
                  <a:pt x="341793" y="232140"/>
                  <a:pt x="344368" y="231984"/>
                  <a:pt x="346655" y="230969"/>
                </a:cubicBezTo>
                <a:cubicBezTo>
                  <a:pt x="348654" y="229960"/>
                  <a:pt x="350083" y="228096"/>
                  <a:pt x="350542" y="225904"/>
                </a:cubicBezTo>
                <a:cubicBezTo>
                  <a:pt x="351185" y="223747"/>
                  <a:pt x="350790" y="221412"/>
                  <a:pt x="349473" y="219586"/>
                </a:cubicBezTo>
                <a:cubicBezTo>
                  <a:pt x="347932" y="217612"/>
                  <a:pt x="345727" y="216262"/>
                  <a:pt x="343266" y="215792"/>
                </a:cubicBezTo>
                <a:close/>
                <a:moveTo>
                  <a:pt x="39655" y="214595"/>
                </a:moveTo>
                <a:lnTo>
                  <a:pt x="21808" y="218076"/>
                </a:lnTo>
                <a:lnTo>
                  <a:pt x="22139" y="219789"/>
                </a:lnTo>
                <a:lnTo>
                  <a:pt x="22471" y="221502"/>
                </a:lnTo>
                <a:lnTo>
                  <a:pt x="40319" y="218039"/>
                </a:lnTo>
                <a:lnTo>
                  <a:pt x="39987" y="216308"/>
                </a:lnTo>
                <a:close/>
                <a:moveTo>
                  <a:pt x="78408" y="214410"/>
                </a:moveTo>
                <a:cubicBezTo>
                  <a:pt x="85236" y="216081"/>
                  <a:pt x="92193" y="217184"/>
                  <a:pt x="99203" y="217707"/>
                </a:cubicBezTo>
                <a:cubicBezTo>
                  <a:pt x="112648" y="218241"/>
                  <a:pt x="131693" y="217099"/>
                  <a:pt x="149117" y="217302"/>
                </a:cubicBezTo>
                <a:cubicBezTo>
                  <a:pt x="151898" y="217818"/>
                  <a:pt x="154403" y="218241"/>
                  <a:pt x="156356" y="218481"/>
                </a:cubicBezTo>
                <a:cubicBezTo>
                  <a:pt x="161034" y="219126"/>
                  <a:pt x="168825" y="219954"/>
                  <a:pt x="172251" y="220323"/>
                </a:cubicBezTo>
                <a:lnTo>
                  <a:pt x="167370" y="240049"/>
                </a:lnTo>
                <a:lnTo>
                  <a:pt x="186912" y="243364"/>
                </a:lnTo>
                <a:lnTo>
                  <a:pt x="206435" y="240049"/>
                </a:lnTo>
                <a:lnTo>
                  <a:pt x="201555" y="220341"/>
                </a:lnTo>
                <a:cubicBezTo>
                  <a:pt x="204980" y="219936"/>
                  <a:pt x="212771" y="219107"/>
                  <a:pt x="217450" y="218499"/>
                </a:cubicBezTo>
                <a:cubicBezTo>
                  <a:pt x="219402" y="218260"/>
                  <a:pt x="221907" y="217836"/>
                  <a:pt x="224707" y="217320"/>
                </a:cubicBezTo>
                <a:cubicBezTo>
                  <a:pt x="242131" y="217118"/>
                  <a:pt x="261157" y="218260"/>
                  <a:pt x="274621" y="217726"/>
                </a:cubicBezTo>
                <a:lnTo>
                  <a:pt x="274695" y="217707"/>
                </a:lnTo>
                <a:cubicBezTo>
                  <a:pt x="281699" y="217182"/>
                  <a:pt x="288648" y="216081"/>
                  <a:pt x="295471" y="214410"/>
                </a:cubicBezTo>
                <a:cubicBezTo>
                  <a:pt x="295471" y="214410"/>
                  <a:pt x="289374" y="224209"/>
                  <a:pt x="282393" y="228998"/>
                </a:cubicBezTo>
                <a:cubicBezTo>
                  <a:pt x="255499" y="236772"/>
                  <a:pt x="227893" y="241832"/>
                  <a:pt x="199989" y="244101"/>
                </a:cubicBezTo>
                <a:lnTo>
                  <a:pt x="205275" y="265245"/>
                </a:lnTo>
                <a:lnTo>
                  <a:pt x="186857" y="269224"/>
                </a:lnTo>
                <a:lnTo>
                  <a:pt x="168438" y="265245"/>
                </a:lnTo>
                <a:lnTo>
                  <a:pt x="173724" y="244101"/>
                </a:lnTo>
                <a:cubicBezTo>
                  <a:pt x="145875" y="241821"/>
                  <a:pt x="118327" y="236761"/>
                  <a:pt x="91485" y="228998"/>
                </a:cubicBezTo>
                <a:cubicBezTo>
                  <a:pt x="84505" y="224209"/>
                  <a:pt x="78408" y="214410"/>
                  <a:pt x="78408" y="214410"/>
                </a:cubicBezTo>
                <a:close/>
                <a:moveTo>
                  <a:pt x="693822" y="204267"/>
                </a:moveTo>
                <a:cubicBezTo>
                  <a:pt x="698381" y="204267"/>
                  <a:pt x="698638" y="212294"/>
                  <a:pt x="700243" y="212294"/>
                </a:cubicBezTo>
                <a:cubicBezTo>
                  <a:pt x="702587" y="212104"/>
                  <a:pt x="704885" y="211541"/>
                  <a:pt x="707050" y="210625"/>
                </a:cubicBezTo>
                <a:cubicBezTo>
                  <a:pt x="709680" y="210469"/>
                  <a:pt x="712317" y="210469"/>
                  <a:pt x="714948" y="210625"/>
                </a:cubicBezTo>
                <a:cubicBezTo>
                  <a:pt x="716232" y="210625"/>
                  <a:pt x="717709" y="210881"/>
                  <a:pt x="717709" y="211909"/>
                </a:cubicBezTo>
                <a:cubicBezTo>
                  <a:pt x="717968" y="213437"/>
                  <a:pt x="717744" y="215009"/>
                  <a:pt x="717067" y="216403"/>
                </a:cubicBezTo>
                <a:lnTo>
                  <a:pt x="716307" y="221342"/>
                </a:lnTo>
                <a:lnTo>
                  <a:pt x="712893" y="225072"/>
                </a:lnTo>
                <a:cubicBezTo>
                  <a:pt x="712379" y="225907"/>
                  <a:pt x="709875" y="226484"/>
                  <a:pt x="709361" y="227705"/>
                </a:cubicBezTo>
                <a:cubicBezTo>
                  <a:pt x="708206" y="230594"/>
                  <a:pt x="708206" y="233227"/>
                  <a:pt x="706857" y="234832"/>
                </a:cubicBezTo>
                <a:cubicBezTo>
                  <a:pt x="705509" y="236438"/>
                  <a:pt x="703967" y="236887"/>
                  <a:pt x="701849" y="238235"/>
                </a:cubicBezTo>
                <a:cubicBezTo>
                  <a:pt x="699730" y="239584"/>
                  <a:pt x="697482" y="238364"/>
                  <a:pt x="696070" y="238749"/>
                </a:cubicBezTo>
                <a:cubicBezTo>
                  <a:pt x="693681" y="240164"/>
                  <a:pt x="691110" y="241244"/>
                  <a:pt x="688428" y="241960"/>
                </a:cubicBezTo>
                <a:cubicBezTo>
                  <a:pt x="683741" y="241960"/>
                  <a:pt x="679310" y="239841"/>
                  <a:pt x="679310" y="234447"/>
                </a:cubicBezTo>
                <a:cubicBezTo>
                  <a:pt x="679310" y="233163"/>
                  <a:pt x="680273" y="230080"/>
                  <a:pt x="680273" y="228796"/>
                </a:cubicBezTo>
                <a:cubicBezTo>
                  <a:pt x="680273" y="227512"/>
                  <a:pt x="678925" y="225586"/>
                  <a:pt x="678925" y="224302"/>
                </a:cubicBezTo>
                <a:cubicBezTo>
                  <a:pt x="678925" y="223017"/>
                  <a:pt x="681301" y="220577"/>
                  <a:pt x="681686" y="219036"/>
                </a:cubicBezTo>
                <a:cubicBezTo>
                  <a:pt x="682443" y="214302"/>
                  <a:pt x="684939" y="210021"/>
                  <a:pt x="688685" y="207029"/>
                </a:cubicBezTo>
                <a:cubicBezTo>
                  <a:pt x="690419" y="206129"/>
                  <a:pt x="692538" y="204267"/>
                  <a:pt x="693822" y="204267"/>
                </a:cubicBezTo>
                <a:close/>
                <a:moveTo>
                  <a:pt x="37537" y="197374"/>
                </a:moveTo>
                <a:lnTo>
                  <a:pt x="19487" y="199602"/>
                </a:lnTo>
                <a:lnTo>
                  <a:pt x="21034" y="212274"/>
                </a:lnTo>
                <a:lnTo>
                  <a:pt x="22637" y="212090"/>
                </a:lnTo>
                <a:lnTo>
                  <a:pt x="24239" y="211887"/>
                </a:lnTo>
                <a:lnTo>
                  <a:pt x="23116" y="202678"/>
                </a:lnTo>
                <a:lnTo>
                  <a:pt x="27812" y="202089"/>
                </a:lnTo>
                <a:lnTo>
                  <a:pt x="28807" y="210211"/>
                </a:lnTo>
                <a:lnTo>
                  <a:pt x="30373" y="210027"/>
                </a:lnTo>
                <a:lnTo>
                  <a:pt x="31920" y="209843"/>
                </a:lnTo>
                <a:lnTo>
                  <a:pt x="30925" y="201720"/>
                </a:lnTo>
                <a:lnTo>
                  <a:pt x="34756" y="201241"/>
                </a:lnTo>
                <a:lnTo>
                  <a:pt x="35824" y="209990"/>
                </a:lnTo>
                <a:lnTo>
                  <a:pt x="37445" y="209806"/>
                </a:lnTo>
                <a:lnTo>
                  <a:pt x="39029" y="209603"/>
                </a:lnTo>
                <a:close/>
                <a:moveTo>
                  <a:pt x="341940" y="194298"/>
                </a:moveTo>
                <a:cubicBezTo>
                  <a:pt x="340205" y="194272"/>
                  <a:pt x="338529" y="194935"/>
                  <a:pt x="337280" y="196140"/>
                </a:cubicBezTo>
                <a:cubicBezTo>
                  <a:pt x="334499" y="199298"/>
                  <a:pt x="334499" y="204032"/>
                  <a:pt x="337280" y="207191"/>
                </a:cubicBezTo>
                <a:cubicBezTo>
                  <a:pt x="341196" y="210484"/>
                  <a:pt x="346744" y="211005"/>
                  <a:pt x="351205" y="208498"/>
                </a:cubicBezTo>
                <a:cubicBezTo>
                  <a:pt x="353028" y="207233"/>
                  <a:pt x="354159" y="205190"/>
                  <a:pt x="354262" y="202973"/>
                </a:cubicBezTo>
                <a:cubicBezTo>
                  <a:pt x="354472" y="201050"/>
                  <a:pt x="353662" y="199156"/>
                  <a:pt x="352126" y="197981"/>
                </a:cubicBezTo>
                <a:lnTo>
                  <a:pt x="351849" y="197834"/>
                </a:lnTo>
                <a:lnTo>
                  <a:pt x="354225" y="197687"/>
                </a:lnTo>
                <a:lnTo>
                  <a:pt x="354391" y="195384"/>
                </a:lnTo>
                <a:lnTo>
                  <a:pt x="344611" y="194537"/>
                </a:lnTo>
                <a:lnTo>
                  <a:pt x="344003" y="201518"/>
                </a:lnTo>
                <a:lnTo>
                  <a:pt x="347134" y="201794"/>
                </a:lnTo>
                <a:lnTo>
                  <a:pt x="347466" y="197852"/>
                </a:lnTo>
                <a:cubicBezTo>
                  <a:pt x="348247" y="198085"/>
                  <a:pt x="348976" y="198460"/>
                  <a:pt x="349621" y="198958"/>
                </a:cubicBezTo>
                <a:cubicBezTo>
                  <a:pt x="350626" y="199740"/>
                  <a:pt x="351155" y="200987"/>
                  <a:pt x="351021" y="202254"/>
                </a:cubicBezTo>
                <a:cubicBezTo>
                  <a:pt x="351000" y="203638"/>
                  <a:pt x="350315" y="204927"/>
                  <a:pt x="349179" y="205717"/>
                </a:cubicBezTo>
                <a:cubicBezTo>
                  <a:pt x="347707" y="206500"/>
                  <a:pt x="346020" y="206785"/>
                  <a:pt x="344372" y="206528"/>
                </a:cubicBezTo>
                <a:cubicBezTo>
                  <a:pt x="342688" y="206478"/>
                  <a:pt x="341065" y="205883"/>
                  <a:pt x="339748" y="204833"/>
                </a:cubicBezTo>
                <a:cubicBezTo>
                  <a:pt x="338702" y="203912"/>
                  <a:pt x="338177" y="202533"/>
                  <a:pt x="338349" y="201149"/>
                </a:cubicBezTo>
                <a:cubicBezTo>
                  <a:pt x="338422" y="200262"/>
                  <a:pt x="338815" y="199431"/>
                  <a:pt x="339454" y="198810"/>
                </a:cubicBezTo>
                <a:cubicBezTo>
                  <a:pt x="340017" y="198188"/>
                  <a:pt x="340808" y="197817"/>
                  <a:pt x="341646" y="197779"/>
                </a:cubicBezTo>
                <a:close/>
                <a:moveTo>
                  <a:pt x="90361" y="188643"/>
                </a:moveTo>
                <a:cubicBezTo>
                  <a:pt x="94167" y="189352"/>
                  <a:pt x="98022" y="189771"/>
                  <a:pt x="101891" y="189896"/>
                </a:cubicBezTo>
                <a:cubicBezTo>
                  <a:pt x="104636" y="190006"/>
                  <a:pt x="108025" y="189896"/>
                  <a:pt x="111893" y="189896"/>
                </a:cubicBezTo>
                <a:cubicBezTo>
                  <a:pt x="115337" y="189785"/>
                  <a:pt x="119242" y="189785"/>
                  <a:pt x="123349" y="189785"/>
                </a:cubicBezTo>
                <a:cubicBezTo>
                  <a:pt x="128119" y="189785"/>
                  <a:pt x="134142" y="189841"/>
                  <a:pt x="140644" y="190227"/>
                </a:cubicBezTo>
                <a:cubicBezTo>
                  <a:pt x="146781" y="192060"/>
                  <a:pt x="153023" y="193511"/>
                  <a:pt x="159339" y="194574"/>
                </a:cubicBezTo>
                <a:cubicBezTo>
                  <a:pt x="163713" y="195195"/>
                  <a:pt x="168126" y="195497"/>
                  <a:pt x="172545" y="195477"/>
                </a:cubicBezTo>
                <a:lnTo>
                  <a:pt x="168088" y="214429"/>
                </a:lnTo>
                <a:lnTo>
                  <a:pt x="186506" y="216603"/>
                </a:lnTo>
                <a:lnTo>
                  <a:pt x="186709" y="216603"/>
                </a:lnTo>
                <a:lnTo>
                  <a:pt x="186948" y="216603"/>
                </a:lnTo>
                <a:lnTo>
                  <a:pt x="205496" y="214392"/>
                </a:lnTo>
                <a:lnTo>
                  <a:pt x="201038" y="195440"/>
                </a:lnTo>
                <a:cubicBezTo>
                  <a:pt x="205457" y="195460"/>
                  <a:pt x="209870" y="195158"/>
                  <a:pt x="214244" y="194537"/>
                </a:cubicBezTo>
                <a:cubicBezTo>
                  <a:pt x="220584" y="193497"/>
                  <a:pt x="226852" y="192062"/>
                  <a:pt x="233013" y="190246"/>
                </a:cubicBezTo>
                <a:cubicBezTo>
                  <a:pt x="239514" y="189804"/>
                  <a:pt x="245537" y="189804"/>
                  <a:pt x="250308" y="189804"/>
                </a:cubicBezTo>
                <a:cubicBezTo>
                  <a:pt x="254397" y="189804"/>
                  <a:pt x="258320" y="189914"/>
                  <a:pt x="261764" y="189914"/>
                </a:cubicBezTo>
                <a:cubicBezTo>
                  <a:pt x="265650" y="189914"/>
                  <a:pt x="269039" y="189914"/>
                  <a:pt x="271765" y="189914"/>
                </a:cubicBezTo>
                <a:lnTo>
                  <a:pt x="271765" y="189896"/>
                </a:lnTo>
                <a:cubicBezTo>
                  <a:pt x="275635" y="189771"/>
                  <a:pt x="279490" y="189352"/>
                  <a:pt x="283295" y="188643"/>
                </a:cubicBezTo>
                <a:cubicBezTo>
                  <a:pt x="280172" y="192799"/>
                  <a:pt x="276447" y="196468"/>
                  <a:pt x="272244" y="199529"/>
                </a:cubicBezTo>
                <a:cubicBezTo>
                  <a:pt x="267111" y="202454"/>
                  <a:pt x="261731" y="204918"/>
                  <a:pt x="256165" y="206896"/>
                </a:cubicBezTo>
                <a:cubicBezTo>
                  <a:pt x="243279" y="210618"/>
                  <a:pt x="230169" y="213516"/>
                  <a:pt x="216915" y="215571"/>
                </a:cubicBezTo>
                <a:cubicBezTo>
                  <a:pt x="210874" y="216345"/>
                  <a:pt x="199510" y="217542"/>
                  <a:pt x="199399" y="217542"/>
                </a:cubicBezTo>
                <a:lnTo>
                  <a:pt x="197705" y="217708"/>
                </a:lnTo>
                <a:lnTo>
                  <a:pt x="202622" y="237655"/>
                </a:lnTo>
                <a:lnTo>
                  <a:pt x="186764" y="240344"/>
                </a:lnTo>
                <a:lnTo>
                  <a:pt x="170887" y="237655"/>
                </a:lnTo>
                <a:lnTo>
                  <a:pt x="175823" y="217708"/>
                </a:lnTo>
                <a:lnTo>
                  <a:pt x="174110" y="217542"/>
                </a:lnTo>
                <a:cubicBezTo>
                  <a:pt x="174000" y="217524"/>
                  <a:pt x="162636" y="216345"/>
                  <a:pt x="156594" y="215571"/>
                </a:cubicBezTo>
                <a:cubicBezTo>
                  <a:pt x="143390" y="213506"/>
                  <a:pt x="130330" y="210609"/>
                  <a:pt x="117492" y="206896"/>
                </a:cubicBezTo>
                <a:cubicBezTo>
                  <a:pt x="111926" y="204918"/>
                  <a:pt x="106546" y="202454"/>
                  <a:pt x="101412" y="199529"/>
                </a:cubicBezTo>
                <a:cubicBezTo>
                  <a:pt x="97209" y="196468"/>
                  <a:pt x="93485" y="192799"/>
                  <a:pt x="90361" y="188643"/>
                </a:cubicBezTo>
                <a:close/>
                <a:moveTo>
                  <a:pt x="779481" y="188472"/>
                </a:moveTo>
                <a:cubicBezTo>
                  <a:pt x="781151" y="188215"/>
                  <a:pt x="781986" y="190078"/>
                  <a:pt x="784619" y="189628"/>
                </a:cubicBezTo>
                <a:cubicBezTo>
                  <a:pt x="785454" y="189564"/>
                  <a:pt x="788600" y="192324"/>
                  <a:pt x="789820" y="192324"/>
                </a:cubicBezTo>
                <a:cubicBezTo>
                  <a:pt x="791508" y="192810"/>
                  <a:pt x="793274" y="192963"/>
                  <a:pt x="795021" y="192774"/>
                </a:cubicBezTo>
                <a:cubicBezTo>
                  <a:pt x="796562" y="192581"/>
                  <a:pt x="798938" y="194379"/>
                  <a:pt x="800158" y="194379"/>
                </a:cubicBezTo>
                <a:cubicBezTo>
                  <a:pt x="801652" y="194269"/>
                  <a:pt x="803134" y="194033"/>
                  <a:pt x="804589" y="193673"/>
                </a:cubicBezTo>
                <a:cubicBezTo>
                  <a:pt x="807221" y="193159"/>
                  <a:pt x="813129" y="200287"/>
                  <a:pt x="815119" y="202984"/>
                </a:cubicBezTo>
                <a:lnTo>
                  <a:pt x="814542" y="203112"/>
                </a:lnTo>
                <a:cubicBezTo>
                  <a:pt x="815605" y="204357"/>
                  <a:pt x="816531" y="205714"/>
                  <a:pt x="817303" y="207158"/>
                </a:cubicBezTo>
                <a:cubicBezTo>
                  <a:pt x="817678" y="208893"/>
                  <a:pt x="817678" y="210688"/>
                  <a:pt x="817303" y="212423"/>
                </a:cubicBezTo>
                <a:cubicBezTo>
                  <a:pt x="816404" y="215249"/>
                  <a:pt x="814734" y="216020"/>
                  <a:pt x="813578" y="217304"/>
                </a:cubicBezTo>
                <a:cubicBezTo>
                  <a:pt x="812423" y="218588"/>
                  <a:pt x="811973" y="221670"/>
                  <a:pt x="810689" y="223211"/>
                </a:cubicBezTo>
                <a:cubicBezTo>
                  <a:pt x="809699" y="224655"/>
                  <a:pt x="808559" y="225990"/>
                  <a:pt x="807286" y="227192"/>
                </a:cubicBezTo>
                <a:cubicBezTo>
                  <a:pt x="805515" y="228408"/>
                  <a:pt x="803498" y="229219"/>
                  <a:pt x="801378" y="229568"/>
                </a:cubicBezTo>
                <a:cubicBezTo>
                  <a:pt x="799965" y="229568"/>
                  <a:pt x="797782" y="229183"/>
                  <a:pt x="796369" y="229568"/>
                </a:cubicBezTo>
                <a:cubicBezTo>
                  <a:pt x="793930" y="230210"/>
                  <a:pt x="792838" y="232072"/>
                  <a:pt x="791104" y="232072"/>
                </a:cubicBezTo>
                <a:cubicBezTo>
                  <a:pt x="789370" y="232072"/>
                  <a:pt x="787637" y="230467"/>
                  <a:pt x="786995" y="227706"/>
                </a:cubicBezTo>
                <a:cubicBezTo>
                  <a:pt x="786995" y="226294"/>
                  <a:pt x="787701" y="223660"/>
                  <a:pt x="786995" y="221927"/>
                </a:cubicBezTo>
                <a:cubicBezTo>
                  <a:pt x="785437" y="219419"/>
                  <a:pt x="784022" y="216824"/>
                  <a:pt x="782756" y="214157"/>
                </a:cubicBezTo>
                <a:cubicBezTo>
                  <a:pt x="782628" y="211011"/>
                  <a:pt x="779353" y="209469"/>
                  <a:pt x="779353" y="207415"/>
                </a:cubicBezTo>
                <a:cubicBezTo>
                  <a:pt x="779363" y="204779"/>
                  <a:pt x="778676" y="202187"/>
                  <a:pt x="777363" y="199902"/>
                </a:cubicBezTo>
                <a:cubicBezTo>
                  <a:pt x="776910" y="198366"/>
                  <a:pt x="777048" y="196718"/>
                  <a:pt x="777748" y="195279"/>
                </a:cubicBezTo>
                <a:cubicBezTo>
                  <a:pt x="778776" y="193866"/>
                  <a:pt x="777363" y="190078"/>
                  <a:pt x="779481" y="188472"/>
                </a:cubicBezTo>
                <a:close/>
                <a:moveTo>
                  <a:pt x="30096" y="181902"/>
                </a:moveTo>
                <a:lnTo>
                  <a:pt x="34093" y="181902"/>
                </a:lnTo>
                <a:lnTo>
                  <a:pt x="34093" y="185770"/>
                </a:lnTo>
                <a:cubicBezTo>
                  <a:pt x="34129" y="186485"/>
                  <a:pt x="33956" y="187196"/>
                  <a:pt x="33595" y="187815"/>
                </a:cubicBezTo>
                <a:cubicBezTo>
                  <a:pt x="33280" y="188270"/>
                  <a:pt x="32748" y="188524"/>
                  <a:pt x="32195" y="188478"/>
                </a:cubicBezTo>
                <a:cubicBezTo>
                  <a:pt x="31597" y="188528"/>
                  <a:pt x="31007" y="188305"/>
                  <a:pt x="30593" y="187870"/>
                </a:cubicBezTo>
                <a:cubicBezTo>
                  <a:pt x="30203" y="187292"/>
                  <a:pt x="30028" y="186594"/>
                  <a:pt x="30096" y="185899"/>
                </a:cubicBezTo>
                <a:close/>
                <a:moveTo>
                  <a:pt x="22194" y="181662"/>
                </a:moveTo>
                <a:lnTo>
                  <a:pt x="27038" y="181754"/>
                </a:lnTo>
                <a:lnTo>
                  <a:pt x="27038" y="185917"/>
                </a:lnTo>
                <a:cubicBezTo>
                  <a:pt x="27075" y="186663"/>
                  <a:pt x="26867" y="187400"/>
                  <a:pt x="26449" y="188017"/>
                </a:cubicBezTo>
                <a:cubicBezTo>
                  <a:pt x="26014" y="188496"/>
                  <a:pt x="25379" y="188742"/>
                  <a:pt x="24736" y="188680"/>
                </a:cubicBezTo>
                <a:cubicBezTo>
                  <a:pt x="24020" y="188720"/>
                  <a:pt x="23318" y="188459"/>
                  <a:pt x="22802" y="187961"/>
                </a:cubicBezTo>
                <a:cubicBezTo>
                  <a:pt x="22338" y="187379"/>
                  <a:pt x="22121" y="186639"/>
                  <a:pt x="22194" y="185899"/>
                </a:cubicBezTo>
                <a:close/>
                <a:moveTo>
                  <a:pt x="19156" y="178255"/>
                </a:moveTo>
                <a:lnTo>
                  <a:pt x="19156" y="179931"/>
                </a:lnTo>
                <a:lnTo>
                  <a:pt x="19137" y="185844"/>
                </a:lnTo>
                <a:cubicBezTo>
                  <a:pt x="18982" y="187520"/>
                  <a:pt x="19471" y="189190"/>
                  <a:pt x="20500" y="190522"/>
                </a:cubicBezTo>
                <a:cubicBezTo>
                  <a:pt x="21605" y="191653"/>
                  <a:pt x="23140" y="192255"/>
                  <a:pt x="24718" y="192180"/>
                </a:cubicBezTo>
                <a:cubicBezTo>
                  <a:pt x="26074" y="192277"/>
                  <a:pt x="27392" y="191699"/>
                  <a:pt x="28236" y="190632"/>
                </a:cubicBezTo>
                <a:cubicBezTo>
                  <a:pt x="28485" y="190317"/>
                  <a:pt x="28689" y="189971"/>
                  <a:pt x="28844" y="189601"/>
                </a:cubicBezTo>
                <a:cubicBezTo>
                  <a:pt x="29560" y="190964"/>
                  <a:pt x="30990" y="191798"/>
                  <a:pt x="32527" y="191756"/>
                </a:cubicBezTo>
                <a:cubicBezTo>
                  <a:pt x="33800" y="191846"/>
                  <a:pt x="35049" y="191367"/>
                  <a:pt x="35935" y="190448"/>
                </a:cubicBezTo>
                <a:cubicBezTo>
                  <a:pt x="36813" y="189391"/>
                  <a:pt x="37267" y="188045"/>
                  <a:pt x="37206" y="186672"/>
                </a:cubicBezTo>
                <a:lnTo>
                  <a:pt x="37335" y="180244"/>
                </a:lnTo>
                <a:lnTo>
                  <a:pt x="37335" y="178587"/>
                </a:lnTo>
                <a:close/>
                <a:moveTo>
                  <a:pt x="336488" y="175013"/>
                </a:moveTo>
                <a:lnTo>
                  <a:pt x="336488" y="177003"/>
                </a:lnTo>
                <a:lnTo>
                  <a:pt x="336488" y="178973"/>
                </a:lnTo>
                <a:lnTo>
                  <a:pt x="344464" y="181957"/>
                </a:lnTo>
                <a:lnTo>
                  <a:pt x="336709" y="185641"/>
                </a:lnTo>
                <a:lnTo>
                  <a:pt x="336709" y="187722"/>
                </a:lnTo>
                <a:lnTo>
                  <a:pt x="336709" y="189804"/>
                </a:lnTo>
                <a:lnTo>
                  <a:pt x="347760" y="183560"/>
                </a:lnTo>
                <a:lnTo>
                  <a:pt x="354594" y="183320"/>
                </a:lnTo>
                <a:lnTo>
                  <a:pt x="354594" y="181570"/>
                </a:lnTo>
                <a:lnTo>
                  <a:pt x="354594" y="179839"/>
                </a:lnTo>
                <a:lnTo>
                  <a:pt x="347687" y="180079"/>
                </a:lnTo>
                <a:close/>
                <a:moveTo>
                  <a:pt x="272189" y="159929"/>
                </a:moveTo>
                <a:cubicBezTo>
                  <a:pt x="269166" y="164425"/>
                  <a:pt x="265499" y="168453"/>
                  <a:pt x="261304" y="171883"/>
                </a:cubicBezTo>
                <a:cubicBezTo>
                  <a:pt x="256434" y="176033"/>
                  <a:pt x="251039" y="179525"/>
                  <a:pt x="245261" y="182271"/>
                </a:cubicBezTo>
                <a:cubicBezTo>
                  <a:pt x="235179" y="186763"/>
                  <a:pt x="224544" y="189891"/>
                  <a:pt x="213637" y="191572"/>
                </a:cubicBezTo>
                <a:cubicBezTo>
                  <a:pt x="209115" y="192189"/>
                  <a:pt x="204552" y="192479"/>
                  <a:pt x="199988" y="192438"/>
                </a:cubicBezTo>
                <a:lnTo>
                  <a:pt x="197170" y="192438"/>
                </a:lnTo>
                <a:lnTo>
                  <a:pt x="201738" y="211833"/>
                </a:lnTo>
                <a:lnTo>
                  <a:pt x="187003" y="213675"/>
                </a:lnTo>
                <a:lnTo>
                  <a:pt x="186819" y="213675"/>
                </a:lnTo>
                <a:lnTo>
                  <a:pt x="186617" y="213675"/>
                </a:lnTo>
                <a:lnTo>
                  <a:pt x="171882" y="211833"/>
                </a:lnTo>
                <a:lnTo>
                  <a:pt x="176468" y="192475"/>
                </a:lnTo>
                <a:lnTo>
                  <a:pt x="173650" y="192475"/>
                </a:lnTo>
                <a:cubicBezTo>
                  <a:pt x="169086" y="192517"/>
                  <a:pt x="164524" y="192228"/>
                  <a:pt x="160002" y="191609"/>
                </a:cubicBezTo>
                <a:cubicBezTo>
                  <a:pt x="149093" y="189933"/>
                  <a:pt x="138458" y="186804"/>
                  <a:pt x="128377" y="182308"/>
                </a:cubicBezTo>
                <a:cubicBezTo>
                  <a:pt x="122583" y="179562"/>
                  <a:pt x="117177" y="176062"/>
                  <a:pt x="112298" y="171901"/>
                </a:cubicBezTo>
                <a:cubicBezTo>
                  <a:pt x="108109" y="168483"/>
                  <a:pt x="104453" y="164460"/>
                  <a:pt x="101449" y="159966"/>
                </a:cubicBezTo>
                <a:cubicBezTo>
                  <a:pt x="105465" y="160574"/>
                  <a:pt x="111377" y="161255"/>
                  <a:pt x="112832" y="161255"/>
                </a:cubicBezTo>
                <a:lnTo>
                  <a:pt x="117252" y="161458"/>
                </a:lnTo>
                <a:cubicBezTo>
                  <a:pt x="122612" y="161697"/>
                  <a:pt x="129574" y="162029"/>
                  <a:pt x="138028" y="162545"/>
                </a:cubicBezTo>
                <a:cubicBezTo>
                  <a:pt x="138784" y="162968"/>
                  <a:pt x="139557" y="163374"/>
                  <a:pt x="140349" y="163779"/>
                </a:cubicBezTo>
                <a:cubicBezTo>
                  <a:pt x="147722" y="167512"/>
                  <a:pt x="155644" y="170043"/>
                  <a:pt x="163814" y="171275"/>
                </a:cubicBezTo>
                <a:cubicBezTo>
                  <a:pt x="165205" y="171470"/>
                  <a:pt x="166609" y="171562"/>
                  <a:pt x="168014" y="171551"/>
                </a:cubicBezTo>
                <a:cubicBezTo>
                  <a:pt x="169948" y="171551"/>
                  <a:pt x="171808" y="171404"/>
                  <a:pt x="173171" y="171275"/>
                </a:cubicBezTo>
                <a:lnTo>
                  <a:pt x="169119" y="188128"/>
                </a:lnTo>
                <a:lnTo>
                  <a:pt x="186911" y="189252"/>
                </a:lnTo>
                <a:lnTo>
                  <a:pt x="204685" y="188128"/>
                </a:lnTo>
                <a:lnTo>
                  <a:pt x="200651" y="171275"/>
                </a:lnTo>
                <a:cubicBezTo>
                  <a:pt x="201996" y="171404"/>
                  <a:pt x="203948" y="171551"/>
                  <a:pt x="205790" y="171551"/>
                </a:cubicBezTo>
                <a:cubicBezTo>
                  <a:pt x="207196" y="171564"/>
                  <a:pt x="208599" y="171472"/>
                  <a:pt x="209990" y="171275"/>
                </a:cubicBezTo>
                <a:cubicBezTo>
                  <a:pt x="218166" y="170039"/>
                  <a:pt x="226093" y="167509"/>
                  <a:pt x="233473" y="163779"/>
                </a:cubicBezTo>
                <a:lnTo>
                  <a:pt x="235794" y="162545"/>
                </a:lnTo>
                <a:cubicBezTo>
                  <a:pt x="244248" y="162029"/>
                  <a:pt x="251192" y="161697"/>
                  <a:pt x="256570" y="161458"/>
                </a:cubicBezTo>
                <a:lnTo>
                  <a:pt x="260972" y="161255"/>
                </a:lnTo>
                <a:lnTo>
                  <a:pt x="260788" y="161219"/>
                </a:lnTo>
                <a:cubicBezTo>
                  <a:pt x="262261" y="161145"/>
                  <a:pt x="268155" y="160537"/>
                  <a:pt x="272189" y="159929"/>
                </a:cubicBezTo>
                <a:close/>
                <a:moveTo>
                  <a:pt x="761053" y="151229"/>
                </a:moveTo>
                <a:cubicBezTo>
                  <a:pt x="759442" y="151114"/>
                  <a:pt x="757824" y="151332"/>
                  <a:pt x="756301" y="151871"/>
                </a:cubicBezTo>
                <a:cubicBezTo>
                  <a:pt x="754439" y="153027"/>
                  <a:pt x="752641" y="152384"/>
                  <a:pt x="751421" y="153476"/>
                </a:cubicBezTo>
                <a:cubicBezTo>
                  <a:pt x="750306" y="154402"/>
                  <a:pt x="749076" y="155179"/>
                  <a:pt x="747761" y="155788"/>
                </a:cubicBezTo>
                <a:cubicBezTo>
                  <a:pt x="744502" y="156938"/>
                  <a:pt x="741327" y="158311"/>
                  <a:pt x="738257" y="159897"/>
                </a:cubicBezTo>
                <a:cubicBezTo>
                  <a:pt x="736426" y="160822"/>
                  <a:pt x="735298" y="162727"/>
                  <a:pt x="735368" y="164777"/>
                </a:cubicBezTo>
                <a:cubicBezTo>
                  <a:pt x="735435" y="167019"/>
                  <a:pt x="737236" y="168820"/>
                  <a:pt x="739477" y="168887"/>
                </a:cubicBezTo>
                <a:cubicBezTo>
                  <a:pt x="742001" y="168536"/>
                  <a:pt x="744452" y="167777"/>
                  <a:pt x="746733" y="166640"/>
                </a:cubicBezTo>
                <a:cubicBezTo>
                  <a:pt x="749173" y="165163"/>
                  <a:pt x="750393" y="163301"/>
                  <a:pt x="753540" y="161374"/>
                </a:cubicBezTo>
                <a:cubicBezTo>
                  <a:pt x="755660" y="159992"/>
                  <a:pt x="757564" y="158304"/>
                  <a:pt x="759191" y="156366"/>
                </a:cubicBezTo>
                <a:cubicBezTo>
                  <a:pt x="760410" y="154246"/>
                  <a:pt x="762016" y="151229"/>
                  <a:pt x="761053" y="151229"/>
                </a:cubicBezTo>
                <a:close/>
                <a:moveTo>
                  <a:pt x="986632" y="140890"/>
                </a:moveTo>
                <a:cubicBezTo>
                  <a:pt x="984098" y="141122"/>
                  <a:pt x="981586" y="141551"/>
                  <a:pt x="979119" y="142174"/>
                </a:cubicBezTo>
                <a:cubicBezTo>
                  <a:pt x="978073" y="143250"/>
                  <a:pt x="977437" y="144659"/>
                  <a:pt x="977321" y="146155"/>
                </a:cubicBezTo>
                <a:cubicBezTo>
                  <a:pt x="977137" y="147427"/>
                  <a:pt x="977338" y="148724"/>
                  <a:pt x="977899" y="149880"/>
                </a:cubicBezTo>
                <a:cubicBezTo>
                  <a:pt x="980018" y="150586"/>
                  <a:pt x="983036" y="151292"/>
                  <a:pt x="984321" y="150586"/>
                </a:cubicBezTo>
                <a:lnTo>
                  <a:pt x="984385" y="150586"/>
                </a:lnTo>
                <a:cubicBezTo>
                  <a:pt x="986866" y="148877"/>
                  <a:pt x="988446" y="146141"/>
                  <a:pt x="988687" y="143137"/>
                </a:cubicBezTo>
                <a:cubicBezTo>
                  <a:pt x="988702" y="143024"/>
                  <a:pt x="988707" y="142911"/>
                  <a:pt x="988702" y="142798"/>
                </a:cubicBezTo>
                <a:cubicBezTo>
                  <a:pt x="988657" y="141699"/>
                  <a:pt x="987731" y="140845"/>
                  <a:pt x="986632" y="140890"/>
                </a:cubicBezTo>
                <a:close/>
                <a:moveTo>
                  <a:pt x="1009107" y="134211"/>
                </a:moveTo>
                <a:cubicBezTo>
                  <a:pt x="1007309" y="134726"/>
                  <a:pt x="1006024" y="136138"/>
                  <a:pt x="1003264" y="136138"/>
                </a:cubicBezTo>
                <a:cubicBezTo>
                  <a:pt x="1001915" y="137679"/>
                  <a:pt x="1002493" y="140632"/>
                  <a:pt x="1002556" y="141981"/>
                </a:cubicBezTo>
                <a:cubicBezTo>
                  <a:pt x="1002621" y="143330"/>
                  <a:pt x="1005318" y="145256"/>
                  <a:pt x="1006152" y="145256"/>
                </a:cubicBezTo>
                <a:cubicBezTo>
                  <a:pt x="1008939" y="144768"/>
                  <a:pt x="1011325" y="142979"/>
                  <a:pt x="1012574" y="140440"/>
                </a:cubicBezTo>
                <a:lnTo>
                  <a:pt x="1012831" y="140440"/>
                </a:lnTo>
                <a:cubicBezTo>
                  <a:pt x="1012995" y="138818"/>
                  <a:pt x="1012995" y="137182"/>
                  <a:pt x="1012831" y="135560"/>
                </a:cubicBezTo>
                <a:cubicBezTo>
                  <a:pt x="1012574" y="133890"/>
                  <a:pt x="1010904" y="133698"/>
                  <a:pt x="1009107" y="134211"/>
                </a:cubicBezTo>
                <a:close/>
                <a:moveTo>
                  <a:pt x="774281" y="126827"/>
                </a:moveTo>
                <a:cubicBezTo>
                  <a:pt x="776202" y="127303"/>
                  <a:pt x="778057" y="128015"/>
                  <a:pt x="779803" y="128947"/>
                </a:cubicBezTo>
                <a:cubicBezTo>
                  <a:pt x="781087" y="128947"/>
                  <a:pt x="784940" y="128112"/>
                  <a:pt x="786224" y="128947"/>
                </a:cubicBezTo>
                <a:cubicBezTo>
                  <a:pt x="789433" y="130608"/>
                  <a:pt x="792466" y="132587"/>
                  <a:pt x="795278" y="134854"/>
                </a:cubicBezTo>
                <a:cubicBezTo>
                  <a:pt x="796326" y="137283"/>
                  <a:pt x="797163" y="139796"/>
                  <a:pt x="797783" y="142367"/>
                </a:cubicBezTo>
                <a:cubicBezTo>
                  <a:pt x="798438" y="144260"/>
                  <a:pt x="798438" y="146318"/>
                  <a:pt x="797783" y="148211"/>
                </a:cubicBezTo>
                <a:cubicBezTo>
                  <a:pt x="795095" y="150659"/>
                  <a:pt x="792544" y="153252"/>
                  <a:pt x="790141" y="155980"/>
                </a:cubicBezTo>
                <a:lnTo>
                  <a:pt x="789884" y="155980"/>
                </a:lnTo>
                <a:cubicBezTo>
                  <a:pt x="788802" y="158197"/>
                  <a:pt x="787580" y="160341"/>
                  <a:pt x="786224" y="162402"/>
                </a:cubicBezTo>
                <a:cubicBezTo>
                  <a:pt x="781831" y="169148"/>
                  <a:pt x="777822" y="176137"/>
                  <a:pt x="774216" y="183335"/>
                </a:cubicBezTo>
                <a:cubicBezTo>
                  <a:pt x="772600" y="185687"/>
                  <a:pt x="770842" y="187939"/>
                  <a:pt x="768951" y="190077"/>
                </a:cubicBezTo>
                <a:cubicBezTo>
                  <a:pt x="767839" y="190956"/>
                  <a:pt x="766335" y="191153"/>
                  <a:pt x="765034" y="190591"/>
                </a:cubicBezTo>
                <a:cubicBezTo>
                  <a:pt x="764071" y="190206"/>
                  <a:pt x="761310" y="192132"/>
                  <a:pt x="761310" y="194765"/>
                </a:cubicBezTo>
                <a:cubicBezTo>
                  <a:pt x="761195" y="197368"/>
                  <a:pt x="761610" y="199968"/>
                  <a:pt x="762530" y="202406"/>
                </a:cubicBezTo>
                <a:cubicBezTo>
                  <a:pt x="763301" y="213716"/>
                  <a:pt x="763301" y="225065"/>
                  <a:pt x="762530" y="236375"/>
                </a:cubicBezTo>
                <a:cubicBezTo>
                  <a:pt x="761973" y="240398"/>
                  <a:pt x="759608" y="243945"/>
                  <a:pt x="756109" y="246007"/>
                </a:cubicBezTo>
                <a:cubicBezTo>
                  <a:pt x="754246" y="246905"/>
                  <a:pt x="751613" y="251786"/>
                  <a:pt x="749238" y="252877"/>
                </a:cubicBezTo>
                <a:cubicBezTo>
                  <a:pt x="746862" y="253969"/>
                  <a:pt x="744101" y="256152"/>
                  <a:pt x="742816" y="256152"/>
                </a:cubicBezTo>
                <a:cubicBezTo>
                  <a:pt x="741577" y="256023"/>
                  <a:pt x="740489" y="255274"/>
                  <a:pt x="739927" y="254161"/>
                </a:cubicBezTo>
                <a:cubicBezTo>
                  <a:pt x="739349" y="253391"/>
                  <a:pt x="736845" y="253006"/>
                  <a:pt x="735432" y="252171"/>
                </a:cubicBezTo>
                <a:cubicBezTo>
                  <a:pt x="734020" y="251336"/>
                  <a:pt x="733377" y="250181"/>
                  <a:pt x="731900" y="249410"/>
                </a:cubicBezTo>
                <a:cubicBezTo>
                  <a:pt x="729760" y="248846"/>
                  <a:pt x="727751" y="247864"/>
                  <a:pt x="725992" y="246521"/>
                </a:cubicBezTo>
                <a:cubicBezTo>
                  <a:pt x="724515" y="245108"/>
                  <a:pt x="724259" y="243053"/>
                  <a:pt x="722782" y="240484"/>
                </a:cubicBezTo>
                <a:cubicBezTo>
                  <a:pt x="720727" y="236824"/>
                  <a:pt x="713856" y="233292"/>
                  <a:pt x="713728" y="231238"/>
                </a:cubicBezTo>
                <a:cubicBezTo>
                  <a:pt x="713600" y="229183"/>
                  <a:pt x="718865" y="228862"/>
                  <a:pt x="719507" y="228862"/>
                </a:cubicBezTo>
                <a:cubicBezTo>
                  <a:pt x="723874" y="228733"/>
                  <a:pt x="726828" y="231815"/>
                  <a:pt x="728047" y="231815"/>
                </a:cubicBezTo>
                <a:cubicBezTo>
                  <a:pt x="732414" y="231815"/>
                  <a:pt x="734533" y="230210"/>
                  <a:pt x="734918" y="223789"/>
                </a:cubicBezTo>
                <a:cubicBezTo>
                  <a:pt x="734918" y="222505"/>
                  <a:pt x="734918" y="219487"/>
                  <a:pt x="734918" y="218202"/>
                </a:cubicBezTo>
                <a:cubicBezTo>
                  <a:pt x="734657" y="215662"/>
                  <a:pt x="734657" y="213102"/>
                  <a:pt x="734918" y="210561"/>
                </a:cubicBezTo>
                <a:cubicBezTo>
                  <a:pt x="735041" y="207130"/>
                  <a:pt x="735449" y="203715"/>
                  <a:pt x="736138" y="200351"/>
                </a:cubicBezTo>
                <a:cubicBezTo>
                  <a:pt x="736138" y="199324"/>
                  <a:pt x="735175" y="196884"/>
                  <a:pt x="734276" y="196884"/>
                </a:cubicBezTo>
                <a:cubicBezTo>
                  <a:pt x="732157" y="197397"/>
                  <a:pt x="730038" y="195343"/>
                  <a:pt x="728754" y="195343"/>
                </a:cubicBezTo>
                <a:cubicBezTo>
                  <a:pt x="727470" y="195343"/>
                  <a:pt x="725672" y="196113"/>
                  <a:pt x="724387" y="196113"/>
                </a:cubicBezTo>
                <a:cubicBezTo>
                  <a:pt x="722038" y="196163"/>
                  <a:pt x="719690" y="195948"/>
                  <a:pt x="717388" y="195471"/>
                </a:cubicBezTo>
                <a:cubicBezTo>
                  <a:pt x="716413" y="194896"/>
                  <a:pt x="715561" y="194132"/>
                  <a:pt x="714884" y="193224"/>
                </a:cubicBezTo>
                <a:cubicBezTo>
                  <a:pt x="714211" y="191573"/>
                  <a:pt x="713736" y="189849"/>
                  <a:pt x="713471" y="188087"/>
                </a:cubicBezTo>
                <a:cubicBezTo>
                  <a:pt x="713150" y="187637"/>
                  <a:pt x="712765" y="185325"/>
                  <a:pt x="712251" y="185325"/>
                </a:cubicBezTo>
                <a:cubicBezTo>
                  <a:pt x="712123" y="183849"/>
                  <a:pt x="711609" y="181409"/>
                  <a:pt x="711609" y="179931"/>
                </a:cubicBezTo>
                <a:cubicBezTo>
                  <a:pt x="711609" y="178455"/>
                  <a:pt x="710325" y="175758"/>
                  <a:pt x="709875" y="172034"/>
                </a:cubicBezTo>
                <a:cubicBezTo>
                  <a:pt x="709426" y="168309"/>
                  <a:pt x="708206" y="165933"/>
                  <a:pt x="708206" y="161888"/>
                </a:cubicBezTo>
                <a:cubicBezTo>
                  <a:pt x="707692" y="155788"/>
                  <a:pt x="707692" y="152834"/>
                  <a:pt x="707692" y="151614"/>
                </a:cubicBezTo>
                <a:cubicBezTo>
                  <a:pt x="708077" y="144358"/>
                  <a:pt x="712379" y="142753"/>
                  <a:pt x="714113" y="139992"/>
                </a:cubicBezTo>
                <a:cubicBezTo>
                  <a:pt x="715975" y="138964"/>
                  <a:pt x="717773" y="137102"/>
                  <a:pt x="720021" y="137359"/>
                </a:cubicBezTo>
                <a:cubicBezTo>
                  <a:pt x="722268" y="137616"/>
                  <a:pt x="722910" y="138450"/>
                  <a:pt x="725286" y="140120"/>
                </a:cubicBezTo>
                <a:cubicBezTo>
                  <a:pt x="726183" y="141185"/>
                  <a:pt x="727018" y="142300"/>
                  <a:pt x="727790" y="143459"/>
                </a:cubicBezTo>
                <a:cubicBezTo>
                  <a:pt x="731617" y="143179"/>
                  <a:pt x="735339" y="142085"/>
                  <a:pt x="738707" y="140248"/>
                </a:cubicBezTo>
                <a:cubicBezTo>
                  <a:pt x="740376" y="139349"/>
                  <a:pt x="743972" y="139349"/>
                  <a:pt x="746797" y="138065"/>
                </a:cubicBezTo>
                <a:cubicBezTo>
                  <a:pt x="748652" y="137072"/>
                  <a:pt x="750643" y="136358"/>
                  <a:pt x="752705" y="135946"/>
                </a:cubicBezTo>
                <a:cubicBezTo>
                  <a:pt x="753989" y="135946"/>
                  <a:pt x="754375" y="135432"/>
                  <a:pt x="757328" y="134598"/>
                </a:cubicBezTo>
                <a:cubicBezTo>
                  <a:pt x="759628" y="134250"/>
                  <a:pt x="761821" y="133394"/>
                  <a:pt x="763749" y="132093"/>
                </a:cubicBezTo>
                <a:cubicBezTo>
                  <a:pt x="765098" y="131130"/>
                  <a:pt x="766318" y="130359"/>
                  <a:pt x="767410" y="129717"/>
                </a:cubicBezTo>
                <a:cubicBezTo>
                  <a:pt x="768440" y="129086"/>
                  <a:pt x="769512" y="128528"/>
                  <a:pt x="770620" y="128048"/>
                </a:cubicBezTo>
                <a:cubicBezTo>
                  <a:pt x="771605" y="127127"/>
                  <a:pt x="772941" y="126682"/>
                  <a:pt x="774281" y="126827"/>
                </a:cubicBezTo>
                <a:close/>
                <a:moveTo>
                  <a:pt x="984706" y="116296"/>
                </a:moveTo>
                <a:cubicBezTo>
                  <a:pt x="983164" y="117837"/>
                  <a:pt x="978284" y="116296"/>
                  <a:pt x="978284" y="120727"/>
                </a:cubicBezTo>
                <a:cubicBezTo>
                  <a:pt x="978348" y="122910"/>
                  <a:pt x="977450" y="125800"/>
                  <a:pt x="978991" y="127148"/>
                </a:cubicBezTo>
                <a:cubicBezTo>
                  <a:pt x="978991" y="127148"/>
                  <a:pt x="980211" y="130038"/>
                  <a:pt x="981751" y="128818"/>
                </a:cubicBezTo>
                <a:cubicBezTo>
                  <a:pt x="984834" y="126506"/>
                  <a:pt x="988687" y="125543"/>
                  <a:pt x="989072" y="121883"/>
                </a:cubicBezTo>
                <a:lnTo>
                  <a:pt x="989393" y="121690"/>
                </a:lnTo>
                <a:cubicBezTo>
                  <a:pt x="989971" y="116745"/>
                  <a:pt x="988751" y="115333"/>
                  <a:pt x="984706" y="116296"/>
                </a:cubicBezTo>
                <a:close/>
                <a:moveTo>
                  <a:pt x="1019381" y="106857"/>
                </a:moveTo>
                <a:cubicBezTo>
                  <a:pt x="1013923" y="108591"/>
                  <a:pt x="1005126" y="108334"/>
                  <a:pt x="1004676" y="112636"/>
                </a:cubicBezTo>
                <a:cubicBezTo>
                  <a:pt x="1004483" y="114883"/>
                  <a:pt x="1004483" y="118736"/>
                  <a:pt x="1006795" y="119571"/>
                </a:cubicBezTo>
                <a:cubicBezTo>
                  <a:pt x="1009375" y="120220"/>
                  <a:pt x="1012056" y="120372"/>
                  <a:pt x="1014693" y="120020"/>
                </a:cubicBezTo>
                <a:cubicBezTo>
                  <a:pt x="1017188" y="118126"/>
                  <a:pt x="1019029" y="115500"/>
                  <a:pt x="1019958" y="112508"/>
                </a:cubicBezTo>
                <a:cubicBezTo>
                  <a:pt x="1019958" y="111159"/>
                  <a:pt x="1020023" y="107435"/>
                  <a:pt x="1019381" y="106857"/>
                </a:cubicBezTo>
                <a:close/>
                <a:moveTo>
                  <a:pt x="1229228" y="105380"/>
                </a:moveTo>
                <a:cubicBezTo>
                  <a:pt x="1230906" y="105697"/>
                  <a:pt x="1232426" y="106581"/>
                  <a:pt x="1233530" y="107885"/>
                </a:cubicBezTo>
                <a:cubicBezTo>
                  <a:pt x="1235778" y="110261"/>
                  <a:pt x="1238218" y="111417"/>
                  <a:pt x="1239951" y="113857"/>
                </a:cubicBezTo>
                <a:cubicBezTo>
                  <a:pt x="1240945" y="115693"/>
                  <a:pt x="1241598" y="117694"/>
                  <a:pt x="1241878" y="119764"/>
                </a:cubicBezTo>
                <a:cubicBezTo>
                  <a:pt x="1242263" y="121177"/>
                  <a:pt x="1244382" y="122910"/>
                  <a:pt x="1244382" y="123681"/>
                </a:cubicBezTo>
                <a:cubicBezTo>
                  <a:pt x="1243932" y="129204"/>
                  <a:pt x="1239887" y="129075"/>
                  <a:pt x="1234429" y="132928"/>
                </a:cubicBezTo>
                <a:cubicBezTo>
                  <a:pt x="1231438" y="134557"/>
                  <a:pt x="1228779" y="136735"/>
                  <a:pt x="1226595" y="139349"/>
                </a:cubicBezTo>
                <a:cubicBezTo>
                  <a:pt x="1224877" y="141091"/>
                  <a:pt x="1222823" y="142467"/>
                  <a:pt x="1220559" y="143394"/>
                </a:cubicBezTo>
                <a:cubicBezTo>
                  <a:pt x="1214459" y="146027"/>
                  <a:pt x="1209001" y="145770"/>
                  <a:pt x="1208552" y="151806"/>
                </a:cubicBezTo>
                <a:cubicBezTo>
                  <a:pt x="1208102" y="157842"/>
                  <a:pt x="1211441" y="155402"/>
                  <a:pt x="1211441" y="161824"/>
                </a:cubicBezTo>
                <a:cubicBezTo>
                  <a:pt x="1211154" y="163501"/>
                  <a:pt x="1210472" y="165085"/>
                  <a:pt x="1209450" y="166447"/>
                </a:cubicBezTo>
                <a:cubicBezTo>
                  <a:pt x="1208499" y="167664"/>
                  <a:pt x="1207939" y="169142"/>
                  <a:pt x="1207845" y="170685"/>
                </a:cubicBezTo>
                <a:cubicBezTo>
                  <a:pt x="1207829" y="172263"/>
                  <a:pt x="1207408" y="173810"/>
                  <a:pt x="1206625" y="175180"/>
                </a:cubicBezTo>
                <a:cubicBezTo>
                  <a:pt x="1205922" y="176659"/>
                  <a:pt x="1205633" y="178301"/>
                  <a:pt x="1205790" y="179931"/>
                </a:cubicBezTo>
                <a:cubicBezTo>
                  <a:pt x="1205662" y="185839"/>
                  <a:pt x="1204699" y="190784"/>
                  <a:pt x="1206432" y="192260"/>
                </a:cubicBezTo>
                <a:cubicBezTo>
                  <a:pt x="1213822" y="191663"/>
                  <a:pt x="1221240" y="191492"/>
                  <a:pt x="1228650" y="191746"/>
                </a:cubicBezTo>
                <a:cubicBezTo>
                  <a:pt x="1231347" y="191746"/>
                  <a:pt x="1232439" y="189948"/>
                  <a:pt x="1234430" y="189499"/>
                </a:cubicBezTo>
                <a:cubicBezTo>
                  <a:pt x="1236242" y="189098"/>
                  <a:pt x="1238095" y="188903"/>
                  <a:pt x="1239951" y="188921"/>
                </a:cubicBezTo>
                <a:cubicBezTo>
                  <a:pt x="1242008" y="189272"/>
                  <a:pt x="1244029" y="189809"/>
                  <a:pt x="1245988" y="190527"/>
                </a:cubicBezTo>
                <a:cubicBezTo>
                  <a:pt x="1248041" y="191458"/>
                  <a:pt x="1250017" y="192553"/>
                  <a:pt x="1251895" y="193801"/>
                </a:cubicBezTo>
                <a:cubicBezTo>
                  <a:pt x="1254078" y="195342"/>
                  <a:pt x="1257995" y="196177"/>
                  <a:pt x="1259600" y="200222"/>
                </a:cubicBezTo>
                <a:cubicBezTo>
                  <a:pt x="1260091" y="201934"/>
                  <a:pt x="1260329" y="203708"/>
                  <a:pt x="1260307" y="205488"/>
                </a:cubicBezTo>
                <a:lnTo>
                  <a:pt x="1259215" y="205616"/>
                </a:lnTo>
                <a:cubicBezTo>
                  <a:pt x="1259218" y="206333"/>
                  <a:pt x="1259494" y="207022"/>
                  <a:pt x="1259985" y="207543"/>
                </a:cubicBezTo>
                <a:cubicBezTo>
                  <a:pt x="1260461" y="208403"/>
                  <a:pt x="1260642" y="209396"/>
                  <a:pt x="1260500" y="210368"/>
                </a:cubicBezTo>
                <a:cubicBezTo>
                  <a:pt x="1260200" y="212011"/>
                  <a:pt x="1259542" y="213567"/>
                  <a:pt x="1258573" y="214928"/>
                </a:cubicBezTo>
                <a:cubicBezTo>
                  <a:pt x="1257545" y="216533"/>
                  <a:pt x="1256261" y="218844"/>
                  <a:pt x="1254720" y="218844"/>
                </a:cubicBezTo>
                <a:cubicBezTo>
                  <a:pt x="1250610" y="218972"/>
                  <a:pt x="1248556" y="219358"/>
                  <a:pt x="1247207" y="219294"/>
                </a:cubicBezTo>
                <a:cubicBezTo>
                  <a:pt x="1245859" y="219229"/>
                  <a:pt x="1241878" y="217881"/>
                  <a:pt x="1239052" y="217881"/>
                </a:cubicBezTo>
                <a:cubicBezTo>
                  <a:pt x="1236227" y="217881"/>
                  <a:pt x="1234237" y="218652"/>
                  <a:pt x="1230705" y="218588"/>
                </a:cubicBezTo>
                <a:cubicBezTo>
                  <a:pt x="1227173" y="218524"/>
                  <a:pt x="1220816" y="217881"/>
                  <a:pt x="1216899" y="217431"/>
                </a:cubicBezTo>
                <a:cubicBezTo>
                  <a:pt x="1214395" y="217110"/>
                  <a:pt x="1206561" y="217753"/>
                  <a:pt x="1204056" y="217431"/>
                </a:cubicBezTo>
                <a:cubicBezTo>
                  <a:pt x="1199749" y="217028"/>
                  <a:pt x="1195403" y="217375"/>
                  <a:pt x="1191214" y="218459"/>
                </a:cubicBezTo>
                <a:lnTo>
                  <a:pt x="1178949" y="220193"/>
                </a:lnTo>
                <a:cubicBezTo>
                  <a:pt x="1174583" y="220835"/>
                  <a:pt x="1168933" y="219872"/>
                  <a:pt x="1165015" y="219872"/>
                </a:cubicBezTo>
                <a:cubicBezTo>
                  <a:pt x="1156614" y="220655"/>
                  <a:pt x="1148324" y="222356"/>
                  <a:pt x="1140293" y="224945"/>
                </a:cubicBezTo>
                <a:cubicBezTo>
                  <a:pt x="1130083" y="228476"/>
                  <a:pt x="1112232" y="236760"/>
                  <a:pt x="1109985" y="236503"/>
                </a:cubicBezTo>
                <a:cubicBezTo>
                  <a:pt x="1107737" y="236246"/>
                  <a:pt x="1102986" y="229889"/>
                  <a:pt x="1098427" y="225587"/>
                </a:cubicBezTo>
                <a:cubicBezTo>
                  <a:pt x="1098041" y="223464"/>
                  <a:pt x="1098041" y="221288"/>
                  <a:pt x="1098427" y="219165"/>
                </a:cubicBezTo>
                <a:cubicBezTo>
                  <a:pt x="1098849" y="216536"/>
                  <a:pt x="1098607" y="213842"/>
                  <a:pt x="1097720" y="211332"/>
                </a:cubicBezTo>
                <a:cubicBezTo>
                  <a:pt x="1099454" y="208314"/>
                  <a:pt x="1109535" y="204589"/>
                  <a:pt x="1110563" y="204332"/>
                </a:cubicBezTo>
                <a:cubicBezTo>
                  <a:pt x="1111590" y="204075"/>
                  <a:pt x="1115572" y="205616"/>
                  <a:pt x="1118011" y="205039"/>
                </a:cubicBezTo>
                <a:cubicBezTo>
                  <a:pt x="1119296" y="204718"/>
                  <a:pt x="1128414" y="200993"/>
                  <a:pt x="1133422" y="199195"/>
                </a:cubicBezTo>
                <a:cubicBezTo>
                  <a:pt x="1135413" y="198553"/>
                  <a:pt x="1138303" y="198424"/>
                  <a:pt x="1139844" y="197975"/>
                </a:cubicBezTo>
                <a:cubicBezTo>
                  <a:pt x="1144595" y="196498"/>
                  <a:pt x="1151595" y="192967"/>
                  <a:pt x="1156732" y="190912"/>
                </a:cubicBezTo>
                <a:cubicBezTo>
                  <a:pt x="1167712" y="186545"/>
                  <a:pt x="1168290" y="173318"/>
                  <a:pt x="1169959" y="168309"/>
                </a:cubicBezTo>
                <a:cubicBezTo>
                  <a:pt x="1170840" y="165879"/>
                  <a:pt x="1171296" y="163316"/>
                  <a:pt x="1171308" y="160732"/>
                </a:cubicBezTo>
                <a:cubicBezTo>
                  <a:pt x="1171372" y="158228"/>
                  <a:pt x="1171179" y="155209"/>
                  <a:pt x="1169959" y="154760"/>
                </a:cubicBezTo>
                <a:cubicBezTo>
                  <a:pt x="1167797" y="154944"/>
                  <a:pt x="1165650" y="155288"/>
                  <a:pt x="1163538" y="155787"/>
                </a:cubicBezTo>
                <a:cubicBezTo>
                  <a:pt x="1160834" y="156717"/>
                  <a:pt x="1157932" y="156916"/>
                  <a:pt x="1155127" y="156366"/>
                </a:cubicBezTo>
                <a:cubicBezTo>
                  <a:pt x="1152558" y="155145"/>
                  <a:pt x="1152943" y="152127"/>
                  <a:pt x="1152558" y="148724"/>
                </a:cubicBezTo>
                <a:cubicBezTo>
                  <a:pt x="1151736" y="145271"/>
                  <a:pt x="1150007" y="142101"/>
                  <a:pt x="1147549" y="139542"/>
                </a:cubicBezTo>
                <a:cubicBezTo>
                  <a:pt x="1146586" y="137204"/>
                  <a:pt x="1146148" y="134683"/>
                  <a:pt x="1146265" y="132157"/>
                </a:cubicBezTo>
                <a:cubicBezTo>
                  <a:pt x="1146329" y="130809"/>
                  <a:pt x="1145623" y="126378"/>
                  <a:pt x="1145623" y="125030"/>
                </a:cubicBezTo>
                <a:cubicBezTo>
                  <a:pt x="1145623" y="121498"/>
                  <a:pt x="1148962" y="121241"/>
                  <a:pt x="1152044" y="119700"/>
                </a:cubicBezTo>
                <a:cubicBezTo>
                  <a:pt x="1155863" y="120367"/>
                  <a:pt x="1159637" y="121267"/>
                  <a:pt x="1163346" y="122397"/>
                </a:cubicBezTo>
                <a:cubicBezTo>
                  <a:pt x="1172414" y="121414"/>
                  <a:pt x="1181418" y="119914"/>
                  <a:pt x="1190315" y="117902"/>
                </a:cubicBezTo>
                <a:cubicBezTo>
                  <a:pt x="1192306" y="117452"/>
                  <a:pt x="1194489" y="116746"/>
                  <a:pt x="1195003" y="116618"/>
                </a:cubicBezTo>
                <a:cubicBezTo>
                  <a:pt x="1195516" y="116489"/>
                  <a:pt x="1197378" y="115654"/>
                  <a:pt x="1198342" y="115334"/>
                </a:cubicBezTo>
                <a:cubicBezTo>
                  <a:pt x="1205387" y="113267"/>
                  <a:pt x="1212174" y="110402"/>
                  <a:pt x="1218569" y="106793"/>
                </a:cubicBezTo>
                <a:cubicBezTo>
                  <a:pt x="1220404" y="106162"/>
                  <a:pt x="1222350" y="105922"/>
                  <a:pt x="1224284" y="106087"/>
                </a:cubicBezTo>
                <a:cubicBezTo>
                  <a:pt x="1225944" y="105945"/>
                  <a:pt x="1227594" y="105709"/>
                  <a:pt x="1229228" y="105380"/>
                </a:cubicBezTo>
                <a:close/>
                <a:moveTo>
                  <a:pt x="945150" y="97932"/>
                </a:moveTo>
                <a:cubicBezTo>
                  <a:pt x="948297" y="96070"/>
                  <a:pt x="949902" y="103005"/>
                  <a:pt x="950930" y="105509"/>
                </a:cubicBezTo>
                <a:cubicBezTo>
                  <a:pt x="951507" y="106729"/>
                  <a:pt x="949774" y="111481"/>
                  <a:pt x="949581" y="113150"/>
                </a:cubicBezTo>
                <a:cubicBezTo>
                  <a:pt x="949389" y="114820"/>
                  <a:pt x="946948" y="116875"/>
                  <a:pt x="946948" y="121883"/>
                </a:cubicBezTo>
                <a:cubicBezTo>
                  <a:pt x="947013" y="124131"/>
                  <a:pt x="944958" y="125801"/>
                  <a:pt x="942197" y="128304"/>
                </a:cubicBezTo>
                <a:cubicBezTo>
                  <a:pt x="939372" y="131036"/>
                  <a:pt x="936734" y="133954"/>
                  <a:pt x="934299" y="137037"/>
                </a:cubicBezTo>
                <a:cubicBezTo>
                  <a:pt x="933011" y="140102"/>
                  <a:pt x="932720" y="143494"/>
                  <a:pt x="933464" y="146734"/>
                </a:cubicBezTo>
                <a:cubicBezTo>
                  <a:pt x="933464" y="147825"/>
                  <a:pt x="932116" y="151293"/>
                  <a:pt x="934042" y="153155"/>
                </a:cubicBezTo>
                <a:cubicBezTo>
                  <a:pt x="935968" y="155018"/>
                  <a:pt x="938087" y="153027"/>
                  <a:pt x="939179" y="153155"/>
                </a:cubicBezTo>
                <a:cubicBezTo>
                  <a:pt x="940271" y="153284"/>
                  <a:pt x="939564" y="155467"/>
                  <a:pt x="940848" y="157842"/>
                </a:cubicBezTo>
                <a:cubicBezTo>
                  <a:pt x="943224" y="162401"/>
                  <a:pt x="943995" y="163108"/>
                  <a:pt x="943995" y="165356"/>
                </a:cubicBezTo>
                <a:cubicBezTo>
                  <a:pt x="943930" y="166640"/>
                  <a:pt x="943930" y="167731"/>
                  <a:pt x="942903" y="168373"/>
                </a:cubicBezTo>
                <a:cubicBezTo>
                  <a:pt x="936956" y="171958"/>
                  <a:pt x="931888" y="176829"/>
                  <a:pt x="928070" y="182629"/>
                </a:cubicBezTo>
                <a:cubicBezTo>
                  <a:pt x="927648" y="184601"/>
                  <a:pt x="927897" y="186657"/>
                  <a:pt x="928776" y="188472"/>
                </a:cubicBezTo>
                <a:cubicBezTo>
                  <a:pt x="929996" y="188472"/>
                  <a:pt x="933078" y="188472"/>
                  <a:pt x="934427" y="188472"/>
                </a:cubicBezTo>
                <a:lnTo>
                  <a:pt x="934234" y="188857"/>
                </a:lnTo>
                <a:cubicBezTo>
                  <a:pt x="936250" y="189414"/>
                  <a:pt x="938044" y="190580"/>
                  <a:pt x="939371" y="192196"/>
                </a:cubicBezTo>
                <a:cubicBezTo>
                  <a:pt x="940295" y="193898"/>
                  <a:pt x="940821" y="195785"/>
                  <a:pt x="940913" y="197719"/>
                </a:cubicBezTo>
                <a:cubicBezTo>
                  <a:pt x="939949" y="205874"/>
                  <a:pt x="932886" y="210946"/>
                  <a:pt x="926465" y="215056"/>
                </a:cubicBezTo>
                <a:cubicBezTo>
                  <a:pt x="920044" y="219166"/>
                  <a:pt x="908420" y="223661"/>
                  <a:pt x="902899" y="226807"/>
                </a:cubicBezTo>
                <a:cubicBezTo>
                  <a:pt x="898339" y="229440"/>
                  <a:pt x="894038" y="235990"/>
                  <a:pt x="891404" y="237081"/>
                </a:cubicBezTo>
                <a:cubicBezTo>
                  <a:pt x="891404" y="237081"/>
                  <a:pt x="888258" y="238108"/>
                  <a:pt x="886846" y="237081"/>
                </a:cubicBezTo>
                <a:cubicBezTo>
                  <a:pt x="884752" y="236325"/>
                  <a:pt x="882605" y="235724"/>
                  <a:pt x="880424" y="235283"/>
                </a:cubicBezTo>
                <a:cubicBezTo>
                  <a:pt x="878241" y="234577"/>
                  <a:pt x="879268" y="231494"/>
                  <a:pt x="877663" y="229632"/>
                </a:cubicBezTo>
                <a:cubicBezTo>
                  <a:pt x="875985" y="227998"/>
                  <a:pt x="874633" y="226058"/>
                  <a:pt x="873682" y="223918"/>
                </a:cubicBezTo>
                <a:cubicBezTo>
                  <a:pt x="872341" y="220620"/>
                  <a:pt x="871727" y="217072"/>
                  <a:pt x="871884" y="213515"/>
                </a:cubicBezTo>
                <a:cubicBezTo>
                  <a:pt x="873799" y="208980"/>
                  <a:pt x="877489" y="205430"/>
                  <a:pt x="882094" y="203690"/>
                </a:cubicBezTo>
                <a:cubicBezTo>
                  <a:pt x="884121" y="202368"/>
                  <a:pt x="886072" y="200931"/>
                  <a:pt x="887937" y="199388"/>
                </a:cubicBezTo>
                <a:cubicBezTo>
                  <a:pt x="889722" y="198398"/>
                  <a:pt x="891175" y="196900"/>
                  <a:pt x="892111" y="195086"/>
                </a:cubicBezTo>
                <a:cubicBezTo>
                  <a:pt x="892668" y="193753"/>
                  <a:pt x="893036" y="192348"/>
                  <a:pt x="893202" y="190912"/>
                </a:cubicBezTo>
                <a:cubicBezTo>
                  <a:pt x="893331" y="188729"/>
                  <a:pt x="894422" y="187124"/>
                  <a:pt x="894422" y="185518"/>
                </a:cubicBezTo>
                <a:cubicBezTo>
                  <a:pt x="894245" y="183918"/>
                  <a:pt x="893572" y="182414"/>
                  <a:pt x="892496" y="181216"/>
                </a:cubicBezTo>
                <a:cubicBezTo>
                  <a:pt x="891458" y="180162"/>
                  <a:pt x="890668" y="178889"/>
                  <a:pt x="890184" y="177492"/>
                </a:cubicBezTo>
                <a:cubicBezTo>
                  <a:pt x="890184" y="177428"/>
                  <a:pt x="885561" y="172098"/>
                  <a:pt x="885561" y="169465"/>
                </a:cubicBezTo>
                <a:cubicBezTo>
                  <a:pt x="885714" y="165408"/>
                  <a:pt x="888896" y="162116"/>
                  <a:pt x="892945" y="161824"/>
                </a:cubicBezTo>
                <a:cubicBezTo>
                  <a:pt x="894230" y="161310"/>
                  <a:pt x="896605" y="161824"/>
                  <a:pt x="897890" y="161824"/>
                </a:cubicBezTo>
                <a:cubicBezTo>
                  <a:pt x="900972" y="161567"/>
                  <a:pt x="903155" y="158613"/>
                  <a:pt x="904825" y="156109"/>
                </a:cubicBezTo>
                <a:cubicBezTo>
                  <a:pt x="905717" y="152664"/>
                  <a:pt x="906234" y="149134"/>
                  <a:pt x="906366" y="145578"/>
                </a:cubicBezTo>
                <a:cubicBezTo>
                  <a:pt x="907393" y="141982"/>
                  <a:pt x="903091" y="141404"/>
                  <a:pt x="900972" y="140569"/>
                </a:cubicBezTo>
                <a:cubicBezTo>
                  <a:pt x="898934" y="139540"/>
                  <a:pt x="896777" y="138764"/>
                  <a:pt x="894551" y="138258"/>
                </a:cubicBezTo>
                <a:cubicBezTo>
                  <a:pt x="892817" y="138129"/>
                  <a:pt x="891340" y="136075"/>
                  <a:pt x="890506" y="133827"/>
                </a:cubicBezTo>
                <a:cubicBezTo>
                  <a:pt x="889671" y="131579"/>
                  <a:pt x="888964" y="132286"/>
                  <a:pt x="887167" y="131579"/>
                </a:cubicBezTo>
                <a:cubicBezTo>
                  <a:pt x="885368" y="130873"/>
                  <a:pt x="885368" y="124773"/>
                  <a:pt x="885368" y="124067"/>
                </a:cubicBezTo>
                <a:cubicBezTo>
                  <a:pt x="885368" y="123360"/>
                  <a:pt x="887231" y="122590"/>
                  <a:pt x="888836" y="121883"/>
                </a:cubicBezTo>
                <a:cubicBezTo>
                  <a:pt x="890442" y="121177"/>
                  <a:pt x="890442" y="120021"/>
                  <a:pt x="891468" y="117838"/>
                </a:cubicBezTo>
                <a:cubicBezTo>
                  <a:pt x="892496" y="115655"/>
                  <a:pt x="894872" y="115141"/>
                  <a:pt x="897055" y="114563"/>
                </a:cubicBezTo>
                <a:cubicBezTo>
                  <a:pt x="899508" y="114419"/>
                  <a:pt x="901953" y="114140"/>
                  <a:pt x="904376" y="113729"/>
                </a:cubicBezTo>
                <a:cubicBezTo>
                  <a:pt x="914649" y="109555"/>
                  <a:pt x="926272" y="98061"/>
                  <a:pt x="936096" y="98574"/>
                </a:cubicBezTo>
                <a:cubicBezTo>
                  <a:pt x="941105" y="98895"/>
                  <a:pt x="943159" y="99024"/>
                  <a:pt x="945150" y="97932"/>
                </a:cubicBezTo>
                <a:close/>
                <a:moveTo>
                  <a:pt x="1388347" y="97674"/>
                </a:moveTo>
                <a:cubicBezTo>
                  <a:pt x="1390723" y="98059"/>
                  <a:pt x="1397080" y="96968"/>
                  <a:pt x="1397658" y="98059"/>
                </a:cubicBezTo>
                <a:cubicBezTo>
                  <a:pt x="1399505" y="100765"/>
                  <a:pt x="1402090" y="102882"/>
                  <a:pt x="1405107" y="104160"/>
                </a:cubicBezTo>
                <a:cubicBezTo>
                  <a:pt x="1407611" y="105444"/>
                  <a:pt x="1406520" y="107178"/>
                  <a:pt x="1406841" y="109425"/>
                </a:cubicBezTo>
                <a:cubicBezTo>
                  <a:pt x="1407162" y="111672"/>
                  <a:pt x="1408575" y="112572"/>
                  <a:pt x="1407868" y="114498"/>
                </a:cubicBezTo>
                <a:cubicBezTo>
                  <a:pt x="1407162" y="116425"/>
                  <a:pt x="1405428" y="119828"/>
                  <a:pt x="1403951" y="123937"/>
                </a:cubicBezTo>
                <a:cubicBezTo>
                  <a:pt x="1403951" y="124836"/>
                  <a:pt x="1402795" y="129459"/>
                  <a:pt x="1403951" y="129459"/>
                </a:cubicBezTo>
                <a:cubicBezTo>
                  <a:pt x="1405283" y="129540"/>
                  <a:pt x="1406608" y="129203"/>
                  <a:pt x="1407740" y="128497"/>
                </a:cubicBezTo>
                <a:cubicBezTo>
                  <a:pt x="1408318" y="128240"/>
                  <a:pt x="1410886" y="126956"/>
                  <a:pt x="1412491" y="126377"/>
                </a:cubicBezTo>
                <a:cubicBezTo>
                  <a:pt x="1414420" y="125948"/>
                  <a:pt x="1416294" y="125302"/>
                  <a:pt x="1418078" y="124451"/>
                </a:cubicBezTo>
                <a:cubicBezTo>
                  <a:pt x="1420262" y="122910"/>
                  <a:pt x="1423150" y="119828"/>
                  <a:pt x="1424499" y="119828"/>
                </a:cubicBezTo>
                <a:cubicBezTo>
                  <a:pt x="1424499" y="119828"/>
                  <a:pt x="1433039" y="117323"/>
                  <a:pt x="1434517" y="119828"/>
                </a:cubicBezTo>
                <a:cubicBezTo>
                  <a:pt x="1435993" y="122332"/>
                  <a:pt x="1439589" y="122075"/>
                  <a:pt x="1443249" y="122653"/>
                </a:cubicBezTo>
                <a:cubicBezTo>
                  <a:pt x="1446909" y="123231"/>
                  <a:pt x="1449285" y="129138"/>
                  <a:pt x="1449285" y="134147"/>
                </a:cubicBezTo>
                <a:cubicBezTo>
                  <a:pt x="1449349" y="136202"/>
                  <a:pt x="1449221" y="137037"/>
                  <a:pt x="1446973" y="137037"/>
                </a:cubicBezTo>
                <a:cubicBezTo>
                  <a:pt x="1445754" y="137101"/>
                  <a:pt x="1444405" y="139156"/>
                  <a:pt x="1442158" y="140633"/>
                </a:cubicBezTo>
                <a:cubicBezTo>
                  <a:pt x="1438654" y="142648"/>
                  <a:pt x="1434926" y="144243"/>
                  <a:pt x="1431049" y="145384"/>
                </a:cubicBezTo>
                <a:cubicBezTo>
                  <a:pt x="1429095" y="146689"/>
                  <a:pt x="1426919" y="147624"/>
                  <a:pt x="1424627" y="148145"/>
                </a:cubicBezTo>
                <a:cubicBezTo>
                  <a:pt x="1421802" y="148531"/>
                  <a:pt x="1419298" y="148659"/>
                  <a:pt x="1417179" y="149109"/>
                </a:cubicBezTo>
                <a:cubicBezTo>
                  <a:pt x="1413203" y="150085"/>
                  <a:pt x="1409363" y="151551"/>
                  <a:pt x="1405749" y="153475"/>
                </a:cubicBezTo>
                <a:cubicBezTo>
                  <a:pt x="1404208" y="155109"/>
                  <a:pt x="1402930" y="156972"/>
                  <a:pt x="1401961" y="158997"/>
                </a:cubicBezTo>
                <a:cubicBezTo>
                  <a:pt x="1401068" y="162005"/>
                  <a:pt x="1401562" y="165253"/>
                  <a:pt x="1403309" y="167859"/>
                </a:cubicBezTo>
                <a:cubicBezTo>
                  <a:pt x="1408657" y="175143"/>
                  <a:pt x="1415013" y="181629"/>
                  <a:pt x="1422188" y="187123"/>
                </a:cubicBezTo>
                <a:cubicBezTo>
                  <a:pt x="1425591" y="190012"/>
                  <a:pt x="1430407" y="199965"/>
                  <a:pt x="1436122" y="202855"/>
                </a:cubicBezTo>
                <a:cubicBezTo>
                  <a:pt x="1441220" y="205628"/>
                  <a:pt x="1446019" y="208921"/>
                  <a:pt x="1450441" y="212679"/>
                </a:cubicBezTo>
                <a:cubicBezTo>
                  <a:pt x="1453049" y="214061"/>
                  <a:pt x="1455807" y="215139"/>
                  <a:pt x="1458660" y="215890"/>
                </a:cubicBezTo>
                <a:cubicBezTo>
                  <a:pt x="1461229" y="216982"/>
                  <a:pt x="1463477" y="219357"/>
                  <a:pt x="1465082" y="219936"/>
                </a:cubicBezTo>
                <a:cubicBezTo>
                  <a:pt x="1469255" y="221348"/>
                  <a:pt x="1472851" y="222632"/>
                  <a:pt x="1479273" y="225201"/>
                </a:cubicBezTo>
                <a:cubicBezTo>
                  <a:pt x="1480814" y="225843"/>
                  <a:pt x="1483382" y="226036"/>
                  <a:pt x="1484153" y="227449"/>
                </a:cubicBezTo>
                <a:lnTo>
                  <a:pt x="1483639" y="228090"/>
                </a:lnTo>
                <a:cubicBezTo>
                  <a:pt x="1484282" y="229311"/>
                  <a:pt x="1482226" y="230402"/>
                  <a:pt x="1482098" y="231815"/>
                </a:cubicBezTo>
                <a:cubicBezTo>
                  <a:pt x="1481970" y="233227"/>
                  <a:pt x="1482612" y="235604"/>
                  <a:pt x="1481392" y="237080"/>
                </a:cubicBezTo>
                <a:cubicBezTo>
                  <a:pt x="1479418" y="239611"/>
                  <a:pt x="1476442" y="241157"/>
                  <a:pt x="1473237" y="241319"/>
                </a:cubicBezTo>
                <a:cubicBezTo>
                  <a:pt x="1471888" y="241447"/>
                  <a:pt x="1470861" y="243373"/>
                  <a:pt x="1469898" y="244080"/>
                </a:cubicBezTo>
                <a:cubicBezTo>
                  <a:pt x="1468935" y="244786"/>
                  <a:pt x="1467521" y="244786"/>
                  <a:pt x="1466558" y="244786"/>
                </a:cubicBezTo>
                <a:cubicBezTo>
                  <a:pt x="1464048" y="244796"/>
                  <a:pt x="1461538" y="244646"/>
                  <a:pt x="1459045" y="244337"/>
                </a:cubicBezTo>
                <a:cubicBezTo>
                  <a:pt x="1456457" y="244478"/>
                  <a:pt x="1453864" y="244478"/>
                  <a:pt x="1451276" y="244337"/>
                </a:cubicBezTo>
                <a:cubicBezTo>
                  <a:pt x="1448949" y="244316"/>
                  <a:pt x="1446644" y="243881"/>
                  <a:pt x="1444469" y="243053"/>
                </a:cubicBezTo>
                <a:cubicBezTo>
                  <a:pt x="1440231" y="240612"/>
                  <a:pt x="1437021" y="242410"/>
                  <a:pt x="1433810" y="241575"/>
                </a:cubicBezTo>
                <a:cubicBezTo>
                  <a:pt x="1431289" y="241122"/>
                  <a:pt x="1429088" y="239600"/>
                  <a:pt x="1427774" y="237402"/>
                </a:cubicBezTo>
                <a:cubicBezTo>
                  <a:pt x="1425720" y="231686"/>
                  <a:pt x="1428480" y="230017"/>
                  <a:pt x="1418528" y="220899"/>
                </a:cubicBezTo>
                <a:cubicBezTo>
                  <a:pt x="1414773" y="216684"/>
                  <a:pt x="1411277" y="212245"/>
                  <a:pt x="1408061" y="207607"/>
                </a:cubicBezTo>
                <a:cubicBezTo>
                  <a:pt x="1406103" y="205032"/>
                  <a:pt x="1403957" y="202607"/>
                  <a:pt x="1401640" y="200350"/>
                </a:cubicBezTo>
                <a:cubicBezTo>
                  <a:pt x="1395090" y="195535"/>
                  <a:pt x="1389247" y="188857"/>
                  <a:pt x="1387063" y="187508"/>
                </a:cubicBezTo>
                <a:cubicBezTo>
                  <a:pt x="1386293" y="187059"/>
                  <a:pt x="1381926" y="197461"/>
                  <a:pt x="1376982" y="202791"/>
                </a:cubicBezTo>
                <a:cubicBezTo>
                  <a:pt x="1372038" y="208121"/>
                  <a:pt x="1368442" y="210624"/>
                  <a:pt x="1362406" y="217046"/>
                </a:cubicBezTo>
                <a:cubicBezTo>
                  <a:pt x="1358000" y="220950"/>
                  <a:pt x="1352934" y="224039"/>
                  <a:pt x="1347444" y="226164"/>
                </a:cubicBezTo>
                <a:cubicBezTo>
                  <a:pt x="1344940" y="227834"/>
                  <a:pt x="1339225" y="230402"/>
                  <a:pt x="1336336" y="232200"/>
                </a:cubicBezTo>
                <a:cubicBezTo>
                  <a:pt x="1333445" y="233998"/>
                  <a:pt x="1328373" y="233741"/>
                  <a:pt x="1326126" y="234833"/>
                </a:cubicBezTo>
                <a:cubicBezTo>
                  <a:pt x="1324346" y="235529"/>
                  <a:pt x="1322449" y="235878"/>
                  <a:pt x="1320539" y="235861"/>
                </a:cubicBezTo>
                <a:cubicBezTo>
                  <a:pt x="1318998" y="235604"/>
                  <a:pt x="1317906" y="233420"/>
                  <a:pt x="1316750" y="232586"/>
                </a:cubicBezTo>
                <a:cubicBezTo>
                  <a:pt x="1315595" y="231751"/>
                  <a:pt x="1315595" y="227577"/>
                  <a:pt x="1313861" y="226806"/>
                </a:cubicBezTo>
                <a:cubicBezTo>
                  <a:pt x="1312188" y="226396"/>
                  <a:pt x="1310555" y="225837"/>
                  <a:pt x="1308981" y="225137"/>
                </a:cubicBezTo>
                <a:cubicBezTo>
                  <a:pt x="1307953" y="224174"/>
                  <a:pt x="1308788" y="222568"/>
                  <a:pt x="1312127" y="221477"/>
                </a:cubicBezTo>
                <a:cubicBezTo>
                  <a:pt x="1314790" y="220573"/>
                  <a:pt x="1317238" y="219130"/>
                  <a:pt x="1319319" y="217239"/>
                </a:cubicBezTo>
                <a:cubicBezTo>
                  <a:pt x="1321084" y="216186"/>
                  <a:pt x="1322741" y="214959"/>
                  <a:pt x="1324264" y="213579"/>
                </a:cubicBezTo>
                <a:cubicBezTo>
                  <a:pt x="1324841" y="212872"/>
                  <a:pt x="1326896" y="212551"/>
                  <a:pt x="1327731" y="212038"/>
                </a:cubicBezTo>
                <a:cubicBezTo>
                  <a:pt x="1335881" y="205130"/>
                  <a:pt x="1343600" y="197732"/>
                  <a:pt x="1350847" y="189884"/>
                </a:cubicBezTo>
                <a:cubicBezTo>
                  <a:pt x="1354991" y="185419"/>
                  <a:pt x="1358046" y="180057"/>
                  <a:pt x="1359773" y="174216"/>
                </a:cubicBezTo>
                <a:cubicBezTo>
                  <a:pt x="1360866" y="172242"/>
                  <a:pt x="1361502" y="170047"/>
                  <a:pt x="1361635" y="167795"/>
                </a:cubicBezTo>
                <a:cubicBezTo>
                  <a:pt x="1361442" y="166768"/>
                  <a:pt x="1358360" y="167795"/>
                  <a:pt x="1357012" y="167795"/>
                </a:cubicBezTo>
                <a:cubicBezTo>
                  <a:pt x="1355663" y="167795"/>
                  <a:pt x="1354829" y="167730"/>
                  <a:pt x="1353480" y="167795"/>
                </a:cubicBezTo>
                <a:cubicBezTo>
                  <a:pt x="1352132" y="167859"/>
                  <a:pt x="1350270" y="169079"/>
                  <a:pt x="1348728" y="169079"/>
                </a:cubicBezTo>
                <a:cubicBezTo>
                  <a:pt x="1347252" y="169593"/>
                  <a:pt x="1345646" y="169593"/>
                  <a:pt x="1344169" y="169079"/>
                </a:cubicBezTo>
                <a:cubicBezTo>
                  <a:pt x="1341729" y="168309"/>
                  <a:pt x="1340444" y="166254"/>
                  <a:pt x="1337169" y="165804"/>
                </a:cubicBezTo>
                <a:cubicBezTo>
                  <a:pt x="1332751" y="164237"/>
                  <a:pt x="1329595" y="160311"/>
                  <a:pt x="1329014" y="155658"/>
                </a:cubicBezTo>
                <a:cubicBezTo>
                  <a:pt x="1328460" y="153277"/>
                  <a:pt x="1329307" y="150787"/>
                  <a:pt x="1331198" y="149237"/>
                </a:cubicBezTo>
                <a:cubicBezTo>
                  <a:pt x="1332868" y="148017"/>
                  <a:pt x="1333702" y="146283"/>
                  <a:pt x="1335051" y="145256"/>
                </a:cubicBezTo>
                <a:cubicBezTo>
                  <a:pt x="1336400" y="144229"/>
                  <a:pt x="1338839" y="144100"/>
                  <a:pt x="1339931" y="143394"/>
                </a:cubicBezTo>
                <a:cubicBezTo>
                  <a:pt x="1341023" y="142688"/>
                  <a:pt x="1342178" y="141403"/>
                  <a:pt x="1344040" y="140697"/>
                </a:cubicBezTo>
                <a:cubicBezTo>
                  <a:pt x="1345903" y="139990"/>
                  <a:pt x="1350654" y="140697"/>
                  <a:pt x="1354058" y="140697"/>
                </a:cubicBezTo>
                <a:cubicBezTo>
                  <a:pt x="1359908" y="139928"/>
                  <a:pt x="1365530" y="137937"/>
                  <a:pt x="1370561" y="134853"/>
                </a:cubicBezTo>
                <a:cubicBezTo>
                  <a:pt x="1370386" y="129603"/>
                  <a:pt x="1371465" y="124386"/>
                  <a:pt x="1373707" y="119635"/>
                </a:cubicBezTo>
                <a:cubicBezTo>
                  <a:pt x="1374466" y="116481"/>
                  <a:pt x="1374833" y="113247"/>
                  <a:pt x="1374798" y="110003"/>
                </a:cubicBezTo>
                <a:cubicBezTo>
                  <a:pt x="1375151" y="107237"/>
                  <a:pt x="1374999" y="104431"/>
                  <a:pt x="1374349" y="101719"/>
                </a:cubicBezTo>
                <a:cubicBezTo>
                  <a:pt x="1374285" y="99408"/>
                  <a:pt x="1375569" y="99151"/>
                  <a:pt x="1376918" y="98766"/>
                </a:cubicBezTo>
                <a:cubicBezTo>
                  <a:pt x="1381156" y="97610"/>
                  <a:pt x="1381092" y="99216"/>
                  <a:pt x="1383339" y="99280"/>
                </a:cubicBezTo>
                <a:cubicBezTo>
                  <a:pt x="1385586" y="99344"/>
                  <a:pt x="1385972" y="97289"/>
                  <a:pt x="1388347" y="97674"/>
                </a:cubicBezTo>
                <a:close/>
                <a:moveTo>
                  <a:pt x="499514" y="95619"/>
                </a:moveTo>
                <a:cubicBezTo>
                  <a:pt x="500734" y="95748"/>
                  <a:pt x="502147" y="97803"/>
                  <a:pt x="504266" y="98252"/>
                </a:cubicBezTo>
                <a:cubicBezTo>
                  <a:pt x="506385" y="98702"/>
                  <a:pt x="509403" y="98638"/>
                  <a:pt x="511843" y="99087"/>
                </a:cubicBezTo>
                <a:cubicBezTo>
                  <a:pt x="513128" y="99087"/>
                  <a:pt x="518264" y="99087"/>
                  <a:pt x="519549" y="99087"/>
                </a:cubicBezTo>
                <a:cubicBezTo>
                  <a:pt x="521285" y="99193"/>
                  <a:pt x="522984" y="99629"/>
                  <a:pt x="524557" y="100372"/>
                </a:cubicBezTo>
                <a:cubicBezTo>
                  <a:pt x="525328" y="100821"/>
                  <a:pt x="528025" y="101399"/>
                  <a:pt x="528988" y="102490"/>
                </a:cubicBezTo>
                <a:cubicBezTo>
                  <a:pt x="531168" y="104512"/>
                  <a:pt x="532803" y="107052"/>
                  <a:pt x="533740" y="109875"/>
                </a:cubicBezTo>
                <a:lnTo>
                  <a:pt x="532904" y="110196"/>
                </a:lnTo>
                <a:cubicBezTo>
                  <a:pt x="533226" y="112508"/>
                  <a:pt x="532519" y="113278"/>
                  <a:pt x="532519" y="115076"/>
                </a:cubicBezTo>
                <a:cubicBezTo>
                  <a:pt x="532803" y="117551"/>
                  <a:pt x="532803" y="120050"/>
                  <a:pt x="532519" y="122525"/>
                </a:cubicBezTo>
                <a:cubicBezTo>
                  <a:pt x="532199" y="123809"/>
                  <a:pt x="530272" y="126955"/>
                  <a:pt x="528731" y="130616"/>
                </a:cubicBezTo>
                <a:cubicBezTo>
                  <a:pt x="528183" y="133371"/>
                  <a:pt x="527819" y="136159"/>
                  <a:pt x="527639" y="138963"/>
                </a:cubicBezTo>
                <a:cubicBezTo>
                  <a:pt x="527575" y="142880"/>
                  <a:pt x="527382" y="145770"/>
                  <a:pt x="526805" y="154117"/>
                </a:cubicBezTo>
                <a:cubicBezTo>
                  <a:pt x="526676" y="156943"/>
                  <a:pt x="525905" y="159575"/>
                  <a:pt x="525456" y="163364"/>
                </a:cubicBezTo>
                <a:cubicBezTo>
                  <a:pt x="525264" y="164776"/>
                  <a:pt x="524878" y="168758"/>
                  <a:pt x="524878" y="171198"/>
                </a:cubicBezTo>
                <a:cubicBezTo>
                  <a:pt x="524814" y="174858"/>
                  <a:pt x="526483" y="175565"/>
                  <a:pt x="526676" y="176528"/>
                </a:cubicBezTo>
                <a:cubicBezTo>
                  <a:pt x="526869" y="177491"/>
                  <a:pt x="526933" y="177684"/>
                  <a:pt x="527190" y="179610"/>
                </a:cubicBezTo>
                <a:cubicBezTo>
                  <a:pt x="527446" y="181536"/>
                  <a:pt x="528539" y="182435"/>
                  <a:pt x="528217" y="184426"/>
                </a:cubicBezTo>
                <a:cubicBezTo>
                  <a:pt x="527896" y="186417"/>
                  <a:pt x="526226" y="189756"/>
                  <a:pt x="525328" y="194764"/>
                </a:cubicBezTo>
                <a:cubicBezTo>
                  <a:pt x="524861" y="197041"/>
                  <a:pt x="523555" y="199058"/>
                  <a:pt x="521668" y="200415"/>
                </a:cubicBezTo>
                <a:cubicBezTo>
                  <a:pt x="518408" y="203143"/>
                  <a:pt x="514719" y="205312"/>
                  <a:pt x="510751" y="206836"/>
                </a:cubicBezTo>
                <a:cubicBezTo>
                  <a:pt x="506385" y="208249"/>
                  <a:pt x="503688" y="214285"/>
                  <a:pt x="501184" y="215890"/>
                </a:cubicBezTo>
                <a:cubicBezTo>
                  <a:pt x="497916" y="217607"/>
                  <a:pt x="494549" y="219129"/>
                  <a:pt x="491102" y="220449"/>
                </a:cubicBezTo>
                <a:cubicBezTo>
                  <a:pt x="486509" y="222430"/>
                  <a:pt x="482192" y="224998"/>
                  <a:pt x="478260" y="228091"/>
                </a:cubicBezTo>
                <a:cubicBezTo>
                  <a:pt x="475736" y="229446"/>
                  <a:pt x="473092" y="230563"/>
                  <a:pt x="470361" y="231430"/>
                </a:cubicBezTo>
                <a:cubicBezTo>
                  <a:pt x="466497" y="234710"/>
                  <a:pt x="462373" y="237673"/>
                  <a:pt x="458033" y="240291"/>
                </a:cubicBezTo>
                <a:cubicBezTo>
                  <a:pt x="455528" y="241383"/>
                  <a:pt x="452511" y="235668"/>
                  <a:pt x="450134" y="233163"/>
                </a:cubicBezTo>
                <a:cubicBezTo>
                  <a:pt x="448546" y="231730"/>
                  <a:pt x="446850" y="230420"/>
                  <a:pt x="445062" y="229247"/>
                </a:cubicBezTo>
                <a:cubicBezTo>
                  <a:pt x="443649" y="228091"/>
                  <a:pt x="444163" y="224815"/>
                  <a:pt x="443649" y="222825"/>
                </a:cubicBezTo>
                <a:cubicBezTo>
                  <a:pt x="443135" y="220835"/>
                  <a:pt x="441851" y="218137"/>
                  <a:pt x="441851" y="217239"/>
                </a:cubicBezTo>
                <a:cubicBezTo>
                  <a:pt x="441984" y="215353"/>
                  <a:pt x="443180" y="213708"/>
                  <a:pt x="444933" y="213000"/>
                </a:cubicBezTo>
                <a:cubicBezTo>
                  <a:pt x="446346" y="212551"/>
                  <a:pt x="448336" y="213193"/>
                  <a:pt x="449685" y="212551"/>
                </a:cubicBezTo>
                <a:cubicBezTo>
                  <a:pt x="452263" y="211302"/>
                  <a:pt x="454733" y="209842"/>
                  <a:pt x="457069" y="208184"/>
                </a:cubicBezTo>
                <a:cubicBezTo>
                  <a:pt x="459528" y="206771"/>
                  <a:pt x="462193" y="205753"/>
                  <a:pt x="464968" y="205167"/>
                </a:cubicBezTo>
                <a:cubicBezTo>
                  <a:pt x="469699" y="202966"/>
                  <a:pt x="474270" y="200434"/>
                  <a:pt x="478645" y="197589"/>
                </a:cubicBezTo>
                <a:cubicBezTo>
                  <a:pt x="480892" y="196369"/>
                  <a:pt x="485066" y="194315"/>
                  <a:pt x="485066" y="191168"/>
                </a:cubicBezTo>
                <a:cubicBezTo>
                  <a:pt x="485242" y="186328"/>
                  <a:pt x="485113" y="181481"/>
                  <a:pt x="484681" y="176656"/>
                </a:cubicBezTo>
                <a:cubicBezTo>
                  <a:pt x="483975" y="175179"/>
                  <a:pt x="481277" y="174601"/>
                  <a:pt x="481278" y="174601"/>
                </a:cubicBezTo>
                <a:cubicBezTo>
                  <a:pt x="479193" y="175208"/>
                  <a:pt x="477027" y="175489"/>
                  <a:pt x="474857" y="175436"/>
                </a:cubicBezTo>
                <a:cubicBezTo>
                  <a:pt x="472792" y="176008"/>
                  <a:pt x="470774" y="176739"/>
                  <a:pt x="468820" y="177619"/>
                </a:cubicBezTo>
                <a:cubicBezTo>
                  <a:pt x="467600" y="178197"/>
                  <a:pt x="465417" y="178775"/>
                  <a:pt x="464261" y="178197"/>
                </a:cubicBezTo>
                <a:cubicBezTo>
                  <a:pt x="462949" y="177851"/>
                  <a:pt x="461864" y="176931"/>
                  <a:pt x="461308" y="175693"/>
                </a:cubicBezTo>
                <a:cubicBezTo>
                  <a:pt x="460468" y="173296"/>
                  <a:pt x="460013" y="170782"/>
                  <a:pt x="459959" y="168244"/>
                </a:cubicBezTo>
                <a:cubicBezTo>
                  <a:pt x="459191" y="166613"/>
                  <a:pt x="458754" y="164845"/>
                  <a:pt x="458674" y="163043"/>
                </a:cubicBezTo>
                <a:cubicBezTo>
                  <a:pt x="459263" y="159566"/>
                  <a:pt x="459457" y="156033"/>
                  <a:pt x="459253" y="152512"/>
                </a:cubicBezTo>
                <a:cubicBezTo>
                  <a:pt x="459253" y="148338"/>
                  <a:pt x="462720" y="146926"/>
                  <a:pt x="465674" y="146412"/>
                </a:cubicBezTo>
                <a:cubicBezTo>
                  <a:pt x="468628" y="145898"/>
                  <a:pt x="471260" y="143715"/>
                  <a:pt x="474214" y="143715"/>
                </a:cubicBezTo>
                <a:cubicBezTo>
                  <a:pt x="476364" y="143781"/>
                  <a:pt x="478516" y="143630"/>
                  <a:pt x="480636" y="143266"/>
                </a:cubicBezTo>
                <a:cubicBezTo>
                  <a:pt x="483679" y="142385"/>
                  <a:pt x="486577" y="141066"/>
                  <a:pt x="489240" y="139349"/>
                </a:cubicBezTo>
                <a:cubicBezTo>
                  <a:pt x="490910" y="136908"/>
                  <a:pt x="493414" y="135367"/>
                  <a:pt x="493414" y="131515"/>
                </a:cubicBezTo>
                <a:cubicBezTo>
                  <a:pt x="493799" y="124259"/>
                  <a:pt x="496047" y="121048"/>
                  <a:pt x="496047" y="114626"/>
                </a:cubicBezTo>
                <a:cubicBezTo>
                  <a:pt x="496335" y="110525"/>
                  <a:pt x="494754" y="106512"/>
                  <a:pt x="491744" y="103711"/>
                </a:cubicBezTo>
                <a:cubicBezTo>
                  <a:pt x="491135" y="102774"/>
                  <a:pt x="491135" y="101565"/>
                  <a:pt x="491744" y="100628"/>
                </a:cubicBezTo>
                <a:cubicBezTo>
                  <a:pt x="493528" y="99636"/>
                  <a:pt x="495151" y="98381"/>
                  <a:pt x="496560" y="96904"/>
                </a:cubicBezTo>
                <a:cubicBezTo>
                  <a:pt x="497215" y="95942"/>
                  <a:pt x="498364" y="95443"/>
                  <a:pt x="499514" y="95619"/>
                </a:cubicBezTo>
                <a:close/>
                <a:moveTo>
                  <a:pt x="590696" y="87079"/>
                </a:moveTo>
                <a:cubicBezTo>
                  <a:pt x="593650" y="87208"/>
                  <a:pt x="594035" y="88877"/>
                  <a:pt x="595383" y="89841"/>
                </a:cubicBezTo>
                <a:cubicBezTo>
                  <a:pt x="596615" y="90402"/>
                  <a:pt x="597947" y="90708"/>
                  <a:pt x="599300" y="90739"/>
                </a:cubicBezTo>
                <a:cubicBezTo>
                  <a:pt x="600520" y="90932"/>
                  <a:pt x="601676" y="92666"/>
                  <a:pt x="602318" y="94142"/>
                </a:cubicBezTo>
                <a:cubicBezTo>
                  <a:pt x="603747" y="97097"/>
                  <a:pt x="604576" y="100306"/>
                  <a:pt x="604758" y="103582"/>
                </a:cubicBezTo>
                <a:cubicBezTo>
                  <a:pt x="604501" y="110581"/>
                  <a:pt x="599557" y="112122"/>
                  <a:pt x="597759" y="116424"/>
                </a:cubicBezTo>
                <a:cubicBezTo>
                  <a:pt x="597053" y="118503"/>
                  <a:pt x="596600" y="120659"/>
                  <a:pt x="596411" y="122846"/>
                </a:cubicBezTo>
                <a:cubicBezTo>
                  <a:pt x="597053" y="126378"/>
                  <a:pt x="600648" y="127341"/>
                  <a:pt x="602190" y="124836"/>
                </a:cubicBezTo>
                <a:cubicBezTo>
                  <a:pt x="605080" y="124195"/>
                  <a:pt x="605978" y="122525"/>
                  <a:pt x="607969" y="121561"/>
                </a:cubicBezTo>
                <a:cubicBezTo>
                  <a:pt x="609960" y="120599"/>
                  <a:pt x="612785" y="123809"/>
                  <a:pt x="617280" y="124836"/>
                </a:cubicBezTo>
                <a:cubicBezTo>
                  <a:pt x="619784" y="125414"/>
                  <a:pt x="620812" y="131643"/>
                  <a:pt x="622481" y="134533"/>
                </a:cubicBezTo>
                <a:cubicBezTo>
                  <a:pt x="623235" y="136766"/>
                  <a:pt x="623604" y="139111"/>
                  <a:pt x="623572" y="141468"/>
                </a:cubicBezTo>
                <a:cubicBezTo>
                  <a:pt x="623483" y="143250"/>
                  <a:pt x="622181" y="144739"/>
                  <a:pt x="620426" y="145064"/>
                </a:cubicBezTo>
                <a:cubicBezTo>
                  <a:pt x="618179" y="145577"/>
                  <a:pt x="616830" y="145898"/>
                  <a:pt x="614005" y="146733"/>
                </a:cubicBezTo>
                <a:cubicBezTo>
                  <a:pt x="611895" y="147644"/>
                  <a:pt x="609994" y="148976"/>
                  <a:pt x="608419" y="150650"/>
                </a:cubicBezTo>
                <a:cubicBezTo>
                  <a:pt x="605914" y="152448"/>
                  <a:pt x="603281" y="152833"/>
                  <a:pt x="600584" y="155016"/>
                </a:cubicBezTo>
                <a:cubicBezTo>
                  <a:pt x="596875" y="157837"/>
                  <a:pt x="592640" y="159890"/>
                  <a:pt x="588128" y="161052"/>
                </a:cubicBezTo>
                <a:cubicBezTo>
                  <a:pt x="585822" y="165313"/>
                  <a:pt x="584361" y="169979"/>
                  <a:pt x="583825" y="174794"/>
                </a:cubicBezTo>
                <a:cubicBezTo>
                  <a:pt x="583536" y="176943"/>
                  <a:pt x="583689" y="179128"/>
                  <a:pt x="584275" y="181215"/>
                </a:cubicBezTo>
                <a:cubicBezTo>
                  <a:pt x="585366" y="185068"/>
                  <a:pt x="584403" y="188728"/>
                  <a:pt x="587742" y="192581"/>
                </a:cubicBezTo>
                <a:cubicBezTo>
                  <a:pt x="590337" y="195031"/>
                  <a:pt x="593689" y="196525"/>
                  <a:pt x="597245" y="196819"/>
                </a:cubicBezTo>
                <a:cubicBezTo>
                  <a:pt x="599542" y="196858"/>
                  <a:pt x="601825" y="197161"/>
                  <a:pt x="604052" y="197718"/>
                </a:cubicBezTo>
                <a:cubicBezTo>
                  <a:pt x="605615" y="198236"/>
                  <a:pt x="607230" y="198581"/>
                  <a:pt x="608868" y="198745"/>
                </a:cubicBezTo>
                <a:cubicBezTo>
                  <a:pt x="610294" y="199710"/>
                  <a:pt x="611918" y="200347"/>
                  <a:pt x="613620" y="200607"/>
                </a:cubicBezTo>
                <a:cubicBezTo>
                  <a:pt x="616127" y="200504"/>
                  <a:pt x="618635" y="200763"/>
                  <a:pt x="621068" y="201378"/>
                </a:cubicBezTo>
                <a:lnTo>
                  <a:pt x="621389" y="201506"/>
                </a:lnTo>
                <a:cubicBezTo>
                  <a:pt x="624664" y="203492"/>
                  <a:pt x="626336" y="207323"/>
                  <a:pt x="625563" y="211074"/>
                </a:cubicBezTo>
                <a:cubicBezTo>
                  <a:pt x="624521" y="214694"/>
                  <a:pt x="623277" y="218252"/>
                  <a:pt x="621839" y="221733"/>
                </a:cubicBezTo>
                <a:cubicBezTo>
                  <a:pt x="620940" y="224559"/>
                  <a:pt x="620362" y="227513"/>
                  <a:pt x="618757" y="228733"/>
                </a:cubicBezTo>
                <a:cubicBezTo>
                  <a:pt x="617151" y="229952"/>
                  <a:pt x="613042" y="229054"/>
                  <a:pt x="610730" y="229952"/>
                </a:cubicBezTo>
                <a:cubicBezTo>
                  <a:pt x="608225" y="231025"/>
                  <a:pt x="605552" y="231655"/>
                  <a:pt x="602832" y="231814"/>
                </a:cubicBezTo>
                <a:cubicBezTo>
                  <a:pt x="600905" y="231814"/>
                  <a:pt x="598530" y="229952"/>
                  <a:pt x="597309" y="229439"/>
                </a:cubicBezTo>
                <a:cubicBezTo>
                  <a:pt x="594543" y="228615"/>
                  <a:pt x="591643" y="228331"/>
                  <a:pt x="588769" y="228604"/>
                </a:cubicBezTo>
                <a:cubicBezTo>
                  <a:pt x="586458" y="228604"/>
                  <a:pt x="580357" y="228604"/>
                  <a:pt x="580357" y="228604"/>
                </a:cubicBezTo>
                <a:cubicBezTo>
                  <a:pt x="579073" y="228604"/>
                  <a:pt x="576312" y="227127"/>
                  <a:pt x="573230" y="226549"/>
                </a:cubicBezTo>
                <a:cubicBezTo>
                  <a:pt x="570148" y="225972"/>
                  <a:pt x="565075" y="226677"/>
                  <a:pt x="562828" y="225972"/>
                </a:cubicBezTo>
                <a:cubicBezTo>
                  <a:pt x="560932" y="225289"/>
                  <a:pt x="559155" y="224315"/>
                  <a:pt x="557562" y="223082"/>
                </a:cubicBezTo>
                <a:cubicBezTo>
                  <a:pt x="555567" y="220719"/>
                  <a:pt x="553923" y="218081"/>
                  <a:pt x="552682" y="215248"/>
                </a:cubicBezTo>
                <a:cubicBezTo>
                  <a:pt x="552215" y="212232"/>
                  <a:pt x="552000" y="209182"/>
                  <a:pt x="552040" y="206129"/>
                </a:cubicBezTo>
                <a:cubicBezTo>
                  <a:pt x="551783" y="204396"/>
                  <a:pt x="549792" y="196562"/>
                  <a:pt x="549792" y="195278"/>
                </a:cubicBezTo>
                <a:lnTo>
                  <a:pt x="549343" y="188471"/>
                </a:lnTo>
                <a:cubicBezTo>
                  <a:pt x="549336" y="186304"/>
                  <a:pt x="549057" y="184147"/>
                  <a:pt x="548509" y="182050"/>
                </a:cubicBezTo>
                <a:cubicBezTo>
                  <a:pt x="547710" y="178752"/>
                  <a:pt x="547365" y="175360"/>
                  <a:pt x="547481" y="171969"/>
                </a:cubicBezTo>
                <a:cubicBezTo>
                  <a:pt x="547417" y="166703"/>
                  <a:pt x="548958" y="165869"/>
                  <a:pt x="550178" y="155723"/>
                </a:cubicBezTo>
                <a:cubicBezTo>
                  <a:pt x="550306" y="154695"/>
                  <a:pt x="552425" y="151613"/>
                  <a:pt x="552425" y="150650"/>
                </a:cubicBezTo>
                <a:cubicBezTo>
                  <a:pt x="552810" y="145641"/>
                  <a:pt x="553902" y="145705"/>
                  <a:pt x="554351" y="142302"/>
                </a:cubicBezTo>
                <a:cubicBezTo>
                  <a:pt x="554801" y="138899"/>
                  <a:pt x="556149" y="134790"/>
                  <a:pt x="556149" y="133762"/>
                </a:cubicBezTo>
                <a:cubicBezTo>
                  <a:pt x="556920" y="128560"/>
                  <a:pt x="556920" y="121818"/>
                  <a:pt x="556921" y="120470"/>
                </a:cubicBezTo>
                <a:cubicBezTo>
                  <a:pt x="557178" y="117696"/>
                  <a:pt x="557827" y="114972"/>
                  <a:pt x="558847" y="112379"/>
                </a:cubicBezTo>
                <a:cubicBezTo>
                  <a:pt x="560039" y="108161"/>
                  <a:pt x="560960" y="103872"/>
                  <a:pt x="561608" y="99536"/>
                </a:cubicBezTo>
                <a:cubicBezTo>
                  <a:pt x="561392" y="96601"/>
                  <a:pt x="561499" y="93651"/>
                  <a:pt x="561929" y="90739"/>
                </a:cubicBezTo>
                <a:cubicBezTo>
                  <a:pt x="562828" y="87657"/>
                  <a:pt x="564433" y="87143"/>
                  <a:pt x="567001" y="87143"/>
                </a:cubicBezTo>
                <a:cubicBezTo>
                  <a:pt x="568157" y="87079"/>
                  <a:pt x="571560" y="88428"/>
                  <a:pt x="573422" y="88492"/>
                </a:cubicBezTo>
                <a:cubicBezTo>
                  <a:pt x="575285" y="88557"/>
                  <a:pt x="577854" y="87272"/>
                  <a:pt x="579138" y="87272"/>
                </a:cubicBezTo>
                <a:cubicBezTo>
                  <a:pt x="580870" y="87508"/>
                  <a:pt x="582585" y="87851"/>
                  <a:pt x="584275" y="88300"/>
                </a:cubicBezTo>
                <a:cubicBezTo>
                  <a:pt x="586380" y="87725"/>
                  <a:pt x="588527" y="87317"/>
                  <a:pt x="590696" y="87079"/>
                </a:cubicBezTo>
                <a:close/>
                <a:moveTo>
                  <a:pt x="186727" y="86679"/>
                </a:moveTo>
                <a:cubicBezTo>
                  <a:pt x="184388" y="86679"/>
                  <a:pt x="183541" y="89313"/>
                  <a:pt x="183043" y="91891"/>
                </a:cubicBezTo>
                <a:lnTo>
                  <a:pt x="183043" y="92149"/>
                </a:lnTo>
                <a:cubicBezTo>
                  <a:pt x="182804" y="93494"/>
                  <a:pt x="179931" y="108228"/>
                  <a:pt x="179931" y="108228"/>
                </a:cubicBezTo>
                <a:lnTo>
                  <a:pt x="179691" y="109426"/>
                </a:lnTo>
                <a:lnTo>
                  <a:pt x="177407" y="109426"/>
                </a:lnTo>
                <a:cubicBezTo>
                  <a:pt x="158434" y="109503"/>
                  <a:pt x="139555" y="106779"/>
                  <a:pt x="121378" y="101340"/>
                </a:cubicBezTo>
                <a:cubicBezTo>
                  <a:pt x="121796" y="105740"/>
                  <a:pt x="123493" y="109921"/>
                  <a:pt x="126259" y="113367"/>
                </a:cubicBezTo>
                <a:cubicBezTo>
                  <a:pt x="129707" y="117480"/>
                  <a:pt x="134369" y="120394"/>
                  <a:pt x="139576" y="121692"/>
                </a:cubicBezTo>
                <a:lnTo>
                  <a:pt x="140681" y="121913"/>
                </a:lnTo>
                <a:lnTo>
                  <a:pt x="140681" y="123037"/>
                </a:lnTo>
                <a:lnTo>
                  <a:pt x="140755" y="123037"/>
                </a:lnTo>
                <a:cubicBezTo>
                  <a:pt x="141162" y="126791"/>
                  <a:pt x="142891" y="130277"/>
                  <a:pt x="145635" y="132872"/>
                </a:cubicBezTo>
                <a:cubicBezTo>
                  <a:pt x="148612" y="135070"/>
                  <a:pt x="152233" y="136215"/>
                  <a:pt x="155931" y="136133"/>
                </a:cubicBezTo>
                <a:cubicBezTo>
                  <a:pt x="156779" y="136133"/>
                  <a:pt x="157313" y="136133"/>
                  <a:pt x="157313" y="136133"/>
                </a:cubicBezTo>
                <a:lnTo>
                  <a:pt x="158473" y="135985"/>
                </a:lnTo>
                <a:lnTo>
                  <a:pt x="158878" y="137072"/>
                </a:lnTo>
                <a:cubicBezTo>
                  <a:pt x="160414" y="140199"/>
                  <a:pt x="163218" y="142520"/>
                  <a:pt x="166577" y="143445"/>
                </a:cubicBezTo>
                <a:cubicBezTo>
                  <a:pt x="167854" y="143841"/>
                  <a:pt x="169183" y="144040"/>
                  <a:pt x="170519" y="144034"/>
                </a:cubicBezTo>
                <a:cubicBezTo>
                  <a:pt x="172258" y="144032"/>
                  <a:pt x="173983" y="143732"/>
                  <a:pt x="175621" y="143150"/>
                </a:cubicBezTo>
                <a:lnTo>
                  <a:pt x="178328" y="142026"/>
                </a:lnTo>
                <a:lnTo>
                  <a:pt x="174350" y="158290"/>
                </a:lnTo>
                <a:lnTo>
                  <a:pt x="199399" y="158290"/>
                </a:lnTo>
                <a:lnTo>
                  <a:pt x="195402" y="142008"/>
                </a:lnTo>
                <a:lnTo>
                  <a:pt x="198128" y="143150"/>
                </a:lnTo>
                <a:cubicBezTo>
                  <a:pt x="199760" y="143734"/>
                  <a:pt x="201479" y="144034"/>
                  <a:pt x="203212" y="144034"/>
                </a:cubicBezTo>
                <a:cubicBezTo>
                  <a:pt x="204547" y="144038"/>
                  <a:pt x="205877" y="143841"/>
                  <a:pt x="207153" y="143445"/>
                </a:cubicBezTo>
                <a:cubicBezTo>
                  <a:pt x="210515" y="142522"/>
                  <a:pt x="213318" y="140201"/>
                  <a:pt x="214852" y="137072"/>
                </a:cubicBezTo>
                <a:lnTo>
                  <a:pt x="215257" y="135985"/>
                </a:lnTo>
                <a:lnTo>
                  <a:pt x="216418" y="136133"/>
                </a:lnTo>
                <a:cubicBezTo>
                  <a:pt x="216418" y="136133"/>
                  <a:pt x="216952" y="136133"/>
                  <a:pt x="217799" y="136133"/>
                </a:cubicBezTo>
                <a:cubicBezTo>
                  <a:pt x="221498" y="136215"/>
                  <a:pt x="225119" y="135070"/>
                  <a:pt x="228095" y="132872"/>
                </a:cubicBezTo>
                <a:cubicBezTo>
                  <a:pt x="230858" y="130285"/>
                  <a:pt x="232593" y="126785"/>
                  <a:pt x="232976" y="123019"/>
                </a:cubicBezTo>
                <a:lnTo>
                  <a:pt x="232976" y="121913"/>
                </a:lnTo>
                <a:lnTo>
                  <a:pt x="234081" y="121692"/>
                </a:lnTo>
                <a:cubicBezTo>
                  <a:pt x="239273" y="120374"/>
                  <a:pt x="243924" y="117462"/>
                  <a:pt x="247379" y="113367"/>
                </a:cubicBezTo>
                <a:cubicBezTo>
                  <a:pt x="250146" y="109921"/>
                  <a:pt x="251842" y="105740"/>
                  <a:pt x="252260" y="101340"/>
                </a:cubicBezTo>
                <a:cubicBezTo>
                  <a:pt x="234101" y="106773"/>
                  <a:pt x="215241" y="109497"/>
                  <a:pt x="196286" y="109426"/>
                </a:cubicBezTo>
                <a:lnTo>
                  <a:pt x="194003" y="109426"/>
                </a:lnTo>
                <a:lnTo>
                  <a:pt x="193763" y="108228"/>
                </a:lnTo>
                <a:cubicBezTo>
                  <a:pt x="193763" y="108228"/>
                  <a:pt x="190908" y="93420"/>
                  <a:pt x="190650" y="92149"/>
                </a:cubicBezTo>
                <a:lnTo>
                  <a:pt x="190650" y="91891"/>
                </a:lnTo>
                <a:cubicBezTo>
                  <a:pt x="190171" y="89313"/>
                  <a:pt x="189343" y="86679"/>
                  <a:pt x="186967" y="86679"/>
                </a:cubicBezTo>
                <a:close/>
                <a:moveTo>
                  <a:pt x="215700" y="86034"/>
                </a:moveTo>
                <a:cubicBezTo>
                  <a:pt x="218440" y="86986"/>
                  <a:pt x="220910" y="88585"/>
                  <a:pt x="222901" y="90694"/>
                </a:cubicBezTo>
                <a:cubicBezTo>
                  <a:pt x="220096" y="91302"/>
                  <a:pt x="217210" y="91458"/>
                  <a:pt x="214355" y="91155"/>
                </a:cubicBezTo>
                <a:cubicBezTo>
                  <a:pt x="210819" y="90786"/>
                  <a:pt x="207982" y="86513"/>
                  <a:pt x="207982" y="86513"/>
                </a:cubicBezTo>
                <a:cubicBezTo>
                  <a:pt x="210432" y="85513"/>
                  <a:pt x="213145" y="85344"/>
                  <a:pt x="215700" y="86034"/>
                </a:cubicBezTo>
                <a:close/>
                <a:moveTo>
                  <a:pt x="1028691" y="85281"/>
                </a:moveTo>
                <a:cubicBezTo>
                  <a:pt x="1031067" y="85281"/>
                  <a:pt x="1032994" y="87786"/>
                  <a:pt x="1035113" y="87786"/>
                </a:cubicBezTo>
                <a:cubicBezTo>
                  <a:pt x="1039418" y="87472"/>
                  <a:pt x="1043745" y="87797"/>
                  <a:pt x="1047955" y="88749"/>
                </a:cubicBezTo>
                <a:lnTo>
                  <a:pt x="1048534" y="89070"/>
                </a:lnTo>
                <a:cubicBezTo>
                  <a:pt x="1049304" y="89712"/>
                  <a:pt x="1049818" y="93501"/>
                  <a:pt x="1050717" y="94335"/>
                </a:cubicBezTo>
                <a:cubicBezTo>
                  <a:pt x="1053228" y="96700"/>
                  <a:pt x="1054801" y="99893"/>
                  <a:pt x="1055147" y="103325"/>
                </a:cubicBezTo>
                <a:cubicBezTo>
                  <a:pt x="1054955" y="105894"/>
                  <a:pt x="1051551" y="110003"/>
                  <a:pt x="1051551" y="110967"/>
                </a:cubicBezTo>
                <a:cubicBezTo>
                  <a:pt x="1051741" y="113437"/>
                  <a:pt x="1051157" y="115905"/>
                  <a:pt x="1049882" y="118030"/>
                </a:cubicBezTo>
                <a:cubicBezTo>
                  <a:pt x="1047299" y="121551"/>
                  <a:pt x="1045144" y="125366"/>
                  <a:pt x="1043461" y="129396"/>
                </a:cubicBezTo>
                <a:cubicBezTo>
                  <a:pt x="1042754" y="130744"/>
                  <a:pt x="1038388" y="134211"/>
                  <a:pt x="1037681" y="135817"/>
                </a:cubicBezTo>
                <a:cubicBezTo>
                  <a:pt x="1033315" y="145770"/>
                  <a:pt x="1028434" y="152705"/>
                  <a:pt x="1024839" y="162658"/>
                </a:cubicBezTo>
                <a:cubicBezTo>
                  <a:pt x="1024261" y="164263"/>
                  <a:pt x="1021757" y="167538"/>
                  <a:pt x="1020537" y="166960"/>
                </a:cubicBezTo>
                <a:cubicBezTo>
                  <a:pt x="1018862" y="166207"/>
                  <a:pt x="1016946" y="166207"/>
                  <a:pt x="1015271" y="166960"/>
                </a:cubicBezTo>
                <a:cubicBezTo>
                  <a:pt x="1014436" y="167667"/>
                  <a:pt x="1010904" y="167602"/>
                  <a:pt x="1009748" y="168758"/>
                </a:cubicBezTo>
                <a:cubicBezTo>
                  <a:pt x="1008593" y="169913"/>
                  <a:pt x="1002685" y="169015"/>
                  <a:pt x="1001530" y="171262"/>
                </a:cubicBezTo>
                <a:cubicBezTo>
                  <a:pt x="1000694" y="173321"/>
                  <a:pt x="1000694" y="175625"/>
                  <a:pt x="1001530" y="177684"/>
                </a:cubicBezTo>
                <a:cubicBezTo>
                  <a:pt x="1003392" y="179867"/>
                  <a:pt x="1007180" y="177684"/>
                  <a:pt x="1007950" y="176528"/>
                </a:cubicBezTo>
                <a:cubicBezTo>
                  <a:pt x="1009187" y="175042"/>
                  <a:pt x="1011027" y="174194"/>
                  <a:pt x="1012959" y="174216"/>
                </a:cubicBezTo>
                <a:cubicBezTo>
                  <a:pt x="1015187" y="175189"/>
                  <a:pt x="1017511" y="175921"/>
                  <a:pt x="1019894" y="176399"/>
                </a:cubicBezTo>
                <a:cubicBezTo>
                  <a:pt x="1021476" y="176650"/>
                  <a:pt x="1022644" y="178009"/>
                  <a:pt x="1022656" y="179610"/>
                </a:cubicBezTo>
                <a:cubicBezTo>
                  <a:pt x="1022695" y="182608"/>
                  <a:pt x="1023306" y="185573"/>
                  <a:pt x="1024454" y="188343"/>
                </a:cubicBezTo>
                <a:cubicBezTo>
                  <a:pt x="1024506" y="189630"/>
                  <a:pt x="1024121" y="190897"/>
                  <a:pt x="1023362" y="191939"/>
                </a:cubicBezTo>
                <a:cubicBezTo>
                  <a:pt x="1021417" y="193681"/>
                  <a:pt x="1019260" y="195170"/>
                  <a:pt x="1016941" y="196369"/>
                </a:cubicBezTo>
                <a:cubicBezTo>
                  <a:pt x="1015399" y="197332"/>
                  <a:pt x="1011932" y="197589"/>
                  <a:pt x="1009748" y="199002"/>
                </a:cubicBezTo>
                <a:cubicBezTo>
                  <a:pt x="1008424" y="199997"/>
                  <a:pt x="1007602" y="201522"/>
                  <a:pt x="1007501" y="203176"/>
                </a:cubicBezTo>
                <a:cubicBezTo>
                  <a:pt x="1007501" y="205937"/>
                  <a:pt x="1009620" y="205937"/>
                  <a:pt x="1010969" y="205937"/>
                </a:cubicBezTo>
                <a:cubicBezTo>
                  <a:pt x="1012317" y="205937"/>
                  <a:pt x="1017904" y="204139"/>
                  <a:pt x="1020537" y="204139"/>
                </a:cubicBezTo>
                <a:cubicBezTo>
                  <a:pt x="1022933" y="204260"/>
                  <a:pt x="1025333" y="204260"/>
                  <a:pt x="1027729" y="204139"/>
                </a:cubicBezTo>
                <a:cubicBezTo>
                  <a:pt x="1030595" y="203171"/>
                  <a:pt x="1033572" y="202567"/>
                  <a:pt x="1036590" y="202341"/>
                </a:cubicBezTo>
                <a:cubicBezTo>
                  <a:pt x="1039415" y="203048"/>
                  <a:pt x="1042561" y="200415"/>
                  <a:pt x="1044359" y="202341"/>
                </a:cubicBezTo>
                <a:cubicBezTo>
                  <a:pt x="1044359" y="205680"/>
                  <a:pt x="1050781" y="207222"/>
                  <a:pt x="1050781" y="212423"/>
                </a:cubicBezTo>
                <a:cubicBezTo>
                  <a:pt x="1050781" y="219871"/>
                  <a:pt x="1045836" y="228283"/>
                  <a:pt x="1039415" y="228797"/>
                </a:cubicBezTo>
                <a:cubicBezTo>
                  <a:pt x="1036718" y="229054"/>
                  <a:pt x="1038580" y="226999"/>
                  <a:pt x="1029077" y="226999"/>
                </a:cubicBezTo>
                <a:cubicBezTo>
                  <a:pt x="1020601" y="227127"/>
                  <a:pt x="1013344" y="227705"/>
                  <a:pt x="1011996" y="227705"/>
                </a:cubicBezTo>
                <a:cubicBezTo>
                  <a:pt x="1008882" y="227744"/>
                  <a:pt x="1005770" y="227551"/>
                  <a:pt x="1002685" y="227127"/>
                </a:cubicBezTo>
                <a:cubicBezTo>
                  <a:pt x="999949" y="227185"/>
                  <a:pt x="997221" y="227464"/>
                  <a:pt x="994530" y="227962"/>
                </a:cubicBezTo>
                <a:cubicBezTo>
                  <a:pt x="991539" y="228732"/>
                  <a:pt x="988490" y="229247"/>
                  <a:pt x="985412" y="229504"/>
                </a:cubicBezTo>
                <a:cubicBezTo>
                  <a:pt x="981597" y="229448"/>
                  <a:pt x="977813" y="230192"/>
                  <a:pt x="974303" y="231686"/>
                </a:cubicBezTo>
                <a:cubicBezTo>
                  <a:pt x="970521" y="232460"/>
                  <a:pt x="966670" y="232847"/>
                  <a:pt x="962809" y="232842"/>
                </a:cubicBezTo>
                <a:cubicBezTo>
                  <a:pt x="959010" y="234459"/>
                  <a:pt x="955050" y="235665"/>
                  <a:pt x="950994" y="236438"/>
                </a:cubicBezTo>
                <a:cubicBezTo>
                  <a:pt x="948810" y="236695"/>
                  <a:pt x="943738" y="236053"/>
                  <a:pt x="943545" y="232521"/>
                </a:cubicBezTo>
                <a:cubicBezTo>
                  <a:pt x="943352" y="228989"/>
                  <a:pt x="941426" y="227127"/>
                  <a:pt x="941876" y="222568"/>
                </a:cubicBezTo>
                <a:cubicBezTo>
                  <a:pt x="942261" y="221220"/>
                  <a:pt x="942261" y="219037"/>
                  <a:pt x="942260" y="218009"/>
                </a:cubicBezTo>
                <a:cubicBezTo>
                  <a:pt x="942272" y="215969"/>
                  <a:pt x="943190" y="214040"/>
                  <a:pt x="944765" y="212744"/>
                </a:cubicBezTo>
                <a:cubicBezTo>
                  <a:pt x="945214" y="212615"/>
                  <a:pt x="946242" y="210368"/>
                  <a:pt x="947526" y="210497"/>
                </a:cubicBezTo>
                <a:cubicBezTo>
                  <a:pt x="948810" y="210625"/>
                  <a:pt x="949068" y="212166"/>
                  <a:pt x="950994" y="212166"/>
                </a:cubicBezTo>
                <a:cubicBezTo>
                  <a:pt x="954499" y="211407"/>
                  <a:pt x="957903" y="210244"/>
                  <a:pt x="961140" y="208699"/>
                </a:cubicBezTo>
                <a:cubicBezTo>
                  <a:pt x="965308" y="206569"/>
                  <a:pt x="969597" y="204683"/>
                  <a:pt x="973983" y="203048"/>
                </a:cubicBezTo>
                <a:cubicBezTo>
                  <a:pt x="975652" y="200672"/>
                  <a:pt x="972890" y="199452"/>
                  <a:pt x="971863" y="199452"/>
                </a:cubicBezTo>
                <a:cubicBezTo>
                  <a:pt x="970084" y="199932"/>
                  <a:pt x="968187" y="199677"/>
                  <a:pt x="966598" y="198746"/>
                </a:cubicBezTo>
                <a:cubicBezTo>
                  <a:pt x="963965" y="198296"/>
                  <a:pt x="962873" y="197654"/>
                  <a:pt x="962167" y="196498"/>
                </a:cubicBezTo>
                <a:cubicBezTo>
                  <a:pt x="961461" y="195342"/>
                  <a:pt x="961974" y="193993"/>
                  <a:pt x="962167" y="192195"/>
                </a:cubicBezTo>
                <a:cubicBezTo>
                  <a:pt x="962360" y="190398"/>
                  <a:pt x="962488" y="188471"/>
                  <a:pt x="962745" y="186930"/>
                </a:cubicBezTo>
                <a:cubicBezTo>
                  <a:pt x="963002" y="185389"/>
                  <a:pt x="963194" y="183078"/>
                  <a:pt x="965635" y="183078"/>
                </a:cubicBezTo>
                <a:cubicBezTo>
                  <a:pt x="966983" y="183078"/>
                  <a:pt x="967304" y="184040"/>
                  <a:pt x="968588" y="184040"/>
                </a:cubicBezTo>
                <a:cubicBezTo>
                  <a:pt x="969872" y="184040"/>
                  <a:pt x="970450" y="183463"/>
                  <a:pt x="971735" y="183463"/>
                </a:cubicBezTo>
                <a:cubicBezTo>
                  <a:pt x="972755" y="183632"/>
                  <a:pt x="973797" y="183632"/>
                  <a:pt x="974817" y="183463"/>
                </a:cubicBezTo>
                <a:cubicBezTo>
                  <a:pt x="975954" y="182904"/>
                  <a:pt x="976912" y="182036"/>
                  <a:pt x="977578" y="180958"/>
                </a:cubicBezTo>
                <a:cubicBezTo>
                  <a:pt x="978156" y="178870"/>
                  <a:pt x="978395" y="176702"/>
                  <a:pt x="978284" y="174537"/>
                </a:cubicBezTo>
                <a:cubicBezTo>
                  <a:pt x="978027" y="172804"/>
                  <a:pt x="976486" y="173060"/>
                  <a:pt x="974496" y="174023"/>
                </a:cubicBezTo>
                <a:cubicBezTo>
                  <a:pt x="972927" y="174595"/>
                  <a:pt x="971317" y="175046"/>
                  <a:pt x="969679" y="175372"/>
                </a:cubicBezTo>
                <a:cubicBezTo>
                  <a:pt x="968221" y="175771"/>
                  <a:pt x="966742" y="176092"/>
                  <a:pt x="965249" y="176335"/>
                </a:cubicBezTo>
                <a:cubicBezTo>
                  <a:pt x="964031" y="176340"/>
                  <a:pt x="962820" y="176168"/>
                  <a:pt x="961653" y="175821"/>
                </a:cubicBezTo>
                <a:cubicBezTo>
                  <a:pt x="959855" y="175372"/>
                  <a:pt x="960305" y="174281"/>
                  <a:pt x="959855" y="172996"/>
                </a:cubicBezTo>
                <a:cubicBezTo>
                  <a:pt x="959129" y="171728"/>
                  <a:pt x="958650" y="170333"/>
                  <a:pt x="958443" y="168886"/>
                </a:cubicBezTo>
                <a:cubicBezTo>
                  <a:pt x="958700" y="165226"/>
                  <a:pt x="955745" y="163878"/>
                  <a:pt x="955232" y="162914"/>
                </a:cubicBezTo>
                <a:cubicBezTo>
                  <a:pt x="954264" y="160895"/>
                  <a:pt x="953656" y="158722"/>
                  <a:pt x="953434" y="156493"/>
                </a:cubicBezTo>
                <a:cubicBezTo>
                  <a:pt x="953434" y="152320"/>
                  <a:pt x="957351" y="149045"/>
                  <a:pt x="956902" y="146412"/>
                </a:cubicBezTo>
                <a:cubicBezTo>
                  <a:pt x="955735" y="141077"/>
                  <a:pt x="955175" y="135627"/>
                  <a:pt x="955232" y="130166"/>
                </a:cubicBezTo>
                <a:cubicBezTo>
                  <a:pt x="955425" y="128689"/>
                  <a:pt x="953177" y="126185"/>
                  <a:pt x="953177" y="123231"/>
                </a:cubicBezTo>
                <a:cubicBezTo>
                  <a:pt x="953272" y="121452"/>
                  <a:pt x="953552" y="119687"/>
                  <a:pt x="954011" y="117966"/>
                </a:cubicBezTo>
                <a:cubicBezTo>
                  <a:pt x="954933" y="115042"/>
                  <a:pt x="955536" y="112028"/>
                  <a:pt x="955810" y="108976"/>
                </a:cubicBezTo>
                <a:cubicBezTo>
                  <a:pt x="955425" y="104931"/>
                  <a:pt x="957479" y="99858"/>
                  <a:pt x="960241" y="99858"/>
                </a:cubicBezTo>
                <a:cubicBezTo>
                  <a:pt x="963002" y="99858"/>
                  <a:pt x="962937" y="103325"/>
                  <a:pt x="965955" y="103325"/>
                </a:cubicBezTo>
                <a:cubicBezTo>
                  <a:pt x="967772" y="103419"/>
                  <a:pt x="969593" y="103224"/>
                  <a:pt x="971349" y="102747"/>
                </a:cubicBezTo>
                <a:cubicBezTo>
                  <a:pt x="971992" y="102298"/>
                  <a:pt x="976936" y="101077"/>
                  <a:pt x="978413" y="100500"/>
                </a:cubicBezTo>
                <a:cubicBezTo>
                  <a:pt x="982715" y="98959"/>
                  <a:pt x="985797" y="97033"/>
                  <a:pt x="990484" y="95555"/>
                </a:cubicBezTo>
                <a:cubicBezTo>
                  <a:pt x="993631" y="94592"/>
                  <a:pt x="997548" y="95427"/>
                  <a:pt x="1000053" y="94592"/>
                </a:cubicBezTo>
                <a:cubicBezTo>
                  <a:pt x="1006988" y="92216"/>
                  <a:pt x="1026316" y="85281"/>
                  <a:pt x="1028691" y="85281"/>
                </a:cubicBezTo>
                <a:close/>
                <a:moveTo>
                  <a:pt x="60892" y="77893"/>
                </a:moveTo>
                <a:cubicBezTo>
                  <a:pt x="60653" y="77893"/>
                  <a:pt x="60284" y="78187"/>
                  <a:pt x="60137" y="78187"/>
                </a:cubicBezTo>
                <a:cubicBezTo>
                  <a:pt x="59872" y="78298"/>
                  <a:pt x="59628" y="78453"/>
                  <a:pt x="59419" y="78648"/>
                </a:cubicBezTo>
                <a:cubicBezTo>
                  <a:pt x="59271" y="78814"/>
                  <a:pt x="58903" y="79366"/>
                  <a:pt x="58571" y="79606"/>
                </a:cubicBezTo>
                <a:cubicBezTo>
                  <a:pt x="58240" y="79845"/>
                  <a:pt x="57835" y="80250"/>
                  <a:pt x="57613" y="80416"/>
                </a:cubicBezTo>
                <a:cubicBezTo>
                  <a:pt x="57392" y="80582"/>
                  <a:pt x="56914" y="80563"/>
                  <a:pt x="56766" y="80692"/>
                </a:cubicBezTo>
                <a:cubicBezTo>
                  <a:pt x="56617" y="80812"/>
                  <a:pt x="56547" y="81002"/>
                  <a:pt x="56582" y="81190"/>
                </a:cubicBezTo>
                <a:lnTo>
                  <a:pt x="56564" y="81190"/>
                </a:lnTo>
                <a:cubicBezTo>
                  <a:pt x="56580" y="81512"/>
                  <a:pt x="56549" y="81834"/>
                  <a:pt x="56472" y="82147"/>
                </a:cubicBezTo>
                <a:cubicBezTo>
                  <a:pt x="56516" y="82330"/>
                  <a:pt x="56658" y="82471"/>
                  <a:pt x="56840" y="82516"/>
                </a:cubicBezTo>
                <a:cubicBezTo>
                  <a:pt x="57529" y="82448"/>
                  <a:pt x="58212" y="82707"/>
                  <a:pt x="58682" y="83216"/>
                </a:cubicBezTo>
                <a:cubicBezTo>
                  <a:pt x="59400" y="83952"/>
                  <a:pt x="59584" y="84560"/>
                  <a:pt x="60413" y="85426"/>
                </a:cubicBezTo>
                <a:cubicBezTo>
                  <a:pt x="60892" y="85886"/>
                  <a:pt x="60781" y="86347"/>
                  <a:pt x="60892" y="86807"/>
                </a:cubicBezTo>
                <a:cubicBezTo>
                  <a:pt x="60791" y="87323"/>
                  <a:pt x="60623" y="87826"/>
                  <a:pt x="60395" y="88299"/>
                </a:cubicBezTo>
                <a:cubicBezTo>
                  <a:pt x="60198" y="88577"/>
                  <a:pt x="59982" y="88842"/>
                  <a:pt x="59750" y="89091"/>
                </a:cubicBezTo>
                <a:cubicBezTo>
                  <a:pt x="59419" y="89459"/>
                  <a:pt x="59382" y="90012"/>
                  <a:pt x="59105" y="90436"/>
                </a:cubicBezTo>
                <a:cubicBezTo>
                  <a:pt x="58726" y="90839"/>
                  <a:pt x="58726" y="91469"/>
                  <a:pt x="59105" y="91872"/>
                </a:cubicBezTo>
                <a:cubicBezTo>
                  <a:pt x="59553" y="92246"/>
                  <a:pt x="59962" y="92666"/>
                  <a:pt x="60321" y="93125"/>
                </a:cubicBezTo>
                <a:cubicBezTo>
                  <a:pt x="60634" y="93438"/>
                  <a:pt x="60708" y="93327"/>
                  <a:pt x="61076" y="93548"/>
                </a:cubicBezTo>
                <a:cubicBezTo>
                  <a:pt x="61445" y="93769"/>
                  <a:pt x="61647" y="94082"/>
                  <a:pt x="62126" y="94230"/>
                </a:cubicBezTo>
                <a:cubicBezTo>
                  <a:pt x="62330" y="94324"/>
                  <a:pt x="62566" y="94324"/>
                  <a:pt x="62771" y="94230"/>
                </a:cubicBezTo>
                <a:cubicBezTo>
                  <a:pt x="62973" y="94138"/>
                  <a:pt x="63102" y="93788"/>
                  <a:pt x="63213" y="93604"/>
                </a:cubicBezTo>
                <a:cubicBezTo>
                  <a:pt x="63325" y="93268"/>
                  <a:pt x="63460" y="92942"/>
                  <a:pt x="63618" y="92627"/>
                </a:cubicBezTo>
                <a:cubicBezTo>
                  <a:pt x="63876" y="92377"/>
                  <a:pt x="64088" y="92084"/>
                  <a:pt x="64244" y="91762"/>
                </a:cubicBezTo>
                <a:cubicBezTo>
                  <a:pt x="64244" y="91762"/>
                  <a:pt x="64613" y="91578"/>
                  <a:pt x="64870" y="91578"/>
                </a:cubicBezTo>
                <a:cubicBezTo>
                  <a:pt x="65513" y="92071"/>
                  <a:pt x="66128" y="92600"/>
                  <a:pt x="66712" y="93162"/>
                </a:cubicBezTo>
                <a:cubicBezTo>
                  <a:pt x="67025" y="93530"/>
                  <a:pt x="66823" y="94267"/>
                  <a:pt x="66712" y="94635"/>
                </a:cubicBezTo>
                <a:cubicBezTo>
                  <a:pt x="66574" y="95484"/>
                  <a:pt x="66370" y="96322"/>
                  <a:pt x="66104" y="97140"/>
                </a:cubicBezTo>
                <a:cubicBezTo>
                  <a:pt x="65854" y="97536"/>
                  <a:pt x="65673" y="97972"/>
                  <a:pt x="65570" y="98429"/>
                </a:cubicBezTo>
                <a:cubicBezTo>
                  <a:pt x="65506" y="98897"/>
                  <a:pt x="65401" y="99359"/>
                  <a:pt x="65257" y="99811"/>
                </a:cubicBezTo>
                <a:cubicBezTo>
                  <a:pt x="65184" y="100050"/>
                  <a:pt x="64889" y="100197"/>
                  <a:pt x="64778" y="100437"/>
                </a:cubicBezTo>
                <a:cubicBezTo>
                  <a:pt x="64675" y="100732"/>
                  <a:pt x="64747" y="101059"/>
                  <a:pt x="64963" y="101284"/>
                </a:cubicBezTo>
                <a:cubicBezTo>
                  <a:pt x="65055" y="101376"/>
                  <a:pt x="65570" y="101542"/>
                  <a:pt x="65828" y="101689"/>
                </a:cubicBezTo>
                <a:cubicBezTo>
                  <a:pt x="66086" y="101837"/>
                  <a:pt x="66454" y="102242"/>
                  <a:pt x="66749" y="102242"/>
                </a:cubicBezTo>
                <a:cubicBezTo>
                  <a:pt x="67095" y="102159"/>
                  <a:pt x="67445" y="102096"/>
                  <a:pt x="67799" y="102058"/>
                </a:cubicBezTo>
                <a:cubicBezTo>
                  <a:pt x="68370" y="102058"/>
                  <a:pt x="69401" y="102334"/>
                  <a:pt x="69549" y="101929"/>
                </a:cubicBezTo>
                <a:cubicBezTo>
                  <a:pt x="69720" y="101109"/>
                  <a:pt x="69825" y="100278"/>
                  <a:pt x="69862" y="99442"/>
                </a:cubicBezTo>
                <a:cubicBezTo>
                  <a:pt x="70063" y="99009"/>
                  <a:pt x="70223" y="98560"/>
                  <a:pt x="70341" y="98098"/>
                </a:cubicBezTo>
                <a:cubicBezTo>
                  <a:pt x="70422" y="97273"/>
                  <a:pt x="70608" y="96462"/>
                  <a:pt x="70893" y="95685"/>
                </a:cubicBezTo>
                <a:cubicBezTo>
                  <a:pt x="71122" y="95121"/>
                  <a:pt x="71313" y="94543"/>
                  <a:pt x="71464" y="93954"/>
                </a:cubicBezTo>
                <a:cubicBezTo>
                  <a:pt x="71575" y="93475"/>
                  <a:pt x="71151" y="92480"/>
                  <a:pt x="71464" y="91780"/>
                </a:cubicBezTo>
                <a:cubicBezTo>
                  <a:pt x="71724" y="91123"/>
                  <a:pt x="71868" y="90425"/>
                  <a:pt x="71888" y="89717"/>
                </a:cubicBezTo>
                <a:cubicBezTo>
                  <a:pt x="71941" y="89338"/>
                  <a:pt x="71842" y="88955"/>
                  <a:pt x="71612" y="88649"/>
                </a:cubicBezTo>
                <a:cubicBezTo>
                  <a:pt x="71114" y="87968"/>
                  <a:pt x="70820" y="87286"/>
                  <a:pt x="70691" y="87120"/>
                </a:cubicBezTo>
                <a:cubicBezTo>
                  <a:pt x="70562" y="86955"/>
                  <a:pt x="70267" y="86899"/>
                  <a:pt x="70009" y="86715"/>
                </a:cubicBezTo>
                <a:lnTo>
                  <a:pt x="69567" y="86420"/>
                </a:lnTo>
                <a:cubicBezTo>
                  <a:pt x="69438" y="86328"/>
                  <a:pt x="69162" y="86457"/>
                  <a:pt x="68738" y="86034"/>
                </a:cubicBezTo>
                <a:cubicBezTo>
                  <a:pt x="68427" y="85737"/>
                  <a:pt x="68132" y="85422"/>
                  <a:pt x="67854" y="85094"/>
                </a:cubicBezTo>
                <a:cubicBezTo>
                  <a:pt x="67449" y="84615"/>
                  <a:pt x="67191" y="84210"/>
                  <a:pt x="66896" y="83897"/>
                </a:cubicBezTo>
                <a:cubicBezTo>
                  <a:pt x="65939" y="82847"/>
                  <a:pt x="65626" y="82497"/>
                  <a:pt x="65165" y="82055"/>
                </a:cubicBezTo>
                <a:cubicBezTo>
                  <a:pt x="64843" y="81718"/>
                  <a:pt x="64541" y="81361"/>
                  <a:pt x="64263" y="80987"/>
                </a:cubicBezTo>
                <a:cubicBezTo>
                  <a:pt x="64005" y="80379"/>
                  <a:pt x="63839" y="79808"/>
                  <a:pt x="63728" y="79624"/>
                </a:cubicBezTo>
                <a:cubicBezTo>
                  <a:pt x="63469" y="79303"/>
                  <a:pt x="63178" y="79007"/>
                  <a:pt x="62863" y="78740"/>
                </a:cubicBezTo>
                <a:cubicBezTo>
                  <a:pt x="62623" y="78556"/>
                  <a:pt x="62623" y="78371"/>
                  <a:pt x="62310" y="78150"/>
                </a:cubicBezTo>
                <a:cubicBezTo>
                  <a:pt x="61865" y="77953"/>
                  <a:pt x="61378" y="77865"/>
                  <a:pt x="60892" y="77893"/>
                </a:cubicBezTo>
                <a:close/>
                <a:moveTo>
                  <a:pt x="223614" y="77821"/>
                </a:moveTo>
                <a:lnTo>
                  <a:pt x="230968" y="78832"/>
                </a:lnTo>
                <a:cubicBezTo>
                  <a:pt x="229066" y="80796"/>
                  <a:pt x="226634" y="82164"/>
                  <a:pt x="223969" y="82774"/>
                </a:cubicBezTo>
                <a:cubicBezTo>
                  <a:pt x="220691" y="83474"/>
                  <a:pt x="216491" y="80416"/>
                  <a:pt x="216491" y="80416"/>
                </a:cubicBezTo>
                <a:close/>
                <a:moveTo>
                  <a:pt x="223601" y="77819"/>
                </a:moveTo>
                <a:lnTo>
                  <a:pt x="223619" y="77819"/>
                </a:lnTo>
                <a:lnTo>
                  <a:pt x="223614" y="77821"/>
                </a:lnTo>
                <a:close/>
                <a:moveTo>
                  <a:pt x="311531" y="69162"/>
                </a:moveTo>
                <a:cubicBezTo>
                  <a:pt x="311181" y="68923"/>
                  <a:pt x="310500" y="69236"/>
                  <a:pt x="310537" y="69383"/>
                </a:cubicBezTo>
                <a:cubicBezTo>
                  <a:pt x="310573" y="69531"/>
                  <a:pt x="309910" y="70304"/>
                  <a:pt x="309579" y="70599"/>
                </a:cubicBezTo>
                <a:cubicBezTo>
                  <a:pt x="308474" y="71557"/>
                  <a:pt x="308216" y="72201"/>
                  <a:pt x="307737" y="72551"/>
                </a:cubicBezTo>
                <a:cubicBezTo>
                  <a:pt x="306964" y="73159"/>
                  <a:pt x="305932" y="73969"/>
                  <a:pt x="305785" y="74135"/>
                </a:cubicBezTo>
                <a:cubicBezTo>
                  <a:pt x="305488" y="74434"/>
                  <a:pt x="305228" y="74769"/>
                  <a:pt x="305011" y="75130"/>
                </a:cubicBezTo>
                <a:cubicBezTo>
                  <a:pt x="304915" y="75410"/>
                  <a:pt x="304786" y="75675"/>
                  <a:pt x="304624" y="75922"/>
                </a:cubicBezTo>
                <a:cubicBezTo>
                  <a:pt x="304477" y="76106"/>
                  <a:pt x="304035" y="75922"/>
                  <a:pt x="304035" y="75922"/>
                </a:cubicBezTo>
                <a:cubicBezTo>
                  <a:pt x="303613" y="75806"/>
                  <a:pt x="303215" y="75620"/>
                  <a:pt x="302856" y="75369"/>
                </a:cubicBezTo>
                <a:cubicBezTo>
                  <a:pt x="302801" y="75334"/>
                  <a:pt x="302755" y="75286"/>
                  <a:pt x="302720" y="75233"/>
                </a:cubicBezTo>
                <a:cubicBezTo>
                  <a:pt x="302582" y="75019"/>
                  <a:pt x="302643" y="74734"/>
                  <a:pt x="302856" y="74596"/>
                </a:cubicBezTo>
                <a:cubicBezTo>
                  <a:pt x="303293" y="74161"/>
                  <a:pt x="303670" y="73673"/>
                  <a:pt x="303980" y="73141"/>
                </a:cubicBezTo>
                <a:cubicBezTo>
                  <a:pt x="303961" y="72864"/>
                  <a:pt x="303685" y="72864"/>
                  <a:pt x="303685" y="72864"/>
                </a:cubicBezTo>
                <a:cubicBezTo>
                  <a:pt x="302801" y="73107"/>
                  <a:pt x="301902" y="73299"/>
                  <a:pt x="300996" y="73435"/>
                </a:cubicBezTo>
                <a:cubicBezTo>
                  <a:pt x="300766" y="73422"/>
                  <a:pt x="300541" y="73365"/>
                  <a:pt x="300333" y="73270"/>
                </a:cubicBezTo>
                <a:cubicBezTo>
                  <a:pt x="300016" y="73222"/>
                  <a:pt x="299699" y="73349"/>
                  <a:pt x="299504" y="73601"/>
                </a:cubicBezTo>
                <a:cubicBezTo>
                  <a:pt x="298859" y="74706"/>
                  <a:pt x="298473" y="74504"/>
                  <a:pt x="297994" y="74964"/>
                </a:cubicBezTo>
                <a:cubicBezTo>
                  <a:pt x="297511" y="75489"/>
                  <a:pt x="297159" y="76121"/>
                  <a:pt x="296962" y="76806"/>
                </a:cubicBezTo>
                <a:cubicBezTo>
                  <a:pt x="296846" y="77137"/>
                  <a:pt x="296986" y="77502"/>
                  <a:pt x="297294" y="77672"/>
                </a:cubicBezTo>
                <a:cubicBezTo>
                  <a:pt x="297957" y="78132"/>
                  <a:pt x="298933" y="77966"/>
                  <a:pt x="300020" y="78132"/>
                </a:cubicBezTo>
                <a:cubicBezTo>
                  <a:pt x="300283" y="78160"/>
                  <a:pt x="300548" y="78160"/>
                  <a:pt x="300812" y="78132"/>
                </a:cubicBezTo>
                <a:cubicBezTo>
                  <a:pt x="301414" y="77983"/>
                  <a:pt x="302035" y="77928"/>
                  <a:pt x="302654" y="77966"/>
                </a:cubicBezTo>
                <a:cubicBezTo>
                  <a:pt x="303226" y="78176"/>
                  <a:pt x="303766" y="78467"/>
                  <a:pt x="304256" y="78832"/>
                </a:cubicBezTo>
                <a:cubicBezTo>
                  <a:pt x="304624" y="79071"/>
                  <a:pt x="305177" y="79495"/>
                  <a:pt x="305453" y="79698"/>
                </a:cubicBezTo>
                <a:cubicBezTo>
                  <a:pt x="305967" y="80073"/>
                  <a:pt x="306461" y="80479"/>
                  <a:pt x="306927" y="80913"/>
                </a:cubicBezTo>
                <a:cubicBezTo>
                  <a:pt x="307236" y="81177"/>
                  <a:pt x="307569" y="81411"/>
                  <a:pt x="307921" y="81613"/>
                </a:cubicBezTo>
                <a:cubicBezTo>
                  <a:pt x="308291" y="81770"/>
                  <a:pt x="308629" y="81996"/>
                  <a:pt x="308916" y="82276"/>
                </a:cubicBezTo>
                <a:cubicBezTo>
                  <a:pt x="309395" y="82934"/>
                  <a:pt x="310026" y="83466"/>
                  <a:pt x="310758" y="83823"/>
                </a:cubicBezTo>
                <a:cubicBezTo>
                  <a:pt x="310979" y="83897"/>
                  <a:pt x="311605" y="84615"/>
                  <a:pt x="311918" y="84763"/>
                </a:cubicBezTo>
                <a:cubicBezTo>
                  <a:pt x="312325" y="85013"/>
                  <a:pt x="312692" y="85323"/>
                  <a:pt x="313005" y="85684"/>
                </a:cubicBezTo>
                <a:cubicBezTo>
                  <a:pt x="312712" y="86056"/>
                  <a:pt x="312211" y="86190"/>
                  <a:pt x="311771" y="86015"/>
                </a:cubicBezTo>
                <a:cubicBezTo>
                  <a:pt x="311568" y="85886"/>
                  <a:pt x="310813" y="85757"/>
                  <a:pt x="310647" y="85592"/>
                </a:cubicBezTo>
                <a:cubicBezTo>
                  <a:pt x="310446" y="85321"/>
                  <a:pt x="310284" y="85024"/>
                  <a:pt x="310168" y="84707"/>
                </a:cubicBezTo>
                <a:cubicBezTo>
                  <a:pt x="310076" y="84560"/>
                  <a:pt x="309708" y="84339"/>
                  <a:pt x="309487" y="84063"/>
                </a:cubicBezTo>
                <a:cubicBezTo>
                  <a:pt x="309282" y="83735"/>
                  <a:pt x="309021" y="83448"/>
                  <a:pt x="308713" y="83216"/>
                </a:cubicBezTo>
                <a:cubicBezTo>
                  <a:pt x="308492" y="83087"/>
                  <a:pt x="308124" y="83087"/>
                  <a:pt x="308124" y="83087"/>
                </a:cubicBezTo>
                <a:cubicBezTo>
                  <a:pt x="307498" y="82681"/>
                  <a:pt x="307645" y="82755"/>
                  <a:pt x="307350" y="82681"/>
                </a:cubicBezTo>
                <a:cubicBezTo>
                  <a:pt x="307056" y="82608"/>
                  <a:pt x="306687" y="82092"/>
                  <a:pt x="306540" y="82092"/>
                </a:cubicBezTo>
                <a:cubicBezTo>
                  <a:pt x="306147" y="81867"/>
                  <a:pt x="305772" y="81615"/>
                  <a:pt x="305416" y="81337"/>
                </a:cubicBezTo>
                <a:cubicBezTo>
                  <a:pt x="305158" y="81171"/>
                  <a:pt x="304772" y="80711"/>
                  <a:pt x="304551" y="80582"/>
                </a:cubicBezTo>
                <a:cubicBezTo>
                  <a:pt x="304376" y="80526"/>
                  <a:pt x="304197" y="80482"/>
                  <a:pt x="304016" y="80453"/>
                </a:cubicBezTo>
                <a:cubicBezTo>
                  <a:pt x="303703" y="80361"/>
                  <a:pt x="303446" y="79587"/>
                  <a:pt x="303096" y="79587"/>
                </a:cubicBezTo>
                <a:cubicBezTo>
                  <a:pt x="302064" y="79513"/>
                  <a:pt x="301235" y="80379"/>
                  <a:pt x="300959" y="80379"/>
                </a:cubicBezTo>
                <a:cubicBezTo>
                  <a:pt x="300574" y="80479"/>
                  <a:pt x="300228" y="80690"/>
                  <a:pt x="299964" y="80987"/>
                </a:cubicBezTo>
                <a:cubicBezTo>
                  <a:pt x="299614" y="81245"/>
                  <a:pt x="299486" y="81374"/>
                  <a:pt x="299614" y="81742"/>
                </a:cubicBezTo>
                <a:cubicBezTo>
                  <a:pt x="299727" y="82009"/>
                  <a:pt x="299929" y="82230"/>
                  <a:pt x="300185" y="82368"/>
                </a:cubicBezTo>
                <a:cubicBezTo>
                  <a:pt x="300504" y="82584"/>
                  <a:pt x="300871" y="82718"/>
                  <a:pt x="301254" y="82755"/>
                </a:cubicBezTo>
                <a:cubicBezTo>
                  <a:pt x="301613" y="82733"/>
                  <a:pt x="301972" y="82816"/>
                  <a:pt x="302285" y="82995"/>
                </a:cubicBezTo>
                <a:cubicBezTo>
                  <a:pt x="302433" y="83160"/>
                  <a:pt x="303022" y="83473"/>
                  <a:pt x="302764" y="83639"/>
                </a:cubicBezTo>
                <a:cubicBezTo>
                  <a:pt x="302447" y="83809"/>
                  <a:pt x="302114" y="83945"/>
                  <a:pt x="301769" y="84044"/>
                </a:cubicBezTo>
                <a:cubicBezTo>
                  <a:pt x="301530" y="84118"/>
                  <a:pt x="301088" y="84523"/>
                  <a:pt x="300922" y="84634"/>
                </a:cubicBezTo>
                <a:cubicBezTo>
                  <a:pt x="300756" y="84744"/>
                  <a:pt x="300628" y="84744"/>
                  <a:pt x="300370" y="84744"/>
                </a:cubicBezTo>
                <a:cubicBezTo>
                  <a:pt x="300060" y="84691"/>
                  <a:pt x="299760" y="84584"/>
                  <a:pt x="299486" y="84431"/>
                </a:cubicBezTo>
                <a:cubicBezTo>
                  <a:pt x="299102" y="84146"/>
                  <a:pt x="298695" y="83893"/>
                  <a:pt x="298270" y="83676"/>
                </a:cubicBezTo>
                <a:cubicBezTo>
                  <a:pt x="297865" y="83529"/>
                  <a:pt x="297128" y="83492"/>
                  <a:pt x="296981" y="83326"/>
                </a:cubicBezTo>
                <a:cubicBezTo>
                  <a:pt x="296833" y="83160"/>
                  <a:pt x="296575" y="82442"/>
                  <a:pt x="296410" y="82276"/>
                </a:cubicBezTo>
                <a:cubicBezTo>
                  <a:pt x="295892" y="81860"/>
                  <a:pt x="295222" y="81687"/>
                  <a:pt x="294568" y="81797"/>
                </a:cubicBezTo>
                <a:cubicBezTo>
                  <a:pt x="294161" y="81974"/>
                  <a:pt x="293783" y="82210"/>
                  <a:pt x="293444" y="82497"/>
                </a:cubicBezTo>
                <a:cubicBezTo>
                  <a:pt x="293278" y="82645"/>
                  <a:pt x="292800" y="83050"/>
                  <a:pt x="292836" y="83234"/>
                </a:cubicBezTo>
                <a:cubicBezTo>
                  <a:pt x="292873" y="83418"/>
                  <a:pt x="293057" y="83676"/>
                  <a:pt x="293057" y="83860"/>
                </a:cubicBezTo>
                <a:cubicBezTo>
                  <a:pt x="293039" y="84560"/>
                  <a:pt x="293536" y="84855"/>
                  <a:pt x="293702" y="85021"/>
                </a:cubicBezTo>
                <a:cubicBezTo>
                  <a:pt x="293868" y="85186"/>
                  <a:pt x="294789" y="85444"/>
                  <a:pt x="295084" y="85720"/>
                </a:cubicBezTo>
                <a:cubicBezTo>
                  <a:pt x="295520" y="86128"/>
                  <a:pt x="295995" y="86492"/>
                  <a:pt x="296502" y="86807"/>
                </a:cubicBezTo>
                <a:cubicBezTo>
                  <a:pt x="297001" y="87111"/>
                  <a:pt x="297469" y="87463"/>
                  <a:pt x="297902" y="87857"/>
                </a:cubicBezTo>
                <a:cubicBezTo>
                  <a:pt x="298270" y="88336"/>
                  <a:pt x="298012" y="88631"/>
                  <a:pt x="297717" y="88723"/>
                </a:cubicBezTo>
                <a:cubicBezTo>
                  <a:pt x="296741" y="88962"/>
                  <a:pt x="295047" y="90012"/>
                  <a:pt x="294163" y="89515"/>
                </a:cubicBezTo>
                <a:cubicBezTo>
                  <a:pt x="293813" y="89294"/>
                  <a:pt x="293113" y="88686"/>
                  <a:pt x="292321" y="88115"/>
                </a:cubicBezTo>
                <a:cubicBezTo>
                  <a:pt x="291879" y="87728"/>
                  <a:pt x="291437" y="87433"/>
                  <a:pt x="291326" y="87728"/>
                </a:cubicBezTo>
                <a:cubicBezTo>
                  <a:pt x="291216" y="88023"/>
                  <a:pt x="291823" y="89717"/>
                  <a:pt x="291326" y="90215"/>
                </a:cubicBezTo>
                <a:cubicBezTo>
                  <a:pt x="291068" y="90454"/>
                  <a:pt x="290571" y="90859"/>
                  <a:pt x="290332" y="91099"/>
                </a:cubicBezTo>
                <a:cubicBezTo>
                  <a:pt x="290617" y="91670"/>
                  <a:pt x="291057" y="92149"/>
                  <a:pt x="291602" y="92480"/>
                </a:cubicBezTo>
                <a:cubicBezTo>
                  <a:pt x="291998" y="92642"/>
                  <a:pt x="292365" y="92867"/>
                  <a:pt x="292689" y="93143"/>
                </a:cubicBezTo>
                <a:cubicBezTo>
                  <a:pt x="293161" y="93432"/>
                  <a:pt x="293652" y="93685"/>
                  <a:pt x="294163" y="93898"/>
                </a:cubicBezTo>
                <a:cubicBezTo>
                  <a:pt x="294863" y="94303"/>
                  <a:pt x="295599" y="93530"/>
                  <a:pt x="296373" y="93272"/>
                </a:cubicBezTo>
                <a:cubicBezTo>
                  <a:pt x="296483" y="93254"/>
                  <a:pt x="297128" y="93346"/>
                  <a:pt x="297441" y="93033"/>
                </a:cubicBezTo>
                <a:cubicBezTo>
                  <a:pt x="297804" y="92699"/>
                  <a:pt x="298229" y="92443"/>
                  <a:pt x="298694" y="92277"/>
                </a:cubicBezTo>
                <a:cubicBezTo>
                  <a:pt x="299080" y="92056"/>
                  <a:pt x="299357" y="91799"/>
                  <a:pt x="299707" y="91541"/>
                </a:cubicBezTo>
                <a:cubicBezTo>
                  <a:pt x="300057" y="91283"/>
                  <a:pt x="300259" y="90841"/>
                  <a:pt x="300701" y="90472"/>
                </a:cubicBezTo>
                <a:cubicBezTo>
                  <a:pt x="301143" y="90104"/>
                  <a:pt x="302617" y="91191"/>
                  <a:pt x="302838" y="91357"/>
                </a:cubicBezTo>
                <a:cubicBezTo>
                  <a:pt x="303059" y="91522"/>
                  <a:pt x="303206" y="91522"/>
                  <a:pt x="303685" y="91817"/>
                </a:cubicBezTo>
                <a:cubicBezTo>
                  <a:pt x="304164" y="92112"/>
                  <a:pt x="304366" y="92333"/>
                  <a:pt x="304790" y="92627"/>
                </a:cubicBezTo>
                <a:cubicBezTo>
                  <a:pt x="305103" y="92762"/>
                  <a:pt x="305449" y="92801"/>
                  <a:pt x="305785" y="92738"/>
                </a:cubicBezTo>
                <a:cubicBezTo>
                  <a:pt x="306171" y="92720"/>
                  <a:pt x="306669" y="92277"/>
                  <a:pt x="306982" y="92075"/>
                </a:cubicBezTo>
                <a:cubicBezTo>
                  <a:pt x="307295" y="91872"/>
                  <a:pt x="306982" y="91357"/>
                  <a:pt x="306982" y="91357"/>
                </a:cubicBezTo>
                <a:cubicBezTo>
                  <a:pt x="306687" y="90749"/>
                  <a:pt x="306614" y="90288"/>
                  <a:pt x="306485" y="90049"/>
                </a:cubicBezTo>
                <a:cubicBezTo>
                  <a:pt x="306079" y="89423"/>
                  <a:pt x="306227" y="88815"/>
                  <a:pt x="306079" y="88649"/>
                </a:cubicBezTo>
                <a:cubicBezTo>
                  <a:pt x="305932" y="88483"/>
                  <a:pt x="305582" y="88612"/>
                  <a:pt x="305287" y="88373"/>
                </a:cubicBezTo>
                <a:cubicBezTo>
                  <a:pt x="304993" y="88133"/>
                  <a:pt x="304422" y="88004"/>
                  <a:pt x="304164" y="87839"/>
                </a:cubicBezTo>
                <a:cubicBezTo>
                  <a:pt x="303906" y="87673"/>
                  <a:pt x="303814" y="87433"/>
                  <a:pt x="303814" y="87286"/>
                </a:cubicBezTo>
                <a:cubicBezTo>
                  <a:pt x="304075" y="86932"/>
                  <a:pt x="304453" y="86684"/>
                  <a:pt x="304882" y="86586"/>
                </a:cubicBezTo>
                <a:cubicBezTo>
                  <a:pt x="305420" y="86527"/>
                  <a:pt x="305963" y="86527"/>
                  <a:pt x="306503" y="86586"/>
                </a:cubicBezTo>
                <a:cubicBezTo>
                  <a:pt x="306895" y="86687"/>
                  <a:pt x="307308" y="86687"/>
                  <a:pt x="307700" y="86586"/>
                </a:cubicBezTo>
                <a:cubicBezTo>
                  <a:pt x="308654" y="86452"/>
                  <a:pt x="309623" y="86654"/>
                  <a:pt x="310445" y="87157"/>
                </a:cubicBezTo>
                <a:cubicBezTo>
                  <a:pt x="310831" y="87452"/>
                  <a:pt x="311329" y="87802"/>
                  <a:pt x="311365" y="88115"/>
                </a:cubicBezTo>
                <a:cubicBezTo>
                  <a:pt x="311402" y="88428"/>
                  <a:pt x="311863" y="88925"/>
                  <a:pt x="311992" y="88925"/>
                </a:cubicBezTo>
                <a:cubicBezTo>
                  <a:pt x="312305" y="88938"/>
                  <a:pt x="312601" y="89071"/>
                  <a:pt x="312821" y="89294"/>
                </a:cubicBezTo>
                <a:cubicBezTo>
                  <a:pt x="313447" y="89995"/>
                  <a:pt x="314257" y="90506"/>
                  <a:pt x="315160" y="90767"/>
                </a:cubicBezTo>
                <a:cubicBezTo>
                  <a:pt x="315757" y="90607"/>
                  <a:pt x="316309" y="90318"/>
                  <a:pt x="316781" y="89920"/>
                </a:cubicBezTo>
                <a:cubicBezTo>
                  <a:pt x="317317" y="89489"/>
                  <a:pt x="317709" y="88903"/>
                  <a:pt x="317904" y="88244"/>
                </a:cubicBezTo>
                <a:cubicBezTo>
                  <a:pt x="317941" y="87857"/>
                  <a:pt x="317591" y="87839"/>
                  <a:pt x="317536" y="87415"/>
                </a:cubicBezTo>
                <a:cubicBezTo>
                  <a:pt x="317480" y="86991"/>
                  <a:pt x="317186" y="86899"/>
                  <a:pt x="317186" y="86715"/>
                </a:cubicBezTo>
                <a:cubicBezTo>
                  <a:pt x="317186" y="86531"/>
                  <a:pt x="317186" y="86089"/>
                  <a:pt x="317186" y="85886"/>
                </a:cubicBezTo>
                <a:cubicBezTo>
                  <a:pt x="317018" y="85669"/>
                  <a:pt x="316819" y="85477"/>
                  <a:pt x="316596" y="85315"/>
                </a:cubicBezTo>
                <a:cubicBezTo>
                  <a:pt x="316130" y="85293"/>
                  <a:pt x="315679" y="85148"/>
                  <a:pt x="315289" y="84892"/>
                </a:cubicBezTo>
                <a:cubicBezTo>
                  <a:pt x="315141" y="84726"/>
                  <a:pt x="314828" y="84523"/>
                  <a:pt x="315012" y="84302"/>
                </a:cubicBezTo>
                <a:cubicBezTo>
                  <a:pt x="315344" y="83997"/>
                  <a:pt x="315723" y="83748"/>
                  <a:pt x="316136" y="83565"/>
                </a:cubicBezTo>
                <a:lnTo>
                  <a:pt x="317075" y="83050"/>
                </a:lnTo>
                <a:cubicBezTo>
                  <a:pt x="317223" y="82958"/>
                  <a:pt x="317941" y="82663"/>
                  <a:pt x="317941" y="82663"/>
                </a:cubicBezTo>
                <a:cubicBezTo>
                  <a:pt x="318702" y="82110"/>
                  <a:pt x="319600" y="81779"/>
                  <a:pt x="320538" y="81705"/>
                </a:cubicBezTo>
                <a:cubicBezTo>
                  <a:pt x="321164" y="81724"/>
                  <a:pt x="322214" y="82276"/>
                  <a:pt x="322269" y="81926"/>
                </a:cubicBezTo>
                <a:cubicBezTo>
                  <a:pt x="322325" y="81576"/>
                  <a:pt x="323024" y="81318"/>
                  <a:pt x="323282" y="81134"/>
                </a:cubicBezTo>
                <a:cubicBezTo>
                  <a:pt x="323516" y="80987"/>
                  <a:pt x="323654" y="80729"/>
                  <a:pt x="323651" y="80453"/>
                </a:cubicBezTo>
                <a:cubicBezTo>
                  <a:pt x="323614" y="80064"/>
                  <a:pt x="323533" y="79681"/>
                  <a:pt x="323411" y="79311"/>
                </a:cubicBezTo>
                <a:cubicBezTo>
                  <a:pt x="323301" y="79000"/>
                  <a:pt x="323035" y="78767"/>
                  <a:pt x="322711" y="78703"/>
                </a:cubicBezTo>
                <a:cubicBezTo>
                  <a:pt x="322546" y="78611"/>
                  <a:pt x="322546" y="78777"/>
                  <a:pt x="322232" y="78703"/>
                </a:cubicBezTo>
                <a:cubicBezTo>
                  <a:pt x="321919" y="78629"/>
                  <a:pt x="319893" y="77027"/>
                  <a:pt x="318954" y="77561"/>
                </a:cubicBezTo>
                <a:cubicBezTo>
                  <a:pt x="318493" y="77819"/>
                  <a:pt x="318788" y="78574"/>
                  <a:pt x="318291" y="79016"/>
                </a:cubicBezTo>
                <a:cubicBezTo>
                  <a:pt x="318072" y="79189"/>
                  <a:pt x="317821" y="79320"/>
                  <a:pt x="317554" y="79403"/>
                </a:cubicBezTo>
                <a:cubicBezTo>
                  <a:pt x="317296" y="79550"/>
                  <a:pt x="316891" y="79679"/>
                  <a:pt x="316688" y="79550"/>
                </a:cubicBezTo>
                <a:cubicBezTo>
                  <a:pt x="316486" y="79421"/>
                  <a:pt x="316302" y="79200"/>
                  <a:pt x="315786" y="79200"/>
                </a:cubicBezTo>
                <a:cubicBezTo>
                  <a:pt x="314976" y="79329"/>
                  <a:pt x="315325" y="79771"/>
                  <a:pt x="315104" y="79955"/>
                </a:cubicBezTo>
                <a:cubicBezTo>
                  <a:pt x="314883" y="80140"/>
                  <a:pt x="314515" y="79955"/>
                  <a:pt x="314349" y="79955"/>
                </a:cubicBezTo>
                <a:cubicBezTo>
                  <a:pt x="314091" y="79994"/>
                  <a:pt x="313830" y="79955"/>
                  <a:pt x="313594" y="79845"/>
                </a:cubicBezTo>
                <a:cubicBezTo>
                  <a:pt x="313484" y="79753"/>
                  <a:pt x="312950" y="80434"/>
                  <a:pt x="312986" y="80692"/>
                </a:cubicBezTo>
                <a:cubicBezTo>
                  <a:pt x="313023" y="80950"/>
                  <a:pt x="313631" y="81024"/>
                  <a:pt x="313392" y="81576"/>
                </a:cubicBezTo>
                <a:cubicBezTo>
                  <a:pt x="313152" y="82129"/>
                  <a:pt x="312434" y="82129"/>
                  <a:pt x="311918" y="81576"/>
                </a:cubicBezTo>
                <a:cubicBezTo>
                  <a:pt x="311402" y="81024"/>
                  <a:pt x="312784" y="80895"/>
                  <a:pt x="312213" y="80545"/>
                </a:cubicBezTo>
                <a:cubicBezTo>
                  <a:pt x="311642" y="80195"/>
                  <a:pt x="311660" y="79348"/>
                  <a:pt x="311863" y="79311"/>
                </a:cubicBezTo>
                <a:cubicBezTo>
                  <a:pt x="312065" y="79274"/>
                  <a:pt x="313502" y="79071"/>
                  <a:pt x="313502" y="79071"/>
                </a:cubicBezTo>
                <a:cubicBezTo>
                  <a:pt x="315289" y="78519"/>
                  <a:pt x="315878" y="78611"/>
                  <a:pt x="316210" y="78261"/>
                </a:cubicBezTo>
                <a:cubicBezTo>
                  <a:pt x="316410" y="77964"/>
                  <a:pt x="316490" y="77602"/>
                  <a:pt x="316431" y="77248"/>
                </a:cubicBezTo>
                <a:cubicBezTo>
                  <a:pt x="316431" y="76990"/>
                  <a:pt x="317075" y="76511"/>
                  <a:pt x="317223" y="76511"/>
                </a:cubicBezTo>
                <a:cubicBezTo>
                  <a:pt x="317709" y="76351"/>
                  <a:pt x="318225" y="76301"/>
                  <a:pt x="318733" y="76364"/>
                </a:cubicBezTo>
                <a:cubicBezTo>
                  <a:pt x="319230" y="76419"/>
                  <a:pt x="320059" y="76235"/>
                  <a:pt x="320059" y="75774"/>
                </a:cubicBezTo>
                <a:cubicBezTo>
                  <a:pt x="320208" y="75303"/>
                  <a:pt x="320162" y="74793"/>
                  <a:pt x="319930" y="74356"/>
                </a:cubicBezTo>
                <a:cubicBezTo>
                  <a:pt x="319803" y="74202"/>
                  <a:pt x="319637" y="74082"/>
                  <a:pt x="319451" y="74006"/>
                </a:cubicBezTo>
                <a:cubicBezTo>
                  <a:pt x="319286" y="73969"/>
                  <a:pt x="319193" y="73620"/>
                  <a:pt x="319009" y="73620"/>
                </a:cubicBezTo>
                <a:cubicBezTo>
                  <a:pt x="318512" y="73417"/>
                  <a:pt x="318051" y="73841"/>
                  <a:pt x="317517" y="74006"/>
                </a:cubicBezTo>
                <a:cubicBezTo>
                  <a:pt x="316983" y="74172"/>
                  <a:pt x="315896" y="74393"/>
                  <a:pt x="315896" y="74172"/>
                </a:cubicBezTo>
                <a:cubicBezTo>
                  <a:pt x="315896" y="73951"/>
                  <a:pt x="316062" y="73288"/>
                  <a:pt x="315896" y="73122"/>
                </a:cubicBezTo>
                <a:cubicBezTo>
                  <a:pt x="315559" y="72984"/>
                  <a:pt x="315184" y="72984"/>
                  <a:pt x="314847" y="73122"/>
                </a:cubicBezTo>
                <a:cubicBezTo>
                  <a:pt x="314699" y="73270"/>
                  <a:pt x="314589" y="73914"/>
                  <a:pt x="314294" y="74246"/>
                </a:cubicBezTo>
                <a:cubicBezTo>
                  <a:pt x="313981" y="74496"/>
                  <a:pt x="313605" y="74655"/>
                  <a:pt x="313207" y="74706"/>
                </a:cubicBezTo>
                <a:cubicBezTo>
                  <a:pt x="312784" y="74817"/>
                  <a:pt x="312084" y="75332"/>
                  <a:pt x="312231" y="75609"/>
                </a:cubicBezTo>
                <a:cubicBezTo>
                  <a:pt x="312379" y="75885"/>
                  <a:pt x="312600" y="75646"/>
                  <a:pt x="312913" y="75885"/>
                </a:cubicBezTo>
                <a:cubicBezTo>
                  <a:pt x="313226" y="76124"/>
                  <a:pt x="313686" y="76124"/>
                  <a:pt x="313815" y="76327"/>
                </a:cubicBezTo>
                <a:cubicBezTo>
                  <a:pt x="313944" y="76530"/>
                  <a:pt x="313889" y="77561"/>
                  <a:pt x="313226" y="77653"/>
                </a:cubicBezTo>
                <a:cubicBezTo>
                  <a:pt x="312968" y="77690"/>
                  <a:pt x="312065" y="78003"/>
                  <a:pt x="311807" y="77561"/>
                </a:cubicBezTo>
                <a:cubicBezTo>
                  <a:pt x="311715" y="77414"/>
                  <a:pt x="311918" y="77211"/>
                  <a:pt x="311900" y="76880"/>
                </a:cubicBezTo>
                <a:cubicBezTo>
                  <a:pt x="311881" y="76548"/>
                  <a:pt x="311181" y="76198"/>
                  <a:pt x="311163" y="75995"/>
                </a:cubicBezTo>
                <a:cubicBezTo>
                  <a:pt x="311144" y="75793"/>
                  <a:pt x="311034" y="75701"/>
                  <a:pt x="311329" y="75443"/>
                </a:cubicBezTo>
                <a:cubicBezTo>
                  <a:pt x="311885" y="74898"/>
                  <a:pt x="312362" y="74277"/>
                  <a:pt x="312747" y="73601"/>
                </a:cubicBezTo>
                <a:cubicBezTo>
                  <a:pt x="312778" y="73364"/>
                  <a:pt x="312896" y="73148"/>
                  <a:pt x="313078" y="72993"/>
                </a:cubicBezTo>
                <a:cubicBezTo>
                  <a:pt x="313428" y="72680"/>
                  <a:pt x="313852" y="72183"/>
                  <a:pt x="313649" y="72017"/>
                </a:cubicBezTo>
                <a:cubicBezTo>
                  <a:pt x="313447" y="71838"/>
                  <a:pt x="313182" y="71752"/>
                  <a:pt x="312913" y="71778"/>
                </a:cubicBezTo>
                <a:cubicBezTo>
                  <a:pt x="312561" y="71798"/>
                  <a:pt x="312222" y="71919"/>
                  <a:pt x="311936" y="72128"/>
                </a:cubicBezTo>
                <a:cubicBezTo>
                  <a:pt x="311824" y="72328"/>
                  <a:pt x="311695" y="72520"/>
                  <a:pt x="311550" y="72699"/>
                </a:cubicBezTo>
                <a:cubicBezTo>
                  <a:pt x="311095" y="73177"/>
                  <a:pt x="310614" y="73632"/>
                  <a:pt x="310113" y="74062"/>
                </a:cubicBezTo>
                <a:cubicBezTo>
                  <a:pt x="309837" y="74301"/>
                  <a:pt x="309413" y="75056"/>
                  <a:pt x="309247" y="75185"/>
                </a:cubicBezTo>
                <a:cubicBezTo>
                  <a:pt x="309082" y="75314"/>
                  <a:pt x="307848" y="76364"/>
                  <a:pt x="307700" y="76530"/>
                </a:cubicBezTo>
                <a:cubicBezTo>
                  <a:pt x="307372" y="76778"/>
                  <a:pt x="307227" y="77200"/>
                  <a:pt x="307332" y="77598"/>
                </a:cubicBezTo>
                <a:cubicBezTo>
                  <a:pt x="307424" y="77782"/>
                  <a:pt x="307700" y="77764"/>
                  <a:pt x="307884" y="77782"/>
                </a:cubicBezTo>
                <a:cubicBezTo>
                  <a:pt x="308069" y="77801"/>
                  <a:pt x="308345" y="77874"/>
                  <a:pt x="308511" y="77690"/>
                </a:cubicBezTo>
                <a:cubicBezTo>
                  <a:pt x="308676" y="77506"/>
                  <a:pt x="309008" y="77137"/>
                  <a:pt x="309358" y="77322"/>
                </a:cubicBezTo>
                <a:cubicBezTo>
                  <a:pt x="309708" y="77506"/>
                  <a:pt x="309597" y="77874"/>
                  <a:pt x="309247" y="78058"/>
                </a:cubicBezTo>
                <a:cubicBezTo>
                  <a:pt x="308897" y="78243"/>
                  <a:pt x="308916" y="78500"/>
                  <a:pt x="308897" y="78703"/>
                </a:cubicBezTo>
                <a:cubicBezTo>
                  <a:pt x="308879" y="78906"/>
                  <a:pt x="309247" y="78850"/>
                  <a:pt x="309634" y="79053"/>
                </a:cubicBezTo>
                <a:cubicBezTo>
                  <a:pt x="310021" y="79256"/>
                  <a:pt x="310334" y="79385"/>
                  <a:pt x="310168" y="79734"/>
                </a:cubicBezTo>
                <a:cubicBezTo>
                  <a:pt x="310104" y="79900"/>
                  <a:pt x="309940" y="80005"/>
                  <a:pt x="309763" y="79992"/>
                </a:cubicBezTo>
                <a:cubicBezTo>
                  <a:pt x="309522" y="79968"/>
                  <a:pt x="309286" y="79906"/>
                  <a:pt x="309063" y="79808"/>
                </a:cubicBezTo>
                <a:cubicBezTo>
                  <a:pt x="308814" y="79698"/>
                  <a:pt x="308575" y="79569"/>
                  <a:pt x="308345" y="79421"/>
                </a:cubicBezTo>
                <a:cubicBezTo>
                  <a:pt x="307993" y="79101"/>
                  <a:pt x="307612" y="78817"/>
                  <a:pt x="307203" y="78574"/>
                </a:cubicBezTo>
                <a:cubicBezTo>
                  <a:pt x="306976" y="78392"/>
                  <a:pt x="306761" y="78195"/>
                  <a:pt x="306558" y="77985"/>
                </a:cubicBezTo>
                <a:cubicBezTo>
                  <a:pt x="306374" y="77819"/>
                  <a:pt x="305821" y="77672"/>
                  <a:pt x="305674" y="77414"/>
                </a:cubicBezTo>
                <a:cubicBezTo>
                  <a:pt x="305584" y="77183"/>
                  <a:pt x="305584" y="76926"/>
                  <a:pt x="305674" y="76695"/>
                </a:cubicBezTo>
                <a:cubicBezTo>
                  <a:pt x="305785" y="76456"/>
                  <a:pt x="306503" y="76345"/>
                  <a:pt x="306687" y="76235"/>
                </a:cubicBezTo>
                <a:cubicBezTo>
                  <a:pt x="306871" y="76124"/>
                  <a:pt x="306908" y="75977"/>
                  <a:pt x="307350" y="75646"/>
                </a:cubicBezTo>
                <a:cubicBezTo>
                  <a:pt x="307792" y="75314"/>
                  <a:pt x="307884" y="74835"/>
                  <a:pt x="308069" y="74651"/>
                </a:cubicBezTo>
                <a:cubicBezTo>
                  <a:pt x="308253" y="74467"/>
                  <a:pt x="309082" y="73601"/>
                  <a:pt x="309321" y="73343"/>
                </a:cubicBezTo>
                <a:cubicBezTo>
                  <a:pt x="309560" y="73085"/>
                  <a:pt x="309910" y="72864"/>
                  <a:pt x="310021" y="72754"/>
                </a:cubicBezTo>
                <a:cubicBezTo>
                  <a:pt x="310131" y="72643"/>
                  <a:pt x="310463" y="72293"/>
                  <a:pt x="310592" y="72293"/>
                </a:cubicBezTo>
                <a:cubicBezTo>
                  <a:pt x="310804" y="72212"/>
                  <a:pt x="310971" y="72045"/>
                  <a:pt x="311052" y="71833"/>
                </a:cubicBezTo>
                <a:cubicBezTo>
                  <a:pt x="311108" y="71575"/>
                  <a:pt x="311605" y="71354"/>
                  <a:pt x="311789" y="71041"/>
                </a:cubicBezTo>
                <a:cubicBezTo>
                  <a:pt x="311973" y="70728"/>
                  <a:pt x="312194" y="70617"/>
                  <a:pt x="312323" y="70341"/>
                </a:cubicBezTo>
                <a:cubicBezTo>
                  <a:pt x="312452" y="70065"/>
                  <a:pt x="312526" y="69899"/>
                  <a:pt x="312452" y="69788"/>
                </a:cubicBezTo>
                <a:cubicBezTo>
                  <a:pt x="312379" y="69678"/>
                  <a:pt x="312139" y="69807"/>
                  <a:pt x="312029" y="69678"/>
                </a:cubicBezTo>
                <a:cubicBezTo>
                  <a:pt x="311872" y="69497"/>
                  <a:pt x="311706" y="69324"/>
                  <a:pt x="311531" y="69162"/>
                </a:cubicBezTo>
                <a:close/>
                <a:moveTo>
                  <a:pt x="67320" y="68020"/>
                </a:moveTo>
                <a:cubicBezTo>
                  <a:pt x="67165" y="68188"/>
                  <a:pt x="66977" y="68319"/>
                  <a:pt x="66768" y="68407"/>
                </a:cubicBezTo>
                <a:cubicBezTo>
                  <a:pt x="66491" y="68462"/>
                  <a:pt x="66252" y="68315"/>
                  <a:pt x="65902" y="68647"/>
                </a:cubicBezTo>
                <a:cubicBezTo>
                  <a:pt x="65686" y="68947"/>
                  <a:pt x="65489" y="69262"/>
                  <a:pt x="65312" y="69586"/>
                </a:cubicBezTo>
                <a:cubicBezTo>
                  <a:pt x="65165" y="69733"/>
                  <a:pt x="64760" y="69917"/>
                  <a:pt x="64613" y="70083"/>
                </a:cubicBezTo>
                <a:cubicBezTo>
                  <a:pt x="64465" y="70249"/>
                  <a:pt x="64392" y="70673"/>
                  <a:pt x="64134" y="70912"/>
                </a:cubicBezTo>
                <a:cubicBezTo>
                  <a:pt x="63876" y="71151"/>
                  <a:pt x="63360" y="71391"/>
                  <a:pt x="63213" y="71575"/>
                </a:cubicBezTo>
                <a:cubicBezTo>
                  <a:pt x="62918" y="71907"/>
                  <a:pt x="62771" y="72128"/>
                  <a:pt x="62992" y="72533"/>
                </a:cubicBezTo>
                <a:cubicBezTo>
                  <a:pt x="63301" y="72910"/>
                  <a:pt x="63647" y="73255"/>
                  <a:pt x="64023" y="73564"/>
                </a:cubicBezTo>
                <a:cubicBezTo>
                  <a:pt x="64482" y="74148"/>
                  <a:pt x="64902" y="74763"/>
                  <a:pt x="65276" y="75406"/>
                </a:cubicBezTo>
                <a:cubicBezTo>
                  <a:pt x="65480" y="75821"/>
                  <a:pt x="65740" y="76205"/>
                  <a:pt x="66049" y="76548"/>
                </a:cubicBezTo>
                <a:cubicBezTo>
                  <a:pt x="66197" y="76695"/>
                  <a:pt x="66989" y="77487"/>
                  <a:pt x="67559" y="78132"/>
                </a:cubicBezTo>
                <a:cubicBezTo>
                  <a:pt x="67670" y="78261"/>
                  <a:pt x="67983" y="78795"/>
                  <a:pt x="68388" y="79292"/>
                </a:cubicBezTo>
                <a:cubicBezTo>
                  <a:pt x="68794" y="79790"/>
                  <a:pt x="68609" y="79863"/>
                  <a:pt x="69180" y="80471"/>
                </a:cubicBezTo>
                <a:cubicBezTo>
                  <a:pt x="69291" y="80582"/>
                  <a:pt x="69420" y="81171"/>
                  <a:pt x="69530" y="81318"/>
                </a:cubicBezTo>
                <a:cubicBezTo>
                  <a:pt x="70617" y="82608"/>
                  <a:pt x="70543" y="82866"/>
                  <a:pt x="71188" y="83455"/>
                </a:cubicBezTo>
                <a:cubicBezTo>
                  <a:pt x="71580" y="83853"/>
                  <a:pt x="72026" y="84195"/>
                  <a:pt x="72514" y="84468"/>
                </a:cubicBezTo>
                <a:cubicBezTo>
                  <a:pt x="72829" y="84645"/>
                  <a:pt x="73126" y="84855"/>
                  <a:pt x="73398" y="85094"/>
                </a:cubicBezTo>
                <a:lnTo>
                  <a:pt x="74264" y="85813"/>
                </a:lnTo>
                <a:cubicBezTo>
                  <a:pt x="74411" y="85960"/>
                  <a:pt x="75590" y="86586"/>
                  <a:pt x="75829" y="86752"/>
                </a:cubicBezTo>
                <a:cubicBezTo>
                  <a:pt x="76183" y="87109"/>
                  <a:pt x="76572" y="87430"/>
                  <a:pt x="76990" y="87710"/>
                </a:cubicBezTo>
                <a:cubicBezTo>
                  <a:pt x="77471" y="87877"/>
                  <a:pt x="77973" y="87969"/>
                  <a:pt x="78482" y="87986"/>
                </a:cubicBezTo>
                <a:cubicBezTo>
                  <a:pt x="78810" y="87942"/>
                  <a:pt x="79126" y="87842"/>
                  <a:pt x="79421" y="87691"/>
                </a:cubicBezTo>
                <a:cubicBezTo>
                  <a:pt x="79771" y="87489"/>
                  <a:pt x="80324" y="86752"/>
                  <a:pt x="80674" y="86494"/>
                </a:cubicBezTo>
                <a:cubicBezTo>
                  <a:pt x="81023" y="86236"/>
                  <a:pt x="81705" y="85868"/>
                  <a:pt x="81705" y="85868"/>
                </a:cubicBezTo>
                <a:cubicBezTo>
                  <a:pt x="81705" y="85868"/>
                  <a:pt x="82423" y="85168"/>
                  <a:pt x="82681" y="84873"/>
                </a:cubicBezTo>
                <a:cubicBezTo>
                  <a:pt x="82967" y="84496"/>
                  <a:pt x="83324" y="84177"/>
                  <a:pt x="83731" y="83934"/>
                </a:cubicBezTo>
                <a:cubicBezTo>
                  <a:pt x="83934" y="83842"/>
                  <a:pt x="84431" y="83768"/>
                  <a:pt x="84633" y="83547"/>
                </a:cubicBezTo>
                <a:cubicBezTo>
                  <a:pt x="84917" y="83199"/>
                  <a:pt x="85140" y="82807"/>
                  <a:pt x="85297" y="82387"/>
                </a:cubicBezTo>
                <a:cubicBezTo>
                  <a:pt x="85444" y="82000"/>
                  <a:pt x="86015" y="81687"/>
                  <a:pt x="86052" y="81282"/>
                </a:cubicBezTo>
                <a:cubicBezTo>
                  <a:pt x="86089" y="80876"/>
                  <a:pt x="85812" y="80545"/>
                  <a:pt x="85554" y="80121"/>
                </a:cubicBezTo>
                <a:cubicBezTo>
                  <a:pt x="85308" y="79554"/>
                  <a:pt x="85018" y="79005"/>
                  <a:pt x="84689" y="78482"/>
                </a:cubicBezTo>
                <a:cubicBezTo>
                  <a:pt x="84335" y="77953"/>
                  <a:pt x="83676" y="77721"/>
                  <a:pt x="83068" y="77911"/>
                </a:cubicBezTo>
                <a:cubicBezTo>
                  <a:pt x="82720" y="78123"/>
                  <a:pt x="82409" y="78390"/>
                  <a:pt x="82147" y="78703"/>
                </a:cubicBezTo>
                <a:cubicBezTo>
                  <a:pt x="81928" y="78882"/>
                  <a:pt x="81668" y="79009"/>
                  <a:pt x="81392" y="79071"/>
                </a:cubicBezTo>
                <a:cubicBezTo>
                  <a:pt x="81300" y="79090"/>
                  <a:pt x="80987" y="79532"/>
                  <a:pt x="80710" y="79532"/>
                </a:cubicBezTo>
                <a:cubicBezTo>
                  <a:pt x="80401" y="79746"/>
                  <a:pt x="80112" y="79985"/>
                  <a:pt x="79845" y="80250"/>
                </a:cubicBezTo>
                <a:cubicBezTo>
                  <a:pt x="79412" y="80654"/>
                  <a:pt x="78852" y="80895"/>
                  <a:pt x="78261" y="80932"/>
                </a:cubicBezTo>
                <a:cubicBezTo>
                  <a:pt x="77413" y="80895"/>
                  <a:pt x="77100" y="80361"/>
                  <a:pt x="76511" y="80066"/>
                </a:cubicBezTo>
                <a:cubicBezTo>
                  <a:pt x="76183" y="79895"/>
                  <a:pt x="75894" y="79655"/>
                  <a:pt x="75664" y="79366"/>
                </a:cubicBezTo>
                <a:cubicBezTo>
                  <a:pt x="75142" y="78760"/>
                  <a:pt x="74741" y="78060"/>
                  <a:pt x="74485" y="77303"/>
                </a:cubicBezTo>
                <a:cubicBezTo>
                  <a:pt x="74861" y="76635"/>
                  <a:pt x="75093" y="75894"/>
                  <a:pt x="75166" y="75130"/>
                </a:cubicBezTo>
                <a:cubicBezTo>
                  <a:pt x="75257" y="74651"/>
                  <a:pt x="75374" y="74178"/>
                  <a:pt x="75516" y="73712"/>
                </a:cubicBezTo>
                <a:cubicBezTo>
                  <a:pt x="75489" y="73330"/>
                  <a:pt x="75538" y="72949"/>
                  <a:pt x="75664" y="72588"/>
                </a:cubicBezTo>
                <a:cubicBezTo>
                  <a:pt x="75885" y="72164"/>
                  <a:pt x="75995" y="71962"/>
                  <a:pt x="76198" y="71612"/>
                </a:cubicBezTo>
                <a:cubicBezTo>
                  <a:pt x="76393" y="71383"/>
                  <a:pt x="76393" y="71048"/>
                  <a:pt x="76198" y="70820"/>
                </a:cubicBezTo>
                <a:cubicBezTo>
                  <a:pt x="75914" y="70557"/>
                  <a:pt x="75592" y="70339"/>
                  <a:pt x="75240" y="70175"/>
                </a:cubicBezTo>
                <a:cubicBezTo>
                  <a:pt x="74706" y="70065"/>
                  <a:pt x="74117" y="69291"/>
                  <a:pt x="73490" y="69715"/>
                </a:cubicBezTo>
                <a:cubicBezTo>
                  <a:pt x="72864" y="70138"/>
                  <a:pt x="72146" y="70120"/>
                  <a:pt x="72035" y="70470"/>
                </a:cubicBezTo>
                <a:cubicBezTo>
                  <a:pt x="72022" y="70838"/>
                  <a:pt x="71941" y="71199"/>
                  <a:pt x="71796" y="71538"/>
                </a:cubicBezTo>
                <a:cubicBezTo>
                  <a:pt x="71925" y="71999"/>
                  <a:pt x="71391" y="72330"/>
                  <a:pt x="70893" y="71999"/>
                </a:cubicBezTo>
                <a:cubicBezTo>
                  <a:pt x="70641" y="71726"/>
                  <a:pt x="70425" y="71422"/>
                  <a:pt x="70249" y="71096"/>
                </a:cubicBezTo>
                <a:cubicBezTo>
                  <a:pt x="69935" y="70396"/>
                  <a:pt x="70304" y="69641"/>
                  <a:pt x="69475" y="68794"/>
                </a:cubicBezTo>
                <a:cubicBezTo>
                  <a:pt x="69059" y="68453"/>
                  <a:pt x="68585" y="68190"/>
                  <a:pt x="68075" y="68020"/>
                </a:cubicBezTo>
                <a:cubicBezTo>
                  <a:pt x="67817" y="68020"/>
                  <a:pt x="67467" y="67910"/>
                  <a:pt x="67320" y="68020"/>
                </a:cubicBezTo>
                <a:close/>
                <a:moveTo>
                  <a:pt x="228427" y="60395"/>
                </a:moveTo>
                <a:cubicBezTo>
                  <a:pt x="228372" y="63202"/>
                  <a:pt x="227893" y="65984"/>
                  <a:pt x="227009" y="68647"/>
                </a:cubicBezTo>
                <a:cubicBezTo>
                  <a:pt x="226366" y="70754"/>
                  <a:pt x="224758" y="72430"/>
                  <a:pt x="222680" y="73159"/>
                </a:cubicBezTo>
                <a:cubicBezTo>
                  <a:pt x="222286" y="74171"/>
                  <a:pt x="221719" y="75104"/>
                  <a:pt x="221004" y="75922"/>
                </a:cubicBezTo>
                <a:cubicBezTo>
                  <a:pt x="216547" y="81227"/>
                  <a:pt x="208443" y="86992"/>
                  <a:pt x="199234" y="90970"/>
                </a:cubicBezTo>
                <a:cubicBezTo>
                  <a:pt x="201363" y="90329"/>
                  <a:pt x="203652" y="90478"/>
                  <a:pt x="205680" y="91394"/>
                </a:cubicBezTo>
                <a:lnTo>
                  <a:pt x="205754" y="91338"/>
                </a:lnTo>
                <a:cubicBezTo>
                  <a:pt x="208377" y="92622"/>
                  <a:pt x="210762" y="94341"/>
                  <a:pt x="212808" y="96422"/>
                </a:cubicBezTo>
                <a:cubicBezTo>
                  <a:pt x="212808" y="96422"/>
                  <a:pt x="210119" y="97840"/>
                  <a:pt x="204483" y="96569"/>
                </a:cubicBezTo>
                <a:cubicBezTo>
                  <a:pt x="201774" y="95831"/>
                  <a:pt x="199582" y="93838"/>
                  <a:pt x="198589" y="91210"/>
                </a:cubicBezTo>
                <a:lnTo>
                  <a:pt x="193966" y="92907"/>
                </a:lnTo>
                <a:lnTo>
                  <a:pt x="194956" y="97981"/>
                </a:lnTo>
                <a:cubicBezTo>
                  <a:pt x="195568" y="101128"/>
                  <a:pt x="196240" y="104591"/>
                  <a:pt x="196581" y="106368"/>
                </a:cubicBezTo>
                <a:cubicBezTo>
                  <a:pt x="215882" y="106477"/>
                  <a:pt x="235083" y="103581"/>
                  <a:pt x="253494" y="97785"/>
                </a:cubicBezTo>
                <a:lnTo>
                  <a:pt x="255465" y="97122"/>
                </a:lnTo>
                <a:lnTo>
                  <a:pt x="255465" y="99185"/>
                </a:lnTo>
                <a:cubicBezTo>
                  <a:pt x="255452" y="104992"/>
                  <a:pt x="253465" y="110625"/>
                  <a:pt x="249829" y="115154"/>
                </a:cubicBezTo>
                <a:cubicBezTo>
                  <a:pt x="246190" y="119534"/>
                  <a:pt x="241309" y="122713"/>
                  <a:pt x="235831" y="124271"/>
                </a:cubicBezTo>
                <a:cubicBezTo>
                  <a:pt x="235232" y="128459"/>
                  <a:pt x="233164" y="132300"/>
                  <a:pt x="229992" y="135101"/>
                </a:cubicBezTo>
                <a:cubicBezTo>
                  <a:pt x="229160" y="135805"/>
                  <a:pt x="228259" y="136422"/>
                  <a:pt x="227303" y="136943"/>
                </a:cubicBezTo>
                <a:cubicBezTo>
                  <a:pt x="239957" y="135506"/>
                  <a:pt x="249590" y="133701"/>
                  <a:pt x="254194" y="132836"/>
                </a:cubicBezTo>
                <a:lnTo>
                  <a:pt x="256312" y="132430"/>
                </a:lnTo>
                <a:lnTo>
                  <a:pt x="256202" y="132430"/>
                </a:lnTo>
                <a:cubicBezTo>
                  <a:pt x="258283" y="132080"/>
                  <a:pt x="260309" y="131638"/>
                  <a:pt x="261967" y="131233"/>
                </a:cubicBezTo>
                <a:cubicBezTo>
                  <a:pt x="259480" y="135932"/>
                  <a:pt x="256486" y="140341"/>
                  <a:pt x="253034" y="144384"/>
                </a:cubicBezTo>
                <a:cubicBezTo>
                  <a:pt x="247208" y="151311"/>
                  <a:pt x="240056" y="157003"/>
                  <a:pt x="232000" y="161126"/>
                </a:cubicBezTo>
                <a:cubicBezTo>
                  <a:pt x="224911" y="164714"/>
                  <a:pt x="217295" y="167146"/>
                  <a:pt x="209437" y="168328"/>
                </a:cubicBezTo>
                <a:cubicBezTo>
                  <a:pt x="208216" y="168499"/>
                  <a:pt x="206986" y="168579"/>
                  <a:pt x="205754" y="168568"/>
                </a:cubicBezTo>
                <a:cubicBezTo>
                  <a:pt x="203455" y="168558"/>
                  <a:pt x="201160" y="168393"/>
                  <a:pt x="198883" y="168070"/>
                </a:cubicBezTo>
                <a:lnTo>
                  <a:pt x="196710" y="167757"/>
                </a:lnTo>
                <a:lnTo>
                  <a:pt x="200928" y="185384"/>
                </a:lnTo>
                <a:lnTo>
                  <a:pt x="186875" y="186286"/>
                </a:lnTo>
                <a:lnTo>
                  <a:pt x="172803" y="185384"/>
                </a:lnTo>
                <a:lnTo>
                  <a:pt x="177021" y="167757"/>
                </a:lnTo>
                <a:lnTo>
                  <a:pt x="174847" y="168070"/>
                </a:lnTo>
                <a:cubicBezTo>
                  <a:pt x="172571" y="168393"/>
                  <a:pt x="170276" y="168558"/>
                  <a:pt x="167977" y="168568"/>
                </a:cubicBezTo>
                <a:cubicBezTo>
                  <a:pt x="166745" y="168580"/>
                  <a:pt x="165513" y="168499"/>
                  <a:pt x="164293" y="168328"/>
                </a:cubicBezTo>
                <a:cubicBezTo>
                  <a:pt x="156431" y="167149"/>
                  <a:pt x="148807" y="164718"/>
                  <a:pt x="141712" y="161126"/>
                </a:cubicBezTo>
                <a:cubicBezTo>
                  <a:pt x="133654" y="157004"/>
                  <a:pt x="126504" y="151311"/>
                  <a:pt x="120678" y="144384"/>
                </a:cubicBezTo>
                <a:cubicBezTo>
                  <a:pt x="117227" y="140341"/>
                  <a:pt x="114232" y="135932"/>
                  <a:pt x="111745" y="131233"/>
                </a:cubicBezTo>
                <a:cubicBezTo>
                  <a:pt x="113421" y="131638"/>
                  <a:pt x="115484" y="132080"/>
                  <a:pt x="117510" y="132430"/>
                </a:cubicBezTo>
                <a:lnTo>
                  <a:pt x="119647" y="132836"/>
                </a:lnTo>
                <a:cubicBezTo>
                  <a:pt x="124233" y="133701"/>
                  <a:pt x="133848" y="135506"/>
                  <a:pt x="146520" y="136925"/>
                </a:cubicBezTo>
                <a:cubicBezTo>
                  <a:pt x="145564" y="136440"/>
                  <a:pt x="144661" y="135853"/>
                  <a:pt x="143830" y="135175"/>
                </a:cubicBezTo>
                <a:cubicBezTo>
                  <a:pt x="140668" y="132368"/>
                  <a:pt x="138600" y="128531"/>
                  <a:pt x="137992" y="124345"/>
                </a:cubicBezTo>
                <a:cubicBezTo>
                  <a:pt x="132516" y="122781"/>
                  <a:pt x="127637" y="119604"/>
                  <a:pt x="123994" y="115228"/>
                </a:cubicBezTo>
                <a:cubicBezTo>
                  <a:pt x="120371" y="110691"/>
                  <a:pt x="118385" y="105064"/>
                  <a:pt x="118358" y="99259"/>
                </a:cubicBezTo>
                <a:lnTo>
                  <a:pt x="118358" y="97196"/>
                </a:lnTo>
                <a:lnTo>
                  <a:pt x="120310" y="97859"/>
                </a:lnTo>
                <a:cubicBezTo>
                  <a:pt x="138754" y="103640"/>
                  <a:pt x="157987" y="106510"/>
                  <a:pt x="177315" y="106368"/>
                </a:cubicBezTo>
                <a:cubicBezTo>
                  <a:pt x="177997" y="102813"/>
                  <a:pt x="180004" y="92517"/>
                  <a:pt x="180207" y="91486"/>
                </a:cubicBezTo>
                <a:lnTo>
                  <a:pt x="180207" y="91247"/>
                </a:lnTo>
                <a:cubicBezTo>
                  <a:pt x="180575" y="89349"/>
                  <a:pt x="181681" y="83621"/>
                  <a:pt x="186819" y="83621"/>
                </a:cubicBezTo>
                <a:lnTo>
                  <a:pt x="187059" y="83621"/>
                </a:lnTo>
                <a:cubicBezTo>
                  <a:pt x="189628" y="83621"/>
                  <a:pt x="191194" y="85067"/>
                  <a:pt x="192163" y="86743"/>
                </a:cubicBezTo>
                <a:lnTo>
                  <a:pt x="193483" y="90641"/>
                </a:lnTo>
                <a:lnTo>
                  <a:pt x="197926" y="89018"/>
                </a:lnTo>
                <a:cubicBezTo>
                  <a:pt x="196436" y="86675"/>
                  <a:pt x="195787" y="83896"/>
                  <a:pt x="196084" y="81135"/>
                </a:cubicBezTo>
                <a:cubicBezTo>
                  <a:pt x="196756" y="78235"/>
                  <a:pt x="198276" y="75600"/>
                  <a:pt x="200449" y="73565"/>
                </a:cubicBezTo>
                <a:cubicBezTo>
                  <a:pt x="201280" y="76324"/>
                  <a:pt x="201757" y="79177"/>
                  <a:pt x="201867" y="82056"/>
                </a:cubicBezTo>
                <a:cubicBezTo>
                  <a:pt x="201978" y="85260"/>
                  <a:pt x="198681" y="88373"/>
                  <a:pt x="198036" y="88944"/>
                </a:cubicBezTo>
                <a:lnTo>
                  <a:pt x="206964" y="83683"/>
                </a:lnTo>
                <a:lnTo>
                  <a:pt x="205274" y="76364"/>
                </a:lnTo>
                <a:cubicBezTo>
                  <a:pt x="205834" y="73448"/>
                  <a:pt x="207221" y="70757"/>
                  <a:pt x="209271" y="68609"/>
                </a:cubicBezTo>
                <a:cubicBezTo>
                  <a:pt x="210096" y="71403"/>
                  <a:pt x="210590" y="74284"/>
                  <a:pt x="210745" y="77192"/>
                </a:cubicBezTo>
                <a:lnTo>
                  <a:pt x="210800" y="77192"/>
                </a:lnTo>
                <a:lnTo>
                  <a:pt x="207668" y="83268"/>
                </a:lnTo>
                <a:lnTo>
                  <a:pt x="215258" y="78795"/>
                </a:lnTo>
                <a:cubicBezTo>
                  <a:pt x="213898" y="76484"/>
                  <a:pt x="213292" y="73806"/>
                  <a:pt x="213526" y="71133"/>
                </a:cubicBezTo>
                <a:cubicBezTo>
                  <a:pt x="214038" y="68380"/>
                  <a:pt x="215315" y="65827"/>
                  <a:pt x="217210" y="63766"/>
                </a:cubicBezTo>
                <a:cubicBezTo>
                  <a:pt x="217974" y="66449"/>
                  <a:pt x="218426" y="69212"/>
                  <a:pt x="218555" y="71999"/>
                </a:cubicBezTo>
                <a:cubicBezTo>
                  <a:pt x="218720" y="75093"/>
                  <a:pt x="215810" y="78261"/>
                  <a:pt x="215313" y="78777"/>
                </a:cubicBezTo>
                <a:cubicBezTo>
                  <a:pt x="217206" y="77270"/>
                  <a:pt x="218991" y="75635"/>
                  <a:pt x="220654" y="73878"/>
                </a:cubicBezTo>
                <a:cubicBezTo>
                  <a:pt x="221060" y="73436"/>
                  <a:pt x="221520" y="72865"/>
                  <a:pt x="221852" y="72441"/>
                </a:cubicBezTo>
                <a:cubicBezTo>
                  <a:pt x="221408" y="70183"/>
                  <a:pt x="221780" y="67838"/>
                  <a:pt x="222901" y="65829"/>
                </a:cubicBezTo>
                <a:cubicBezTo>
                  <a:pt x="224143" y="63493"/>
                  <a:pt x="226071" y="61596"/>
                  <a:pt x="228427" y="60395"/>
                </a:cubicBezTo>
                <a:close/>
                <a:moveTo>
                  <a:pt x="109904" y="59437"/>
                </a:moveTo>
                <a:cubicBezTo>
                  <a:pt x="109904" y="59437"/>
                  <a:pt x="108799" y="60119"/>
                  <a:pt x="108799" y="60119"/>
                </a:cubicBezTo>
                <a:cubicBezTo>
                  <a:pt x="108570" y="60439"/>
                  <a:pt x="108290" y="60719"/>
                  <a:pt x="107970" y="60948"/>
                </a:cubicBezTo>
                <a:cubicBezTo>
                  <a:pt x="107749" y="61076"/>
                  <a:pt x="107030" y="59971"/>
                  <a:pt x="106386" y="60358"/>
                </a:cubicBezTo>
                <a:cubicBezTo>
                  <a:pt x="106202" y="60469"/>
                  <a:pt x="106054" y="60911"/>
                  <a:pt x="105888" y="61187"/>
                </a:cubicBezTo>
                <a:cubicBezTo>
                  <a:pt x="105603" y="61922"/>
                  <a:pt x="105603" y="62736"/>
                  <a:pt x="105888" y="63471"/>
                </a:cubicBezTo>
                <a:cubicBezTo>
                  <a:pt x="105888" y="63729"/>
                  <a:pt x="105778" y="64263"/>
                  <a:pt x="105888" y="64447"/>
                </a:cubicBezTo>
                <a:cubicBezTo>
                  <a:pt x="105999" y="64631"/>
                  <a:pt x="106367" y="64815"/>
                  <a:pt x="106459" y="64981"/>
                </a:cubicBezTo>
                <a:cubicBezTo>
                  <a:pt x="106552" y="65147"/>
                  <a:pt x="106699" y="65663"/>
                  <a:pt x="106809" y="65847"/>
                </a:cubicBezTo>
                <a:cubicBezTo>
                  <a:pt x="107196" y="66620"/>
                  <a:pt x="107988" y="66528"/>
                  <a:pt x="108651" y="66142"/>
                </a:cubicBezTo>
                <a:cubicBezTo>
                  <a:pt x="108964" y="65939"/>
                  <a:pt x="109296" y="65202"/>
                  <a:pt x="109462" y="65036"/>
                </a:cubicBezTo>
                <a:cubicBezTo>
                  <a:pt x="109627" y="64871"/>
                  <a:pt x="110051" y="64852"/>
                  <a:pt x="110235" y="64484"/>
                </a:cubicBezTo>
                <a:cubicBezTo>
                  <a:pt x="110427" y="64202"/>
                  <a:pt x="110570" y="63891"/>
                  <a:pt x="110659" y="63563"/>
                </a:cubicBezTo>
                <a:lnTo>
                  <a:pt x="110659" y="63489"/>
                </a:lnTo>
                <a:cubicBezTo>
                  <a:pt x="110714" y="63047"/>
                  <a:pt x="110475" y="62789"/>
                  <a:pt x="110567" y="62403"/>
                </a:cubicBezTo>
                <a:cubicBezTo>
                  <a:pt x="110530" y="62200"/>
                  <a:pt x="110843" y="61887"/>
                  <a:pt x="110843" y="61740"/>
                </a:cubicBezTo>
                <a:cubicBezTo>
                  <a:pt x="110876" y="61460"/>
                  <a:pt x="110933" y="61181"/>
                  <a:pt x="111009" y="60911"/>
                </a:cubicBezTo>
                <a:cubicBezTo>
                  <a:pt x="110961" y="60633"/>
                  <a:pt x="110854" y="60369"/>
                  <a:pt x="110696" y="60137"/>
                </a:cubicBezTo>
                <a:cubicBezTo>
                  <a:pt x="110664" y="59881"/>
                  <a:pt x="110563" y="59638"/>
                  <a:pt x="110401" y="59437"/>
                </a:cubicBezTo>
                <a:cubicBezTo>
                  <a:pt x="110272" y="59271"/>
                  <a:pt x="109904" y="59437"/>
                  <a:pt x="109904" y="59437"/>
                </a:cubicBezTo>
                <a:close/>
                <a:moveTo>
                  <a:pt x="757714" y="57862"/>
                </a:moveTo>
                <a:cubicBezTo>
                  <a:pt x="759350" y="57923"/>
                  <a:pt x="760981" y="58094"/>
                  <a:pt x="762594" y="58376"/>
                </a:cubicBezTo>
                <a:cubicBezTo>
                  <a:pt x="764604" y="58505"/>
                  <a:pt x="766620" y="58505"/>
                  <a:pt x="768630" y="58376"/>
                </a:cubicBezTo>
                <a:cubicBezTo>
                  <a:pt x="770171" y="58376"/>
                  <a:pt x="771135" y="60367"/>
                  <a:pt x="771776" y="60880"/>
                </a:cubicBezTo>
                <a:cubicBezTo>
                  <a:pt x="772419" y="61394"/>
                  <a:pt x="776464" y="61587"/>
                  <a:pt x="777428" y="62614"/>
                </a:cubicBezTo>
                <a:cubicBezTo>
                  <a:pt x="778390" y="63641"/>
                  <a:pt x="778262" y="66916"/>
                  <a:pt x="779290" y="69035"/>
                </a:cubicBezTo>
                <a:cubicBezTo>
                  <a:pt x="780317" y="71154"/>
                  <a:pt x="783399" y="72246"/>
                  <a:pt x="783656" y="78667"/>
                </a:cubicBezTo>
                <a:cubicBezTo>
                  <a:pt x="783913" y="85089"/>
                  <a:pt x="782179" y="85217"/>
                  <a:pt x="778262" y="88557"/>
                </a:cubicBezTo>
                <a:cubicBezTo>
                  <a:pt x="777170" y="89969"/>
                  <a:pt x="777299" y="92217"/>
                  <a:pt x="779290" y="91831"/>
                </a:cubicBezTo>
                <a:cubicBezTo>
                  <a:pt x="782822" y="91124"/>
                  <a:pt x="795535" y="88299"/>
                  <a:pt x="798554" y="87336"/>
                </a:cubicBezTo>
                <a:cubicBezTo>
                  <a:pt x="802141" y="86212"/>
                  <a:pt x="805813" y="85375"/>
                  <a:pt x="809534" y="84832"/>
                </a:cubicBezTo>
                <a:cubicBezTo>
                  <a:pt x="810754" y="84703"/>
                  <a:pt x="812744" y="86437"/>
                  <a:pt x="814222" y="86823"/>
                </a:cubicBezTo>
                <a:cubicBezTo>
                  <a:pt x="815698" y="87208"/>
                  <a:pt x="818588" y="87079"/>
                  <a:pt x="819102" y="88428"/>
                </a:cubicBezTo>
                <a:cubicBezTo>
                  <a:pt x="820102" y="90986"/>
                  <a:pt x="822280" y="92900"/>
                  <a:pt x="824945" y="93565"/>
                </a:cubicBezTo>
                <a:lnTo>
                  <a:pt x="824816" y="93565"/>
                </a:lnTo>
                <a:cubicBezTo>
                  <a:pt x="826196" y="93910"/>
                  <a:pt x="827233" y="95049"/>
                  <a:pt x="827449" y="96454"/>
                </a:cubicBezTo>
                <a:cubicBezTo>
                  <a:pt x="827449" y="97674"/>
                  <a:pt x="827128" y="99729"/>
                  <a:pt x="827128" y="102362"/>
                </a:cubicBezTo>
                <a:cubicBezTo>
                  <a:pt x="826742" y="106471"/>
                  <a:pt x="819679" y="109362"/>
                  <a:pt x="816597" y="111288"/>
                </a:cubicBezTo>
                <a:cubicBezTo>
                  <a:pt x="815570" y="111994"/>
                  <a:pt x="814542" y="109618"/>
                  <a:pt x="810946" y="109618"/>
                </a:cubicBezTo>
                <a:cubicBezTo>
                  <a:pt x="809726" y="109682"/>
                  <a:pt x="802598" y="110260"/>
                  <a:pt x="801379" y="110260"/>
                </a:cubicBezTo>
                <a:lnTo>
                  <a:pt x="793737" y="111160"/>
                </a:lnTo>
                <a:cubicBezTo>
                  <a:pt x="792004" y="111544"/>
                  <a:pt x="788408" y="112765"/>
                  <a:pt x="786738" y="113278"/>
                </a:cubicBezTo>
                <a:cubicBezTo>
                  <a:pt x="784351" y="113951"/>
                  <a:pt x="782012" y="114788"/>
                  <a:pt x="779739" y="115783"/>
                </a:cubicBezTo>
                <a:cubicBezTo>
                  <a:pt x="778711" y="116425"/>
                  <a:pt x="776208" y="115269"/>
                  <a:pt x="773317" y="115783"/>
                </a:cubicBezTo>
                <a:cubicBezTo>
                  <a:pt x="772034" y="116040"/>
                  <a:pt x="767475" y="118800"/>
                  <a:pt x="763557" y="119892"/>
                </a:cubicBezTo>
                <a:cubicBezTo>
                  <a:pt x="755837" y="121243"/>
                  <a:pt x="748220" y="123131"/>
                  <a:pt x="740762" y="125543"/>
                </a:cubicBezTo>
                <a:cubicBezTo>
                  <a:pt x="739092" y="127212"/>
                  <a:pt x="735625" y="126506"/>
                  <a:pt x="734341" y="127212"/>
                </a:cubicBezTo>
                <a:cubicBezTo>
                  <a:pt x="733057" y="127919"/>
                  <a:pt x="729653" y="127919"/>
                  <a:pt x="727920" y="128818"/>
                </a:cubicBezTo>
                <a:cubicBezTo>
                  <a:pt x="725030" y="130295"/>
                  <a:pt x="723745" y="129460"/>
                  <a:pt x="722140" y="130295"/>
                </a:cubicBezTo>
                <a:cubicBezTo>
                  <a:pt x="720583" y="130875"/>
                  <a:pt x="718914" y="131095"/>
                  <a:pt x="717260" y="130936"/>
                </a:cubicBezTo>
                <a:cubicBezTo>
                  <a:pt x="715476" y="131292"/>
                  <a:pt x="713717" y="131764"/>
                  <a:pt x="711995" y="132349"/>
                </a:cubicBezTo>
                <a:cubicBezTo>
                  <a:pt x="710474" y="132701"/>
                  <a:pt x="708892" y="132701"/>
                  <a:pt x="707371" y="132349"/>
                </a:cubicBezTo>
                <a:cubicBezTo>
                  <a:pt x="706158" y="132169"/>
                  <a:pt x="704924" y="132169"/>
                  <a:pt x="703711" y="132349"/>
                </a:cubicBezTo>
                <a:cubicBezTo>
                  <a:pt x="702491" y="133955"/>
                  <a:pt x="700180" y="133955"/>
                  <a:pt x="697803" y="133955"/>
                </a:cubicBezTo>
                <a:cubicBezTo>
                  <a:pt x="696061" y="134294"/>
                  <a:pt x="694374" y="134878"/>
                  <a:pt x="692795" y="135689"/>
                </a:cubicBezTo>
                <a:cubicBezTo>
                  <a:pt x="692409" y="136845"/>
                  <a:pt x="690355" y="137871"/>
                  <a:pt x="688428" y="138193"/>
                </a:cubicBezTo>
                <a:cubicBezTo>
                  <a:pt x="686502" y="138514"/>
                  <a:pt x="687658" y="136973"/>
                  <a:pt x="684897" y="135689"/>
                </a:cubicBezTo>
                <a:cubicBezTo>
                  <a:pt x="683612" y="135304"/>
                  <a:pt x="680723" y="136395"/>
                  <a:pt x="678475" y="135304"/>
                </a:cubicBezTo>
                <a:cubicBezTo>
                  <a:pt x="676228" y="134211"/>
                  <a:pt x="676356" y="131065"/>
                  <a:pt x="676806" y="128433"/>
                </a:cubicBezTo>
                <a:cubicBezTo>
                  <a:pt x="676870" y="127854"/>
                  <a:pt x="676485" y="125414"/>
                  <a:pt x="676485" y="122782"/>
                </a:cubicBezTo>
                <a:cubicBezTo>
                  <a:pt x="676209" y="121177"/>
                  <a:pt x="676655" y="119532"/>
                  <a:pt x="677705" y="118287"/>
                </a:cubicBezTo>
                <a:cubicBezTo>
                  <a:pt x="681580" y="115416"/>
                  <a:pt x="685926" y="113243"/>
                  <a:pt x="690547" y="111865"/>
                </a:cubicBezTo>
                <a:cubicBezTo>
                  <a:pt x="691768" y="111608"/>
                  <a:pt x="692988" y="113792"/>
                  <a:pt x="693951" y="113792"/>
                </a:cubicBezTo>
                <a:cubicBezTo>
                  <a:pt x="694914" y="113792"/>
                  <a:pt x="699409" y="111288"/>
                  <a:pt x="701335" y="111288"/>
                </a:cubicBezTo>
                <a:cubicBezTo>
                  <a:pt x="707304" y="110569"/>
                  <a:pt x="713208" y="109389"/>
                  <a:pt x="718994" y="107756"/>
                </a:cubicBezTo>
                <a:cubicBezTo>
                  <a:pt x="722012" y="106728"/>
                  <a:pt x="724773" y="108141"/>
                  <a:pt x="726506" y="106728"/>
                </a:cubicBezTo>
                <a:cubicBezTo>
                  <a:pt x="731025" y="105057"/>
                  <a:pt x="735634" y="103642"/>
                  <a:pt x="740312" y="102491"/>
                </a:cubicBezTo>
                <a:cubicBezTo>
                  <a:pt x="741982" y="102105"/>
                  <a:pt x="745064" y="101270"/>
                  <a:pt x="745963" y="99216"/>
                </a:cubicBezTo>
                <a:cubicBezTo>
                  <a:pt x="746060" y="97898"/>
                  <a:pt x="745839" y="96578"/>
                  <a:pt x="745321" y="95363"/>
                </a:cubicBezTo>
                <a:cubicBezTo>
                  <a:pt x="744550" y="93372"/>
                  <a:pt x="743009" y="94079"/>
                  <a:pt x="741340" y="94079"/>
                </a:cubicBezTo>
                <a:cubicBezTo>
                  <a:pt x="739753" y="93637"/>
                  <a:pt x="738396" y="92602"/>
                  <a:pt x="737551" y="91189"/>
                </a:cubicBezTo>
                <a:cubicBezTo>
                  <a:pt x="737471" y="89804"/>
                  <a:pt x="737782" y="88424"/>
                  <a:pt x="738450" y="87208"/>
                </a:cubicBezTo>
                <a:cubicBezTo>
                  <a:pt x="738964" y="85795"/>
                  <a:pt x="739285" y="85217"/>
                  <a:pt x="739927" y="83419"/>
                </a:cubicBezTo>
                <a:cubicBezTo>
                  <a:pt x="740525" y="81864"/>
                  <a:pt x="741040" y="80278"/>
                  <a:pt x="741468" y="78667"/>
                </a:cubicBezTo>
                <a:cubicBezTo>
                  <a:pt x="742303" y="76035"/>
                  <a:pt x="737294" y="68779"/>
                  <a:pt x="736652" y="66788"/>
                </a:cubicBezTo>
                <a:cubicBezTo>
                  <a:pt x="736342" y="65282"/>
                  <a:pt x="736885" y="63728"/>
                  <a:pt x="738065" y="62742"/>
                </a:cubicBezTo>
                <a:cubicBezTo>
                  <a:pt x="740248" y="60495"/>
                  <a:pt x="742752" y="61522"/>
                  <a:pt x="745321" y="61522"/>
                </a:cubicBezTo>
                <a:cubicBezTo>
                  <a:pt x="746833" y="61259"/>
                  <a:pt x="748274" y="60691"/>
                  <a:pt x="749559" y="59853"/>
                </a:cubicBezTo>
                <a:cubicBezTo>
                  <a:pt x="750394" y="59403"/>
                  <a:pt x="751743" y="60045"/>
                  <a:pt x="753605" y="59403"/>
                </a:cubicBezTo>
                <a:cubicBezTo>
                  <a:pt x="755467" y="58762"/>
                  <a:pt x="755467" y="57862"/>
                  <a:pt x="757714" y="57862"/>
                </a:cubicBezTo>
                <a:close/>
                <a:moveTo>
                  <a:pt x="1605194" y="56707"/>
                </a:moveTo>
                <a:cubicBezTo>
                  <a:pt x="1608148" y="56899"/>
                  <a:pt x="1610267" y="59661"/>
                  <a:pt x="1612001" y="61972"/>
                </a:cubicBezTo>
                <a:cubicBezTo>
                  <a:pt x="1613734" y="64284"/>
                  <a:pt x="1611359" y="68330"/>
                  <a:pt x="1609111" y="70320"/>
                </a:cubicBezTo>
                <a:cubicBezTo>
                  <a:pt x="1606716" y="72303"/>
                  <a:pt x="1604805" y="74807"/>
                  <a:pt x="1603525" y="77640"/>
                </a:cubicBezTo>
                <a:cubicBezTo>
                  <a:pt x="1603139" y="78475"/>
                  <a:pt x="1603139" y="83740"/>
                  <a:pt x="1603525" y="84062"/>
                </a:cubicBezTo>
                <a:cubicBezTo>
                  <a:pt x="1603910" y="84383"/>
                  <a:pt x="1606799" y="86373"/>
                  <a:pt x="1606992" y="89263"/>
                </a:cubicBezTo>
                <a:cubicBezTo>
                  <a:pt x="1607185" y="92152"/>
                  <a:pt x="1604424" y="94400"/>
                  <a:pt x="1599415" y="104610"/>
                </a:cubicBezTo>
                <a:cubicBezTo>
                  <a:pt x="1599608" y="104738"/>
                  <a:pt x="1594920" y="111159"/>
                  <a:pt x="1593700" y="112893"/>
                </a:cubicBezTo>
                <a:cubicBezTo>
                  <a:pt x="1592480" y="114627"/>
                  <a:pt x="1596782" y="117580"/>
                  <a:pt x="1600635" y="116553"/>
                </a:cubicBezTo>
                <a:cubicBezTo>
                  <a:pt x="1602690" y="115975"/>
                  <a:pt x="1599415" y="122011"/>
                  <a:pt x="1604039" y="122011"/>
                </a:cubicBezTo>
                <a:cubicBezTo>
                  <a:pt x="1607570" y="122011"/>
                  <a:pt x="1611808" y="118865"/>
                  <a:pt x="1610460" y="115590"/>
                </a:cubicBezTo>
                <a:cubicBezTo>
                  <a:pt x="1609304" y="114498"/>
                  <a:pt x="1607056" y="115590"/>
                  <a:pt x="1604873" y="113728"/>
                </a:cubicBezTo>
                <a:cubicBezTo>
                  <a:pt x="1602690" y="111866"/>
                  <a:pt x="1602754" y="107306"/>
                  <a:pt x="1603589" y="107306"/>
                </a:cubicBezTo>
                <a:cubicBezTo>
                  <a:pt x="1605070" y="106730"/>
                  <a:pt x="1606345" y="105724"/>
                  <a:pt x="1607249" y="104417"/>
                </a:cubicBezTo>
                <a:cubicBezTo>
                  <a:pt x="1607956" y="103711"/>
                  <a:pt x="1610202" y="102105"/>
                  <a:pt x="1610202" y="100949"/>
                </a:cubicBezTo>
                <a:cubicBezTo>
                  <a:pt x="1610202" y="99794"/>
                  <a:pt x="1606864" y="98959"/>
                  <a:pt x="1609689" y="94849"/>
                </a:cubicBezTo>
                <a:cubicBezTo>
                  <a:pt x="1611487" y="92216"/>
                  <a:pt x="1613734" y="92473"/>
                  <a:pt x="1614891" y="92216"/>
                </a:cubicBezTo>
                <a:cubicBezTo>
                  <a:pt x="1616046" y="91959"/>
                  <a:pt x="1617202" y="89199"/>
                  <a:pt x="1617844" y="87786"/>
                </a:cubicBezTo>
                <a:cubicBezTo>
                  <a:pt x="1618577" y="86251"/>
                  <a:pt x="1619034" y="84599"/>
                  <a:pt x="1619193" y="82906"/>
                </a:cubicBezTo>
                <a:cubicBezTo>
                  <a:pt x="1619257" y="78861"/>
                  <a:pt x="1614698" y="77062"/>
                  <a:pt x="1615468" y="73916"/>
                </a:cubicBezTo>
                <a:cubicBezTo>
                  <a:pt x="1617073" y="67558"/>
                  <a:pt x="1632549" y="65119"/>
                  <a:pt x="1634154" y="64027"/>
                </a:cubicBezTo>
                <a:cubicBezTo>
                  <a:pt x="1634603" y="63706"/>
                  <a:pt x="1634989" y="62293"/>
                  <a:pt x="1635824" y="61651"/>
                </a:cubicBezTo>
                <a:cubicBezTo>
                  <a:pt x="1637429" y="60434"/>
                  <a:pt x="1639571" y="60188"/>
                  <a:pt x="1641410" y="61009"/>
                </a:cubicBezTo>
                <a:cubicBezTo>
                  <a:pt x="1643544" y="62067"/>
                  <a:pt x="1645566" y="63336"/>
                  <a:pt x="1647447" y="64798"/>
                </a:cubicBezTo>
                <a:cubicBezTo>
                  <a:pt x="1648673" y="65922"/>
                  <a:pt x="1649252" y="67586"/>
                  <a:pt x="1648988" y="69228"/>
                </a:cubicBezTo>
                <a:cubicBezTo>
                  <a:pt x="1648730" y="71154"/>
                  <a:pt x="1647704" y="76549"/>
                  <a:pt x="1648281" y="76998"/>
                </a:cubicBezTo>
                <a:cubicBezTo>
                  <a:pt x="1648859" y="77447"/>
                  <a:pt x="1642823" y="80723"/>
                  <a:pt x="1640062" y="83419"/>
                </a:cubicBezTo>
                <a:cubicBezTo>
                  <a:pt x="1636557" y="87924"/>
                  <a:pt x="1634338" y="93294"/>
                  <a:pt x="1633641" y="98959"/>
                </a:cubicBezTo>
                <a:cubicBezTo>
                  <a:pt x="1633512" y="99473"/>
                  <a:pt x="1631907" y="103326"/>
                  <a:pt x="1631714" y="104353"/>
                </a:cubicBezTo>
                <a:cubicBezTo>
                  <a:pt x="1631521" y="105380"/>
                  <a:pt x="1630815" y="108270"/>
                  <a:pt x="1630109" y="110774"/>
                </a:cubicBezTo>
                <a:cubicBezTo>
                  <a:pt x="1629229" y="113380"/>
                  <a:pt x="1628795" y="116115"/>
                  <a:pt x="1628825" y="118865"/>
                </a:cubicBezTo>
                <a:cubicBezTo>
                  <a:pt x="1629017" y="120470"/>
                  <a:pt x="1631200" y="120021"/>
                  <a:pt x="1632549" y="120021"/>
                </a:cubicBezTo>
                <a:cubicBezTo>
                  <a:pt x="1635291" y="119396"/>
                  <a:pt x="1637804" y="118017"/>
                  <a:pt x="1639805" y="116039"/>
                </a:cubicBezTo>
                <a:cubicBezTo>
                  <a:pt x="1641463" y="115760"/>
                  <a:pt x="1643156" y="115760"/>
                  <a:pt x="1644813" y="116039"/>
                </a:cubicBezTo>
                <a:cubicBezTo>
                  <a:pt x="1646098" y="116425"/>
                  <a:pt x="1647446" y="118544"/>
                  <a:pt x="1648859" y="118993"/>
                </a:cubicBezTo>
                <a:cubicBezTo>
                  <a:pt x="1650271" y="119442"/>
                  <a:pt x="1652262" y="119571"/>
                  <a:pt x="1653418" y="120342"/>
                </a:cubicBezTo>
                <a:cubicBezTo>
                  <a:pt x="1654574" y="121112"/>
                  <a:pt x="1657078" y="120342"/>
                  <a:pt x="1658619" y="122204"/>
                </a:cubicBezTo>
                <a:lnTo>
                  <a:pt x="1659005" y="122140"/>
                </a:lnTo>
                <a:cubicBezTo>
                  <a:pt x="1661141" y="125715"/>
                  <a:pt x="1662107" y="129868"/>
                  <a:pt x="1661766" y="134019"/>
                </a:cubicBezTo>
                <a:cubicBezTo>
                  <a:pt x="1661661" y="137779"/>
                  <a:pt x="1660648" y="141459"/>
                  <a:pt x="1658812" y="144743"/>
                </a:cubicBezTo>
                <a:cubicBezTo>
                  <a:pt x="1653946" y="147707"/>
                  <a:pt x="1648326" y="149201"/>
                  <a:pt x="1642631" y="149045"/>
                </a:cubicBezTo>
                <a:cubicBezTo>
                  <a:pt x="1640742" y="149040"/>
                  <a:pt x="1638933" y="149805"/>
                  <a:pt x="1637622" y="151164"/>
                </a:cubicBezTo>
                <a:cubicBezTo>
                  <a:pt x="1635491" y="151839"/>
                  <a:pt x="1633177" y="151631"/>
                  <a:pt x="1631200" y="150586"/>
                </a:cubicBezTo>
                <a:cubicBezTo>
                  <a:pt x="1628564" y="149941"/>
                  <a:pt x="1625810" y="149941"/>
                  <a:pt x="1623174" y="150586"/>
                </a:cubicBezTo>
                <a:cubicBezTo>
                  <a:pt x="1617551" y="152117"/>
                  <a:pt x="1612656" y="155600"/>
                  <a:pt x="1609368" y="160410"/>
                </a:cubicBezTo>
                <a:cubicBezTo>
                  <a:pt x="1608147" y="162599"/>
                  <a:pt x="1606404" y="164451"/>
                  <a:pt x="1604296" y="165804"/>
                </a:cubicBezTo>
                <a:cubicBezTo>
                  <a:pt x="1601236" y="167863"/>
                  <a:pt x="1598508" y="170374"/>
                  <a:pt x="1596204" y="173253"/>
                </a:cubicBezTo>
                <a:cubicBezTo>
                  <a:pt x="1594833" y="175548"/>
                  <a:pt x="1594375" y="178276"/>
                  <a:pt x="1594920" y="180894"/>
                </a:cubicBezTo>
                <a:cubicBezTo>
                  <a:pt x="1595177" y="181665"/>
                  <a:pt x="1596911" y="182114"/>
                  <a:pt x="1598773" y="181665"/>
                </a:cubicBezTo>
                <a:cubicBezTo>
                  <a:pt x="1601034" y="180623"/>
                  <a:pt x="1603349" y="179701"/>
                  <a:pt x="1605708" y="178904"/>
                </a:cubicBezTo>
                <a:cubicBezTo>
                  <a:pt x="1607570" y="178647"/>
                  <a:pt x="1608726" y="176335"/>
                  <a:pt x="1610267" y="176463"/>
                </a:cubicBezTo>
                <a:cubicBezTo>
                  <a:pt x="1611808" y="176592"/>
                  <a:pt x="1613863" y="179481"/>
                  <a:pt x="1618230" y="180509"/>
                </a:cubicBezTo>
                <a:cubicBezTo>
                  <a:pt x="1619578" y="180894"/>
                  <a:pt x="1622082" y="182500"/>
                  <a:pt x="1625999" y="183720"/>
                </a:cubicBezTo>
                <a:cubicBezTo>
                  <a:pt x="1626513" y="183848"/>
                  <a:pt x="1629595" y="184490"/>
                  <a:pt x="1629017" y="186802"/>
                </a:cubicBezTo>
                <a:cubicBezTo>
                  <a:pt x="1628917" y="189607"/>
                  <a:pt x="1628239" y="192361"/>
                  <a:pt x="1627027" y="194893"/>
                </a:cubicBezTo>
                <a:cubicBezTo>
                  <a:pt x="1625678" y="196498"/>
                  <a:pt x="1624073" y="198488"/>
                  <a:pt x="1622403" y="198874"/>
                </a:cubicBezTo>
                <a:cubicBezTo>
                  <a:pt x="1619385" y="199452"/>
                  <a:pt x="1617587" y="199516"/>
                  <a:pt x="1614248" y="200415"/>
                </a:cubicBezTo>
                <a:cubicBezTo>
                  <a:pt x="1612579" y="200865"/>
                  <a:pt x="1611359" y="201827"/>
                  <a:pt x="1608726" y="202277"/>
                </a:cubicBezTo>
                <a:cubicBezTo>
                  <a:pt x="1606094" y="202727"/>
                  <a:pt x="1595884" y="204653"/>
                  <a:pt x="1595884" y="208056"/>
                </a:cubicBezTo>
                <a:cubicBezTo>
                  <a:pt x="1596232" y="210998"/>
                  <a:pt x="1596425" y="213956"/>
                  <a:pt x="1596461" y="216918"/>
                </a:cubicBezTo>
                <a:cubicBezTo>
                  <a:pt x="1596314" y="219463"/>
                  <a:pt x="1595992" y="221994"/>
                  <a:pt x="1595498" y="224494"/>
                </a:cubicBezTo>
                <a:cubicBezTo>
                  <a:pt x="1594402" y="227258"/>
                  <a:pt x="1593793" y="230192"/>
                  <a:pt x="1593700" y="233163"/>
                </a:cubicBezTo>
                <a:cubicBezTo>
                  <a:pt x="1593893" y="235861"/>
                  <a:pt x="1590746" y="238429"/>
                  <a:pt x="1590361" y="238943"/>
                </a:cubicBezTo>
                <a:cubicBezTo>
                  <a:pt x="1588306" y="243373"/>
                  <a:pt x="1588628" y="249923"/>
                  <a:pt x="1583940" y="251400"/>
                </a:cubicBezTo>
                <a:cubicBezTo>
                  <a:pt x="1580890" y="252716"/>
                  <a:pt x="1577759" y="253831"/>
                  <a:pt x="1574565" y="254739"/>
                </a:cubicBezTo>
                <a:cubicBezTo>
                  <a:pt x="1571979" y="255078"/>
                  <a:pt x="1569451" y="255769"/>
                  <a:pt x="1567052" y="256794"/>
                </a:cubicBezTo>
                <a:cubicBezTo>
                  <a:pt x="1563361" y="257867"/>
                  <a:pt x="1559441" y="257867"/>
                  <a:pt x="1555751" y="256794"/>
                </a:cubicBezTo>
                <a:cubicBezTo>
                  <a:pt x="1554402" y="255702"/>
                  <a:pt x="1555044" y="252106"/>
                  <a:pt x="1555044" y="249987"/>
                </a:cubicBezTo>
                <a:cubicBezTo>
                  <a:pt x="1554980" y="246070"/>
                  <a:pt x="1545091" y="241960"/>
                  <a:pt x="1544128" y="239649"/>
                </a:cubicBezTo>
                <a:cubicBezTo>
                  <a:pt x="1543164" y="237337"/>
                  <a:pt x="1546568" y="237402"/>
                  <a:pt x="1549971" y="236759"/>
                </a:cubicBezTo>
                <a:cubicBezTo>
                  <a:pt x="1555815" y="235732"/>
                  <a:pt x="1561337" y="235090"/>
                  <a:pt x="1564098" y="234191"/>
                </a:cubicBezTo>
                <a:cubicBezTo>
                  <a:pt x="1569877" y="232072"/>
                  <a:pt x="1572317" y="220257"/>
                  <a:pt x="1575207" y="214927"/>
                </a:cubicBezTo>
                <a:cubicBezTo>
                  <a:pt x="1576106" y="213258"/>
                  <a:pt x="1575849" y="210560"/>
                  <a:pt x="1572124" y="210560"/>
                </a:cubicBezTo>
                <a:cubicBezTo>
                  <a:pt x="1568607" y="210858"/>
                  <a:pt x="1565125" y="211481"/>
                  <a:pt x="1561722" y="212423"/>
                </a:cubicBezTo>
                <a:cubicBezTo>
                  <a:pt x="1558207" y="213346"/>
                  <a:pt x="1554619" y="213969"/>
                  <a:pt x="1550998" y="214285"/>
                </a:cubicBezTo>
                <a:cubicBezTo>
                  <a:pt x="1548623" y="214413"/>
                  <a:pt x="1543614" y="217431"/>
                  <a:pt x="1542201" y="217431"/>
                </a:cubicBezTo>
                <a:cubicBezTo>
                  <a:pt x="1539633" y="217495"/>
                  <a:pt x="1537385" y="218523"/>
                  <a:pt x="1534303" y="215505"/>
                </a:cubicBezTo>
                <a:cubicBezTo>
                  <a:pt x="1533167" y="214841"/>
                  <a:pt x="1531961" y="214302"/>
                  <a:pt x="1530707" y="213899"/>
                </a:cubicBezTo>
                <a:cubicBezTo>
                  <a:pt x="1528973" y="213001"/>
                  <a:pt x="1529873" y="209469"/>
                  <a:pt x="1529873" y="208121"/>
                </a:cubicBezTo>
                <a:cubicBezTo>
                  <a:pt x="1530061" y="205408"/>
                  <a:pt x="1530600" y="202732"/>
                  <a:pt x="1531478" y="200158"/>
                </a:cubicBezTo>
                <a:cubicBezTo>
                  <a:pt x="1533714" y="196910"/>
                  <a:pt x="1537206" y="194746"/>
                  <a:pt x="1541109" y="194186"/>
                </a:cubicBezTo>
                <a:cubicBezTo>
                  <a:pt x="1542458" y="194186"/>
                  <a:pt x="1546697" y="195984"/>
                  <a:pt x="1548109" y="195984"/>
                </a:cubicBezTo>
                <a:cubicBezTo>
                  <a:pt x="1549521" y="195984"/>
                  <a:pt x="1552668" y="192966"/>
                  <a:pt x="1554915" y="191746"/>
                </a:cubicBezTo>
                <a:cubicBezTo>
                  <a:pt x="1557645" y="190743"/>
                  <a:pt x="1560461" y="189991"/>
                  <a:pt x="1563327" y="189499"/>
                </a:cubicBezTo>
                <a:cubicBezTo>
                  <a:pt x="1565152" y="188938"/>
                  <a:pt x="1566867" y="188069"/>
                  <a:pt x="1568400" y="186930"/>
                </a:cubicBezTo>
                <a:cubicBezTo>
                  <a:pt x="1569813" y="186096"/>
                  <a:pt x="1569685" y="185389"/>
                  <a:pt x="1570198" y="183977"/>
                </a:cubicBezTo>
                <a:cubicBezTo>
                  <a:pt x="1570712" y="182564"/>
                  <a:pt x="1570455" y="178904"/>
                  <a:pt x="1571097" y="177555"/>
                </a:cubicBezTo>
                <a:cubicBezTo>
                  <a:pt x="1572130" y="175512"/>
                  <a:pt x="1572927" y="173357"/>
                  <a:pt x="1573473" y="171134"/>
                </a:cubicBezTo>
                <a:cubicBezTo>
                  <a:pt x="1573794" y="169336"/>
                  <a:pt x="1569941" y="170684"/>
                  <a:pt x="1568593" y="170684"/>
                </a:cubicBezTo>
                <a:cubicBezTo>
                  <a:pt x="1566470" y="171269"/>
                  <a:pt x="1564583" y="172504"/>
                  <a:pt x="1563199" y="174216"/>
                </a:cubicBezTo>
                <a:cubicBezTo>
                  <a:pt x="1561467" y="175769"/>
                  <a:pt x="1559367" y="176852"/>
                  <a:pt x="1557098" y="177363"/>
                </a:cubicBezTo>
                <a:cubicBezTo>
                  <a:pt x="1555435" y="177940"/>
                  <a:pt x="1553625" y="177940"/>
                  <a:pt x="1551962" y="177363"/>
                </a:cubicBezTo>
                <a:cubicBezTo>
                  <a:pt x="1550035" y="176335"/>
                  <a:pt x="1550035" y="174987"/>
                  <a:pt x="1550036" y="172675"/>
                </a:cubicBezTo>
                <a:cubicBezTo>
                  <a:pt x="1549836" y="170255"/>
                  <a:pt x="1550325" y="167829"/>
                  <a:pt x="1551448" y="165676"/>
                </a:cubicBezTo>
                <a:cubicBezTo>
                  <a:pt x="1552604" y="164327"/>
                  <a:pt x="1552155" y="157135"/>
                  <a:pt x="1556842" y="152833"/>
                </a:cubicBezTo>
                <a:cubicBezTo>
                  <a:pt x="1558383" y="151485"/>
                  <a:pt x="1562686" y="153347"/>
                  <a:pt x="1564419" y="152319"/>
                </a:cubicBezTo>
                <a:cubicBezTo>
                  <a:pt x="1565328" y="151652"/>
                  <a:pt x="1566271" y="151030"/>
                  <a:pt x="1567244" y="150457"/>
                </a:cubicBezTo>
                <a:cubicBezTo>
                  <a:pt x="1568785" y="149816"/>
                  <a:pt x="1572382" y="150265"/>
                  <a:pt x="1574244" y="149816"/>
                </a:cubicBezTo>
                <a:cubicBezTo>
                  <a:pt x="1576943" y="149350"/>
                  <a:pt x="1579605" y="148684"/>
                  <a:pt x="1582206" y="147825"/>
                </a:cubicBezTo>
                <a:cubicBezTo>
                  <a:pt x="1583170" y="147504"/>
                  <a:pt x="1587022" y="147504"/>
                  <a:pt x="1588178" y="146797"/>
                </a:cubicBezTo>
                <a:cubicBezTo>
                  <a:pt x="1589333" y="146091"/>
                  <a:pt x="1588949" y="146284"/>
                  <a:pt x="1593186" y="144999"/>
                </a:cubicBezTo>
                <a:cubicBezTo>
                  <a:pt x="1592801" y="144871"/>
                  <a:pt x="1594920" y="143586"/>
                  <a:pt x="1596140" y="142881"/>
                </a:cubicBezTo>
                <a:cubicBezTo>
                  <a:pt x="1598460" y="142527"/>
                  <a:pt x="1600820" y="142527"/>
                  <a:pt x="1603139" y="142881"/>
                </a:cubicBezTo>
                <a:cubicBezTo>
                  <a:pt x="1605259" y="143330"/>
                  <a:pt x="1607827" y="142881"/>
                  <a:pt x="1608855" y="142881"/>
                </a:cubicBezTo>
                <a:cubicBezTo>
                  <a:pt x="1610728" y="143688"/>
                  <a:pt x="1612727" y="144166"/>
                  <a:pt x="1614762" y="144293"/>
                </a:cubicBezTo>
                <a:cubicBezTo>
                  <a:pt x="1616111" y="144229"/>
                  <a:pt x="1619771" y="141147"/>
                  <a:pt x="1621183" y="141147"/>
                </a:cubicBezTo>
                <a:cubicBezTo>
                  <a:pt x="1623786" y="139920"/>
                  <a:pt x="1625255" y="137113"/>
                  <a:pt x="1624779" y="134276"/>
                </a:cubicBezTo>
                <a:cubicBezTo>
                  <a:pt x="1621901" y="134191"/>
                  <a:pt x="1619026" y="134516"/>
                  <a:pt x="1616239" y="135239"/>
                </a:cubicBezTo>
                <a:cubicBezTo>
                  <a:pt x="1614313" y="136010"/>
                  <a:pt x="1608533" y="135881"/>
                  <a:pt x="1607249" y="136523"/>
                </a:cubicBezTo>
                <a:cubicBezTo>
                  <a:pt x="1602715" y="138093"/>
                  <a:pt x="1597882" y="138598"/>
                  <a:pt x="1593122" y="138000"/>
                </a:cubicBezTo>
                <a:cubicBezTo>
                  <a:pt x="1590665" y="138122"/>
                  <a:pt x="1588250" y="138687"/>
                  <a:pt x="1585994" y="139670"/>
                </a:cubicBezTo>
                <a:cubicBezTo>
                  <a:pt x="1583672" y="140392"/>
                  <a:pt x="1581285" y="140887"/>
                  <a:pt x="1578867" y="141147"/>
                </a:cubicBezTo>
                <a:cubicBezTo>
                  <a:pt x="1574992" y="141442"/>
                  <a:pt x="1571134" y="141935"/>
                  <a:pt x="1567308" y="142624"/>
                </a:cubicBezTo>
                <a:cubicBezTo>
                  <a:pt x="1565318" y="143073"/>
                  <a:pt x="1561080" y="143715"/>
                  <a:pt x="1558447" y="144422"/>
                </a:cubicBezTo>
                <a:cubicBezTo>
                  <a:pt x="1554773" y="145326"/>
                  <a:pt x="1551248" y="146753"/>
                  <a:pt x="1547980" y="148659"/>
                </a:cubicBezTo>
                <a:cubicBezTo>
                  <a:pt x="1545432" y="151175"/>
                  <a:pt x="1543268" y="154053"/>
                  <a:pt x="1541559" y="157199"/>
                </a:cubicBezTo>
                <a:cubicBezTo>
                  <a:pt x="1540650" y="158515"/>
                  <a:pt x="1539618" y="159740"/>
                  <a:pt x="1538477" y="160860"/>
                </a:cubicBezTo>
                <a:cubicBezTo>
                  <a:pt x="1533276" y="164649"/>
                  <a:pt x="1530065" y="170171"/>
                  <a:pt x="1525121" y="171070"/>
                </a:cubicBezTo>
                <a:cubicBezTo>
                  <a:pt x="1523103" y="171693"/>
                  <a:pt x="1520927" y="170806"/>
                  <a:pt x="1519919" y="168951"/>
                </a:cubicBezTo>
                <a:cubicBezTo>
                  <a:pt x="1517691" y="165216"/>
                  <a:pt x="1516351" y="161021"/>
                  <a:pt x="1516003" y="156686"/>
                </a:cubicBezTo>
                <a:cubicBezTo>
                  <a:pt x="1516003" y="152769"/>
                  <a:pt x="1518250" y="151806"/>
                  <a:pt x="1516003" y="144357"/>
                </a:cubicBezTo>
                <a:cubicBezTo>
                  <a:pt x="1515668" y="142460"/>
                  <a:pt x="1516408" y="140533"/>
                  <a:pt x="1517929" y="139349"/>
                </a:cubicBezTo>
                <a:cubicBezTo>
                  <a:pt x="1519235" y="138797"/>
                  <a:pt x="1520432" y="138013"/>
                  <a:pt x="1521461" y="137037"/>
                </a:cubicBezTo>
                <a:cubicBezTo>
                  <a:pt x="1524585" y="132445"/>
                  <a:pt x="1527457" y="127686"/>
                  <a:pt x="1530065" y="122782"/>
                </a:cubicBezTo>
                <a:cubicBezTo>
                  <a:pt x="1530065" y="122782"/>
                  <a:pt x="1531478" y="121947"/>
                  <a:pt x="1532505" y="122782"/>
                </a:cubicBezTo>
                <a:cubicBezTo>
                  <a:pt x="1533624" y="126358"/>
                  <a:pt x="1534208" y="130080"/>
                  <a:pt x="1534239" y="133826"/>
                </a:cubicBezTo>
                <a:cubicBezTo>
                  <a:pt x="1534215" y="134214"/>
                  <a:pt x="1534272" y="134601"/>
                  <a:pt x="1534405" y="134966"/>
                </a:cubicBezTo>
                <a:cubicBezTo>
                  <a:pt x="1534940" y="136432"/>
                  <a:pt x="1536562" y="137187"/>
                  <a:pt x="1538027" y="136651"/>
                </a:cubicBezTo>
                <a:cubicBezTo>
                  <a:pt x="1540634" y="136109"/>
                  <a:pt x="1543130" y="135132"/>
                  <a:pt x="1545412" y="133762"/>
                </a:cubicBezTo>
                <a:cubicBezTo>
                  <a:pt x="1545861" y="133441"/>
                  <a:pt x="1547916" y="132543"/>
                  <a:pt x="1547916" y="131258"/>
                </a:cubicBezTo>
                <a:cubicBezTo>
                  <a:pt x="1547473" y="129477"/>
                  <a:pt x="1546827" y="127753"/>
                  <a:pt x="1545990" y="126121"/>
                </a:cubicBezTo>
                <a:cubicBezTo>
                  <a:pt x="1545303" y="123690"/>
                  <a:pt x="1544873" y="121193"/>
                  <a:pt x="1544705" y="118672"/>
                </a:cubicBezTo>
                <a:cubicBezTo>
                  <a:pt x="1544705" y="117324"/>
                  <a:pt x="1545284" y="109361"/>
                  <a:pt x="1545861" y="103390"/>
                </a:cubicBezTo>
                <a:cubicBezTo>
                  <a:pt x="1546247" y="100051"/>
                  <a:pt x="1544770" y="96069"/>
                  <a:pt x="1544770" y="87208"/>
                </a:cubicBezTo>
                <a:cubicBezTo>
                  <a:pt x="1544914" y="84057"/>
                  <a:pt x="1544411" y="80911"/>
                  <a:pt x="1543293" y="77961"/>
                </a:cubicBezTo>
                <a:cubicBezTo>
                  <a:pt x="1541688" y="76998"/>
                  <a:pt x="1543871" y="73209"/>
                  <a:pt x="1546375" y="72631"/>
                </a:cubicBezTo>
                <a:cubicBezTo>
                  <a:pt x="1547849" y="72504"/>
                  <a:pt x="1549332" y="72504"/>
                  <a:pt x="1550806" y="72631"/>
                </a:cubicBezTo>
                <a:cubicBezTo>
                  <a:pt x="1551769" y="72567"/>
                  <a:pt x="1551640" y="70577"/>
                  <a:pt x="1553053" y="71154"/>
                </a:cubicBezTo>
                <a:cubicBezTo>
                  <a:pt x="1554466" y="71733"/>
                  <a:pt x="1554209" y="71990"/>
                  <a:pt x="1554980" y="74044"/>
                </a:cubicBezTo>
                <a:cubicBezTo>
                  <a:pt x="1555751" y="76099"/>
                  <a:pt x="1555172" y="77191"/>
                  <a:pt x="1555751" y="79310"/>
                </a:cubicBezTo>
                <a:cubicBezTo>
                  <a:pt x="1556328" y="81429"/>
                  <a:pt x="1555429" y="84511"/>
                  <a:pt x="1556328" y="85731"/>
                </a:cubicBezTo>
                <a:cubicBezTo>
                  <a:pt x="1556889" y="87021"/>
                  <a:pt x="1556889" y="88486"/>
                  <a:pt x="1556328" y="89777"/>
                </a:cubicBezTo>
                <a:cubicBezTo>
                  <a:pt x="1556061" y="91241"/>
                  <a:pt x="1556061" y="92742"/>
                  <a:pt x="1556328" y="94207"/>
                </a:cubicBezTo>
                <a:cubicBezTo>
                  <a:pt x="1556842" y="95877"/>
                  <a:pt x="1556136" y="97610"/>
                  <a:pt x="1556328" y="99794"/>
                </a:cubicBezTo>
                <a:cubicBezTo>
                  <a:pt x="1556521" y="101977"/>
                  <a:pt x="1556970" y="109168"/>
                  <a:pt x="1556970" y="110710"/>
                </a:cubicBezTo>
                <a:cubicBezTo>
                  <a:pt x="1556970" y="112251"/>
                  <a:pt x="1558768" y="114691"/>
                  <a:pt x="1558383" y="118030"/>
                </a:cubicBezTo>
                <a:cubicBezTo>
                  <a:pt x="1558383" y="119378"/>
                  <a:pt x="1558383" y="122140"/>
                  <a:pt x="1558383" y="123424"/>
                </a:cubicBezTo>
                <a:cubicBezTo>
                  <a:pt x="1557998" y="126185"/>
                  <a:pt x="1555622" y="128304"/>
                  <a:pt x="1556200" y="129845"/>
                </a:cubicBezTo>
                <a:cubicBezTo>
                  <a:pt x="1556759" y="131268"/>
                  <a:pt x="1557871" y="132403"/>
                  <a:pt x="1559282" y="132991"/>
                </a:cubicBezTo>
                <a:cubicBezTo>
                  <a:pt x="1561016" y="133377"/>
                  <a:pt x="1563969" y="131322"/>
                  <a:pt x="1565382" y="131322"/>
                </a:cubicBezTo>
                <a:cubicBezTo>
                  <a:pt x="1567143" y="131367"/>
                  <a:pt x="1568905" y="131260"/>
                  <a:pt x="1570647" y="131001"/>
                </a:cubicBezTo>
                <a:cubicBezTo>
                  <a:pt x="1573450" y="130170"/>
                  <a:pt x="1576336" y="129654"/>
                  <a:pt x="1579252" y="129460"/>
                </a:cubicBezTo>
                <a:cubicBezTo>
                  <a:pt x="1580536" y="129396"/>
                  <a:pt x="1582784" y="127854"/>
                  <a:pt x="1583940" y="127854"/>
                </a:cubicBezTo>
                <a:cubicBezTo>
                  <a:pt x="1585298" y="127271"/>
                  <a:pt x="1586538" y="126444"/>
                  <a:pt x="1587600" y="125415"/>
                </a:cubicBezTo>
                <a:cubicBezTo>
                  <a:pt x="1588375" y="124716"/>
                  <a:pt x="1588585" y="123584"/>
                  <a:pt x="1588113" y="122653"/>
                </a:cubicBezTo>
                <a:cubicBezTo>
                  <a:pt x="1587215" y="120406"/>
                  <a:pt x="1585353" y="121305"/>
                  <a:pt x="1582976" y="122140"/>
                </a:cubicBezTo>
                <a:cubicBezTo>
                  <a:pt x="1581692" y="122653"/>
                  <a:pt x="1579124" y="124901"/>
                  <a:pt x="1578289" y="124066"/>
                </a:cubicBezTo>
                <a:cubicBezTo>
                  <a:pt x="1576818" y="123178"/>
                  <a:pt x="1576239" y="121333"/>
                  <a:pt x="1576941" y="119764"/>
                </a:cubicBezTo>
                <a:cubicBezTo>
                  <a:pt x="1577261" y="118351"/>
                  <a:pt x="1575978" y="115654"/>
                  <a:pt x="1574115" y="116232"/>
                </a:cubicBezTo>
                <a:cubicBezTo>
                  <a:pt x="1572253" y="116810"/>
                  <a:pt x="1572124" y="119507"/>
                  <a:pt x="1572253" y="121498"/>
                </a:cubicBezTo>
                <a:cubicBezTo>
                  <a:pt x="1572382" y="123488"/>
                  <a:pt x="1570904" y="123938"/>
                  <a:pt x="1570006" y="124644"/>
                </a:cubicBezTo>
                <a:cubicBezTo>
                  <a:pt x="1569107" y="125350"/>
                  <a:pt x="1568272" y="126891"/>
                  <a:pt x="1566859" y="126313"/>
                </a:cubicBezTo>
                <a:cubicBezTo>
                  <a:pt x="1564717" y="125086"/>
                  <a:pt x="1563470" y="122740"/>
                  <a:pt x="1563648" y="120278"/>
                </a:cubicBezTo>
                <a:cubicBezTo>
                  <a:pt x="1563584" y="118929"/>
                  <a:pt x="1564098" y="109104"/>
                  <a:pt x="1564098" y="107820"/>
                </a:cubicBezTo>
                <a:cubicBezTo>
                  <a:pt x="1564355" y="105188"/>
                  <a:pt x="1562686" y="101592"/>
                  <a:pt x="1562686" y="99344"/>
                </a:cubicBezTo>
                <a:cubicBezTo>
                  <a:pt x="1562897" y="95344"/>
                  <a:pt x="1562897" y="91337"/>
                  <a:pt x="1562686" y="87337"/>
                </a:cubicBezTo>
                <a:cubicBezTo>
                  <a:pt x="1562464" y="85972"/>
                  <a:pt x="1562165" y="84621"/>
                  <a:pt x="1561786" y="83291"/>
                </a:cubicBezTo>
                <a:cubicBezTo>
                  <a:pt x="1561977" y="81138"/>
                  <a:pt x="1562829" y="79097"/>
                  <a:pt x="1564227" y="77447"/>
                </a:cubicBezTo>
                <a:cubicBezTo>
                  <a:pt x="1565277" y="76212"/>
                  <a:pt x="1566735" y="75392"/>
                  <a:pt x="1568336" y="75136"/>
                </a:cubicBezTo>
                <a:cubicBezTo>
                  <a:pt x="1569877" y="74815"/>
                  <a:pt x="1570327" y="78796"/>
                  <a:pt x="1570326" y="81557"/>
                </a:cubicBezTo>
                <a:cubicBezTo>
                  <a:pt x="1570268" y="83025"/>
                  <a:pt x="1570748" y="84463"/>
                  <a:pt x="1571675" y="85603"/>
                </a:cubicBezTo>
                <a:cubicBezTo>
                  <a:pt x="1572890" y="90019"/>
                  <a:pt x="1573537" y="94572"/>
                  <a:pt x="1573601" y="99151"/>
                </a:cubicBezTo>
                <a:cubicBezTo>
                  <a:pt x="1573537" y="101656"/>
                  <a:pt x="1573922" y="101335"/>
                  <a:pt x="1575399" y="102298"/>
                </a:cubicBezTo>
                <a:cubicBezTo>
                  <a:pt x="1576876" y="103261"/>
                  <a:pt x="1581307" y="101399"/>
                  <a:pt x="1582399" y="102298"/>
                </a:cubicBezTo>
                <a:cubicBezTo>
                  <a:pt x="1583491" y="103197"/>
                  <a:pt x="1584004" y="105637"/>
                  <a:pt x="1585032" y="105637"/>
                </a:cubicBezTo>
                <a:cubicBezTo>
                  <a:pt x="1588306" y="106086"/>
                  <a:pt x="1590554" y="100949"/>
                  <a:pt x="1591453" y="99665"/>
                </a:cubicBezTo>
                <a:cubicBezTo>
                  <a:pt x="1593829" y="96326"/>
                  <a:pt x="1588756" y="91703"/>
                  <a:pt x="1588049" y="91574"/>
                </a:cubicBezTo>
                <a:cubicBezTo>
                  <a:pt x="1587343" y="91446"/>
                  <a:pt x="1585288" y="93308"/>
                  <a:pt x="1582399" y="93757"/>
                </a:cubicBezTo>
                <a:cubicBezTo>
                  <a:pt x="1579509" y="94207"/>
                  <a:pt x="1580729" y="96262"/>
                  <a:pt x="1578418" y="95620"/>
                </a:cubicBezTo>
                <a:cubicBezTo>
                  <a:pt x="1576106" y="94978"/>
                  <a:pt x="1577133" y="89905"/>
                  <a:pt x="1578418" y="87594"/>
                </a:cubicBezTo>
                <a:cubicBezTo>
                  <a:pt x="1579726" y="85676"/>
                  <a:pt x="1580562" y="83475"/>
                  <a:pt x="1580857" y="81172"/>
                </a:cubicBezTo>
                <a:cubicBezTo>
                  <a:pt x="1580600" y="78411"/>
                  <a:pt x="1578161" y="75072"/>
                  <a:pt x="1578161" y="74044"/>
                </a:cubicBezTo>
                <a:cubicBezTo>
                  <a:pt x="1578161" y="73017"/>
                  <a:pt x="1581307" y="69613"/>
                  <a:pt x="1582655" y="69549"/>
                </a:cubicBezTo>
                <a:cubicBezTo>
                  <a:pt x="1584004" y="69485"/>
                  <a:pt x="1586316" y="73595"/>
                  <a:pt x="1587600" y="73595"/>
                </a:cubicBezTo>
                <a:cubicBezTo>
                  <a:pt x="1588884" y="73595"/>
                  <a:pt x="1592095" y="68586"/>
                  <a:pt x="1593572" y="65696"/>
                </a:cubicBezTo>
                <a:cubicBezTo>
                  <a:pt x="1594535" y="63898"/>
                  <a:pt x="1595113" y="58761"/>
                  <a:pt x="1598002" y="57477"/>
                </a:cubicBezTo>
                <a:cubicBezTo>
                  <a:pt x="1599159" y="57477"/>
                  <a:pt x="1600764" y="58055"/>
                  <a:pt x="1601598" y="57477"/>
                </a:cubicBezTo>
                <a:cubicBezTo>
                  <a:pt x="1602714" y="56924"/>
                  <a:pt x="1603950" y="56659"/>
                  <a:pt x="1605194" y="56707"/>
                </a:cubicBezTo>
                <a:close/>
                <a:moveTo>
                  <a:pt x="206300" y="51612"/>
                </a:moveTo>
                <a:cubicBezTo>
                  <a:pt x="171665" y="46638"/>
                  <a:pt x="135133" y="54876"/>
                  <a:pt x="104912" y="77506"/>
                </a:cubicBezTo>
                <a:lnTo>
                  <a:pt x="104894" y="77506"/>
                </a:lnTo>
                <a:cubicBezTo>
                  <a:pt x="70414" y="103314"/>
                  <a:pt x="50139" y="143881"/>
                  <a:pt x="50191" y="186949"/>
                </a:cubicBezTo>
                <a:cubicBezTo>
                  <a:pt x="50187" y="193916"/>
                  <a:pt x="50712" y="200873"/>
                  <a:pt x="51756" y="207762"/>
                </a:cubicBezTo>
                <a:cubicBezTo>
                  <a:pt x="51848" y="208333"/>
                  <a:pt x="51977" y="208885"/>
                  <a:pt x="52070" y="209456"/>
                </a:cubicBezTo>
                <a:cubicBezTo>
                  <a:pt x="52493" y="212016"/>
                  <a:pt x="52990" y="214540"/>
                  <a:pt x="53543" y="217045"/>
                </a:cubicBezTo>
                <a:cubicBezTo>
                  <a:pt x="54353" y="220581"/>
                  <a:pt x="55238" y="224099"/>
                  <a:pt x="56306" y="227525"/>
                </a:cubicBezTo>
                <a:cubicBezTo>
                  <a:pt x="57485" y="231208"/>
                  <a:pt x="58848" y="234892"/>
                  <a:pt x="60321" y="238576"/>
                </a:cubicBezTo>
                <a:cubicBezTo>
                  <a:pt x="60524" y="239055"/>
                  <a:pt x="60708" y="239570"/>
                  <a:pt x="60910" y="240049"/>
                </a:cubicBezTo>
                <a:cubicBezTo>
                  <a:pt x="65172" y="250185"/>
                  <a:pt x="70639" y="259770"/>
                  <a:pt x="77192" y="268598"/>
                </a:cubicBezTo>
                <a:lnTo>
                  <a:pt x="77285" y="268708"/>
                </a:lnTo>
                <a:cubicBezTo>
                  <a:pt x="77331" y="268771"/>
                  <a:pt x="77377" y="268832"/>
                  <a:pt x="77423" y="268895"/>
                </a:cubicBezTo>
                <a:cubicBezTo>
                  <a:pt x="88738" y="284005"/>
                  <a:pt x="102580" y="296107"/>
                  <a:pt x="117922" y="305053"/>
                </a:cubicBezTo>
                <a:lnTo>
                  <a:pt x="146817" y="315106"/>
                </a:lnTo>
                <a:lnTo>
                  <a:pt x="144641" y="311624"/>
                </a:lnTo>
                <a:cubicBezTo>
                  <a:pt x="143024" y="310768"/>
                  <a:pt x="141294" y="310149"/>
                  <a:pt x="139502" y="309782"/>
                </a:cubicBezTo>
                <a:lnTo>
                  <a:pt x="138711" y="309055"/>
                </a:lnTo>
                <a:lnTo>
                  <a:pt x="146593" y="310390"/>
                </a:lnTo>
                <a:cubicBezTo>
                  <a:pt x="148554" y="311210"/>
                  <a:pt x="149844" y="313208"/>
                  <a:pt x="150643" y="315002"/>
                </a:cubicBezTo>
                <a:lnTo>
                  <a:pt x="151173" y="316622"/>
                </a:lnTo>
                <a:lnTo>
                  <a:pt x="158937" y="319323"/>
                </a:lnTo>
                <a:lnTo>
                  <a:pt x="161033" y="319323"/>
                </a:lnTo>
                <a:lnTo>
                  <a:pt x="160994" y="320039"/>
                </a:lnTo>
                <a:lnTo>
                  <a:pt x="167424" y="322276"/>
                </a:lnTo>
                <a:lnTo>
                  <a:pt x="189477" y="321183"/>
                </a:lnTo>
                <a:lnTo>
                  <a:pt x="189803" y="320833"/>
                </a:lnTo>
                <a:cubicBezTo>
                  <a:pt x="189839" y="320539"/>
                  <a:pt x="188182" y="320833"/>
                  <a:pt x="187961" y="320833"/>
                </a:cubicBezTo>
                <a:cubicBezTo>
                  <a:pt x="187740" y="320833"/>
                  <a:pt x="188679" y="320354"/>
                  <a:pt x="188679" y="320354"/>
                </a:cubicBezTo>
                <a:lnTo>
                  <a:pt x="185511" y="320354"/>
                </a:lnTo>
                <a:lnTo>
                  <a:pt x="186156" y="319857"/>
                </a:lnTo>
                <a:lnTo>
                  <a:pt x="179654" y="319857"/>
                </a:lnTo>
                <a:cubicBezTo>
                  <a:pt x="179654" y="319857"/>
                  <a:pt x="180004" y="313042"/>
                  <a:pt x="175970" y="311495"/>
                </a:cubicBezTo>
                <a:cubicBezTo>
                  <a:pt x="172979" y="310276"/>
                  <a:pt x="169656" y="310138"/>
                  <a:pt x="166577" y="311108"/>
                </a:cubicBezTo>
                <a:cubicBezTo>
                  <a:pt x="163225" y="312250"/>
                  <a:pt x="162378" y="317960"/>
                  <a:pt x="161880" y="318292"/>
                </a:cubicBezTo>
                <a:cubicBezTo>
                  <a:pt x="161383" y="318623"/>
                  <a:pt x="161051" y="318034"/>
                  <a:pt x="161051" y="318034"/>
                </a:cubicBezTo>
                <a:cubicBezTo>
                  <a:pt x="161051" y="318034"/>
                  <a:pt x="161770" y="313466"/>
                  <a:pt x="163114" y="312103"/>
                </a:cubicBezTo>
                <a:cubicBezTo>
                  <a:pt x="165190" y="310003"/>
                  <a:pt x="168045" y="308856"/>
                  <a:pt x="170997" y="308935"/>
                </a:cubicBezTo>
                <a:cubicBezTo>
                  <a:pt x="175749" y="308603"/>
                  <a:pt x="180059" y="309819"/>
                  <a:pt x="182048" y="311827"/>
                </a:cubicBezTo>
                <a:cubicBezTo>
                  <a:pt x="184038" y="313834"/>
                  <a:pt x="184167" y="318973"/>
                  <a:pt x="184167" y="318973"/>
                </a:cubicBezTo>
                <a:lnTo>
                  <a:pt x="191534" y="318789"/>
                </a:lnTo>
                <a:cubicBezTo>
                  <a:pt x="191534" y="318789"/>
                  <a:pt x="192952" y="313466"/>
                  <a:pt x="194297" y="312103"/>
                </a:cubicBezTo>
                <a:cubicBezTo>
                  <a:pt x="196371" y="310000"/>
                  <a:pt x="199226" y="308852"/>
                  <a:pt x="202180" y="308935"/>
                </a:cubicBezTo>
                <a:cubicBezTo>
                  <a:pt x="206932" y="308603"/>
                  <a:pt x="211242" y="309819"/>
                  <a:pt x="213231" y="311827"/>
                </a:cubicBezTo>
                <a:cubicBezTo>
                  <a:pt x="215220" y="313834"/>
                  <a:pt x="215349" y="318973"/>
                  <a:pt x="215349" y="318973"/>
                </a:cubicBezTo>
                <a:lnTo>
                  <a:pt x="221591" y="318817"/>
                </a:lnTo>
                <a:lnTo>
                  <a:pt x="222913" y="318189"/>
                </a:lnTo>
                <a:lnTo>
                  <a:pt x="223836" y="315361"/>
                </a:lnTo>
                <a:cubicBezTo>
                  <a:pt x="224563" y="313512"/>
                  <a:pt x="225627" y="311394"/>
                  <a:pt x="226971" y="310316"/>
                </a:cubicBezTo>
                <a:cubicBezTo>
                  <a:pt x="229660" y="308161"/>
                  <a:pt x="234689" y="308567"/>
                  <a:pt x="234689" y="308567"/>
                </a:cubicBezTo>
                <a:lnTo>
                  <a:pt x="234689" y="311293"/>
                </a:lnTo>
                <a:cubicBezTo>
                  <a:pt x="234689" y="311293"/>
                  <a:pt x="229163" y="310832"/>
                  <a:pt x="227026" y="312398"/>
                </a:cubicBezTo>
                <a:lnTo>
                  <a:pt x="224682" y="317349"/>
                </a:lnTo>
                <a:lnTo>
                  <a:pt x="268811" y="296382"/>
                </a:lnTo>
                <a:cubicBezTo>
                  <a:pt x="329254" y="251124"/>
                  <a:pt x="341561" y="165436"/>
                  <a:pt x="296301" y="104995"/>
                </a:cubicBezTo>
                <a:cubicBezTo>
                  <a:pt x="273671" y="74774"/>
                  <a:pt x="240934" y="56587"/>
                  <a:pt x="206300" y="51612"/>
                </a:cubicBezTo>
                <a:close/>
                <a:moveTo>
                  <a:pt x="121010" y="49528"/>
                </a:moveTo>
                <a:cubicBezTo>
                  <a:pt x="120831" y="49701"/>
                  <a:pt x="120642" y="49861"/>
                  <a:pt x="120439" y="50007"/>
                </a:cubicBezTo>
                <a:cubicBezTo>
                  <a:pt x="120273" y="50099"/>
                  <a:pt x="119776" y="50044"/>
                  <a:pt x="119592" y="50210"/>
                </a:cubicBezTo>
                <a:cubicBezTo>
                  <a:pt x="119351" y="50375"/>
                  <a:pt x="119082" y="50501"/>
                  <a:pt x="118800" y="50578"/>
                </a:cubicBezTo>
                <a:cubicBezTo>
                  <a:pt x="118597" y="50578"/>
                  <a:pt x="118174" y="50320"/>
                  <a:pt x="117842" y="50578"/>
                </a:cubicBezTo>
                <a:cubicBezTo>
                  <a:pt x="117511" y="50836"/>
                  <a:pt x="117234" y="50670"/>
                  <a:pt x="117032" y="50836"/>
                </a:cubicBezTo>
                <a:lnTo>
                  <a:pt x="116976" y="50762"/>
                </a:lnTo>
                <a:cubicBezTo>
                  <a:pt x="116811" y="51167"/>
                  <a:pt x="117326" y="51591"/>
                  <a:pt x="117363" y="52015"/>
                </a:cubicBezTo>
                <a:cubicBezTo>
                  <a:pt x="117371" y="52283"/>
                  <a:pt x="117490" y="52538"/>
                  <a:pt x="117695" y="52714"/>
                </a:cubicBezTo>
                <a:cubicBezTo>
                  <a:pt x="118074" y="52923"/>
                  <a:pt x="118393" y="53227"/>
                  <a:pt x="118616" y="53599"/>
                </a:cubicBezTo>
                <a:cubicBezTo>
                  <a:pt x="118800" y="53875"/>
                  <a:pt x="119555" y="54077"/>
                  <a:pt x="119666" y="54262"/>
                </a:cubicBezTo>
                <a:cubicBezTo>
                  <a:pt x="119776" y="54446"/>
                  <a:pt x="120660" y="54814"/>
                  <a:pt x="120918" y="54998"/>
                </a:cubicBezTo>
                <a:cubicBezTo>
                  <a:pt x="121176" y="55183"/>
                  <a:pt x="121286" y="55625"/>
                  <a:pt x="121452" y="55790"/>
                </a:cubicBezTo>
                <a:cubicBezTo>
                  <a:pt x="121660" y="56094"/>
                  <a:pt x="122053" y="56210"/>
                  <a:pt x="122391" y="56067"/>
                </a:cubicBezTo>
                <a:cubicBezTo>
                  <a:pt x="122576" y="55956"/>
                  <a:pt x="122760" y="55422"/>
                  <a:pt x="122926" y="55256"/>
                </a:cubicBezTo>
                <a:cubicBezTo>
                  <a:pt x="123091" y="55090"/>
                  <a:pt x="123441" y="54980"/>
                  <a:pt x="123625" y="54814"/>
                </a:cubicBezTo>
                <a:cubicBezTo>
                  <a:pt x="123894" y="54589"/>
                  <a:pt x="124108" y="54306"/>
                  <a:pt x="124252" y="53985"/>
                </a:cubicBezTo>
                <a:cubicBezTo>
                  <a:pt x="124329" y="53709"/>
                  <a:pt x="124379" y="53425"/>
                  <a:pt x="124399" y="53138"/>
                </a:cubicBezTo>
                <a:cubicBezTo>
                  <a:pt x="124454" y="52807"/>
                  <a:pt x="124307" y="52346"/>
                  <a:pt x="124307" y="52051"/>
                </a:cubicBezTo>
                <a:cubicBezTo>
                  <a:pt x="124434" y="51736"/>
                  <a:pt x="124473" y="51392"/>
                  <a:pt x="124417" y="51057"/>
                </a:cubicBezTo>
                <a:cubicBezTo>
                  <a:pt x="124351" y="50771"/>
                  <a:pt x="124219" y="50506"/>
                  <a:pt x="124031" y="50283"/>
                </a:cubicBezTo>
                <a:cubicBezTo>
                  <a:pt x="123791" y="50141"/>
                  <a:pt x="123539" y="50025"/>
                  <a:pt x="123276" y="49933"/>
                </a:cubicBezTo>
                <a:cubicBezTo>
                  <a:pt x="122852" y="49731"/>
                  <a:pt x="121342" y="49233"/>
                  <a:pt x="121010" y="49528"/>
                </a:cubicBezTo>
                <a:close/>
                <a:moveTo>
                  <a:pt x="111248" y="47042"/>
                </a:moveTo>
                <a:cubicBezTo>
                  <a:pt x="111395" y="47005"/>
                  <a:pt x="111395" y="47539"/>
                  <a:pt x="111414" y="47926"/>
                </a:cubicBezTo>
                <a:cubicBezTo>
                  <a:pt x="111346" y="48341"/>
                  <a:pt x="111222" y="48742"/>
                  <a:pt x="111045" y="49123"/>
                </a:cubicBezTo>
                <a:cubicBezTo>
                  <a:pt x="110769" y="49658"/>
                  <a:pt x="110751" y="50026"/>
                  <a:pt x="110530" y="50450"/>
                </a:cubicBezTo>
                <a:cubicBezTo>
                  <a:pt x="110301" y="50803"/>
                  <a:pt x="110016" y="51114"/>
                  <a:pt x="109682" y="51370"/>
                </a:cubicBezTo>
                <a:cubicBezTo>
                  <a:pt x="109366" y="51556"/>
                  <a:pt x="108959" y="51459"/>
                  <a:pt x="108761" y="51149"/>
                </a:cubicBezTo>
                <a:cubicBezTo>
                  <a:pt x="108577" y="50864"/>
                  <a:pt x="108577" y="50496"/>
                  <a:pt x="108761" y="50210"/>
                </a:cubicBezTo>
                <a:cubicBezTo>
                  <a:pt x="109058" y="49726"/>
                  <a:pt x="109391" y="49263"/>
                  <a:pt x="109756" y="48829"/>
                </a:cubicBezTo>
                <a:cubicBezTo>
                  <a:pt x="109892" y="48632"/>
                  <a:pt x="109999" y="48414"/>
                  <a:pt x="110069" y="48184"/>
                </a:cubicBezTo>
                <a:cubicBezTo>
                  <a:pt x="110143" y="47926"/>
                  <a:pt x="110456" y="47853"/>
                  <a:pt x="110622" y="47539"/>
                </a:cubicBezTo>
                <a:cubicBezTo>
                  <a:pt x="110795" y="47333"/>
                  <a:pt x="111009" y="47166"/>
                  <a:pt x="111248" y="47042"/>
                </a:cubicBezTo>
                <a:close/>
                <a:moveTo>
                  <a:pt x="112832" y="41940"/>
                </a:moveTo>
                <a:cubicBezTo>
                  <a:pt x="112574" y="41940"/>
                  <a:pt x="112114" y="42437"/>
                  <a:pt x="111930" y="42437"/>
                </a:cubicBezTo>
                <a:cubicBezTo>
                  <a:pt x="111606" y="42457"/>
                  <a:pt x="111285" y="42514"/>
                  <a:pt x="110972" y="42603"/>
                </a:cubicBezTo>
                <a:cubicBezTo>
                  <a:pt x="110771" y="42697"/>
                  <a:pt x="110618" y="42870"/>
                  <a:pt x="110548" y="43082"/>
                </a:cubicBezTo>
                <a:cubicBezTo>
                  <a:pt x="110438" y="43247"/>
                  <a:pt x="110340" y="43419"/>
                  <a:pt x="110254" y="43597"/>
                </a:cubicBezTo>
                <a:cubicBezTo>
                  <a:pt x="110130" y="43804"/>
                  <a:pt x="110027" y="44019"/>
                  <a:pt x="109941" y="44242"/>
                </a:cubicBezTo>
                <a:cubicBezTo>
                  <a:pt x="109778" y="44577"/>
                  <a:pt x="109554" y="44877"/>
                  <a:pt x="109277" y="45126"/>
                </a:cubicBezTo>
                <a:cubicBezTo>
                  <a:pt x="108928" y="45476"/>
                  <a:pt x="108909" y="45587"/>
                  <a:pt x="108725" y="45697"/>
                </a:cubicBezTo>
                <a:cubicBezTo>
                  <a:pt x="108476" y="45938"/>
                  <a:pt x="108259" y="46211"/>
                  <a:pt x="108080" y="46507"/>
                </a:cubicBezTo>
                <a:cubicBezTo>
                  <a:pt x="107786" y="46931"/>
                  <a:pt x="107307" y="47226"/>
                  <a:pt x="107122" y="47502"/>
                </a:cubicBezTo>
                <a:cubicBezTo>
                  <a:pt x="106808" y="48045"/>
                  <a:pt x="106373" y="48511"/>
                  <a:pt x="105852" y="48865"/>
                </a:cubicBezTo>
                <a:cubicBezTo>
                  <a:pt x="105649" y="48771"/>
                  <a:pt x="105439" y="48690"/>
                  <a:pt x="105225" y="48626"/>
                </a:cubicBezTo>
                <a:cubicBezTo>
                  <a:pt x="104746" y="48533"/>
                  <a:pt x="104581" y="48460"/>
                  <a:pt x="104249" y="48626"/>
                </a:cubicBezTo>
                <a:cubicBezTo>
                  <a:pt x="104024" y="48902"/>
                  <a:pt x="103816" y="49191"/>
                  <a:pt x="103623" y="49491"/>
                </a:cubicBezTo>
                <a:cubicBezTo>
                  <a:pt x="103623" y="50025"/>
                  <a:pt x="103144" y="50615"/>
                  <a:pt x="103733" y="51646"/>
                </a:cubicBezTo>
                <a:cubicBezTo>
                  <a:pt x="103844" y="51830"/>
                  <a:pt x="104139" y="52217"/>
                  <a:pt x="104691" y="53064"/>
                </a:cubicBezTo>
                <a:cubicBezTo>
                  <a:pt x="105036" y="53514"/>
                  <a:pt x="105406" y="53943"/>
                  <a:pt x="105796" y="54354"/>
                </a:cubicBezTo>
                <a:cubicBezTo>
                  <a:pt x="106109" y="54741"/>
                  <a:pt x="106588" y="55127"/>
                  <a:pt x="106699" y="55311"/>
                </a:cubicBezTo>
                <a:cubicBezTo>
                  <a:pt x="106809" y="55496"/>
                  <a:pt x="107159" y="56030"/>
                  <a:pt x="107251" y="56030"/>
                </a:cubicBezTo>
                <a:cubicBezTo>
                  <a:pt x="107344" y="56030"/>
                  <a:pt x="107399" y="56085"/>
                  <a:pt x="107657" y="56306"/>
                </a:cubicBezTo>
                <a:cubicBezTo>
                  <a:pt x="107915" y="56527"/>
                  <a:pt x="107988" y="56748"/>
                  <a:pt x="108301" y="56914"/>
                </a:cubicBezTo>
                <a:cubicBezTo>
                  <a:pt x="108469" y="56989"/>
                  <a:pt x="108651" y="57028"/>
                  <a:pt x="108835" y="57024"/>
                </a:cubicBezTo>
                <a:cubicBezTo>
                  <a:pt x="109200" y="56892"/>
                  <a:pt x="109552" y="56724"/>
                  <a:pt x="109885" y="56527"/>
                </a:cubicBezTo>
                <a:cubicBezTo>
                  <a:pt x="110051" y="56417"/>
                  <a:pt x="110162" y="56214"/>
                  <a:pt x="110419" y="56048"/>
                </a:cubicBezTo>
                <a:cubicBezTo>
                  <a:pt x="110677" y="55882"/>
                  <a:pt x="111193" y="55827"/>
                  <a:pt x="111340" y="55790"/>
                </a:cubicBezTo>
                <a:cubicBezTo>
                  <a:pt x="111488" y="55754"/>
                  <a:pt x="111893" y="55975"/>
                  <a:pt x="111893" y="56122"/>
                </a:cubicBezTo>
                <a:cubicBezTo>
                  <a:pt x="112094" y="56652"/>
                  <a:pt x="112328" y="57168"/>
                  <a:pt x="112593" y="57669"/>
                </a:cubicBezTo>
                <a:cubicBezTo>
                  <a:pt x="112771" y="58052"/>
                  <a:pt x="112987" y="58415"/>
                  <a:pt x="113237" y="58756"/>
                </a:cubicBezTo>
                <a:cubicBezTo>
                  <a:pt x="113348" y="58922"/>
                  <a:pt x="113698" y="59364"/>
                  <a:pt x="113698" y="59548"/>
                </a:cubicBezTo>
                <a:cubicBezTo>
                  <a:pt x="114177" y="60395"/>
                  <a:pt x="114029" y="60819"/>
                  <a:pt x="113385" y="61224"/>
                </a:cubicBezTo>
                <a:cubicBezTo>
                  <a:pt x="113201" y="61334"/>
                  <a:pt x="112538" y="61150"/>
                  <a:pt x="111930" y="61537"/>
                </a:cubicBezTo>
                <a:cubicBezTo>
                  <a:pt x="111838" y="61592"/>
                  <a:pt x="111101" y="62182"/>
                  <a:pt x="111322" y="62366"/>
                </a:cubicBezTo>
                <a:cubicBezTo>
                  <a:pt x="111543" y="62550"/>
                  <a:pt x="112961" y="62660"/>
                  <a:pt x="113385" y="62900"/>
                </a:cubicBezTo>
                <a:cubicBezTo>
                  <a:pt x="113808" y="63139"/>
                  <a:pt x="114011" y="63397"/>
                  <a:pt x="114343" y="63489"/>
                </a:cubicBezTo>
                <a:cubicBezTo>
                  <a:pt x="114709" y="63521"/>
                  <a:pt x="115077" y="63484"/>
                  <a:pt x="115429" y="63379"/>
                </a:cubicBezTo>
                <a:cubicBezTo>
                  <a:pt x="115706" y="63360"/>
                  <a:pt x="115982" y="63471"/>
                  <a:pt x="116166" y="63471"/>
                </a:cubicBezTo>
                <a:cubicBezTo>
                  <a:pt x="116350" y="63471"/>
                  <a:pt x="116811" y="63379"/>
                  <a:pt x="116958" y="63379"/>
                </a:cubicBezTo>
                <a:cubicBezTo>
                  <a:pt x="117140" y="63460"/>
                  <a:pt x="117347" y="63460"/>
                  <a:pt x="117529" y="63379"/>
                </a:cubicBezTo>
                <a:cubicBezTo>
                  <a:pt x="117713" y="63268"/>
                  <a:pt x="117768" y="62845"/>
                  <a:pt x="118155" y="62366"/>
                </a:cubicBezTo>
                <a:cubicBezTo>
                  <a:pt x="118542" y="61887"/>
                  <a:pt x="118339" y="61095"/>
                  <a:pt x="118542" y="60819"/>
                </a:cubicBezTo>
                <a:cubicBezTo>
                  <a:pt x="118837" y="60248"/>
                  <a:pt x="118872" y="59575"/>
                  <a:pt x="118634" y="58977"/>
                </a:cubicBezTo>
                <a:cubicBezTo>
                  <a:pt x="117787" y="57306"/>
                  <a:pt x="116820" y="55700"/>
                  <a:pt x="115742" y="54170"/>
                </a:cubicBezTo>
                <a:cubicBezTo>
                  <a:pt x="115409" y="53902"/>
                  <a:pt x="115133" y="53571"/>
                  <a:pt x="114932" y="53193"/>
                </a:cubicBezTo>
                <a:cubicBezTo>
                  <a:pt x="114711" y="52825"/>
                  <a:pt x="114932" y="52291"/>
                  <a:pt x="115098" y="52291"/>
                </a:cubicBezTo>
                <a:cubicBezTo>
                  <a:pt x="115328" y="52252"/>
                  <a:pt x="115521" y="52099"/>
                  <a:pt x="115613" y="51886"/>
                </a:cubicBezTo>
                <a:cubicBezTo>
                  <a:pt x="115700" y="51423"/>
                  <a:pt x="115755" y="50956"/>
                  <a:pt x="115779" y="50486"/>
                </a:cubicBezTo>
                <a:cubicBezTo>
                  <a:pt x="115706" y="49162"/>
                  <a:pt x="115706" y="47832"/>
                  <a:pt x="115779" y="46507"/>
                </a:cubicBezTo>
                <a:cubicBezTo>
                  <a:pt x="115800" y="46115"/>
                  <a:pt x="115800" y="45721"/>
                  <a:pt x="115779" y="45329"/>
                </a:cubicBezTo>
                <a:cubicBezTo>
                  <a:pt x="115871" y="44736"/>
                  <a:pt x="116008" y="44152"/>
                  <a:pt x="116184" y="43579"/>
                </a:cubicBezTo>
                <a:cubicBezTo>
                  <a:pt x="116109" y="43264"/>
                  <a:pt x="115927" y="42984"/>
                  <a:pt x="115669" y="42787"/>
                </a:cubicBezTo>
                <a:cubicBezTo>
                  <a:pt x="115485" y="42676"/>
                  <a:pt x="115042" y="42105"/>
                  <a:pt x="114674" y="41940"/>
                </a:cubicBezTo>
                <a:cubicBezTo>
                  <a:pt x="114061" y="41879"/>
                  <a:pt x="113446" y="41879"/>
                  <a:pt x="112832" y="41940"/>
                </a:cubicBezTo>
                <a:close/>
                <a:moveTo>
                  <a:pt x="270495" y="39490"/>
                </a:moveTo>
                <a:cubicBezTo>
                  <a:pt x="270274" y="39435"/>
                  <a:pt x="270053" y="39379"/>
                  <a:pt x="269887" y="39693"/>
                </a:cubicBezTo>
                <a:cubicBezTo>
                  <a:pt x="269751" y="40136"/>
                  <a:pt x="269539" y="40555"/>
                  <a:pt x="269261" y="40927"/>
                </a:cubicBezTo>
                <a:cubicBezTo>
                  <a:pt x="269001" y="41393"/>
                  <a:pt x="268684" y="41825"/>
                  <a:pt x="268321" y="42216"/>
                </a:cubicBezTo>
                <a:cubicBezTo>
                  <a:pt x="267607" y="42678"/>
                  <a:pt x="267019" y="43312"/>
                  <a:pt x="266608" y="44058"/>
                </a:cubicBezTo>
                <a:cubicBezTo>
                  <a:pt x="265642" y="44078"/>
                  <a:pt x="264682" y="43896"/>
                  <a:pt x="263790" y="43524"/>
                </a:cubicBezTo>
                <a:cubicBezTo>
                  <a:pt x="263275" y="43266"/>
                  <a:pt x="262667" y="42658"/>
                  <a:pt x="262372" y="42658"/>
                </a:cubicBezTo>
                <a:cubicBezTo>
                  <a:pt x="262105" y="42597"/>
                  <a:pt x="261829" y="42597"/>
                  <a:pt x="261562" y="42658"/>
                </a:cubicBezTo>
                <a:cubicBezTo>
                  <a:pt x="261249" y="42676"/>
                  <a:pt x="260991" y="42511"/>
                  <a:pt x="260715" y="42511"/>
                </a:cubicBezTo>
                <a:cubicBezTo>
                  <a:pt x="260431" y="42612"/>
                  <a:pt x="260142" y="42698"/>
                  <a:pt x="259849" y="42768"/>
                </a:cubicBezTo>
                <a:cubicBezTo>
                  <a:pt x="259449" y="42811"/>
                  <a:pt x="259118" y="43096"/>
                  <a:pt x="259020" y="43487"/>
                </a:cubicBezTo>
                <a:cubicBezTo>
                  <a:pt x="258707" y="44194"/>
                  <a:pt x="258830" y="45017"/>
                  <a:pt x="259333" y="45605"/>
                </a:cubicBezTo>
                <a:cubicBezTo>
                  <a:pt x="259757" y="45936"/>
                  <a:pt x="259775" y="46323"/>
                  <a:pt x="260070" y="46655"/>
                </a:cubicBezTo>
                <a:cubicBezTo>
                  <a:pt x="260239" y="46844"/>
                  <a:pt x="260466" y="46973"/>
                  <a:pt x="260715" y="47023"/>
                </a:cubicBezTo>
                <a:cubicBezTo>
                  <a:pt x="260976" y="47075"/>
                  <a:pt x="261234" y="47143"/>
                  <a:pt x="261488" y="47226"/>
                </a:cubicBezTo>
                <a:lnTo>
                  <a:pt x="262004" y="47520"/>
                </a:lnTo>
                <a:cubicBezTo>
                  <a:pt x="262188" y="47631"/>
                  <a:pt x="262759" y="47631"/>
                  <a:pt x="262685" y="47870"/>
                </a:cubicBezTo>
                <a:cubicBezTo>
                  <a:pt x="262612" y="48110"/>
                  <a:pt x="262114" y="48478"/>
                  <a:pt x="261875" y="48644"/>
                </a:cubicBezTo>
                <a:cubicBezTo>
                  <a:pt x="261149" y="49338"/>
                  <a:pt x="260274" y="49856"/>
                  <a:pt x="259315" y="50154"/>
                </a:cubicBezTo>
                <a:cubicBezTo>
                  <a:pt x="257631" y="50663"/>
                  <a:pt x="255922" y="51081"/>
                  <a:pt x="254194" y="51407"/>
                </a:cubicBezTo>
                <a:cubicBezTo>
                  <a:pt x="254029" y="51407"/>
                  <a:pt x="253716" y="51407"/>
                  <a:pt x="253568" y="51407"/>
                </a:cubicBezTo>
                <a:cubicBezTo>
                  <a:pt x="253233" y="51469"/>
                  <a:pt x="252894" y="51512"/>
                  <a:pt x="252555" y="51536"/>
                </a:cubicBezTo>
                <a:cubicBezTo>
                  <a:pt x="252106" y="51628"/>
                  <a:pt x="251642" y="51628"/>
                  <a:pt x="251192" y="51536"/>
                </a:cubicBezTo>
                <a:lnTo>
                  <a:pt x="251192" y="51462"/>
                </a:lnTo>
                <a:cubicBezTo>
                  <a:pt x="250621" y="51352"/>
                  <a:pt x="250234" y="51517"/>
                  <a:pt x="250290" y="51683"/>
                </a:cubicBezTo>
                <a:cubicBezTo>
                  <a:pt x="250345" y="51849"/>
                  <a:pt x="250603" y="52070"/>
                  <a:pt x="250842" y="52328"/>
                </a:cubicBezTo>
                <a:cubicBezTo>
                  <a:pt x="251082" y="52586"/>
                  <a:pt x="250732" y="53120"/>
                  <a:pt x="250842" y="53396"/>
                </a:cubicBezTo>
                <a:cubicBezTo>
                  <a:pt x="250953" y="53672"/>
                  <a:pt x="250916" y="54004"/>
                  <a:pt x="251100" y="54170"/>
                </a:cubicBezTo>
                <a:cubicBezTo>
                  <a:pt x="251378" y="54328"/>
                  <a:pt x="251686" y="54435"/>
                  <a:pt x="252003" y="54483"/>
                </a:cubicBezTo>
                <a:cubicBezTo>
                  <a:pt x="252544" y="54680"/>
                  <a:pt x="253098" y="54840"/>
                  <a:pt x="253660" y="54962"/>
                </a:cubicBezTo>
                <a:cubicBezTo>
                  <a:pt x="254102" y="54962"/>
                  <a:pt x="255263" y="54962"/>
                  <a:pt x="255742" y="54962"/>
                </a:cubicBezTo>
                <a:cubicBezTo>
                  <a:pt x="256697" y="55142"/>
                  <a:pt x="257677" y="55142"/>
                  <a:pt x="258633" y="54962"/>
                </a:cubicBezTo>
                <a:cubicBezTo>
                  <a:pt x="260051" y="54520"/>
                  <a:pt x="260880" y="54464"/>
                  <a:pt x="261893" y="54151"/>
                </a:cubicBezTo>
                <a:cubicBezTo>
                  <a:pt x="262906" y="53838"/>
                  <a:pt x="264380" y="52420"/>
                  <a:pt x="264582" y="52788"/>
                </a:cubicBezTo>
                <a:cubicBezTo>
                  <a:pt x="264785" y="53157"/>
                  <a:pt x="265061" y="54593"/>
                  <a:pt x="265614" y="55809"/>
                </a:cubicBezTo>
                <a:cubicBezTo>
                  <a:pt x="265769" y="56328"/>
                  <a:pt x="265892" y="56859"/>
                  <a:pt x="265982" y="57393"/>
                </a:cubicBezTo>
                <a:cubicBezTo>
                  <a:pt x="266052" y="58327"/>
                  <a:pt x="266181" y="59257"/>
                  <a:pt x="266369" y="60174"/>
                </a:cubicBezTo>
                <a:cubicBezTo>
                  <a:pt x="266824" y="61156"/>
                  <a:pt x="266824" y="62287"/>
                  <a:pt x="266369" y="63268"/>
                </a:cubicBezTo>
                <a:cubicBezTo>
                  <a:pt x="266376" y="63694"/>
                  <a:pt x="266562" y="64095"/>
                  <a:pt x="266885" y="64373"/>
                </a:cubicBezTo>
                <a:cubicBezTo>
                  <a:pt x="267272" y="64760"/>
                  <a:pt x="267916" y="64779"/>
                  <a:pt x="268285" y="65460"/>
                </a:cubicBezTo>
                <a:cubicBezTo>
                  <a:pt x="268526" y="65757"/>
                  <a:pt x="268819" y="66005"/>
                  <a:pt x="269150" y="66197"/>
                </a:cubicBezTo>
                <a:cubicBezTo>
                  <a:pt x="269556" y="66510"/>
                  <a:pt x="270034" y="66639"/>
                  <a:pt x="270274" y="66823"/>
                </a:cubicBezTo>
                <a:cubicBezTo>
                  <a:pt x="270603" y="67072"/>
                  <a:pt x="270948" y="67300"/>
                  <a:pt x="271305" y="67505"/>
                </a:cubicBezTo>
                <a:cubicBezTo>
                  <a:pt x="271453" y="67560"/>
                  <a:pt x="271637" y="67726"/>
                  <a:pt x="271839" y="67689"/>
                </a:cubicBezTo>
                <a:cubicBezTo>
                  <a:pt x="272042" y="67652"/>
                  <a:pt x="272337" y="67560"/>
                  <a:pt x="272539" y="67560"/>
                </a:cubicBezTo>
                <a:cubicBezTo>
                  <a:pt x="273020" y="67775"/>
                  <a:pt x="273569" y="67775"/>
                  <a:pt x="274050" y="67560"/>
                </a:cubicBezTo>
                <a:cubicBezTo>
                  <a:pt x="274344" y="67449"/>
                  <a:pt x="274473" y="67026"/>
                  <a:pt x="274584" y="66860"/>
                </a:cubicBezTo>
                <a:cubicBezTo>
                  <a:pt x="274694" y="66694"/>
                  <a:pt x="275118" y="66713"/>
                  <a:pt x="275118" y="66455"/>
                </a:cubicBezTo>
                <a:cubicBezTo>
                  <a:pt x="275118" y="66197"/>
                  <a:pt x="274768" y="65957"/>
                  <a:pt x="274602" y="65736"/>
                </a:cubicBezTo>
                <a:cubicBezTo>
                  <a:pt x="273921" y="64926"/>
                  <a:pt x="273497" y="64429"/>
                  <a:pt x="273018" y="63895"/>
                </a:cubicBezTo>
                <a:cubicBezTo>
                  <a:pt x="272834" y="63674"/>
                  <a:pt x="272705" y="63139"/>
                  <a:pt x="272466" y="62808"/>
                </a:cubicBezTo>
                <a:cubicBezTo>
                  <a:pt x="272127" y="62458"/>
                  <a:pt x="271825" y="62077"/>
                  <a:pt x="271563" y="61666"/>
                </a:cubicBezTo>
                <a:cubicBezTo>
                  <a:pt x="271233" y="60769"/>
                  <a:pt x="270821" y="59905"/>
                  <a:pt x="270329" y="59087"/>
                </a:cubicBezTo>
                <a:cubicBezTo>
                  <a:pt x="269740" y="58203"/>
                  <a:pt x="269887" y="56361"/>
                  <a:pt x="269629" y="55698"/>
                </a:cubicBezTo>
                <a:cubicBezTo>
                  <a:pt x="269060" y="54321"/>
                  <a:pt x="268688" y="52869"/>
                  <a:pt x="268524" y="51388"/>
                </a:cubicBezTo>
                <a:cubicBezTo>
                  <a:pt x="268495" y="50874"/>
                  <a:pt x="268697" y="50373"/>
                  <a:pt x="269077" y="50025"/>
                </a:cubicBezTo>
                <a:cubicBezTo>
                  <a:pt x="269371" y="49810"/>
                  <a:pt x="269703" y="49648"/>
                  <a:pt x="270053" y="49547"/>
                </a:cubicBezTo>
                <a:cubicBezTo>
                  <a:pt x="270727" y="49565"/>
                  <a:pt x="271395" y="49670"/>
                  <a:pt x="272042" y="49860"/>
                </a:cubicBezTo>
                <a:cubicBezTo>
                  <a:pt x="272392" y="49970"/>
                  <a:pt x="272760" y="50154"/>
                  <a:pt x="273184" y="50338"/>
                </a:cubicBezTo>
                <a:cubicBezTo>
                  <a:pt x="273595" y="50525"/>
                  <a:pt x="274040" y="50618"/>
                  <a:pt x="274492" y="50615"/>
                </a:cubicBezTo>
                <a:cubicBezTo>
                  <a:pt x="275144" y="50764"/>
                  <a:pt x="275810" y="50845"/>
                  <a:pt x="276481" y="50854"/>
                </a:cubicBezTo>
                <a:cubicBezTo>
                  <a:pt x="276923" y="50744"/>
                  <a:pt x="277125" y="50578"/>
                  <a:pt x="277457" y="50744"/>
                </a:cubicBezTo>
                <a:cubicBezTo>
                  <a:pt x="277789" y="50909"/>
                  <a:pt x="277862" y="50799"/>
                  <a:pt x="278028" y="50504"/>
                </a:cubicBezTo>
                <a:cubicBezTo>
                  <a:pt x="278323" y="49786"/>
                  <a:pt x="278562" y="48791"/>
                  <a:pt x="278028" y="48368"/>
                </a:cubicBezTo>
                <a:cubicBezTo>
                  <a:pt x="277494" y="47944"/>
                  <a:pt x="277033" y="47631"/>
                  <a:pt x="277015" y="47263"/>
                </a:cubicBezTo>
                <a:cubicBezTo>
                  <a:pt x="276997" y="46894"/>
                  <a:pt x="275781" y="46544"/>
                  <a:pt x="275578" y="46434"/>
                </a:cubicBezTo>
                <a:cubicBezTo>
                  <a:pt x="275376" y="46323"/>
                  <a:pt x="274713" y="46544"/>
                  <a:pt x="274252" y="46544"/>
                </a:cubicBezTo>
                <a:cubicBezTo>
                  <a:pt x="273926" y="46522"/>
                  <a:pt x="273606" y="46460"/>
                  <a:pt x="273294" y="46360"/>
                </a:cubicBezTo>
                <a:cubicBezTo>
                  <a:pt x="273018" y="46268"/>
                  <a:pt x="272447" y="46268"/>
                  <a:pt x="272447" y="46268"/>
                </a:cubicBezTo>
                <a:cubicBezTo>
                  <a:pt x="272226" y="46281"/>
                  <a:pt x="272007" y="46222"/>
                  <a:pt x="271821" y="46102"/>
                </a:cubicBezTo>
                <a:cubicBezTo>
                  <a:pt x="271674" y="45973"/>
                  <a:pt x="272300" y="45439"/>
                  <a:pt x="272300" y="45329"/>
                </a:cubicBezTo>
                <a:cubicBezTo>
                  <a:pt x="272852" y="44868"/>
                  <a:pt x="273350" y="44500"/>
                  <a:pt x="273626" y="44297"/>
                </a:cubicBezTo>
                <a:cubicBezTo>
                  <a:pt x="273902" y="44095"/>
                  <a:pt x="273718" y="43874"/>
                  <a:pt x="273902" y="43487"/>
                </a:cubicBezTo>
                <a:cubicBezTo>
                  <a:pt x="274086" y="43100"/>
                  <a:pt x="274344" y="42989"/>
                  <a:pt x="274086" y="42603"/>
                </a:cubicBezTo>
                <a:cubicBezTo>
                  <a:pt x="273760" y="42170"/>
                  <a:pt x="273567" y="41652"/>
                  <a:pt x="273534" y="41111"/>
                </a:cubicBezTo>
                <a:cubicBezTo>
                  <a:pt x="273534" y="40908"/>
                  <a:pt x="272410" y="40466"/>
                  <a:pt x="272226" y="40282"/>
                </a:cubicBezTo>
                <a:cubicBezTo>
                  <a:pt x="272042" y="40098"/>
                  <a:pt x="271600" y="40227"/>
                  <a:pt x="271379" y="40098"/>
                </a:cubicBezTo>
                <a:cubicBezTo>
                  <a:pt x="271158" y="39969"/>
                  <a:pt x="271213" y="39693"/>
                  <a:pt x="270495" y="39490"/>
                </a:cubicBezTo>
                <a:close/>
                <a:moveTo>
                  <a:pt x="149964" y="36635"/>
                </a:moveTo>
                <a:lnTo>
                  <a:pt x="150019" y="36709"/>
                </a:lnTo>
                <a:lnTo>
                  <a:pt x="149978" y="36662"/>
                </a:lnTo>
                <a:close/>
                <a:moveTo>
                  <a:pt x="106017" y="33136"/>
                </a:moveTo>
                <a:cubicBezTo>
                  <a:pt x="105778" y="33044"/>
                  <a:pt x="105410" y="33375"/>
                  <a:pt x="105078" y="33375"/>
                </a:cubicBezTo>
                <a:cubicBezTo>
                  <a:pt x="104746" y="33375"/>
                  <a:pt x="104636" y="33246"/>
                  <a:pt x="104415" y="33375"/>
                </a:cubicBezTo>
                <a:cubicBezTo>
                  <a:pt x="104141" y="33568"/>
                  <a:pt x="103851" y="33742"/>
                  <a:pt x="103549" y="33891"/>
                </a:cubicBezTo>
                <a:cubicBezTo>
                  <a:pt x="103301" y="33988"/>
                  <a:pt x="103061" y="34106"/>
                  <a:pt x="102831" y="34241"/>
                </a:cubicBezTo>
                <a:cubicBezTo>
                  <a:pt x="102518" y="34443"/>
                  <a:pt x="102518" y="34646"/>
                  <a:pt x="102389" y="34793"/>
                </a:cubicBezTo>
                <a:cubicBezTo>
                  <a:pt x="102260" y="34941"/>
                  <a:pt x="101928" y="35088"/>
                  <a:pt x="101836" y="35198"/>
                </a:cubicBezTo>
                <a:cubicBezTo>
                  <a:pt x="101744" y="35309"/>
                  <a:pt x="101744" y="35585"/>
                  <a:pt x="101394" y="35806"/>
                </a:cubicBezTo>
                <a:cubicBezTo>
                  <a:pt x="101044" y="36027"/>
                  <a:pt x="100584" y="36083"/>
                  <a:pt x="100473" y="36580"/>
                </a:cubicBezTo>
                <a:cubicBezTo>
                  <a:pt x="100394" y="36819"/>
                  <a:pt x="100442" y="37085"/>
                  <a:pt x="100602" y="37280"/>
                </a:cubicBezTo>
                <a:cubicBezTo>
                  <a:pt x="100879" y="37501"/>
                  <a:pt x="102186" y="38109"/>
                  <a:pt x="102297" y="38551"/>
                </a:cubicBezTo>
                <a:cubicBezTo>
                  <a:pt x="102380" y="38809"/>
                  <a:pt x="102441" y="39074"/>
                  <a:pt x="102481" y="39343"/>
                </a:cubicBezTo>
                <a:cubicBezTo>
                  <a:pt x="102610" y="39656"/>
                  <a:pt x="102610" y="39766"/>
                  <a:pt x="102610" y="40006"/>
                </a:cubicBezTo>
                <a:cubicBezTo>
                  <a:pt x="102601" y="40238"/>
                  <a:pt x="102673" y="40466"/>
                  <a:pt x="102813" y="40650"/>
                </a:cubicBezTo>
                <a:cubicBezTo>
                  <a:pt x="103058" y="40766"/>
                  <a:pt x="103341" y="40766"/>
                  <a:pt x="103586" y="40650"/>
                </a:cubicBezTo>
                <a:cubicBezTo>
                  <a:pt x="103844" y="40503"/>
                  <a:pt x="104157" y="40411"/>
                  <a:pt x="104268" y="40503"/>
                </a:cubicBezTo>
                <a:cubicBezTo>
                  <a:pt x="104378" y="40595"/>
                  <a:pt x="104618" y="40595"/>
                  <a:pt x="104673" y="40982"/>
                </a:cubicBezTo>
                <a:cubicBezTo>
                  <a:pt x="104728" y="41369"/>
                  <a:pt x="104489" y="41534"/>
                  <a:pt x="104157" y="41940"/>
                </a:cubicBezTo>
                <a:cubicBezTo>
                  <a:pt x="103826" y="42345"/>
                  <a:pt x="102665" y="43432"/>
                  <a:pt x="102555" y="43782"/>
                </a:cubicBezTo>
                <a:cubicBezTo>
                  <a:pt x="102444" y="44131"/>
                  <a:pt x="101947" y="44187"/>
                  <a:pt x="101597" y="44555"/>
                </a:cubicBezTo>
                <a:cubicBezTo>
                  <a:pt x="100915" y="45277"/>
                  <a:pt x="100184" y="45948"/>
                  <a:pt x="99405" y="46563"/>
                </a:cubicBezTo>
                <a:cubicBezTo>
                  <a:pt x="99147" y="46747"/>
                  <a:pt x="98760" y="47447"/>
                  <a:pt x="98576" y="47539"/>
                </a:cubicBezTo>
                <a:cubicBezTo>
                  <a:pt x="98392" y="47631"/>
                  <a:pt x="98079" y="47392"/>
                  <a:pt x="97932" y="47539"/>
                </a:cubicBezTo>
                <a:lnTo>
                  <a:pt x="97932" y="47465"/>
                </a:lnTo>
                <a:cubicBezTo>
                  <a:pt x="97357" y="48062"/>
                  <a:pt x="96900" y="48762"/>
                  <a:pt x="96587" y="49528"/>
                </a:cubicBezTo>
                <a:cubicBezTo>
                  <a:pt x="96548" y="49786"/>
                  <a:pt x="96622" y="50047"/>
                  <a:pt x="96790" y="50246"/>
                </a:cubicBezTo>
                <a:cubicBezTo>
                  <a:pt x="97048" y="50615"/>
                  <a:pt x="97324" y="50946"/>
                  <a:pt x="97324" y="51038"/>
                </a:cubicBezTo>
                <a:cubicBezTo>
                  <a:pt x="97490" y="51444"/>
                  <a:pt x="97803" y="51886"/>
                  <a:pt x="98134" y="51849"/>
                </a:cubicBezTo>
                <a:cubicBezTo>
                  <a:pt x="98466" y="51812"/>
                  <a:pt x="98595" y="51462"/>
                  <a:pt x="99092" y="51370"/>
                </a:cubicBezTo>
                <a:cubicBezTo>
                  <a:pt x="99589" y="51278"/>
                  <a:pt x="99516" y="51591"/>
                  <a:pt x="99792" y="51370"/>
                </a:cubicBezTo>
                <a:cubicBezTo>
                  <a:pt x="100068" y="51149"/>
                  <a:pt x="100197" y="50854"/>
                  <a:pt x="100197" y="50652"/>
                </a:cubicBezTo>
                <a:cubicBezTo>
                  <a:pt x="100354" y="50403"/>
                  <a:pt x="100545" y="50180"/>
                  <a:pt x="100768" y="49989"/>
                </a:cubicBezTo>
                <a:cubicBezTo>
                  <a:pt x="101081" y="49768"/>
                  <a:pt x="101468" y="49565"/>
                  <a:pt x="101468" y="49270"/>
                </a:cubicBezTo>
                <a:cubicBezTo>
                  <a:pt x="101615" y="49134"/>
                  <a:pt x="101783" y="49022"/>
                  <a:pt x="101965" y="48939"/>
                </a:cubicBezTo>
                <a:cubicBezTo>
                  <a:pt x="102208" y="48845"/>
                  <a:pt x="102428" y="48701"/>
                  <a:pt x="102610" y="48515"/>
                </a:cubicBezTo>
                <a:cubicBezTo>
                  <a:pt x="102805" y="48287"/>
                  <a:pt x="103013" y="48071"/>
                  <a:pt x="103236" y="47870"/>
                </a:cubicBezTo>
                <a:cubicBezTo>
                  <a:pt x="103485" y="47753"/>
                  <a:pt x="103700" y="47576"/>
                  <a:pt x="103862" y="47355"/>
                </a:cubicBezTo>
                <a:cubicBezTo>
                  <a:pt x="104028" y="47115"/>
                  <a:pt x="104397" y="46949"/>
                  <a:pt x="104562" y="46673"/>
                </a:cubicBezTo>
                <a:cubicBezTo>
                  <a:pt x="104728" y="46397"/>
                  <a:pt x="105115" y="46268"/>
                  <a:pt x="105299" y="45918"/>
                </a:cubicBezTo>
                <a:cubicBezTo>
                  <a:pt x="105483" y="45568"/>
                  <a:pt x="106054" y="45531"/>
                  <a:pt x="106054" y="45144"/>
                </a:cubicBezTo>
                <a:cubicBezTo>
                  <a:pt x="106900" y="44168"/>
                  <a:pt x="107811" y="43253"/>
                  <a:pt x="108780" y="42400"/>
                </a:cubicBezTo>
                <a:cubicBezTo>
                  <a:pt x="109152" y="41956"/>
                  <a:pt x="109498" y="41488"/>
                  <a:pt x="109812" y="41000"/>
                </a:cubicBezTo>
                <a:cubicBezTo>
                  <a:pt x="110180" y="40687"/>
                  <a:pt x="110622" y="40632"/>
                  <a:pt x="110788" y="40466"/>
                </a:cubicBezTo>
                <a:cubicBezTo>
                  <a:pt x="111016" y="40129"/>
                  <a:pt x="111276" y="39816"/>
                  <a:pt x="111561" y="39527"/>
                </a:cubicBezTo>
                <a:cubicBezTo>
                  <a:pt x="111746" y="39306"/>
                  <a:pt x="112151" y="38845"/>
                  <a:pt x="112372" y="38643"/>
                </a:cubicBezTo>
                <a:lnTo>
                  <a:pt x="113366" y="37869"/>
                </a:lnTo>
                <a:cubicBezTo>
                  <a:pt x="113551" y="37759"/>
                  <a:pt x="114490" y="37077"/>
                  <a:pt x="114656" y="36948"/>
                </a:cubicBezTo>
                <a:cubicBezTo>
                  <a:pt x="115153" y="36709"/>
                  <a:pt x="115613" y="36893"/>
                  <a:pt x="115613" y="36709"/>
                </a:cubicBezTo>
                <a:cubicBezTo>
                  <a:pt x="115871" y="36175"/>
                  <a:pt x="116516" y="34941"/>
                  <a:pt x="116332" y="34554"/>
                </a:cubicBezTo>
                <a:cubicBezTo>
                  <a:pt x="116148" y="34167"/>
                  <a:pt x="115982" y="33872"/>
                  <a:pt x="115871" y="33688"/>
                </a:cubicBezTo>
                <a:cubicBezTo>
                  <a:pt x="115715" y="33524"/>
                  <a:pt x="115485" y="33454"/>
                  <a:pt x="115264" y="33504"/>
                </a:cubicBezTo>
                <a:cubicBezTo>
                  <a:pt x="114829" y="33644"/>
                  <a:pt x="114354" y="33563"/>
                  <a:pt x="113993" y="33283"/>
                </a:cubicBezTo>
                <a:cubicBezTo>
                  <a:pt x="113808" y="33136"/>
                  <a:pt x="113495" y="33338"/>
                  <a:pt x="113182" y="33467"/>
                </a:cubicBezTo>
                <a:cubicBezTo>
                  <a:pt x="112869" y="33596"/>
                  <a:pt x="112501" y="33467"/>
                  <a:pt x="112335" y="33596"/>
                </a:cubicBezTo>
                <a:cubicBezTo>
                  <a:pt x="111860" y="33985"/>
                  <a:pt x="111416" y="34408"/>
                  <a:pt x="111009" y="34867"/>
                </a:cubicBezTo>
                <a:cubicBezTo>
                  <a:pt x="110659" y="35272"/>
                  <a:pt x="108928" y="36875"/>
                  <a:pt x="108688" y="37114"/>
                </a:cubicBezTo>
                <a:cubicBezTo>
                  <a:pt x="108449" y="37353"/>
                  <a:pt x="108264" y="37040"/>
                  <a:pt x="108264" y="36746"/>
                </a:cubicBezTo>
                <a:cubicBezTo>
                  <a:pt x="108614" y="35954"/>
                  <a:pt x="108854" y="35898"/>
                  <a:pt x="108264" y="34904"/>
                </a:cubicBezTo>
                <a:cubicBezTo>
                  <a:pt x="107675" y="33909"/>
                  <a:pt x="107030" y="34038"/>
                  <a:pt x="106828" y="33909"/>
                </a:cubicBezTo>
                <a:cubicBezTo>
                  <a:pt x="106625" y="33780"/>
                  <a:pt x="106257" y="33228"/>
                  <a:pt x="106017" y="33136"/>
                </a:cubicBezTo>
                <a:close/>
                <a:moveTo>
                  <a:pt x="164302" y="27932"/>
                </a:moveTo>
                <a:cubicBezTo>
                  <a:pt x="164475" y="27938"/>
                  <a:pt x="164612" y="28082"/>
                  <a:pt x="164606" y="28255"/>
                </a:cubicBezTo>
                <a:cubicBezTo>
                  <a:pt x="164645" y="28746"/>
                  <a:pt x="164455" y="29229"/>
                  <a:pt x="164091" y="29562"/>
                </a:cubicBezTo>
                <a:cubicBezTo>
                  <a:pt x="163737" y="29671"/>
                  <a:pt x="163357" y="29671"/>
                  <a:pt x="163004" y="29562"/>
                </a:cubicBezTo>
                <a:cubicBezTo>
                  <a:pt x="162882" y="29391"/>
                  <a:pt x="162825" y="29183"/>
                  <a:pt x="162838" y="28973"/>
                </a:cubicBezTo>
                <a:cubicBezTo>
                  <a:pt x="162827" y="28735"/>
                  <a:pt x="162899" y="28501"/>
                  <a:pt x="163041" y="28310"/>
                </a:cubicBezTo>
                <a:cubicBezTo>
                  <a:pt x="163426" y="28161"/>
                  <a:pt x="163818" y="28037"/>
                  <a:pt x="164220" y="27942"/>
                </a:cubicBezTo>
                <a:cubicBezTo>
                  <a:pt x="164247" y="27934"/>
                  <a:pt x="164275" y="27932"/>
                  <a:pt x="164302" y="27932"/>
                </a:cubicBezTo>
                <a:close/>
                <a:moveTo>
                  <a:pt x="167665" y="26394"/>
                </a:moveTo>
                <a:cubicBezTo>
                  <a:pt x="167830" y="26265"/>
                  <a:pt x="168199" y="26192"/>
                  <a:pt x="168291" y="26523"/>
                </a:cubicBezTo>
                <a:cubicBezTo>
                  <a:pt x="168352" y="26783"/>
                  <a:pt x="168383" y="27048"/>
                  <a:pt x="168383" y="27315"/>
                </a:cubicBezTo>
                <a:cubicBezTo>
                  <a:pt x="168234" y="27765"/>
                  <a:pt x="167876" y="28113"/>
                  <a:pt x="167425" y="28254"/>
                </a:cubicBezTo>
                <a:cubicBezTo>
                  <a:pt x="167296" y="28310"/>
                  <a:pt x="166762" y="27997"/>
                  <a:pt x="166762" y="27794"/>
                </a:cubicBezTo>
                <a:cubicBezTo>
                  <a:pt x="166762" y="27591"/>
                  <a:pt x="166302" y="26855"/>
                  <a:pt x="166762" y="26836"/>
                </a:cubicBezTo>
                <a:cubicBezTo>
                  <a:pt x="167222" y="26818"/>
                  <a:pt x="167388" y="26523"/>
                  <a:pt x="167665" y="26394"/>
                </a:cubicBezTo>
                <a:close/>
                <a:moveTo>
                  <a:pt x="163299" y="23963"/>
                </a:moveTo>
                <a:cubicBezTo>
                  <a:pt x="163943" y="23724"/>
                  <a:pt x="164183" y="24129"/>
                  <a:pt x="164201" y="24737"/>
                </a:cubicBezTo>
                <a:cubicBezTo>
                  <a:pt x="164220" y="25345"/>
                  <a:pt x="163593" y="25584"/>
                  <a:pt x="163151" y="26044"/>
                </a:cubicBezTo>
                <a:cubicBezTo>
                  <a:pt x="162930" y="26265"/>
                  <a:pt x="162930" y="26044"/>
                  <a:pt x="162673" y="25842"/>
                </a:cubicBezTo>
                <a:cubicBezTo>
                  <a:pt x="162415" y="25639"/>
                  <a:pt x="162415" y="25142"/>
                  <a:pt x="162415" y="24829"/>
                </a:cubicBezTo>
                <a:cubicBezTo>
                  <a:pt x="162286" y="24111"/>
                  <a:pt x="163133" y="24258"/>
                  <a:pt x="163299" y="23963"/>
                </a:cubicBezTo>
                <a:close/>
                <a:moveTo>
                  <a:pt x="215055" y="23208"/>
                </a:moveTo>
                <a:cubicBezTo>
                  <a:pt x="214503" y="23337"/>
                  <a:pt x="214005" y="23245"/>
                  <a:pt x="213839" y="23816"/>
                </a:cubicBezTo>
                <a:cubicBezTo>
                  <a:pt x="213784" y="24018"/>
                  <a:pt x="213655" y="24755"/>
                  <a:pt x="213655" y="24976"/>
                </a:cubicBezTo>
                <a:cubicBezTo>
                  <a:pt x="213572" y="25383"/>
                  <a:pt x="213572" y="25803"/>
                  <a:pt x="213655" y="26210"/>
                </a:cubicBezTo>
                <a:cubicBezTo>
                  <a:pt x="213944" y="26715"/>
                  <a:pt x="214095" y="27286"/>
                  <a:pt x="214097" y="27868"/>
                </a:cubicBezTo>
                <a:cubicBezTo>
                  <a:pt x="214024" y="28439"/>
                  <a:pt x="213821" y="28936"/>
                  <a:pt x="214189" y="29194"/>
                </a:cubicBezTo>
                <a:cubicBezTo>
                  <a:pt x="214615" y="29393"/>
                  <a:pt x="215084" y="29476"/>
                  <a:pt x="215552" y="29433"/>
                </a:cubicBezTo>
                <a:cubicBezTo>
                  <a:pt x="215913" y="29411"/>
                  <a:pt x="216278" y="29411"/>
                  <a:pt x="216639" y="29433"/>
                </a:cubicBezTo>
                <a:cubicBezTo>
                  <a:pt x="216842" y="29562"/>
                  <a:pt x="216750" y="30041"/>
                  <a:pt x="216639" y="30446"/>
                </a:cubicBezTo>
                <a:cubicBezTo>
                  <a:pt x="216541" y="30863"/>
                  <a:pt x="216366" y="31257"/>
                  <a:pt x="216123" y="31607"/>
                </a:cubicBezTo>
                <a:cubicBezTo>
                  <a:pt x="215663" y="32344"/>
                  <a:pt x="214963" y="34443"/>
                  <a:pt x="213121" y="34701"/>
                </a:cubicBezTo>
                <a:cubicBezTo>
                  <a:pt x="212200" y="34812"/>
                  <a:pt x="210948" y="35143"/>
                  <a:pt x="210137" y="35143"/>
                </a:cubicBezTo>
                <a:cubicBezTo>
                  <a:pt x="209861" y="35143"/>
                  <a:pt x="209401" y="35143"/>
                  <a:pt x="209106" y="35143"/>
                </a:cubicBezTo>
                <a:cubicBezTo>
                  <a:pt x="208240" y="35217"/>
                  <a:pt x="206804" y="35456"/>
                  <a:pt x="206398" y="35456"/>
                </a:cubicBezTo>
                <a:cubicBezTo>
                  <a:pt x="205993" y="35456"/>
                  <a:pt x="205459" y="35051"/>
                  <a:pt x="205238" y="35051"/>
                </a:cubicBezTo>
                <a:cubicBezTo>
                  <a:pt x="204437" y="35049"/>
                  <a:pt x="203648" y="35259"/>
                  <a:pt x="202954" y="35659"/>
                </a:cubicBezTo>
                <a:cubicBezTo>
                  <a:pt x="202996" y="36099"/>
                  <a:pt x="202926" y="36543"/>
                  <a:pt x="202751" y="36948"/>
                </a:cubicBezTo>
                <a:lnTo>
                  <a:pt x="202751" y="36875"/>
                </a:lnTo>
                <a:cubicBezTo>
                  <a:pt x="202549" y="37225"/>
                  <a:pt x="202424" y="37613"/>
                  <a:pt x="202383" y="38016"/>
                </a:cubicBezTo>
                <a:cubicBezTo>
                  <a:pt x="202936" y="38901"/>
                  <a:pt x="203599" y="40135"/>
                  <a:pt x="203801" y="40227"/>
                </a:cubicBezTo>
                <a:cubicBezTo>
                  <a:pt x="204004" y="40319"/>
                  <a:pt x="207246" y="39748"/>
                  <a:pt x="209087" y="39600"/>
                </a:cubicBezTo>
                <a:cubicBezTo>
                  <a:pt x="210476" y="39501"/>
                  <a:pt x="211872" y="39556"/>
                  <a:pt x="213250" y="39766"/>
                </a:cubicBezTo>
                <a:cubicBezTo>
                  <a:pt x="213895" y="39877"/>
                  <a:pt x="214871" y="40300"/>
                  <a:pt x="215479" y="40374"/>
                </a:cubicBezTo>
                <a:cubicBezTo>
                  <a:pt x="216086" y="40448"/>
                  <a:pt x="217118" y="40577"/>
                  <a:pt x="217505" y="40577"/>
                </a:cubicBezTo>
                <a:cubicBezTo>
                  <a:pt x="218212" y="40582"/>
                  <a:pt x="218916" y="40700"/>
                  <a:pt x="219586" y="40927"/>
                </a:cubicBezTo>
                <a:cubicBezTo>
                  <a:pt x="219973" y="41074"/>
                  <a:pt x="220986" y="41184"/>
                  <a:pt x="221594" y="41424"/>
                </a:cubicBezTo>
                <a:cubicBezTo>
                  <a:pt x="222201" y="41663"/>
                  <a:pt x="223251" y="42032"/>
                  <a:pt x="223749" y="42161"/>
                </a:cubicBezTo>
                <a:cubicBezTo>
                  <a:pt x="224246" y="42290"/>
                  <a:pt x="224669" y="42271"/>
                  <a:pt x="225112" y="42382"/>
                </a:cubicBezTo>
                <a:cubicBezTo>
                  <a:pt x="225539" y="42542"/>
                  <a:pt x="225957" y="42728"/>
                  <a:pt x="226364" y="42934"/>
                </a:cubicBezTo>
                <a:cubicBezTo>
                  <a:pt x="226567" y="42989"/>
                  <a:pt x="226917" y="43008"/>
                  <a:pt x="227580" y="43155"/>
                </a:cubicBezTo>
                <a:cubicBezTo>
                  <a:pt x="227838" y="43211"/>
                  <a:pt x="228132" y="42897"/>
                  <a:pt x="228353" y="42676"/>
                </a:cubicBezTo>
                <a:cubicBezTo>
                  <a:pt x="228565" y="42501"/>
                  <a:pt x="228734" y="42280"/>
                  <a:pt x="228851" y="42032"/>
                </a:cubicBezTo>
                <a:cubicBezTo>
                  <a:pt x="228895" y="41875"/>
                  <a:pt x="228895" y="41709"/>
                  <a:pt x="228851" y="41553"/>
                </a:cubicBezTo>
                <a:cubicBezTo>
                  <a:pt x="228851" y="41516"/>
                  <a:pt x="228851" y="41313"/>
                  <a:pt x="228851" y="41221"/>
                </a:cubicBezTo>
                <a:cubicBezTo>
                  <a:pt x="228897" y="40934"/>
                  <a:pt x="228897" y="40643"/>
                  <a:pt x="228851" y="40356"/>
                </a:cubicBezTo>
                <a:cubicBezTo>
                  <a:pt x="228758" y="39637"/>
                  <a:pt x="228169" y="39343"/>
                  <a:pt x="227856" y="39048"/>
                </a:cubicBezTo>
                <a:cubicBezTo>
                  <a:pt x="227604" y="38777"/>
                  <a:pt x="227333" y="38525"/>
                  <a:pt x="227046" y="38293"/>
                </a:cubicBezTo>
                <a:cubicBezTo>
                  <a:pt x="226760" y="38101"/>
                  <a:pt x="226458" y="37934"/>
                  <a:pt x="226143" y="37795"/>
                </a:cubicBezTo>
                <a:cubicBezTo>
                  <a:pt x="225846" y="37729"/>
                  <a:pt x="225544" y="37687"/>
                  <a:pt x="225240" y="37667"/>
                </a:cubicBezTo>
                <a:cubicBezTo>
                  <a:pt x="224909" y="37667"/>
                  <a:pt x="224669" y="37906"/>
                  <a:pt x="224227" y="37795"/>
                </a:cubicBezTo>
                <a:cubicBezTo>
                  <a:pt x="223052" y="37460"/>
                  <a:pt x="221861" y="37197"/>
                  <a:pt x="220654" y="37003"/>
                </a:cubicBezTo>
                <a:cubicBezTo>
                  <a:pt x="220433" y="36690"/>
                  <a:pt x="220802" y="35917"/>
                  <a:pt x="221041" y="34996"/>
                </a:cubicBezTo>
                <a:cubicBezTo>
                  <a:pt x="221133" y="34738"/>
                  <a:pt x="221188" y="34406"/>
                  <a:pt x="221373" y="34278"/>
                </a:cubicBezTo>
                <a:cubicBezTo>
                  <a:pt x="221555" y="34095"/>
                  <a:pt x="221682" y="33865"/>
                  <a:pt x="221741" y="33614"/>
                </a:cubicBezTo>
                <a:cubicBezTo>
                  <a:pt x="221826" y="33368"/>
                  <a:pt x="221979" y="33150"/>
                  <a:pt x="222183" y="32988"/>
                </a:cubicBezTo>
                <a:cubicBezTo>
                  <a:pt x="222397" y="32821"/>
                  <a:pt x="222562" y="32598"/>
                  <a:pt x="222662" y="32344"/>
                </a:cubicBezTo>
                <a:cubicBezTo>
                  <a:pt x="222938" y="31312"/>
                  <a:pt x="222367" y="31478"/>
                  <a:pt x="222662" y="30612"/>
                </a:cubicBezTo>
                <a:cubicBezTo>
                  <a:pt x="222957" y="29747"/>
                  <a:pt x="223841" y="29931"/>
                  <a:pt x="224927" y="29747"/>
                </a:cubicBezTo>
                <a:cubicBezTo>
                  <a:pt x="225327" y="29697"/>
                  <a:pt x="225710" y="29559"/>
                  <a:pt x="226051" y="29341"/>
                </a:cubicBezTo>
                <a:cubicBezTo>
                  <a:pt x="226502" y="28997"/>
                  <a:pt x="227014" y="28739"/>
                  <a:pt x="227561" y="28586"/>
                </a:cubicBezTo>
                <a:cubicBezTo>
                  <a:pt x="228593" y="28199"/>
                  <a:pt x="229237" y="28365"/>
                  <a:pt x="229514" y="27518"/>
                </a:cubicBezTo>
                <a:cubicBezTo>
                  <a:pt x="229569" y="27389"/>
                  <a:pt x="229293" y="27021"/>
                  <a:pt x="229293" y="26781"/>
                </a:cubicBezTo>
                <a:cubicBezTo>
                  <a:pt x="229353" y="26446"/>
                  <a:pt x="229353" y="26103"/>
                  <a:pt x="229293" y="25768"/>
                </a:cubicBezTo>
                <a:cubicBezTo>
                  <a:pt x="229127" y="25308"/>
                  <a:pt x="228777" y="25013"/>
                  <a:pt x="228556" y="24553"/>
                </a:cubicBezTo>
                <a:cubicBezTo>
                  <a:pt x="228432" y="24302"/>
                  <a:pt x="228224" y="24107"/>
                  <a:pt x="227966" y="24000"/>
                </a:cubicBezTo>
                <a:cubicBezTo>
                  <a:pt x="227745" y="24000"/>
                  <a:pt x="227561" y="24129"/>
                  <a:pt x="227138" y="24000"/>
                </a:cubicBezTo>
                <a:cubicBezTo>
                  <a:pt x="226837" y="23888"/>
                  <a:pt x="226515" y="23849"/>
                  <a:pt x="226198" y="23889"/>
                </a:cubicBezTo>
                <a:cubicBezTo>
                  <a:pt x="225032" y="24208"/>
                  <a:pt x="223833" y="24394"/>
                  <a:pt x="222625" y="24442"/>
                </a:cubicBezTo>
                <a:lnTo>
                  <a:pt x="222054" y="24442"/>
                </a:lnTo>
                <a:lnTo>
                  <a:pt x="221244" y="24442"/>
                </a:lnTo>
                <a:cubicBezTo>
                  <a:pt x="219697" y="24405"/>
                  <a:pt x="216952" y="24092"/>
                  <a:pt x="216750" y="24092"/>
                </a:cubicBezTo>
                <a:cubicBezTo>
                  <a:pt x="216215" y="23871"/>
                  <a:pt x="215276" y="23208"/>
                  <a:pt x="215055" y="23208"/>
                </a:cubicBezTo>
                <a:close/>
                <a:moveTo>
                  <a:pt x="156705" y="21937"/>
                </a:moveTo>
                <a:cubicBezTo>
                  <a:pt x="156410" y="22158"/>
                  <a:pt x="156079" y="22250"/>
                  <a:pt x="155250" y="22250"/>
                </a:cubicBezTo>
                <a:cubicBezTo>
                  <a:pt x="153629" y="22398"/>
                  <a:pt x="152008" y="24534"/>
                  <a:pt x="150424" y="25455"/>
                </a:cubicBezTo>
                <a:cubicBezTo>
                  <a:pt x="150039" y="25582"/>
                  <a:pt x="149645" y="25680"/>
                  <a:pt x="149246" y="25750"/>
                </a:cubicBezTo>
                <a:cubicBezTo>
                  <a:pt x="148914" y="25897"/>
                  <a:pt x="148490" y="26173"/>
                  <a:pt x="148417" y="26431"/>
                </a:cubicBezTo>
                <a:cubicBezTo>
                  <a:pt x="148343" y="26689"/>
                  <a:pt x="148380" y="26984"/>
                  <a:pt x="148085" y="27150"/>
                </a:cubicBezTo>
                <a:cubicBezTo>
                  <a:pt x="147791" y="27315"/>
                  <a:pt x="147551" y="27352"/>
                  <a:pt x="147570" y="27573"/>
                </a:cubicBezTo>
                <a:cubicBezTo>
                  <a:pt x="147588" y="27794"/>
                  <a:pt x="147754" y="28715"/>
                  <a:pt x="148030" y="28770"/>
                </a:cubicBezTo>
                <a:cubicBezTo>
                  <a:pt x="148306" y="28826"/>
                  <a:pt x="148509" y="28770"/>
                  <a:pt x="148619" y="29047"/>
                </a:cubicBezTo>
                <a:cubicBezTo>
                  <a:pt x="148730" y="29323"/>
                  <a:pt x="149098" y="29673"/>
                  <a:pt x="149375" y="29673"/>
                </a:cubicBezTo>
                <a:cubicBezTo>
                  <a:pt x="149745" y="29706"/>
                  <a:pt x="150111" y="29787"/>
                  <a:pt x="150461" y="29912"/>
                </a:cubicBezTo>
                <a:cubicBezTo>
                  <a:pt x="150811" y="30004"/>
                  <a:pt x="151456" y="30041"/>
                  <a:pt x="151456" y="30612"/>
                </a:cubicBezTo>
                <a:cubicBezTo>
                  <a:pt x="151456" y="31183"/>
                  <a:pt x="151659" y="32012"/>
                  <a:pt x="151456" y="32454"/>
                </a:cubicBezTo>
                <a:cubicBezTo>
                  <a:pt x="151253" y="32896"/>
                  <a:pt x="150682" y="33541"/>
                  <a:pt x="150461" y="33541"/>
                </a:cubicBezTo>
                <a:cubicBezTo>
                  <a:pt x="150240" y="33541"/>
                  <a:pt x="149853" y="33541"/>
                  <a:pt x="149632" y="33541"/>
                </a:cubicBezTo>
                <a:cubicBezTo>
                  <a:pt x="148986" y="33679"/>
                  <a:pt x="148548" y="34283"/>
                  <a:pt x="148619" y="34941"/>
                </a:cubicBezTo>
                <a:cubicBezTo>
                  <a:pt x="148675" y="35383"/>
                  <a:pt x="149540" y="36156"/>
                  <a:pt x="149540" y="36156"/>
                </a:cubicBezTo>
                <a:lnTo>
                  <a:pt x="149978" y="36662"/>
                </a:lnTo>
                <a:lnTo>
                  <a:pt x="150296" y="37261"/>
                </a:lnTo>
                <a:cubicBezTo>
                  <a:pt x="150406" y="37519"/>
                  <a:pt x="150296" y="37795"/>
                  <a:pt x="150296" y="38164"/>
                </a:cubicBezTo>
                <a:cubicBezTo>
                  <a:pt x="150332" y="38396"/>
                  <a:pt x="150332" y="38632"/>
                  <a:pt x="150296" y="38864"/>
                </a:cubicBezTo>
                <a:cubicBezTo>
                  <a:pt x="150191" y="39186"/>
                  <a:pt x="149992" y="39468"/>
                  <a:pt x="149724" y="39674"/>
                </a:cubicBezTo>
                <a:cubicBezTo>
                  <a:pt x="149540" y="39822"/>
                  <a:pt x="149061" y="40411"/>
                  <a:pt x="148877" y="40503"/>
                </a:cubicBezTo>
                <a:cubicBezTo>
                  <a:pt x="148164" y="40895"/>
                  <a:pt x="147640" y="41560"/>
                  <a:pt x="147422" y="42345"/>
                </a:cubicBezTo>
                <a:cubicBezTo>
                  <a:pt x="147490" y="42927"/>
                  <a:pt x="147671" y="43490"/>
                  <a:pt x="147956" y="44003"/>
                </a:cubicBezTo>
                <a:cubicBezTo>
                  <a:pt x="148166" y="44327"/>
                  <a:pt x="148435" y="44607"/>
                  <a:pt x="148748" y="44831"/>
                </a:cubicBezTo>
                <a:cubicBezTo>
                  <a:pt x="149043" y="45089"/>
                  <a:pt x="148951" y="45697"/>
                  <a:pt x="149319" y="45697"/>
                </a:cubicBezTo>
                <a:cubicBezTo>
                  <a:pt x="149691" y="45714"/>
                  <a:pt x="150062" y="45763"/>
                  <a:pt x="150424" y="45844"/>
                </a:cubicBezTo>
                <a:cubicBezTo>
                  <a:pt x="150682" y="45973"/>
                  <a:pt x="151180" y="45715"/>
                  <a:pt x="151180" y="45715"/>
                </a:cubicBezTo>
                <a:cubicBezTo>
                  <a:pt x="151585" y="45568"/>
                  <a:pt x="152008" y="44500"/>
                  <a:pt x="152819" y="43874"/>
                </a:cubicBezTo>
                <a:cubicBezTo>
                  <a:pt x="153629" y="43247"/>
                  <a:pt x="155434" y="42216"/>
                  <a:pt x="156392" y="41405"/>
                </a:cubicBezTo>
                <a:cubicBezTo>
                  <a:pt x="157486" y="40706"/>
                  <a:pt x="158204" y="39547"/>
                  <a:pt x="158344" y="38256"/>
                </a:cubicBezTo>
                <a:cubicBezTo>
                  <a:pt x="158289" y="37934"/>
                  <a:pt x="158156" y="37632"/>
                  <a:pt x="157958" y="37372"/>
                </a:cubicBezTo>
                <a:cubicBezTo>
                  <a:pt x="157702" y="37151"/>
                  <a:pt x="157388" y="37003"/>
                  <a:pt x="157055" y="36948"/>
                </a:cubicBezTo>
                <a:lnTo>
                  <a:pt x="156134" y="37077"/>
                </a:lnTo>
                <a:cubicBezTo>
                  <a:pt x="156005" y="37040"/>
                  <a:pt x="155876" y="36359"/>
                  <a:pt x="155876" y="36156"/>
                </a:cubicBezTo>
                <a:cubicBezTo>
                  <a:pt x="156386" y="35116"/>
                  <a:pt x="157114" y="34198"/>
                  <a:pt x="158013" y="33467"/>
                </a:cubicBezTo>
                <a:cubicBezTo>
                  <a:pt x="158123" y="33357"/>
                  <a:pt x="158142" y="33320"/>
                  <a:pt x="158123" y="32951"/>
                </a:cubicBezTo>
                <a:cubicBezTo>
                  <a:pt x="158105" y="32583"/>
                  <a:pt x="157939" y="32491"/>
                  <a:pt x="157442" y="31809"/>
                </a:cubicBezTo>
                <a:cubicBezTo>
                  <a:pt x="157184" y="31441"/>
                  <a:pt x="157331" y="31073"/>
                  <a:pt x="157055" y="31073"/>
                </a:cubicBezTo>
                <a:cubicBezTo>
                  <a:pt x="156779" y="31073"/>
                  <a:pt x="156466" y="31441"/>
                  <a:pt x="156226" y="31220"/>
                </a:cubicBezTo>
                <a:cubicBezTo>
                  <a:pt x="155987" y="30999"/>
                  <a:pt x="155987" y="30354"/>
                  <a:pt x="155987" y="30133"/>
                </a:cubicBezTo>
                <a:cubicBezTo>
                  <a:pt x="155777" y="29625"/>
                  <a:pt x="155744" y="29060"/>
                  <a:pt x="155895" y="28531"/>
                </a:cubicBezTo>
                <a:cubicBezTo>
                  <a:pt x="156217" y="27971"/>
                  <a:pt x="156580" y="27435"/>
                  <a:pt x="156981" y="26929"/>
                </a:cubicBezTo>
                <a:cubicBezTo>
                  <a:pt x="157368" y="26468"/>
                  <a:pt x="157608" y="26155"/>
                  <a:pt x="157608" y="25805"/>
                </a:cubicBezTo>
                <a:cubicBezTo>
                  <a:pt x="157479" y="24995"/>
                  <a:pt x="157829" y="24700"/>
                  <a:pt x="157829" y="24332"/>
                </a:cubicBezTo>
                <a:cubicBezTo>
                  <a:pt x="157829" y="23963"/>
                  <a:pt x="158050" y="23429"/>
                  <a:pt x="157829" y="23042"/>
                </a:cubicBezTo>
                <a:cubicBezTo>
                  <a:pt x="157608" y="22655"/>
                  <a:pt x="157000" y="21716"/>
                  <a:pt x="156705" y="21937"/>
                </a:cubicBezTo>
                <a:close/>
                <a:moveTo>
                  <a:pt x="168953" y="21642"/>
                </a:moveTo>
                <a:cubicBezTo>
                  <a:pt x="169064" y="21716"/>
                  <a:pt x="169175" y="22324"/>
                  <a:pt x="169175" y="22545"/>
                </a:cubicBezTo>
                <a:cubicBezTo>
                  <a:pt x="169094" y="23057"/>
                  <a:pt x="168847" y="23528"/>
                  <a:pt x="168475" y="23889"/>
                </a:cubicBezTo>
                <a:cubicBezTo>
                  <a:pt x="168056" y="24009"/>
                  <a:pt x="167618" y="24046"/>
                  <a:pt x="167185" y="24000"/>
                </a:cubicBezTo>
                <a:cubicBezTo>
                  <a:pt x="166799" y="23908"/>
                  <a:pt x="166706" y="23282"/>
                  <a:pt x="166688" y="22913"/>
                </a:cubicBezTo>
                <a:cubicBezTo>
                  <a:pt x="166651" y="22213"/>
                  <a:pt x="168088" y="22048"/>
                  <a:pt x="168953" y="21642"/>
                </a:cubicBezTo>
                <a:close/>
                <a:moveTo>
                  <a:pt x="169893" y="17977"/>
                </a:moveTo>
                <a:cubicBezTo>
                  <a:pt x="168366" y="18625"/>
                  <a:pt x="166872" y="19351"/>
                  <a:pt x="165417" y="20151"/>
                </a:cubicBezTo>
                <a:cubicBezTo>
                  <a:pt x="165030" y="20335"/>
                  <a:pt x="164607" y="20169"/>
                  <a:pt x="163888" y="20519"/>
                </a:cubicBezTo>
                <a:cubicBezTo>
                  <a:pt x="163170" y="20869"/>
                  <a:pt x="162710" y="21256"/>
                  <a:pt x="162046" y="21606"/>
                </a:cubicBezTo>
                <a:cubicBezTo>
                  <a:pt x="161825" y="21735"/>
                  <a:pt x="161089" y="22048"/>
                  <a:pt x="160941" y="22140"/>
                </a:cubicBezTo>
                <a:cubicBezTo>
                  <a:pt x="160667" y="22261"/>
                  <a:pt x="160374" y="22335"/>
                  <a:pt x="160076" y="22361"/>
                </a:cubicBezTo>
                <a:cubicBezTo>
                  <a:pt x="159578" y="22416"/>
                  <a:pt x="159413" y="21863"/>
                  <a:pt x="159063" y="21919"/>
                </a:cubicBezTo>
                <a:cubicBezTo>
                  <a:pt x="158713" y="21974"/>
                  <a:pt x="158400" y="22858"/>
                  <a:pt x="158547" y="23503"/>
                </a:cubicBezTo>
                <a:cubicBezTo>
                  <a:pt x="158597" y="24011"/>
                  <a:pt x="158597" y="24523"/>
                  <a:pt x="158547" y="25031"/>
                </a:cubicBezTo>
                <a:lnTo>
                  <a:pt x="158492" y="24958"/>
                </a:lnTo>
                <a:cubicBezTo>
                  <a:pt x="158470" y="25297"/>
                  <a:pt x="158488" y="25637"/>
                  <a:pt x="158547" y="25971"/>
                </a:cubicBezTo>
                <a:cubicBezTo>
                  <a:pt x="158639" y="26450"/>
                  <a:pt x="159044" y="26800"/>
                  <a:pt x="159044" y="27057"/>
                </a:cubicBezTo>
                <a:cubicBezTo>
                  <a:pt x="159153" y="27953"/>
                  <a:pt x="159368" y="28831"/>
                  <a:pt x="159689" y="29673"/>
                </a:cubicBezTo>
                <a:cubicBezTo>
                  <a:pt x="159818" y="30078"/>
                  <a:pt x="159357" y="30704"/>
                  <a:pt x="159357" y="31386"/>
                </a:cubicBezTo>
                <a:cubicBezTo>
                  <a:pt x="159431" y="31762"/>
                  <a:pt x="159582" y="32119"/>
                  <a:pt x="159799" y="32436"/>
                </a:cubicBezTo>
                <a:cubicBezTo>
                  <a:pt x="159892" y="32583"/>
                  <a:pt x="160463" y="32730"/>
                  <a:pt x="160463" y="33338"/>
                </a:cubicBezTo>
                <a:cubicBezTo>
                  <a:pt x="160463" y="33559"/>
                  <a:pt x="160665" y="33799"/>
                  <a:pt x="160776" y="33983"/>
                </a:cubicBezTo>
                <a:cubicBezTo>
                  <a:pt x="160886" y="34167"/>
                  <a:pt x="160868" y="34388"/>
                  <a:pt x="161126" y="34388"/>
                </a:cubicBezTo>
                <a:cubicBezTo>
                  <a:pt x="161328" y="34416"/>
                  <a:pt x="161531" y="34416"/>
                  <a:pt x="161733" y="34388"/>
                </a:cubicBezTo>
                <a:cubicBezTo>
                  <a:pt x="161954" y="34351"/>
                  <a:pt x="162286" y="34130"/>
                  <a:pt x="162433" y="34130"/>
                </a:cubicBezTo>
                <a:cubicBezTo>
                  <a:pt x="162693" y="34031"/>
                  <a:pt x="162945" y="33915"/>
                  <a:pt x="163189" y="33780"/>
                </a:cubicBezTo>
                <a:cubicBezTo>
                  <a:pt x="163483" y="33559"/>
                  <a:pt x="163815" y="33504"/>
                  <a:pt x="163815" y="33780"/>
                </a:cubicBezTo>
                <a:cubicBezTo>
                  <a:pt x="163866" y="34123"/>
                  <a:pt x="163866" y="34469"/>
                  <a:pt x="163815" y="34812"/>
                </a:cubicBezTo>
                <a:cubicBezTo>
                  <a:pt x="163726" y="35000"/>
                  <a:pt x="163584" y="35160"/>
                  <a:pt x="163410" y="35272"/>
                </a:cubicBezTo>
                <a:cubicBezTo>
                  <a:pt x="163258" y="35337"/>
                  <a:pt x="163095" y="35368"/>
                  <a:pt x="162931" y="35364"/>
                </a:cubicBezTo>
                <a:cubicBezTo>
                  <a:pt x="162710" y="35401"/>
                  <a:pt x="162636" y="35493"/>
                  <a:pt x="162415" y="35530"/>
                </a:cubicBezTo>
                <a:cubicBezTo>
                  <a:pt x="162194" y="35567"/>
                  <a:pt x="162304" y="35383"/>
                  <a:pt x="161918" y="35438"/>
                </a:cubicBezTo>
                <a:cubicBezTo>
                  <a:pt x="161531" y="35493"/>
                  <a:pt x="161531" y="35714"/>
                  <a:pt x="161531" y="36138"/>
                </a:cubicBezTo>
                <a:cubicBezTo>
                  <a:pt x="161531" y="36561"/>
                  <a:pt x="161531" y="36838"/>
                  <a:pt x="161531" y="37003"/>
                </a:cubicBezTo>
                <a:cubicBezTo>
                  <a:pt x="161531" y="37169"/>
                  <a:pt x="161420" y="37464"/>
                  <a:pt x="161531" y="37722"/>
                </a:cubicBezTo>
                <a:cubicBezTo>
                  <a:pt x="161641" y="37980"/>
                  <a:pt x="161862" y="37980"/>
                  <a:pt x="162304" y="37980"/>
                </a:cubicBezTo>
                <a:cubicBezTo>
                  <a:pt x="162581" y="38099"/>
                  <a:pt x="162894" y="38099"/>
                  <a:pt x="163170" y="37980"/>
                </a:cubicBezTo>
                <a:cubicBezTo>
                  <a:pt x="163336" y="37943"/>
                  <a:pt x="163815" y="38109"/>
                  <a:pt x="163594" y="38532"/>
                </a:cubicBezTo>
                <a:cubicBezTo>
                  <a:pt x="162910" y="38895"/>
                  <a:pt x="162253" y="39300"/>
                  <a:pt x="161623" y="39748"/>
                </a:cubicBezTo>
                <a:cubicBezTo>
                  <a:pt x="161135" y="40074"/>
                  <a:pt x="160608" y="40339"/>
                  <a:pt x="160057" y="40540"/>
                </a:cubicBezTo>
                <a:cubicBezTo>
                  <a:pt x="159744" y="40632"/>
                  <a:pt x="159671" y="40356"/>
                  <a:pt x="159450" y="40356"/>
                </a:cubicBezTo>
                <a:cubicBezTo>
                  <a:pt x="159229" y="40356"/>
                  <a:pt x="159044" y="40779"/>
                  <a:pt x="159044" y="40779"/>
                </a:cubicBezTo>
                <a:cubicBezTo>
                  <a:pt x="158827" y="41033"/>
                  <a:pt x="158727" y="41369"/>
                  <a:pt x="158768" y="41700"/>
                </a:cubicBezTo>
                <a:cubicBezTo>
                  <a:pt x="158768" y="41866"/>
                  <a:pt x="158768" y="42234"/>
                  <a:pt x="158768" y="42455"/>
                </a:cubicBezTo>
                <a:cubicBezTo>
                  <a:pt x="158805" y="43211"/>
                  <a:pt x="159192" y="43579"/>
                  <a:pt x="159265" y="44039"/>
                </a:cubicBezTo>
                <a:cubicBezTo>
                  <a:pt x="159339" y="44500"/>
                  <a:pt x="160223" y="44592"/>
                  <a:pt x="160573" y="44500"/>
                </a:cubicBezTo>
                <a:cubicBezTo>
                  <a:pt x="161212" y="44275"/>
                  <a:pt x="161829" y="43991"/>
                  <a:pt x="162415" y="43653"/>
                </a:cubicBezTo>
                <a:cubicBezTo>
                  <a:pt x="163043" y="43560"/>
                  <a:pt x="163660" y="43406"/>
                  <a:pt x="164257" y="43192"/>
                </a:cubicBezTo>
                <a:cubicBezTo>
                  <a:pt x="164818" y="42857"/>
                  <a:pt x="165448" y="42651"/>
                  <a:pt x="166099" y="42584"/>
                </a:cubicBezTo>
                <a:cubicBezTo>
                  <a:pt x="166598" y="42477"/>
                  <a:pt x="167084" y="42323"/>
                  <a:pt x="167554" y="42124"/>
                </a:cubicBezTo>
                <a:cubicBezTo>
                  <a:pt x="167977" y="41976"/>
                  <a:pt x="168416" y="41871"/>
                  <a:pt x="168861" y="41811"/>
                </a:cubicBezTo>
                <a:cubicBezTo>
                  <a:pt x="169373" y="41811"/>
                  <a:pt x="169885" y="41768"/>
                  <a:pt x="170390" y="41682"/>
                </a:cubicBezTo>
                <a:cubicBezTo>
                  <a:pt x="170611" y="41608"/>
                  <a:pt x="171587" y="41498"/>
                  <a:pt x="173153" y="41184"/>
                </a:cubicBezTo>
                <a:cubicBezTo>
                  <a:pt x="174718" y="40871"/>
                  <a:pt x="174461" y="41184"/>
                  <a:pt x="174903" y="41184"/>
                </a:cubicBezTo>
                <a:cubicBezTo>
                  <a:pt x="175953" y="40945"/>
                  <a:pt x="176542" y="39472"/>
                  <a:pt x="176376" y="38256"/>
                </a:cubicBezTo>
                <a:cubicBezTo>
                  <a:pt x="176247" y="37390"/>
                  <a:pt x="175455" y="37022"/>
                  <a:pt x="175124" y="36746"/>
                </a:cubicBezTo>
                <a:cubicBezTo>
                  <a:pt x="174792" y="36469"/>
                  <a:pt x="174276" y="36985"/>
                  <a:pt x="173871" y="36948"/>
                </a:cubicBezTo>
                <a:cubicBezTo>
                  <a:pt x="173466" y="36911"/>
                  <a:pt x="172729" y="37446"/>
                  <a:pt x="172453" y="37446"/>
                </a:cubicBezTo>
                <a:cubicBezTo>
                  <a:pt x="172063" y="37504"/>
                  <a:pt x="171668" y="37541"/>
                  <a:pt x="171274" y="37556"/>
                </a:cubicBezTo>
                <a:cubicBezTo>
                  <a:pt x="170762" y="37702"/>
                  <a:pt x="170257" y="37875"/>
                  <a:pt x="169764" y="38072"/>
                </a:cubicBezTo>
                <a:cubicBezTo>
                  <a:pt x="169543" y="38109"/>
                  <a:pt x="169138" y="38109"/>
                  <a:pt x="169138" y="37703"/>
                </a:cubicBezTo>
                <a:cubicBezTo>
                  <a:pt x="169116" y="37433"/>
                  <a:pt x="169210" y="37164"/>
                  <a:pt x="169396" y="36967"/>
                </a:cubicBezTo>
                <a:cubicBezTo>
                  <a:pt x="169727" y="36690"/>
                  <a:pt x="170280" y="36561"/>
                  <a:pt x="170519" y="36377"/>
                </a:cubicBezTo>
                <a:cubicBezTo>
                  <a:pt x="170854" y="36127"/>
                  <a:pt x="171156" y="35836"/>
                  <a:pt x="171422" y="35512"/>
                </a:cubicBezTo>
                <a:cubicBezTo>
                  <a:pt x="171523" y="35326"/>
                  <a:pt x="171562" y="35114"/>
                  <a:pt x="171532" y="34904"/>
                </a:cubicBezTo>
                <a:cubicBezTo>
                  <a:pt x="171272" y="34476"/>
                  <a:pt x="171103" y="33999"/>
                  <a:pt x="171035" y="33504"/>
                </a:cubicBezTo>
                <a:cubicBezTo>
                  <a:pt x="170989" y="33246"/>
                  <a:pt x="170764" y="33058"/>
                  <a:pt x="170501" y="33062"/>
                </a:cubicBezTo>
                <a:cubicBezTo>
                  <a:pt x="170101" y="33036"/>
                  <a:pt x="169707" y="32968"/>
                  <a:pt x="169322" y="32859"/>
                </a:cubicBezTo>
                <a:cubicBezTo>
                  <a:pt x="169027" y="32822"/>
                  <a:pt x="168677" y="33154"/>
                  <a:pt x="168567" y="33357"/>
                </a:cubicBezTo>
                <a:cubicBezTo>
                  <a:pt x="168456" y="33559"/>
                  <a:pt x="167904" y="34001"/>
                  <a:pt x="167572" y="33670"/>
                </a:cubicBezTo>
                <a:cubicBezTo>
                  <a:pt x="167386" y="33360"/>
                  <a:pt x="167333" y="32988"/>
                  <a:pt x="167425" y="32638"/>
                </a:cubicBezTo>
                <a:cubicBezTo>
                  <a:pt x="167554" y="32233"/>
                  <a:pt x="168475" y="32344"/>
                  <a:pt x="168696" y="32049"/>
                </a:cubicBezTo>
                <a:cubicBezTo>
                  <a:pt x="168917" y="31754"/>
                  <a:pt x="169451" y="31754"/>
                  <a:pt x="169561" y="31625"/>
                </a:cubicBezTo>
                <a:cubicBezTo>
                  <a:pt x="169810" y="31441"/>
                  <a:pt x="170130" y="31388"/>
                  <a:pt x="170427" y="31478"/>
                </a:cubicBezTo>
                <a:cubicBezTo>
                  <a:pt x="170630" y="31552"/>
                  <a:pt x="171016" y="30944"/>
                  <a:pt x="171016" y="30686"/>
                </a:cubicBezTo>
                <a:cubicBezTo>
                  <a:pt x="171385" y="28973"/>
                  <a:pt x="172011" y="27721"/>
                  <a:pt x="172508" y="25989"/>
                </a:cubicBezTo>
                <a:cubicBezTo>
                  <a:pt x="172582" y="25731"/>
                  <a:pt x="173300" y="25050"/>
                  <a:pt x="173300" y="24774"/>
                </a:cubicBezTo>
                <a:cubicBezTo>
                  <a:pt x="173468" y="24085"/>
                  <a:pt x="173715" y="23416"/>
                  <a:pt x="174037" y="22784"/>
                </a:cubicBezTo>
                <a:cubicBezTo>
                  <a:pt x="174206" y="22409"/>
                  <a:pt x="174245" y="21987"/>
                  <a:pt x="174147" y="21587"/>
                </a:cubicBezTo>
                <a:cubicBezTo>
                  <a:pt x="174129" y="21440"/>
                  <a:pt x="174571" y="20685"/>
                  <a:pt x="174571" y="20261"/>
                </a:cubicBezTo>
                <a:cubicBezTo>
                  <a:pt x="174424" y="19712"/>
                  <a:pt x="174092" y="19231"/>
                  <a:pt x="173632" y="18898"/>
                </a:cubicBezTo>
                <a:cubicBezTo>
                  <a:pt x="173466" y="18788"/>
                  <a:pt x="173300" y="18180"/>
                  <a:pt x="173153" y="18088"/>
                </a:cubicBezTo>
                <a:cubicBezTo>
                  <a:pt x="172444" y="18027"/>
                  <a:pt x="171729" y="18077"/>
                  <a:pt x="171035" y="18235"/>
                </a:cubicBezTo>
                <a:cubicBezTo>
                  <a:pt x="170685" y="18272"/>
                  <a:pt x="170316" y="17977"/>
                  <a:pt x="169893" y="17977"/>
                </a:cubicBezTo>
                <a:close/>
                <a:moveTo>
                  <a:pt x="186911" y="6631"/>
                </a:moveTo>
                <a:cubicBezTo>
                  <a:pt x="286449" y="6672"/>
                  <a:pt x="367118" y="87374"/>
                  <a:pt x="367118" y="186912"/>
                </a:cubicBezTo>
                <a:cubicBezTo>
                  <a:pt x="367118" y="186936"/>
                  <a:pt x="367118" y="186962"/>
                  <a:pt x="367118" y="186986"/>
                </a:cubicBezTo>
                <a:cubicBezTo>
                  <a:pt x="367078" y="286552"/>
                  <a:pt x="286331" y="367233"/>
                  <a:pt x="186764" y="367192"/>
                </a:cubicBezTo>
                <a:cubicBezTo>
                  <a:pt x="87197" y="367152"/>
                  <a:pt x="6517" y="286405"/>
                  <a:pt x="6557" y="186838"/>
                </a:cubicBezTo>
                <a:cubicBezTo>
                  <a:pt x="6598" y="87271"/>
                  <a:pt x="87345" y="6591"/>
                  <a:pt x="186911" y="6631"/>
                </a:cubicBezTo>
                <a:close/>
                <a:moveTo>
                  <a:pt x="186911" y="4181"/>
                </a:moveTo>
                <a:cubicBezTo>
                  <a:pt x="85993" y="4181"/>
                  <a:pt x="4181" y="85993"/>
                  <a:pt x="4181" y="186911"/>
                </a:cubicBezTo>
                <a:cubicBezTo>
                  <a:pt x="4181" y="287830"/>
                  <a:pt x="85993" y="369642"/>
                  <a:pt x="186911" y="369642"/>
                </a:cubicBezTo>
                <a:cubicBezTo>
                  <a:pt x="287781" y="369520"/>
                  <a:pt x="369520" y="287781"/>
                  <a:pt x="369642" y="186911"/>
                </a:cubicBezTo>
                <a:cubicBezTo>
                  <a:pt x="369642" y="85993"/>
                  <a:pt x="287830" y="4181"/>
                  <a:pt x="186911" y="4181"/>
                </a:cubicBezTo>
                <a:close/>
                <a:moveTo>
                  <a:pt x="186911" y="0"/>
                </a:moveTo>
                <a:cubicBezTo>
                  <a:pt x="290088" y="122"/>
                  <a:pt x="373701" y="83735"/>
                  <a:pt x="373823" y="186911"/>
                </a:cubicBezTo>
                <a:cubicBezTo>
                  <a:pt x="373823" y="290140"/>
                  <a:pt x="290140" y="373823"/>
                  <a:pt x="186911" y="373823"/>
                </a:cubicBezTo>
                <a:cubicBezTo>
                  <a:pt x="83683" y="373823"/>
                  <a:pt x="0" y="290140"/>
                  <a:pt x="0" y="186911"/>
                </a:cubicBezTo>
                <a:cubicBezTo>
                  <a:pt x="0" y="83683"/>
                  <a:pt x="83683" y="0"/>
                  <a:pt x="186911" y="0"/>
                </a:cubicBezTo>
                <a:close/>
              </a:path>
            </a:pathLst>
          </a:custGeom>
          <a:solidFill>
            <a:schemeClr val="bg1"/>
          </a:solidFill>
          <a:ln w="183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2">
    <p:bg>
      <p:bgPr>
        <a:gradFill>
          <a:gsLst>
            <a:gs pos="25000">
              <a:schemeClr val="accent1">
                <a:alpha val="0"/>
              </a:schemeClr>
            </a:gs>
            <a:gs pos="100000">
              <a:schemeClr val="accent1"/>
            </a:gs>
          </a:gsLst>
          <a:lin ang="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矩形 51"/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" name="矩形 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54" name="任意多边形: 形状 253"/>
          <p:cNvSpPr/>
          <p:nvPr userDrawn="1"/>
        </p:nvSpPr>
        <p:spPr>
          <a:xfrm>
            <a:off x="7007702" y="563073"/>
            <a:ext cx="5183079" cy="5183066"/>
          </a:xfrm>
          <a:custGeom>
            <a:avLst/>
            <a:gdLst>
              <a:gd name="connsiteX0" fmla="*/ 2990813 w 5183079"/>
              <a:gd name="connsiteY0" fmla="*/ 4666384 h 5183066"/>
              <a:gd name="connsiteX1" fmla="*/ 3031804 w 5183079"/>
              <a:gd name="connsiteY1" fmla="*/ 4681767 h 5183066"/>
              <a:gd name="connsiteX2" fmla="*/ 3060662 w 5183079"/>
              <a:gd name="connsiteY2" fmla="*/ 4743057 h 5183066"/>
              <a:gd name="connsiteX3" fmla="*/ 3056575 w 5183079"/>
              <a:gd name="connsiteY3" fmla="*/ 4808944 h 5183066"/>
              <a:gd name="connsiteX4" fmla="*/ 3047638 w 5183079"/>
              <a:gd name="connsiteY4" fmla="*/ 4822274 h 5183066"/>
              <a:gd name="connsiteX5" fmla="*/ 2965406 w 5183079"/>
              <a:gd name="connsiteY5" fmla="*/ 4826819 h 5183066"/>
              <a:gd name="connsiteX6" fmla="*/ 2936804 w 5183079"/>
              <a:gd name="connsiteY6" fmla="*/ 4767062 h 5183066"/>
              <a:gd name="connsiteX7" fmla="*/ 2940891 w 5183079"/>
              <a:gd name="connsiteY7" fmla="*/ 4699388 h 5183066"/>
              <a:gd name="connsiteX8" fmla="*/ 2950953 w 5183079"/>
              <a:gd name="connsiteY8" fmla="*/ 4684500 h 5183066"/>
              <a:gd name="connsiteX9" fmla="*/ 2990813 w 5183079"/>
              <a:gd name="connsiteY9" fmla="*/ 4666384 h 5183066"/>
              <a:gd name="connsiteX10" fmla="*/ 2684495 w 5183079"/>
              <a:gd name="connsiteY10" fmla="*/ 4665169 h 5183066"/>
              <a:gd name="connsiteX11" fmla="*/ 2513650 w 5183079"/>
              <a:gd name="connsiteY11" fmla="*/ 4668233 h 5183066"/>
              <a:gd name="connsiteX12" fmla="*/ 2518246 w 5183079"/>
              <a:gd name="connsiteY12" fmla="*/ 4920542 h 5183066"/>
              <a:gd name="connsiteX13" fmla="*/ 2689859 w 5183079"/>
              <a:gd name="connsiteY13" fmla="*/ 4917222 h 5183066"/>
              <a:gd name="connsiteX14" fmla="*/ 2689859 w 5183079"/>
              <a:gd name="connsiteY14" fmla="*/ 4894749 h 5183066"/>
              <a:gd name="connsiteX15" fmla="*/ 2689859 w 5183079"/>
              <a:gd name="connsiteY15" fmla="*/ 4872532 h 5183066"/>
              <a:gd name="connsiteX16" fmla="*/ 2562172 w 5183079"/>
              <a:gd name="connsiteY16" fmla="*/ 4874830 h 5183066"/>
              <a:gd name="connsiteX17" fmla="*/ 2562172 w 5183079"/>
              <a:gd name="connsiteY17" fmla="*/ 4809199 h 5183066"/>
              <a:gd name="connsiteX18" fmla="*/ 2675558 w 5183079"/>
              <a:gd name="connsiteY18" fmla="*/ 4807156 h 5183066"/>
              <a:gd name="connsiteX19" fmla="*/ 2675558 w 5183079"/>
              <a:gd name="connsiteY19" fmla="*/ 4785449 h 5183066"/>
              <a:gd name="connsiteX20" fmla="*/ 2675558 w 5183079"/>
              <a:gd name="connsiteY20" fmla="*/ 4763743 h 5183066"/>
              <a:gd name="connsiteX21" fmla="*/ 2562172 w 5183079"/>
              <a:gd name="connsiteY21" fmla="*/ 4765786 h 5183066"/>
              <a:gd name="connsiteX22" fmla="*/ 2562172 w 5183079"/>
              <a:gd name="connsiteY22" fmla="*/ 4712157 h 5183066"/>
              <a:gd name="connsiteX23" fmla="*/ 2684495 w 5183079"/>
              <a:gd name="connsiteY23" fmla="*/ 4710114 h 5183066"/>
              <a:gd name="connsiteX24" fmla="*/ 2684495 w 5183079"/>
              <a:gd name="connsiteY24" fmla="*/ 4687642 h 5183066"/>
              <a:gd name="connsiteX25" fmla="*/ 2265682 w 5183079"/>
              <a:gd name="connsiteY25" fmla="*/ 4645760 h 5183066"/>
              <a:gd name="connsiteX26" fmla="*/ 2262872 w 5183079"/>
              <a:gd name="connsiteY26" fmla="*/ 4667977 h 5183066"/>
              <a:gd name="connsiteX27" fmla="*/ 2260319 w 5183079"/>
              <a:gd name="connsiteY27" fmla="*/ 4690195 h 5183066"/>
              <a:gd name="connsiteX28" fmla="*/ 2329780 w 5183079"/>
              <a:gd name="connsiteY28" fmla="*/ 4698623 h 5183066"/>
              <a:gd name="connsiteX29" fmla="*/ 2304243 w 5183079"/>
              <a:gd name="connsiteY29" fmla="*/ 4904454 h 5183066"/>
              <a:gd name="connsiteX30" fmla="*/ 2329780 w 5183079"/>
              <a:gd name="connsiteY30" fmla="*/ 4907518 h 5183066"/>
              <a:gd name="connsiteX31" fmla="*/ 2353531 w 5183079"/>
              <a:gd name="connsiteY31" fmla="*/ 4910328 h 5183066"/>
              <a:gd name="connsiteX32" fmla="*/ 2379069 w 5183079"/>
              <a:gd name="connsiteY32" fmla="*/ 4704496 h 5183066"/>
              <a:gd name="connsiteX33" fmla="*/ 2448785 w 5183079"/>
              <a:gd name="connsiteY33" fmla="*/ 4713179 h 5183066"/>
              <a:gd name="connsiteX34" fmla="*/ 2451338 w 5183079"/>
              <a:gd name="connsiteY34" fmla="*/ 4690706 h 5183066"/>
              <a:gd name="connsiteX35" fmla="*/ 2452871 w 5183079"/>
              <a:gd name="connsiteY35" fmla="*/ 4668743 h 5183066"/>
              <a:gd name="connsiteX36" fmla="*/ 3010621 w 5183079"/>
              <a:gd name="connsiteY36" fmla="*/ 4623236 h 5183066"/>
              <a:gd name="connsiteX37" fmla="*/ 2901308 w 5183079"/>
              <a:gd name="connsiteY37" fmla="*/ 4675383 h 5183066"/>
              <a:gd name="connsiteX38" fmla="*/ 2890327 w 5183079"/>
              <a:gd name="connsiteY38" fmla="*/ 4777533 h 5183066"/>
              <a:gd name="connsiteX39" fmla="*/ 2938338 w 5183079"/>
              <a:gd name="connsiteY39" fmla="*/ 4866148 h 5183066"/>
              <a:gd name="connsiteX40" fmla="*/ 2945666 w 5183079"/>
              <a:gd name="connsiteY40" fmla="*/ 4871102 h 5183066"/>
              <a:gd name="connsiteX41" fmla="*/ 3098202 w 5183079"/>
              <a:gd name="connsiteY41" fmla="*/ 4834992 h 5183066"/>
              <a:gd name="connsiteX42" fmla="*/ 3109183 w 5183079"/>
              <a:gd name="connsiteY42" fmla="*/ 4734885 h 5183066"/>
              <a:gd name="connsiteX43" fmla="*/ 3061172 w 5183079"/>
              <a:gd name="connsiteY43" fmla="*/ 4644228 h 5183066"/>
              <a:gd name="connsiteX44" fmla="*/ 3051622 w 5183079"/>
              <a:gd name="connsiteY44" fmla="*/ 4637793 h 5183066"/>
              <a:gd name="connsiteX45" fmla="*/ 3010621 w 5183079"/>
              <a:gd name="connsiteY45" fmla="*/ 4623236 h 5183066"/>
              <a:gd name="connsiteX46" fmla="*/ 2029715 w 5183079"/>
              <a:gd name="connsiteY46" fmla="*/ 4591621 h 5183066"/>
              <a:gd name="connsiteX47" fmla="*/ 1991665 w 5183079"/>
              <a:gd name="connsiteY47" fmla="*/ 4744845 h 5183066"/>
              <a:gd name="connsiteX48" fmla="*/ 1995496 w 5183079"/>
              <a:gd name="connsiteY48" fmla="*/ 4825032 h 5183066"/>
              <a:gd name="connsiteX49" fmla="*/ 2058063 w 5183079"/>
              <a:gd name="connsiteY49" fmla="*/ 4866403 h 5183066"/>
              <a:gd name="connsiteX50" fmla="*/ 2133397 w 5183079"/>
              <a:gd name="connsiteY50" fmla="*/ 4860529 h 5183066"/>
              <a:gd name="connsiteX51" fmla="*/ 2173491 w 5183079"/>
              <a:gd name="connsiteY51" fmla="*/ 4790046 h 5183066"/>
              <a:gd name="connsiteX52" fmla="*/ 2210521 w 5183079"/>
              <a:gd name="connsiteY52" fmla="*/ 4636822 h 5183066"/>
              <a:gd name="connsiteX53" fmla="*/ 2187027 w 5183079"/>
              <a:gd name="connsiteY53" fmla="*/ 4630949 h 5183066"/>
              <a:gd name="connsiteX54" fmla="*/ 2163533 w 5183079"/>
              <a:gd name="connsiteY54" fmla="*/ 4625330 h 5183066"/>
              <a:gd name="connsiteX55" fmla="*/ 2124971 w 5183079"/>
              <a:gd name="connsiteY55" fmla="*/ 4778555 h 5183066"/>
              <a:gd name="connsiteX56" fmla="*/ 2104795 w 5183079"/>
              <a:gd name="connsiteY56" fmla="*/ 4816605 h 5183066"/>
              <a:gd name="connsiteX57" fmla="*/ 2068021 w 5183079"/>
              <a:gd name="connsiteY57" fmla="*/ 4820181 h 5183066"/>
              <a:gd name="connsiteX58" fmla="*/ 2038399 w 5183079"/>
              <a:gd name="connsiteY58" fmla="*/ 4798984 h 5183066"/>
              <a:gd name="connsiteX59" fmla="*/ 2038399 w 5183079"/>
              <a:gd name="connsiteY59" fmla="*/ 4756592 h 5183066"/>
              <a:gd name="connsiteX60" fmla="*/ 2076705 w 5183079"/>
              <a:gd name="connsiteY60" fmla="*/ 4603368 h 5183066"/>
              <a:gd name="connsiteX61" fmla="*/ 2053211 w 5183079"/>
              <a:gd name="connsiteY61" fmla="*/ 4597495 h 5183066"/>
              <a:gd name="connsiteX62" fmla="*/ 3311185 w 5183079"/>
              <a:gd name="connsiteY62" fmla="*/ 4541568 h 5183066"/>
              <a:gd name="connsiteX63" fmla="*/ 3154129 w 5183079"/>
              <a:gd name="connsiteY63" fmla="*/ 4592643 h 5183066"/>
              <a:gd name="connsiteX64" fmla="*/ 3230741 w 5183079"/>
              <a:gd name="connsiteY64" fmla="*/ 4832438 h 5183066"/>
              <a:gd name="connsiteX65" fmla="*/ 3253980 w 5183079"/>
              <a:gd name="connsiteY65" fmla="*/ 4824777 h 5183066"/>
              <a:gd name="connsiteX66" fmla="*/ 3276964 w 5183079"/>
              <a:gd name="connsiteY66" fmla="*/ 4817371 h 5183066"/>
              <a:gd name="connsiteX67" fmla="*/ 3245042 w 5183079"/>
              <a:gd name="connsiteY67" fmla="*/ 4715988 h 5183066"/>
              <a:gd name="connsiteX68" fmla="*/ 3341829 w 5183079"/>
              <a:gd name="connsiteY68" fmla="*/ 4684576 h 5183066"/>
              <a:gd name="connsiteX69" fmla="*/ 3335190 w 5183079"/>
              <a:gd name="connsiteY69" fmla="*/ 4663891 h 5183066"/>
              <a:gd name="connsiteX70" fmla="*/ 3328295 w 5183079"/>
              <a:gd name="connsiteY70" fmla="*/ 4643206 h 5183066"/>
              <a:gd name="connsiteX71" fmla="*/ 3231762 w 5183079"/>
              <a:gd name="connsiteY71" fmla="*/ 4674617 h 5183066"/>
              <a:gd name="connsiteX72" fmla="*/ 3214141 w 5183079"/>
              <a:gd name="connsiteY72" fmla="*/ 4620223 h 5183066"/>
              <a:gd name="connsiteX73" fmla="*/ 3324975 w 5183079"/>
              <a:gd name="connsiteY73" fmla="*/ 4584215 h 5183066"/>
              <a:gd name="connsiteX74" fmla="*/ 3318079 w 5183079"/>
              <a:gd name="connsiteY74" fmla="*/ 4562763 h 5183066"/>
              <a:gd name="connsiteX75" fmla="*/ 1798092 w 5183079"/>
              <a:gd name="connsiteY75" fmla="*/ 4512710 h 5183066"/>
              <a:gd name="connsiteX76" fmla="*/ 1790685 w 5183079"/>
              <a:gd name="connsiteY76" fmla="*/ 4533906 h 5183066"/>
              <a:gd name="connsiteX77" fmla="*/ 1783535 w 5183079"/>
              <a:gd name="connsiteY77" fmla="*/ 4555103 h 5183066"/>
              <a:gd name="connsiteX78" fmla="*/ 1849677 w 5183079"/>
              <a:gd name="connsiteY78" fmla="*/ 4577830 h 5183066"/>
              <a:gd name="connsiteX79" fmla="*/ 1782257 w 5183079"/>
              <a:gd name="connsiteY79" fmla="*/ 4773957 h 5183066"/>
              <a:gd name="connsiteX80" fmla="*/ 1805242 w 5183079"/>
              <a:gd name="connsiteY80" fmla="*/ 4781875 h 5183066"/>
              <a:gd name="connsiteX81" fmla="*/ 1827970 w 5183079"/>
              <a:gd name="connsiteY81" fmla="*/ 4789791 h 5183066"/>
              <a:gd name="connsiteX82" fmla="*/ 1895390 w 5183079"/>
              <a:gd name="connsiteY82" fmla="*/ 4593663 h 5183066"/>
              <a:gd name="connsiteX83" fmla="*/ 1961786 w 5183079"/>
              <a:gd name="connsiteY83" fmla="*/ 4616392 h 5183066"/>
              <a:gd name="connsiteX84" fmla="*/ 1969192 w 5183079"/>
              <a:gd name="connsiteY84" fmla="*/ 4595196 h 5183066"/>
              <a:gd name="connsiteX85" fmla="*/ 1976854 w 5183079"/>
              <a:gd name="connsiteY85" fmla="*/ 4574256 h 5183066"/>
              <a:gd name="connsiteX86" fmla="*/ 1706412 w 5183079"/>
              <a:gd name="connsiteY86" fmla="*/ 4467764 h 5183066"/>
              <a:gd name="connsiteX87" fmla="*/ 1599921 w 5183079"/>
              <a:gd name="connsiteY87" fmla="*/ 4696324 h 5183066"/>
              <a:gd name="connsiteX88" fmla="*/ 1621883 w 5183079"/>
              <a:gd name="connsiteY88" fmla="*/ 4706539 h 5183066"/>
              <a:gd name="connsiteX89" fmla="*/ 1643589 w 5183079"/>
              <a:gd name="connsiteY89" fmla="*/ 4716754 h 5183066"/>
              <a:gd name="connsiteX90" fmla="*/ 1750336 w 5183079"/>
              <a:gd name="connsiteY90" fmla="*/ 4488195 h 5183066"/>
              <a:gd name="connsiteX91" fmla="*/ 1728118 w 5183079"/>
              <a:gd name="connsiteY91" fmla="*/ 4477979 h 5183066"/>
              <a:gd name="connsiteX92" fmla="*/ 3619420 w 5183079"/>
              <a:gd name="connsiteY92" fmla="*/ 4392174 h 5183066"/>
              <a:gd name="connsiteX93" fmla="*/ 3452917 w 5183079"/>
              <a:gd name="connsiteY93" fmla="*/ 4480533 h 5183066"/>
              <a:gd name="connsiteX94" fmla="*/ 3463387 w 5183079"/>
              <a:gd name="connsiteY94" fmla="*/ 4500452 h 5183066"/>
              <a:gd name="connsiteX95" fmla="*/ 3473858 w 5183079"/>
              <a:gd name="connsiteY95" fmla="*/ 4520116 h 5183066"/>
              <a:gd name="connsiteX96" fmla="*/ 3535658 w 5183079"/>
              <a:gd name="connsiteY96" fmla="*/ 4487173 h 5183066"/>
              <a:gd name="connsiteX97" fmla="*/ 3633212 w 5183079"/>
              <a:gd name="connsiteY97" fmla="*/ 4670276 h 5183066"/>
              <a:gd name="connsiteX98" fmla="*/ 3654662 w 5183079"/>
              <a:gd name="connsiteY98" fmla="*/ 4659039 h 5183066"/>
              <a:gd name="connsiteX99" fmla="*/ 3675859 w 5183079"/>
              <a:gd name="connsiteY99" fmla="*/ 4647548 h 5183066"/>
              <a:gd name="connsiteX100" fmla="*/ 3578561 w 5183079"/>
              <a:gd name="connsiteY100" fmla="*/ 4464444 h 5183066"/>
              <a:gd name="connsiteX101" fmla="*/ 3640361 w 5183079"/>
              <a:gd name="connsiteY101" fmla="*/ 4431502 h 5183066"/>
              <a:gd name="connsiteX102" fmla="*/ 3629892 w 5183079"/>
              <a:gd name="connsiteY102" fmla="*/ 4411837 h 5183066"/>
              <a:gd name="connsiteX103" fmla="*/ 1489344 w 5183079"/>
              <a:gd name="connsiteY103" fmla="*/ 4349782 h 5183066"/>
              <a:gd name="connsiteX104" fmla="*/ 1479384 w 5183079"/>
              <a:gd name="connsiteY104" fmla="*/ 4370723 h 5183066"/>
              <a:gd name="connsiteX105" fmla="*/ 1468658 w 5183079"/>
              <a:gd name="connsiteY105" fmla="*/ 4390386 h 5183066"/>
              <a:gd name="connsiteX106" fmla="*/ 1529949 w 5183079"/>
              <a:gd name="connsiteY106" fmla="*/ 4424351 h 5183066"/>
              <a:gd name="connsiteX107" fmla="*/ 1429331 w 5183079"/>
              <a:gd name="connsiteY107" fmla="*/ 4605666 h 5183066"/>
              <a:gd name="connsiteX108" fmla="*/ 1450527 w 5183079"/>
              <a:gd name="connsiteY108" fmla="*/ 4617414 h 5183066"/>
              <a:gd name="connsiteX109" fmla="*/ 1471723 w 5183079"/>
              <a:gd name="connsiteY109" fmla="*/ 4629161 h 5183066"/>
              <a:gd name="connsiteX110" fmla="*/ 1571319 w 5183079"/>
              <a:gd name="connsiteY110" fmla="*/ 4446313 h 5183066"/>
              <a:gd name="connsiteX111" fmla="*/ 1632608 w 5183079"/>
              <a:gd name="connsiteY111" fmla="*/ 4480277 h 5183066"/>
              <a:gd name="connsiteX112" fmla="*/ 1643335 w 5183079"/>
              <a:gd name="connsiteY112" fmla="*/ 4460870 h 5183066"/>
              <a:gd name="connsiteX113" fmla="*/ 1654316 w 5183079"/>
              <a:gd name="connsiteY113" fmla="*/ 4441205 h 5183066"/>
              <a:gd name="connsiteX114" fmla="*/ 3074963 w 5183079"/>
              <a:gd name="connsiteY114" fmla="*/ 4313007 h 5183066"/>
              <a:gd name="connsiteX115" fmla="*/ 3074963 w 5183079"/>
              <a:gd name="connsiteY115" fmla="*/ 4313773 h 5183066"/>
              <a:gd name="connsiteX116" fmla="*/ 3084922 w 5183079"/>
              <a:gd name="connsiteY116" fmla="*/ 4335480 h 5183066"/>
              <a:gd name="connsiteX117" fmla="*/ 3074708 w 5183079"/>
              <a:gd name="connsiteY117" fmla="*/ 4399834 h 5183066"/>
              <a:gd name="connsiteX118" fmla="*/ 3068579 w 5183079"/>
              <a:gd name="connsiteY118" fmla="*/ 4338545 h 5183066"/>
              <a:gd name="connsiteX119" fmla="*/ 3074963 w 5183079"/>
              <a:gd name="connsiteY119" fmla="*/ 4313007 h 5183066"/>
              <a:gd name="connsiteX120" fmla="*/ 2643636 w 5183079"/>
              <a:gd name="connsiteY120" fmla="*/ 4313007 h 5183066"/>
              <a:gd name="connsiteX121" fmla="*/ 2643636 w 5183079"/>
              <a:gd name="connsiteY121" fmla="*/ 4313773 h 5183066"/>
              <a:gd name="connsiteX122" fmla="*/ 2653596 w 5183079"/>
              <a:gd name="connsiteY122" fmla="*/ 4335480 h 5183066"/>
              <a:gd name="connsiteX123" fmla="*/ 2643380 w 5183079"/>
              <a:gd name="connsiteY123" fmla="*/ 4399834 h 5183066"/>
              <a:gd name="connsiteX124" fmla="*/ 2637252 w 5183079"/>
              <a:gd name="connsiteY124" fmla="*/ 4338545 h 5183066"/>
              <a:gd name="connsiteX125" fmla="*/ 2643636 w 5183079"/>
              <a:gd name="connsiteY125" fmla="*/ 4313007 h 5183066"/>
              <a:gd name="connsiteX126" fmla="*/ 3003458 w 5183079"/>
              <a:gd name="connsiteY126" fmla="*/ 4309177 h 5183066"/>
              <a:gd name="connsiteX127" fmla="*/ 3012906 w 5183079"/>
              <a:gd name="connsiteY127" fmla="*/ 4334715 h 5183066"/>
              <a:gd name="connsiteX128" fmla="*/ 3004736 w 5183079"/>
              <a:gd name="connsiteY128" fmla="*/ 4397792 h 5183066"/>
              <a:gd name="connsiteX129" fmla="*/ 2992732 w 5183079"/>
              <a:gd name="connsiteY129" fmla="*/ 4336757 h 5183066"/>
              <a:gd name="connsiteX130" fmla="*/ 3003458 w 5183079"/>
              <a:gd name="connsiteY130" fmla="*/ 4309943 h 5183066"/>
              <a:gd name="connsiteX131" fmla="*/ 2572131 w 5183079"/>
              <a:gd name="connsiteY131" fmla="*/ 4309177 h 5183066"/>
              <a:gd name="connsiteX132" fmla="*/ 2581580 w 5183079"/>
              <a:gd name="connsiteY132" fmla="*/ 4334715 h 5183066"/>
              <a:gd name="connsiteX133" fmla="*/ 2573663 w 5183079"/>
              <a:gd name="connsiteY133" fmla="*/ 4399069 h 5183066"/>
              <a:gd name="connsiteX134" fmla="*/ 2561404 w 5183079"/>
              <a:gd name="connsiteY134" fmla="*/ 4336757 h 5183066"/>
              <a:gd name="connsiteX135" fmla="*/ 2572131 w 5183079"/>
              <a:gd name="connsiteY135" fmla="*/ 4309943 h 5183066"/>
              <a:gd name="connsiteX136" fmla="*/ 2137611 w 5183079"/>
              <a:gd name="connsiteY136" fmla="*/ 4308890 h 5183066"/>
              <a:gd name="connsiteX137" fmla="*/ 2145656 w 5183079"/>
              <a:gd name="connsiteY137" fmla="*/ 4312497 h 5183066"/>
              <a:gd name="connsiteX138" fmla="*/ 2147443 w 5183079"/>
              <a:gd name="connsiteY138" fmla="*/ 4395238 h 5183066"/>
              <a:gd name="connsiteX139" fmla="*/ 2131864 w 5183079"/>
              <a:gd name="connsiteY139" fmla="*/ 4395238 h 5183066"/>
              <a:gd name="connsiteX140" fmla="*/ 2131864 w 5183079"/>
              <a:gd name="connsiteY140" fmla="*/ 4310965 h 5183066"/>
              <a:gd name="connsiteX141" fmla="*/ 2131864 w 5183079"/>
              <a:gd name="connsiteY141" fmla="*/ 4310454 h 5183066"/>
              <a:gd name="connsiteX142" fmla="*/ 2137611 w 5183079"/>
              <a:gd name="connsiteY142" fmla="*/ 4308890 h 5183066"/>
              <a:gd name="connsiteX143" fmla="*/ 2206945 w 5183079"/>
              <a:gd name="connsiteY143" fmla="*/ 4304581 h 5183066"/>
              <a:gd name="connsiteX144" fmla="*/ 2214096 w 5183079"/>
              <a:gd name="connsiteY144" fmla="*/ 4334715 h 5183066"/>
              <a:gd name="connsiteX145" fmla="*/ 2206945 w 5183079"/>
              <a:gd name="connsiteY145" fmla="*/ 4394728 h 5183066"/>
              <a:gd name="connsiteX146" fmla="*/ 2199284 w 5183079"/>
              <a:gd name="connsiteY146" fmla="*/ 4334715 h 5183066"/>
              <a:gd name="connsiteX147" fmla="*/ 2206945 w 5183079"/>
              <a:gd name="connsiteY147" fmla="*/ 4304581 h 5183066"/>
              <a:gd name="connsiteX148" fmla="*/ 2165064 w 5183079"/>
              <a:gd name="connsiteY148" fmla="*/ 4298707 h 5183066"/>
              <a:gd name="connsiteX149" fmla="*/ 2165120 w 5183079"/>
              <a:gd name="connsiteY149" fmla="*/ 4300427 h 5183066"/>
              <a:gd name="connsiteX150" fmla="*/ 2165064 w 5183079"/>
              <a:gd name="connsiteY150" fmla="*/ 4300495 h 5183066"/>
              <a:gd name="connsiteX151" fmla="*/ 2169252 w 5183079"/>
              <a:gd name="connsiteY151" fmla="*/ 4295361 h 5183066"/>
              <a:gd name="connsiteX152" fmla="*/ 2182939 w 5183079"/>
              <a:gd name="connsiteY152" fmla="*/ 4298707 h 5183066"/>
              <a:gd name="connsiteX153" fmla="*/ 2186005 w 5183079"/>
              <a:gd name="connsiteY153" fmla="*/ 4400857 h 5183066"/>
              <a:gd name="connsiteX154" fmla="*/ 2168384 w 5183079"/>
              <a:gd name="connsiteY154" fmla="*/ 4400857 h 5183066"/>
              <a:gd name="connsiteX155" fmla="*/ 2165120 w 5183079"/>
              <a:gd name="connsiteY155" fmla="*/ 4300427 h 5183066"/>
              <a:gd name="connsiteX156" fmla="*/ 3042274 w 5183079"/>
              <a:gd name="connsiteY156" fmla="*/ 4291556 h 5183066"/>
              <a:gd name="connsiteX157" fmla="*/ 3051467 w 5183079"/>
              <a:gd name="connsiteY157" fmla="*/ 4329862 h 5183066"/>
              <a:gd name="connsiteX158" fmla="*/ 3040742 w 5183079"/>
              <a:gd name="connsiteY158" fmla="*/ 4404176 h 5183066"/>
              <a:gd name="connsiteX159" fmla="*/ 3029761 w 5183079"/>
              <a:gd name="connsiteY159" fmla="*/ 4328841 h 5183066"/>
              <a:gd name="connsiteX160" fmla="*/ 3042274 w 5183079"/>
              <a:gd name="connsiteY160" fmla="*/ 4291556 h 5183066"/>
              <a:gd name="connsiteX161" fmla="*/ 2610947 w 5183079"/>
              <a:gd name="connsiteY161" fmla="*/ 4291556 h 5183066"/>
              <a:gd name="connsiteX162" fmla="*/ 2620142 w 5183079"/>
              <a:gd name="connsiteY162" fmla="*/ 4329862 h 5183066"/>
              <a:gd name="connsiteX163" fmla="*/ 2609415 w 5183079"/>
              <a:gd name="connsiteY163" fmla="*/ 4404176 h 5183066"/>
              <a:gd name="connsiteX164" fmla="*/ 2598434 w 5183079"/>
              <a:gd name="connsiteY164" fmla="*/ 4328841 h 5183066"/>
              <a:gd name="connsiteX165" fmla="*/ 2610947 w 5183079"/>
              <a:gd name="connsiteY165" fmla="*/ 4291556 h 5183066"/>
              <a:gd name="connsiteX166" fmla="*/ 1921692 w 5183079"/>
              <a:gd name="connsiteY166" fmla="*/ 4283639 h 5183066"/>
              <a:gd name="connsiteX167" fmla="*/ 1922948 w 5183079"/>
              <a:gd name="connsiteY167" fmla="*/ 4284792 h 5183066"/>
              <a:gd name="connsiteX168" fmla="*/ 1920926 w 5183079"/>
              <a:gd name="connsiteY168" fmla="*/ 4284661 h 5183066"/>
              <a:gd name="connsiteX169" fmla="*/ 3813761 w 5183079"/>
              <a:gd name="connsiteY169" fmla="*/ 4269849 h 5183066"/>
              <a:gd name="connsiteX170" fmla="*/ 3670495 w 5183079"/>
              <a:gd name="connsiteY170" fmla="*/ 4362806 h 5183066"/>
              <a:gd name="connsiteX171" fmla="*/ 3807887 w 5183079"/>
              <a:gd name="connsiteY171" fmla="*/ 4574256 h 5183066"/>
              <a:gd name="connsiteX172" fmla="*/ 3954983 w 5183079"/>
              <a:gd name="connsiteY172" fmla="*/ 4477724 h 5183066"/>
              <a:gd name="connsiteX173" fmla="*/ 3942725 w 5183079"/>
              <a:gd name="connsiteY173" fmla="*/ 4458826 h 5183066"/>
              <a:gd name="connsiteX174" fmla="*/ 3930722 w 5183079"/>
              <a:gd name="connsiteY174" fmla="*/ 4440184 h 5183066"/>
              <a:gd name="connsiteX175" fmla="*/ 3823720 w 5183079"/>
              <a:gd name="connsiteY175" fmla="*/ 4509646 h 5183066"/>
              <a:gd name="connsiteX176" fmla="*/ 3787713 w 5183079"/>
              <a:gd name="connsiteY176" fmla="*/ 4454740 h 5183066"/>
              <a:gd name="connsiteX177" fmla="*/ 3883734 w 5183079"/>
              <a:gd name="connsiteY177" fmla="*/ 4393450 h 5183066"/>
              <a:gd name="connsiteX178" fmla="*/ 3871986 w 5183079"/>
              <a:gd name="connsiteY178" fmla="*/ 4375064 h 5183066"/>
              <a:gd name="connsiteX179" fmla="*/ 3860240 w 5183079"/>
              <a:gd name="connsiteY179" fmla="*/ 4356932 h 5183066"/>
              <a:gd name="connsiteX180" fmla="*/ 3764984 w 5183079"/>
              <a:gd name="connsiteY180" fmla="*/ 4418733 h 5183066"/>
              <a:gd name="connsiteX181" fmla="*/ 3735871 w 5183079"/>
              <a:gd name="connsiteY181" fmla="*/ 4373787 h 5183066"/>
              <a:gd name="connsiteX182" fmla="*/ 3838021 w 5183079"/>
              <a:gd name="connsiteY182" fmla="*/ 4307390 h 5183066"/>
              <a:gd name="connsiteX183" fmla="*/ 3826019 w 5183079"/>
              <a:gd name="connsiteY183" fmla="*/ 4288492 h 5183066"/>
              <a:gd name="connsiteX184" fmla="*/ 1311858 w 5183079"/>
              <a:gd name="connsiteY184" fmla="*/ 4244312 h 5183066"/>
              <a:gd name="connsiteX185" fmla="*/ 1257975 w 5183079"/>
              <a:gd name="connsiteY185" fmla="*/ 4277000 h 5183066"/>
              <a:gd name="connsiteX186" fmla="*/ 1244440 w 5183079"/>
              <a:gd name="connsiteY186" fmla="*/ 4326798 h 5183066"/>
              <a:gd name="connsiteX187" fmla="*/ 1287087 w 5183079"/>
              <a:gd name="connsiteY187" fmla="*/ 4393706 h 5183066"/>
              <a:gd name="connsiteX188" fmla="*/ 1310582 w 5183079"/>
              <a:gd name="connsiteY188" fmla="*/ 4427926 h 5183066"/>
              <a:gd name="connsiteX189" fmla="*/ 1305985 w 5183079"/>
              <a:gd name="connsiteY189" fmla="*/ 4450399 h 5183066"/>
              <a:gd name="connsiteX190" fmla="*/ 1282236 w 5183079"/>
              <a:gd name="connsiteY190" fmla="*/ 4461124 h 5183066"/>
              <a:gd name="connsiteX191" fmla="*/ 1248015 w 5183079"/>
              <a:gd name="connsiteY191" fmla="*/ 4446313 h 5183066"/>
              <a:gd name="connsiteX192" fmla="*/ 1226053 w 5183079"/>
              <a:gd name="connsiteY192" fmla="*/ 4416945 h 5183066"/>
              <a:gd name="connsiteX193" fmla="*/ 1233203 w 5183079"/>
              <a:gd name="connsiteY193" fmla="*/ 4384002 h 5183066"/>
              <a:gd name="connsiteX194" fmla="*/ 1195408 w 5183079"/>
              <a:gd name="connsiteY194" fmla="*/ 4356677 h 5183066"/>
              <a:gd name="connsiteX195" fmla="*/ 1179830 w 5183079"/>
              <a:gd name="connsiteY195" fmla="*/ 4423074 h 5183066"/>
              <a:gd name="connsiteX196" fmla="*/ 1222477 w 5183079"/>
              <a:gd name="connsiteY196" fmla="*/ 4481555 h 5183066"/>
              <a:gd name="connsiteX197" fmla="*/ 1291173 w 5183079"/>
              <a:gd name="connsiteY197" fmla="*/ 4505560 h 5183066"/>
              <a:gd name="connsiteX198" fmla="*/ 1345057 w 5183079"/>
              <a:gd name="connsiteY198" fmla="*/ 4474915 h 5183066"/>
              <a:gd name="connsiteX199" fmla="*/ 1361401 w 5183079"/>
              <a:gd name="connsiteY199" fmla="*/ 4423840 h 5183066"/>
              <a:gd name="connsiteX200" fmla="*/ 1323350 w 5183079"/>
              <a:gd name="connsiteY200" fmla="*/ 4361018 h 5183066"/>
              <a:gd name="connsiteX201" fmla="*/ 1295004 w 5183079"/>
              <a:gd name="connsiteY201" fmla="*/ 4322202 h 5183066"/>
              <a:gd name="connsiteX202" fmla="*/ 1296536 w 5183079"/>
              <a:gd name="connsiteY202" fmla="*/ 4301771 h 5183066"/>
              <a:gd name="connsiteX203" fmla="*/ 1319264 w 5183079"/>
              <a:gd name="connsiteY203" fmla="*/ 4287981 h 5183066"/>
              <a:gd name="connsiteX204" fmla="*/ 1347866 w 5183079"/>
              <a:gd name="connsiteY204" fmla="*/ 4297685 h 5183066"/>
              <a:gd name="connsiteX205" fmla="*/ 1369573 w 5183079"/>
              <a:gd name="connsiteY205" fmla="*/ 4326543 h 5183066"/>
              <a:gd name="connsiteX206" fmla="*/ 1364721 w 5183079"/>
              <a:gd name="connsiteY206" fmla="*/ 4358209 h 5183066"/>
              <a:gd name="connsiteX207" fmla="*/ 1402771 w 5183079"/>
              <a:gd name="connsiteY207" fmla="*/ 4386045 h 5183066"/>
              <a:gd name="connsiteX208" fmla="*/ 1402771 w 5183079"/>
              <a:gd name="connsiteY208" fmla="*/ 4385534 h 5183066"/>
              <a:gd name="connsiteX209" fmla="*/ 1416307 w 5183079"/>
              <a:gd name="connsiteY209" fmla="*/ 4321180 h 5183066"/>
              <a:gd name="connsiteX210" fmla="*/ 1378001 w 5183079"/>
              <a:gd name="connsiteY210" fmla="*/ 4265763 h 5183066"/>
              <a:gd name="connsiteX211" fmla="*/ 1311858 w 5183079"/>
              <a:gd name="connsiteY211" fmla="*/ 4244312 h 5183066"/>
              <a:gd name="connsiteX212" fmla="*/ 4008101 w 5183079"/>
              <a:gd name="connsiteY212" fmla="*/ 4130926 h 5183066"/>
              <a:gd name="connsiteX213" fmla="*/ 3940171 w 5183079"/>
              <a:gd name="connsiteY213" fmla="*/ 4156463 h 5183066"/>
              <a:gd name="connsiteX214" fmla="*/ 3903908 w 5183079"/>
              <a:gd name="connsiteY214" fmla="*/ 4233076 h 5183066"/>
              <a:gd name="connsiteX215" fmla="*/ 3944769 w 5183079"/>
              <a:gd name="connsiteY215" fmla="*/ 4326798 h 5183066"/>
              <a:gd name="connsiteX216" fmla="*/ 4028786 w 5183079"/>
              <a:gd name="connsiteY216" fmla="*/ 4381703 h 5183066"/>
              <a:gd name="connsiteX217" fmla="*/ 4147280 w 5183079"/>
              <a:gd name="connsiteY217" fmla="*/ 4295131 h 5183066"/>
              <a:gd name="connsiteX218" fmla="*/ 4146769 w 5183079"/>
              <a:gd name="connsiteY218" fmla="*/ 4294621 h 5183066"/>
              <a:gd name="connsiteX219" fmla="*/ 4125573 w 5183079"/>
              <a:gd name="connsiteY219" fmla="*/ 4222605 h 5183066"/>
              <a:gd name="connsiteX220" fmla="*/ 4088289 w 5183079"/>
              <a:gd name="connsiteY220" fmla="*/ 4253761 h 5183066"/>
              <a:gd name="connsiteX221" fmla="*/ 4099270 w 5183079"/>
              <a:gd name="connsiteY221" fmla="*/ 4292067 h 5183066"/>
              <a:gd name="connsiteX222" fmla="*/ 4097431 w 5183079"/>
              <a:gd name="connsiteY222" fmla="*/ 4300597 h 5183066"/>
              <a:gd name="connsiteX223" fmla="*/ 4033638 w 5183079"/>
              <a:gd name="connsiteY223" fmla="*/ 4334459 h 5183066"/>
              <a:gd name="connsiteX224" fmla="*/ 3982564 w 5183079"/>
              <a:gd name="connsiteY224" fmla="*/ 4295643 h 5183066"/>
              <a:gd name="connsiteX225" fmla="*/ 3952430 w 5183079"/>
              <a:gd name="connsiteY225" fmla="*/ 4236140 h 5183066"/>
              <a:gd name="connsiteX226" fmla="*/ 3969795 w 5183079"/>
              <a:gd name="connsiteY226" fmla="*/ 4190939 h 5183066"/>
              <a:gd name="connsiteX227" fmla="*/ 4004525 w 5183079"/>
              <a:gd name="connsiteY227" fmla="*/ 4177660 h 5183066"/>
              <a:gd name="connsiteX228" fmla="*/ 4037724 w 5183079"/>
              <a:gd name="connsiteY228" fmla="*/ 4191961 h 5183066"/>
              <a:gd name="connsiteX229" fmla="*/ 4075009 w 5183079"/>
              <a:gd name="connsiteY229" fmla="*/ 4160805 h 5183066"/>
              <a:gd name="connsiteX230" fmla="*/ 4008101 w 5183079"/>
              <a:gd name="connsiteY230" fmla="*/ 4130926 h 5183066"/>
              <a:gd name="connsiteX231" fmla="*/ 2673457 w 5183079"/>
              <a:gd name="connsiteY231" fmla="*/ 4121933 h 5183066"/>
              <a:gd name="connsiteX232" fmla="*/ 2673968 w 5183079"/>
              <a:gd name="connsiteY232" fmla="*/ 4121933 h 5183066"/>
              <a:gd name="connsiteX233" fmla="*/ 2673968 w 5183079"/>
              <a:gd name="connsiteY233" fmla="*/ 4190118 h 5183066"/>
              <a:gd name="connsiteX234" fmla="*/ 2615998 w 5183079"/>
              <a:gd name="connsiteY234" fmla="*/ 4190118 h 5183066"/>
              <a:gd name="connsiteX235" fmla="*/ 2815757 w 5183079"/>
              <a:gd name="connsiteY235" fmla="*/ 4109219 h 5183066"/>
              <a:gd name="connsiteX236" fmla="*/ 2853552 w 5183079"/>
              <a:gd name="connsiteY236" fmla="*/ 4169488 h 5183066"/>
              <a:gd name="connsiteX237" fmla="*/ 2815757 w 5183079"/>
              <a:gd name="connsiteY237" fmla="*/ 4229756 h 5183066"/>
              <a:gd name="connsiteX238" fmla="*/ 2777962 w 5183079"/>
              <a:gd name="connsiteY238" fmla="*/ 4169488 h 5183066"/>
              <a:gd name="connsiteX239" fmla="*/ 2815757 w 5183079"/>
              <a:gd name="connsiteY239" fmla="*/ 4109219 h 5183066"/>
              <a:gd name="connsiteX240" fmla="*/ 2501392 w 5183079"/>
              <a:gd name="connsiteY240" fmla="*/ 4109219 h 5183066"/>
              <a:gd name="connsiteX241" fmla="*/ 2537910 w 5183079"/>
              <a:gd name="connsiteY241" fmla="*/ 4141397 h 5183066"/>
              <a:gd name="connsiteX242" fmla="*/ 2537859 w 5183079"/>
              <a:gd name="connsiteY242" fmla="*/ 4147296 h 5183066"/>
              <a:gd name="connsiteX243" fmla="*/ 2503180 w 5183079"/>
              <a:gd name="connsiteY243" fmla="*/ 4175617 h 5183066"/>
              <a:gd name="connsiteX244" fmla="*/ 2466661 w 5183079"/>
              <a:gd name="connsiteY244" fmla="*/ 4142929 h 5183066"/>
              <a:gd name="connsiteX245" fmla="*/ 2466711 w 5183079"/>
              <a:gd name="connsiteY245" fmla="*/ 4139252 h 5183066"/>
              <a:gd name="connsiteX246" fmla="*/ 2501392 w 5183079"/>
              <a:gd name="connsiteY246" fmla="*/ 4109219 h 5183066"/>
              <a:gd name="connsiteX247" fmla="*/ 2494292 w 5183079"/>
              <a:gd name="connsiteY247" fmla="*/ 4093692 h 5183066"/>
              <a:gd name="connsiteX248" fmla="*/ 2443677 w 5183079"/>
              <a:gd name="connsiteY248" fmla="*/ 4145227 h 5183066"/>
              <a:gd name="connsiteX249" fmla="*/ 2443933 w 5183079"/>
              <a:gd name="connsiteY249" fmla="*/ 4148649 h 5183066"/>
              <a:gd name="connsiteX250" fmla="*/ 2500371 w 5183079"/>
              <a:gd name="connsiteY250" fmla="*/ 4193748 h 5183066"/>
              <a:gd name="connsiteX251" fmla="*/ 2541741 w 5183079"/>
              <a:gd name="connsiteY251" fmla="*/ 4175872 h 5183066"/>
              <a:gd name="connsiteX252" fmla="*/ 2498327 w 5183079"/>
              <a:gd name="connsiteY252" fmla="*/ 4232054 h 5183066"/>
              <a:gd name="connsiteX253" fmla="*/ 2493015 w 5183079"/>
              <a:gd name="connsiteY253" fmla="*/ 4232513 h 5183066"/>
              <a:gd name="connsiteX254" fmla="*/ 2467938 w 5183079"/>
              <a:gd name="connsiteY254" fmla="*/ 4206517 h 5183066"/>
              <a:gd name="connsiteX255" fmla="*/ 2445209 w 5183079"/>
              <a:gd name="connsiteY255" fmla="*/ 4206517 h 5183066"/>
              <a:gd name="connsiteX256" fmla="*/ 2498839 w 5183079"/>
              <a:gd name="connsiteY256" fmla="*/ 4246866 h 5183066"/>
              <a:gd name="connsiteX257" fmla="*/ 2498839 w 5183079"/>
              <a:gd name="connsiteY257" fmla="*/ 4247632 h 5183066"/>
              <a:gd name="connsiteX258" fmla="*/ 2564980 w 5183079"/>
              <a:gd name="connsiteY258" fmla="*/ 4163869 h 5183066"/>
              <a:gd name="connsiteX259" fmla="*/ 2501647 w 5183079"/>
              <a:gd name="connsiteY259" fmla="*/ 4094152 h 5183066"/>
              <a:gd name="connsiteX260" fmla="*/ 2494292 w 5183079"/>
              <a:gd name="connsiteY260" fmla="*/ 4093692 h 5183066"/>
              <a:gd name="connsiteX261" fmla="*/ 2815758 w 5183079"/>
              <a:gd name="connsiteY261" fmla="*/ 4093386 h 5183066"/>
              <a:gd name="connsiteX262" fmla="*/ 2753957 w 5183079"/>
              <a:gd name="connsiteY262" fmla="*/ 4169998 h 5183066"/>
              <a:gd name="connsiteX263" fmla="*/ 2815758 w 5183079"/>
              <a:gd name="connsiteY263" fmla="*/ 4246610 h 5183066"/>
              <a:gd name="connsiteX264" fmla="*/ 2815758 w 5183079"/>
              <a:gd name="connsiteY264" fmla="*/ 4247632 h 5183066"/>
              <a:gd name="connsiteX265" fmla="*/ 2877558 w 5183079"/>
              <a:gd name="connsiteY265" fmla="*/ 4169998 h 5183066"/>
              <a:gd name="connsiteX266" fmla="*/ 2815758 w 5183079"/>
              <a:gd name="connsiteY266" fmla="*/ 4093386 h 5183066"/>
              <a:gd name="connsiteX267" fmla="*/ 2678110 w 5183079"/>
              <a:gd name="connsiteY267" fmla="*/ 4092365 h 5183066"/>
              <a:gd name="connsiteX268" fmla="*/ 2595625 w 5183079"/>
              <a:gd name="connsiteY268" fmla="*/ 4187619 h 5183066"/>
              <a:gd name="connsiteX269" fmla="*/ 2595625 w 5183079"/>
              <a:gd name="connsiteY269" fmla="*/ 4206006 h 5183066"/>
              <a:gd name="connsiteX270" fmla="*/ 2674281 w 5183079"/>
              <a:gd name="connsiteY270" fmla="*/ 4206006 h 5183066"/>
              <a:gd name="connsiteX271" fmla="*/ 2674281 w 5183079"/>
              <a:gd name="connsiteY271" fmla="*/ 4242780 h 5183066"/>
              <a:gd name="connsiteX272" fmla="*/ 2697008 w 5183079"/>
              <a:gd name="connsiteY272" fmla="*/ 4242780 h 5183066"/>
              <a:gd name="connsiteX273" fmla="*/ 2697008 w 5183079"/>
              <a:gd name="connsiteY273" fmla="*/ 4206006 h 5183066"/>
              <a:gd name="connsiteX274" fmla="*/ 2722545 w 5183079"/>
              <a:gd name="connsiteY274" fmla="*/ 4206006 h 5183066"/>
              <a:gd name="connsiteX275" fmla="*/ 2722545 w 5183079"/>
              <a:gd name="connsiteY275" fmla="*/ 4189917 h 5183066"/>
              <a:gd name="connsiteX276" fmla="*/ 2697008 w 5183079"/>
              <a:gd name="connsiteY276" fmla="*/ 4189917 h 5183066"/>
              <a:gd name="connsiteX277" fmla="*/ 2697008 w 5183079"/>
              <a:gd name="connsiteY277" fmla="*/ 4092365 h 5183066"/>
              <a:gd name="connsiteX278" fmla="*/ 2350976 w 5183079"/>
              <a:gd name="connsiteY278" fmla="*/ 4091343 h 5183066"/>
              <a:gd name="connsiteX279" fmla="*/ 2302456 w 5183079"/>
              <a:gd name="connsiteY279" fmla="*/ 4119945 h 5183066"/>
              <a:gd name="connsiteX280" fmla="*/ 2302456 w 5183079"/>
              <a:gd name="connsiteY280" fmla="*/ 4136034 h 5183066"/>
              <a:gd name="connsiteX281" fmla="*/ 2344592 w 5183079"/>
              <a:gd name="connsiteY281" fmla="*/ 4136034 h 5183066"/>
              <a:gd name="connsiteX282" fmla="*/ 2344592 w 5183079"/>
              <a:gd name="connsiteY282" fmla="*/ 4242780 h 5183066"/>
              <a:gd name="connsiteX283" fmla="*/ 2368597 w 5183079"/>
              <a:gd name="connsiteY283" fmla="*/ 4242780 h 5183066"/>
              <a:gd name="connsiteX284" fmla="*/ 2368597 w 5183079"/>
              <a:gd name="connsiteY284" fmla="*/ 4091343 h 5183066"/>
              <a:gd name="connsiteX285" fmla="*/ 1108580 w 5183079"/>
              <a:gd name="connsiteY285" fmla="*/ 4047675 h 5183066"/>
              <a:gd name="connsiteX286" fmla="*/ 936458 w 5183079"/>
              <a:gd name="connsiteY286" fmla="*/ 4232055 h 5183066"/>
              <a:gd name="connsiteX287" fmla="*/ 953058 w 5183079"/>
              <a:gd name="connsiteY287" fmla="*/ 4247632 h 5183066"/>
              <a:gd name="connsiteX288" fmla="*/ 969657 w 5183079"/>
              <a:gd name="connsiteY288" fmla="*/ 4263976 h 5183066"/>
              <a:gd name="connsiteX289" fmla="*/ 1093513 w 5183079"/>
              <a:gd name="connsiteY289" fmla="*/ 4130926 h 5183066"/>
              <a:gd name="connsiteX290" fmla="*/ 1039630 w 5183079"/>
              <a:gd name="connsiteY290" fmla="*/ 4329352 h 5183066"/>
              <a:gd name="connsiteX291" fmla="*/ 1057250 w 5183079"/>
              <a:gd name="connsiteY291" fmla="*/ 4345696 h 5183066"/>
              <a:gd name="connsiteX292" fmla="*/ 1074871 w 5183079"/>
              <a:gd name="connsiteY292" fmla="*/ 4361274 h 5183066"/>
              <a:gd name="connsiteX293" fmla="*/ 1246738 w 5183079"/>
              <a:gd name="connsiteY293" fmla="*/ 4176638 h 5183066"/>
              <a:gd name="connsiteX294" fmla="*/ 1230139 w 5183079"/>
              <a:gd name="connsiteY294" fmla="*/ 4161316 h 5183066"/>
              <a:gd name="connsiteX295" fmla="*/ 1213795 w 5183079"/>
              <a:gd name="connsiteY295" fmla="*/ 4145993 h 5183066"/>
              <a:gd name="connsiteX296" fmla="*/ 1093003 w 5183079"/>
              <a:gd name="connsiteY296" fmla="*/ 4275468 h 5183066"/>
              <a:gd name="connsiteX297" fmla="*/ 1145610 w 5183079"/>
              <a:gd name="connsiteY297" fmla="*/ 4082405 h 5183066"/>
              <a:gd name="connsiteX298" fmla="*/ 1126967 w 5183079"/>
              <a:gd name="connsiteY298" fmla="*/ 4065040 h 5183066"/>
              <a:gd name="connsiteX299" fmla="*/ 1027116 w 5183079"/>
              <a:gd name="connsiteY299" fmla="*/ 3958804 h 5183066"/>
              <a:gd name="connsiteX300" fmla="*/ 839671 w 5183079"/>
              <a:gd name="connsiteY300" fmla="*/ 4127606 h 5183066"/>
              <a:gd name="connsiteX301" fmla="*/ 856016 w 5183079"/>
              <a:gd name="connsiteY301" fmla="*/ 4145483 h 5183066"/>
              <a:gd name="connsiteX302" fmla="*/ 872104 w 5183079"/>
              <a:gd name="connsiteY302" fmla="*/ 4163614 h 5183066"/>
              <a:gd name="connsiteX303" fmla="*/ 1059549 w 5183079"/>
              <a:gd name="connsiteY303" fmla="*/ 3994812 h 5183066"/>
              <a:gd name="connsiteX304" fmla="*/ 1043460 w 5183079"/>
              <a:gd name="connsiteY304" fmla="*/ 3976681 h 5183066"/>
              <a:gd name="connsiteX305" fmla="*/ 4194013 w 5183079"/>
              <a:gd name="connsiteY305" fmla="*/ 3909517 h 5183066"/>
              <a:gd name="connsiteX306" fmla="*/ 4177926 w 5183079"/>
              <a:gd name="connsiteY306" fmla="*/ 3927649 h 5183066"/>
              <a:gd name="connsiteX307" fmla="*/ 4161581 w 5183079"/>
              <a:gd name="connsiteY307" fmla="*/ 3945525 h 5183066"/>
              <a:gd name="connsiteX308" fmla="*/ 4231809 w 5183079"/>
              <a:gd name="connsiteY308" fmla="*/ 4008857 h 5183066"/>
              <a:gd name="connsiteX309" fmla="*/ 4171286 w 5183079"/>
              <a:gd name="connsiteY309" fmla="*/ 4076276 h 5183066"/>
              <a:gd name="connsiteX310" fmla="*/ 4101058 w 5183079"/>
              <a:gd name="connsiteY310" fmla="*/ 4012943 h 5183066"/>
              <a:gd name="connsiteX311" fmla="*/ 4084713 w 5183079"/>
              <a:gd name="connsiteY311" fmla="*/ 4031075 h 5183066"/>
              <a:gd name="connsiteX312" fmla="*/ 4068625 w 5183079"/>
              <a:gd name="connsiteY312" fmla="*/ 4048951 h 5183066"/>
              <a:gd name="connsiteX313" fmla="*/ 4255559 w 5183079"/>
              <a:gd name="connsiteY313" fmla="*/ 4218264 h 5183066"/>
              <a:gd name="connsiteX314" fmla="*/ 4271647 w 5183079"/>
              <a:gd name="connsiteY314" fmla="*/ 4200133 h 5183066"/>
              <a:gd name="connsiteX315" fmla="*/ 4287992 w 5183079"/>
              <a:gd name="connsiteY315" fmla="*/ 4182256 h 5183066"/>
              <a:gd name="connsiteX316" fmla="*/ 4202952 w 5183079"/>
              <a:gd name="connsiteY316" fmla="*/ 4105644 h 5183066"/>
              <a:gd name="connsiteX317" fmla="*/ 4263731 w 5183079"/>
              <a:gd name="connsiteY317" fmla="*/ 4038225 h 5183066"/>
              <a:gd name="connsiteX318" fmla="*/ 4348516 w 5183079"/>
              <a:gd name="connsiteY318" fmla="*/ 4114837 h 5183066"/>
              <a:gd name="connsiteX319" fmla="*/ 4364858 w 5183079"/>
              <a:gd name="connsiteY319" fmla="*/ 4096706 h 5183066"/>
              <a:gd name="connsiteX320" fmla="*/ 4381458 w 5183079"/>
              <a:gd name="connsiteY320" fmla="*/ 4078319 h 5183066"/>
              <a:gd name="connsiteX321" fmla="*/ 2588474 w 5183079"/>
              <a:gd name="connsiteY321" fmla="*/ 3783362 h 5183066"/>
              <a:gd name="connsiteX322" fmla="*/ 2607117 w 5183079"/>
              <a:gd name="connsiteY322" fmla="*/ 3806856 h 5183066"/>
              <a:gd name="connsiteX323" fmla="*/ 2627547 w 5183079"/>
              <a:gd name="connsiteY323" fmla="*/ 3826521 h 5183066"/>
              <a:gd name="connsiteX324" fmla="*/ 2621928 w 5183079"/>
              <a:gd name="connsiteY324" fmla="*/ 3832649 h 5183066"/>
              <a:gd name="connsiteX325" fmla="*/ 2621928 w 5183079"/>
              <a:gd name="connsiteY325" fmla="*/ 3989960 h 5183066"/>
              <a:gd name="connsiteX326" fmla="*/ 2701095 w 5183079"/>
              <a:gd name="connsiteY326" fmla="*/ 4003750 h 5183066"/>
              <a:gd name="connsiteX327" fmla="*/ 2762639 w 5183079"/>
              <a:gd name="connsiteY327" fmla="*/ 4041290 h 5183066"/>
              <a:gd name="connsiteX328" fmla="*/ 2822398 w 5183079"/>
              <a:gd name="connsiteY328" fmla="*/ 4057889 h 5183066"/>
              <a:gd name="connsiteX329" fmla="*/ 2852787 w 5183079"/>
              <a:gd name="connsiteY329" fmla="*/ 4087513 h 5183066"/>
              <a:gd name="connsiteX330" fmla="*/ 2886751 w 5183079"/>
              <a:gd name="connsiteY330" fmla="*/ 4090577 h 5183066"/>
              <a:gd name="connsiteX331" fmla="*/ 2934252 w 5183079"/>
              <a:gd name="connsiteY331" fmla="*/ 4126074 h 5183066"/>
              <a:gd name="connsiteX332" fmla="*/ 2971026 w 5183079"/>
              <a:gd name="connsiteY332" fmla="*/ 4148802 h 5183066"/>
              <a:gd name="connsiteX333" fmla="*/ 2989412 w 5183079"/>
              <a:gd name="connsiteY333" fmla="*/ 4171786 h 5183066"/>
              <a:gd name="connsiteX334" fmla="*/ 3023633 w 5183079"/>
              <a:gd name="connsiteY334" fmla="*/ 4185576 h 5183066"/>
              <a:gd name="connsiteX335" fmla="*/ 3062449 w 5183079"/>
              <a:gd name="connsiteY335" fmla="*/ 4190173 h 5183066"/>
              <a:gd name="connsiteX336" fmla="*/ 3113523 w 5183079"/>
              <a:gd name="connsiteY336" fmla="*/ 4210602 h 5183066"/>
              <a:gd name="connsiteX337" fmla="*/ 3187327 w 5183079"/>
              <a:gd name="connsiteY337" fmla="*/ 4251718 h 5183066"/>
              <a:gd name="connsiteX338" fmla="*/ 3330592 w 5183079"/>
              <a:gd name="connsiteY338" fmla="*/ 4275978 h 5183066"/>
              <a:gd name="connsiteX339" fmla="*/ 1866020 w 5183079"/>
              <a:gd name="connsiteY339" fmla="*/ 4277511 h 5183066"/>
              <a:gd name="connsiteX340" fmla="*/ 2040951 w 5183079"/>
              <a:gd name="connsiteY340" fmla="*/ 4257081 h 5183066"/>
              <a:gd name="connsiteX341" fmla="*/ 2117563 w 5183079"/>
              <a:gd name="connsiteY341" fmla="*/ 4215966 h 5183066"/>
              <a:gd name="connsiteX342" fmla="*/ 2158680 w 5183079"/>
              <a:gd name="connsiteY342" fmla="*/ 4177148 h 5183066"/>
              <a:gd name="connsiteX343" fmla="*/ 2199795 w 5183079"/>
              <a:gd name="connsiteY343" fmla="*/ 4156463 h 5183066"/>
              <a:gd name="connsiteX344" fmla="*/ 2236569 w 5183079"/>
              <a:gd name="connsiteY344" fmla="*/ 4135778 h 5183066"/>
              <a:gd name="connsiteX345" fmla="*/ 2268491 w 5183079"/>
              <a:gd name="connsiteY345" fmla="*/ 4094663 h 5183066"/>
              <a:gd name="connsiteX346" fmla="*/ 2316501 w 5183079"/>
              <a:gd name="connsiteY346" fmla="*/ 4076276 h 5183066"/>
              <a:gd name="connsiteX347" fmla="*/ 2362212 w 5183079"/>
              <a:gd name="connsiteY347" fmla="*/ 4044354 h 5183066"/>
              <a:gd name="connsiteX348" fmla="*/ 2421715 w 5183079"/>
              <a:gd name="connsiteY348" fmla="*/ 4028266 h 5183066"/>
              <a:gd name="connsiteX349" fmla="*/ 2474322 w 5183079"/>
              <a:gd name="connsiteY349" fmla="*/ 3996344 h 5183066"/>
              <a:gd name="connsiteX350" fmla="*/ 2557830 w 5183079"/>
              <a:gd name="connsiteY350" fmla="*/ 3992258 h 5183066"/>
              <a:gd name="connsiteX351" fmla="*/ 2557830 w 5183079"/>
              <a:gd name="connsiteY351" fmla="*/ 3835969 h 5183066"/>
              <a:gd name="connsiteX352" fmla="*/ 2550168 w 5183079"/>
              <a:gd name="connsiteY352" fmla="*/ 3828819 h 5183066"/>
              <a:gd name="connsiteX353" fmla="*/ 2570343 w 5183079"/>
              <a:gd name="connsiteY353" fmla="*/ 3806856 h 5183066"/>
              <a:gd name="connsiteX354" fmla="*/ 2588474 w 5183079"/>
              <a:gd name="connsiteY354" fmla="*/ 3783362 h 5183066"/>
              <a:gd name="connsiteX355" fmla="*/ 4348260 w 5183079"/>
              <a:gd name="connsiteY355" fmla="*/ 3698578 h 5183066"/>
              <a:gd name="connsiteX356" fmla="*/ 4335236 w 5183079"/>
              <a:gd name="connsiteY356" fmla="*/ 3717221 h 5183066"/>
              <a:gd name="connsiteX357" fmla="*/ 4322211 w 5183079"/>
              <a:gd name="connsiteY357" fmla="*/ 3735863 h 5183066"/>
              <a:gd name="connsiteX358" fmla="*/ 4467264 w 5183079"/>
              <a:gd name="connsiteY358" fmla="*/ 3838012 h 5183066"/>
              <a:gd name="connsiteX359" fmla="*/ 4268839 w 5183079"/>
              <a:gd name="connsiteY359" fmla="*/ 3812475 h 5183066"/>
              <a:gd name="connsiteX360" fmla="*/ 4254282 w 5183079"/>
              <a:gd name="connsiteY360" fmla="*/ 3833416 h 5183066"/>
              <a:gd name="connsiteX361" fmla="*/ 4239726 w 5183079"/>
              <a:gd name="connsiteY361" fmla="*/ 3854101 h 5183066"/>
              <a:gd name="connsiteX362" fmla="*/ 4446323 w 5183079"/>
              <a:gd name="connsiteY362" fmla="*/ 3998898 h 5183066"/>
              <a:gd name="connsiteX363" fmla="*/ 4459347 w 5183079"/>
              <a:gd name="connsiteY363" fmla="*/ 3980256 h 5183066"/>
              <a:gd name="connsiteX364" fmla="*/ 4472116 w 5183079"/>
              <a:gd name="connsiteY364" fmla="*/ 3961613 h 5183066"/>
              <a:gd name="connsiteX365" fmla="*/ 4323232 w 5183079"/>
              <a:gd name="connsiteY365" fmla="*/ 3857421 h 5183066"/>
              <a:gd name="connsiteX366" fmla="*/ 4527532 w 5183079"/>
              <a:gd name="connsiteY366" fmla="*/ 3882958 h 5183066"/>
              <a:gd name="connsiteX367" fmla="*/ 4541578 w 5183079"/>
              <a:gd name="connsiteY367" fmla="*/ 3863039 h 5183066"/>
              <a:gd name="connsiteX368" fmla="*/ 4554857 w 5183079"/>
              <a:gd name="connsiteY368" fmla="*/ 3843376 h 5183066"/>
              <a:gd name="connsiteX369" fmla="*/ 785022 w 5183079"/>
              <a:gd name="connsiteY369" fmla="*/ 3676361 h 5183066"/>
              <a:gd name="connsiteX370" fmla="*/ 621581 w 5183079"/>
              <a:gd name="connsiteY370" fmla="*/ 3781064 h 5183066"/>
              <a:gd name="connsiteX371" fmla="*/ 635627 w 5183079"/>
              <a:gd name="connsiteY371" fmla="*/ 3867636 h 5183066"/>
              <a:gd name="connsiteX372" fmla="*/ 701514 w 5183079"/>
              <a:gd name="connsiteY372" fmla="*/ 3903899 h 5183066"/>
              <a:gd name="connsiteX373" fmla="*/ 706366 w 5183079"/>
              <a:gd name="connsiteY373" fmla="*/ 3903899 h 5183066"/>
              <a:gd name="connsiteX374" fmla="*/ 680828 w 5183079"/>
              <a:gd name="connsiteY374" fmla="*/ 3925606 h 5183066"/>
              <a:gd name="connsiteX375" fmla="*/ 698449 w 5183079"/>
              <a:gd name="connsiteY375" fmla="*/ 3952930 h 5183066"/>
              <a:gd name="connsiteX376" fmla="*/ 812602 w 5183079"/>
              <a:gd name="connsiteY376" fmla="*/ 3878872 h 5183066"/>
              <a:gd name="connsiteX377" fmla="*/ 759739 w 5183079"/>
              <a:gd name="connsiteY377" fmla="*/ 3797152 h 5183066"/>
              <a:gd name="connsiteX378" fmla="*/ 723221 w 5183079"/>
              <a:gd name="connsiteY378" fmla="*/ 3820903 h 5183066"/>
              <a:gd name="connsiteX379" fmla="*/ 751567 w 5183079"/>
              <a:gd name="connsiteY379" fmla="*/ 3867636 h 5183066"/>
              <a:gd name="connsiteX380" fmla="*/ 718624 w 5183079"/>
              <a:gd name="connsiteY380" fmla="*/ 3874020 h 5183066"/>
              <a:gd name="connsiteX381" fmla="*/ 675210 w 5183079"/>
              <a:gd name="connsiteY381" fmla="*/ 3850015 h 5183066"/>
              <a:gd name="connsiteX382" fmla="*/ 666783 w 5183079"/>
              <a:gd name="connsiteY382" fmla="*/ 3795620 h 5183066"/>
              <a:gd name="connsiteX383" fmla="*/ 712240 w 5183079"/>
              <a:gd name="connsiteY383" fmla="*/ 3745823 h 5183066"/>
              <a:gd name="connsiteX384" fmla="*/ 777104 w 5183079"/>
              <a:gd name="connsiteY384" fmla="*/ 3724882 h 5183066"/>
              <a:gd name="connsiteX385" fmla="*/ 824094 w 5183079"/>
              <a:gd name="connsiteY385" fmla="*/ 3753484 h 5183066"/>
              <a:gd name="connsiteX386" fmla="*/ 831755 w 5183079"/>
              <a:gd name="connsiteY386" fmla="*/ 3788215 h 5183066"/>
              <a:gd name="connsiteX387" fmla="*/ 816943 w 5183079"/>
              <a:gd name="connsiteY387" fmla="*/ 3818349 h 5183066"/>
              <a:gd name="connsiteX388" fmla="*/ 845545 w 5183079"/>
              <a:gd name="connsiteY388" fmla="*/ 3858953 h 5183066"/>
              <a:gd name="connsiteX389" fmla="*/ 880276 w 5183079"/>
              <a:gd name="connsiteY389" fmla="*/ 3798430 h 5183066"/>
              <a:gd name="connsiteX390" fmla="*/ 861634 w 5183079"/>
              <a:gd name="connsiteY390" fmla="*/ 3727436 h 5183066"/>
              <a:gd name="connsiteX391" fmla="*/ 785022 w 5183079"/>
              <a:gd name="connsiteY391" fmla="*/ 3676361 h 5183066"/>
              <a:gd name="connsiteX392" fmla="*/ 4509911 w 5183079"/>
              <a:gd name="connsiteY392" fmla="*/ 3529521 h 5183066"/>
              <a:gd name="connsiteX393" fmla="*/ 4575541 w 5183079"/>
              <a:gd name="connsiteY393" fmla="*/ 3545609 h 5183066"/>
              <a:gd name="connsiteX394" fmla="*/ 4626362 w 5183079"/>
              <a:gd name="connsiteY394" fmla="*/ 3589534 h 5183066"/>
              <a:gd name="connsiteX395" fmla="*/ 4630882 w 5183079"/>
              <a:gd name="connsiteY395" fmla="*/ 3604294 h 5183066"/>
              <a:gd name="connsiteX396" fmla="*/ 4582948 w 5183079"/>
              <a:gd name="connsiteY396" fmla="*/ 3671253 h 5183066"/>
              <a:gd name="connsiteX397" fmla="*/ 4518338 w 5183079"/>
              <a:gd name="connsiteY397" fmla="*/ 3655930 h 5183066"/>
              <a:gd name="connsiteX398" fmla="*/ 4467263 w 5183079"/>
              <a:gd name="connsiteY398" fmla="*/ 3610474 h 5183066"/>
              <a:gd name="connsiteX399" fmla="*/ 4467263 w 5183079"/>
              <a:gd name="connsiteY399" fmla="*/ 3559399 h 5183066"/>
              <a:gd name="connsiteX400" fmla="*/ 4509911 w 5183079"/>
              <a:gd name="connsiteY400" fmla="*/ 3529521 h 5183066"/>
              <a:gd name="connsiteX401" fmla="*/ 4498676 w 5183079"/>
              <a:gd name="connsiteY401" fmla="*/ 3484064 h 5183066"/>
              <a:gd name="connsiteX402" fmla="*/ 4487592 w 5183079"/>
              <a:gd name="connsiteY402" fmla="*/ 3487435 h 5183066"/>
              <a:gd name="connsiteX403" fmla="*/ 4422063 w 5183079"/>
              <a:gd name="connsiteY403" fmla="*/ 3627840 h 5183066"/>
              <a:gd name="connsiteX404" fmla="*/ 4494333 w 5183079"/>
              <a:gd name="connsiteY404" fmla="*/ 3700366 h 5183066"/>
              <a:gd name="connsiteX405" fmla="*/ 4593419 w 5183079"/>
              <a:gd name="connsiteY405" fmla="*/ 3718753 h 5183066"/>
              <a:gd name="connsiteX406" fmla="*/ 4662881 w 5183079"/>
              <a:gd name="connsiteY406" fmla="*/ 3663848 h 5183066"/>
              <a:gd name="connsiteX407" fmla="*/ 4662370 w 5183079"/>
              <a:gd name="connsiteY407" fmla="*/ 3663337 h 5183066"/>
              <a:gd name="connsiteX408" fmla="*/ 4670031 w 5183079"/>
              <a:gd name="connsiteY408" fmla="*/ 3575233 h 5183066"/>
              <a:gd name="connsiteX409" fmla="*/ 4599293 w 5183079"/>
              <a:gd name="connsiteY409" fmla="*/ 3503472 h 5183066"/>
              <a:gd name="connsiteX410" fmla="*/ 4498676 w 5183079"/>
              <a:gd name="connsiteY410" fmla="*/ 3484064 h 5183066"/>
              <a:gd name="connsiteX411" fmla="*/ 681339 w 5183079"/>
              <a:gd name="connsiteY411" fmla="*/ 3404132 h 5183066"/>
              <a:gd name="connsiteX412" fmla="*/ 452779 w 5183079"/>
              <a:gd name="connsiteY412" fmla="*/ 3510878 h 5183066"/>
              <a:gd name="connsiteX413" fmla="*/ 462228 w 5183079"/>
              <a:gd name="connsiteY413" fmla="*/ 3531309 h 5183066"/>
              <a:gd name="connsiteX414" fmla="*/ 471932 w 5183079"/>
              <a:gd name="connsiteY414" fmla="*/ 3551738 h 5183066"/>
              <a:gd name="connsiteX415" fmla="*/ 636648 w 5183079"/>
              <a:gd name="connsiteY415" fmla="*/ 3475126 h 5183066"/>
              <a:gd name="connsiteX416" fmla="*/ 512281 w 5183079"/>
              <a:gd name="connsiteY416" fmla="*/ 3638821 h 5183066"/>
              <a:gd name="connsiteX417" fmla="*/ 522497 w 5183079"/>
              <a:gd name="connsiteY417" fmla="*/ 3660528 h 5183066"/>
              <a:gd name="connsiteX418" fmla="*/ 532712 w 5183079"/>
              <a:gd name="connsiteY418" fmla="*/ 3681979 h 5183066"/>
              <a:gd name="connsiteX419" fmla="*/ 761271 w 5183079"/>
              <a:gd name="connsiteY419" fmla="*/ 3575488 h 5183066"/>
              <a:gd name="connsiteX420" fmla="*/ 751567 w 5183079"/>
              <a:gd name="connsiteY420" fmla="*/ 3554803 h 5183066"/>
              <a:gd name="connsiteX421" fmla="*/ 742118 w 5183079"/>
              <a:gd name="connsiteY421" fmla="*/ 3534373 h 5183066"/>
              <a:gd name="connsiteX422" fmla="*/ 581743 w 5183079"/>
              <a:gd name="connsiteY422" fmla="*/ 3609197 h 5183066"/>
              <a:gd name="connsiteX423" fmla="*/ 702791 w 5183079"/>
              <a:gd name="connsiteY423" fmla="*/ 3450355 h 5183066"/>
              <a:gd name="connsiteX424" fmla="*/ 692065 w 5183079"/>
              <a:gd name="connsiteY424" fmla="*/ 3427371 h 5183066"/>
              <a:gd name="connsiteX425" fmla="*/ 4760434 w 5183079"/>
              <a:gd name="connsiteY425" fmla="*/ 3300706 h 5183066"/>
              <a:gd name="connsiteX426" fmla="*/ 4719062 w 5183079"/>
              <a:gd name="connsiteY426" fmla="*/ 3408474 h 5183066"/>
              <a:gd name="connsiteX427" fmla="*/ 4525490 w 5183079"/>
              <a:gd name="connsiteY427" fmla="*/ 3334160 h 5183066"/>
              <a:gd name="connsiteX428" fmla="*/ 4516806 w 5183079"/>
              <a:gd name="connsiteY428" fmla="*/ 3356888 h 5183066"/>
              <a:gd name="connsiteX429" fmla="*/ 4508124 w 5183079"/>
              <a:gd name="connsiteY429" fmla="*/ 3379361 h 5183066"/>
              <a:gd name="connsiteX430" fmla="*/ 4744090 w 5183079"/>
              <a:gd name="connsiteY430" fmla="*/ 3470018 h 5183066"/>
              <a:gd name="connsiteX431" fmla="*/ 4802315 w 5183079"/>
              <a:gd name="connsiteY431" fmla="*/ 3316794 h 5183066"/>
              <a:gd name="connsiteX432" fmla="*/ 4781374 w 5183079"/>
              <a:gd name="connsiteY432" fmla="*/ 3308878 h 5183066"/>
              <a:gd name="connsiteX433" fmla="*/ 636904 w 5183079"/>
              <a:gd name="connsiteY433" fmla="*/ 3292023 h 5183066"/>
              <a:gd name="connsiteX434" fmla="*/ 401449 w 5183079"/>
              <a:gd name="connsiteY434" fmla="*/ 3382425 h 5183066"/>
              <a:gd name="connsiteX435" fmla="*/ 410131 w 5183079"/>
              <a:gd name="connsiteY435" fmla="*/ 3405154 h 5183066"/>
              <a:gd name="connsiteX436" fmla="*/ 418814 w 5183079"/>
              <a:gd name="connsiteY436" fmla="*/ 3427627 h 5183066"/>
              <a:gd name="connsiteX437" fmla="*/ 654269 w 5183079"/>
              <a:gd name="connsiteY437" fmla="*/ 3337225 h 5183066"/>
              <a:gd name="connsiteX438" fmla="*/ 645587 w 5183079"/>
              <a:gd name="connsiteY438" fmla="*/ 3314751 h 5183066"/>
              <a:gd name="connsiteX439" fmla="*/ 421113 w 5183079"/>
              <a:gd name="connsiteY439" fmla="*/ 3120157 h 5183066"/>
              <a:gd name="connsiteX440" fmla="*/ 406557 w 5183079"/>
              <a:gd name="connsiteY440" fmla="*/ 3123987 h 5183066"/>
              <a:gd name="connsiteX441" fmla="*/ 346288 w 5183079"/>
              <a:gd name="connsiteY441" fmla="*/ 3158207 h 5183066"/>
              <a:gd name="connsiteX442" fmla="*/ 340415 w 5183079"/>
              <a:gd name="connsiteY442" fmla="*/ 3219497 h 5183066"/>
              <a:gd name="connsiteX443" fmla="*/ 373869 w 5183079"/>
              <a:gd name="connsiteY443" fmla="*/ 3268273 h 5183066"/>
              <a:gd name="connsiteX444" fmla="*/ 373869 w 5183079"/>
              <a:gd name="connsiteY444" fmla="*/ 3267763 h 5183066"/>
              <a:gd name="connsiteX445" fmla="*/ 434903 w 5183079"/>
              <a:gd name="connsiteY445" fmla="*/ 3271849 h 5183066"/>
              <a:gd name="connsiteX446" fmla="*/ 610090 w 5183079"/>
              <a:gd name="connsiteY446" fmla="*/ 3224860 h 5183066"/>
              <a:gd name="connsiteX447" fmla="*/ 603706 w 5183079"/>
              <a:gd name="connsiteY447" fmla="*/ 3201365 h 5183066"/>
              <a:gd name="connsiteX448" fmla="*/ 597576 w 5183079"/>
              <a:gd name="connsiteY448" fmla="*/ 3178126 h 5183066"/>
              <a:gd name="connsiteX449" fmla="*/ 422390 w 5183079"/>
              <a:gd name="connsiteY449" fmla="*/ 3225115 h 5183066"/>
              <a:gd name="connsiteX450" fmla="*/ 395064 w 5183079"/>
              <a:gd name="connsiteY450" fmla="*/ 3225115 h 5183066"/>
              <a:gd name="connsiteX451" fmla="*/ 392460 w 5183079"/>
              <a:gd name="connsiteY451" fmla="*/ 3223328 h 5183066"/>
              <a:gd name="connsiteX452" fmla="*/ 387148 w 5183079"/>
              <a:gd name="connsiteY452" fmla="*/ 3183234 h 5183066"/>
              <a:gd name="connsiteX453" fmla="*/ 418304 w 5183079"/>
              <a:gd name="connsiteY453" fmla="*/ 3168422 h 5183066"/>
              <a:gd name="connsiteX454" fmla="*/ 432860 w 5183079"/>
              <a:gd name="connsiteY454" fmla="*/ 3164592 h 5183066"/>
              <a:gd name="connsiteX455" fmla="*/ 4714338 w 5183079"/>
              <a:gd name="connsiteY455" fmla="*/ 3033814 h 5183066"/>
              <a:gd name="connsiteX456" fmla="*/ 4748175 w 5183079"/>
              <a:gd name="connsiteY456" fmla="*/ 3038947 h 5183066"/>
              <a:gd name="connsiteX457" fmla="*/ 4806401 w 5183079"/>
              <a:gd name="connsiteY457" fmla="*/ 3070869 h 5183066"/>
              <a:gd name="connsiteX458" fmla="*/ 4814369 w 5183079"/>
              <a:gd name="connsiteY458" fmla="*/ 3084123 h 5183066"/>
              <a:gd name="connsiteX459" fmla="*/ 4783928 w 5183079"/>
              <a:gd name="connsiteY459" fmla="*/ 3161016 h 5183066"/>
              <a:gd name="connsiteX460" fmla="*/ 4717529 w 5183079"/>
              <a:gd name="connsiteY460" fmla="*/ 3161016 h 5183066"/>
              <a:gd name="connsiteX461" fmla="*/ 4658028 w 5183079"/>
              <a:gd name="connsiteY461" fmla="*/ 3128839 h 5183066"/>
              <a:gd name="connsiteX462" fmla="*/ 4648732 w 5183079"/>
              <a:gd name="connsiteY462" fmla="*/ 3113338 h 5183066"/>
              <a:gd name="connsiteX463" fmla="*/ 4680501 w 5183079"/>
              <a:gd name="connsiteY463" fmla="*/ 3038947 h 5183066"/>
              <a:gd name="connsiteX464" fmla="*/ 4714338 w 5183079"/>
              <a:gd name="connsiteY464" fmla="*/ 3033814 h 5183066"/>
              <a:gd name="connsiteX465" fmla="*/ 4707839 w 5183079"/>
              <a:gd name="connsiteY465" fmla="*/ 2985651 h 5183066"/>
              <a:gd name="connsiteX466" fmla="*/ 4657262 w 5183079"/>
              <a:gd name="connsiteY466" fmla="*/ 2997577 h 5183066"/>
              <a:gd name="connsiteX467" fmla="*/ 4647201 w 5183079"/>
              <a:gd name="connsiteY467" fmla="*/ 3003629 h 5183066"/>
              <a:gd name="connsiteX468" fmla="*/ 4617935 w 5183079"/>
              <a:gd name="connsiteY468" fmla="*/ 3155398 h 5183066"/>
              <a:gd name="connsiteX469" fmla="*/ 4705784 w 5183079"/>
              <a:gd name="connsiteY469" fmla="*/ 3208516 h 5183066"/>
              <a:gd name="connsiteX470" fmla="*/ 4806402 w 5183079"/>
              <a:gd name="connsiteY470" fmla="*/ 3202387 h 5183066"/>
              <a:gd name="connsiteX471" fmla="*/ 4860285 w 5183079"/>
              <a:gd name="connsiteY471" fmla="*/ 3132159 h 5183066"/>
              <a:gd name="connsiteX472" fmla="*/ 4845473 w 5183079"/>
              <a:gd name="connsiteY472" fmla="*/ 3044566 h 5183066"/>
              <a:gd name="connsiteX473" fmla="*/ 4759412 w 5183079"/>
              <a:gd name="connsiteY473" fmla="*/ 2991959 h 5183066"/>
              <a:gd name="connsiteX474" fmla="*/ 4707839 w 5183079"/>
              <a:gd name="connsiteY474" fmla="*/ 2985651 h 5183066"/>
              <a:gd name="connsiteX475" fmla="*/ 549821 w 5183079"/>
              <a:gd name="connsiteY475" fmla="*/ 2975359 h 5183066"/>
              <a:gd name="connsiteX476" fmla="*/ 302363 w 5183079"/>
              <a:gd name="connsiteY476" fmla="*/ 3023625 h 5183066"/>
              <a:gd name="connsiteX477" fmla="*/ 306961 w 5183079"/>
              <a:gd name="connsiteY477" fmla="*/ 3047375 h 5183066"/>
              <a:gd name="connsiteX478" fmla="*/ 311557 w 5183079"/>
              <a:gd name="connsiteY478" fmla="*/ 3071125 h 5183066"/>
              <a:gd name="connsiteX479" fmla="*/ 559015 w 5183079"/>
              <a:gd name="connsiteY479" fmla="*/ 3023114 h 5183066"/>
              <a:gd name="connsiteX480" fmla="*/ 554419 w 5183079"/>
              <a:gd name="connsiteY480" fmla="*/ 2999109 h 5183066"/>
              <a:gd name="connsiteX481" fmla="*/ 1087128 w 5183079"/>
              <a:gd name="connsiteY481" fmla="*/ 2972805 h 5183066"/>
              <a:gd name="connsiteX482" fmla="*/ 1375446 w 5183079"/>
              <a:gd name="connsiteY482" fmla="*/ 3018517 h 5183066"/>
              <a:gd name="connsiteX483" fmla="*/ 2067511 w 5183079"/>
              <a:gd name="connsiteY483" fmla="*/ 3012899 h 5183066"/>
              <a:gd name="connsiteX484" fmla="*/ 2167873 w 5183079"/>
              <a:gd name="connsiteY484" fmla="*/ 3029244 h 5183066"/>
              <a:gd name="connsiteX485" fmla="*/ 2388261 w 5183079"/>
              <a:gd name="connsiteY485" fmla="*/ 3054781 h 5183066"/>
              <a:gd name="connsiteX486" fmla="*/ 2320586 w 5183079"/>
              <a:gd name="connsiteY486" fmla="*/ 3328286 h 5183066"/>
              <a:gd name="connsiteX487" fmla="*/ 2591538 w 5183079"/>
              <a:gd name="connsiteY487" fmla="*/ 3374253 h 5183066"/>
              <a:gd name="connsiteX488" fmla="*/ 2862236 w 5183079"/>
              <a:gd name="connsiteY488" fmla="*/ 3328286 h 5183066"/>
              <a:gd name="connsiteX489" fmla="*/ 2794561 w 5183079"/>
              <a:gd name="connsiteY489" fmla="*/ 3055036 h 5183066"/>
              <a:gd name="connsiteX490" fmla="*/ 3014949 w 5183079"/>
              <a:gd name="connsiteY490" fmla="*/ 3029498 h 5183066"/>
              <a:gd name="connsiteX491" fmla="*/ 3115567 w 5183079"/>
              <a:gd name="connsiteY491" fmla="*/ 3013155 h 5183066"/>
              <a:gd name="connsiteX492" fmla="*/ 3807632 w 5183079"/>
              <a:gd name="connsiteY492" fmla="*/ 3018773 h 5183066"/>
              <a:gd name="connsiteX493" fmla="*/ 3808653 w 5183079"/>
              <a:gd name="connsiteY493" fmla="*/ 3018517 h 5183066"/>
              <a:gd name="connsiteX494" fmla="*/ 4096714 w 5183079"/>
              <a:gd name="connsiteY494" fmla="*/ 2972805 h 5183066"/>
              <a:gd name="connsiteX495" fmla="*/ 3915399 w 5183079"/>
              <a:gd name="connsiteY495" fmla="*/ 3175062 h 5183066"/>
              <a:gd name="connsiteX496" fmla="*/ 2772855 w 5183079"/>
              <a:gd name="connsiteY496" fmla="*/ 3384469 h 5183066"/>
              <a:gd name="connsiteX497" fmla="*/ 2846147 w 5183079"/>
              <a:gd name="connsiteY497" fmla="*/ 3677637 h 5183066"/>
              <a:gd name="connsiteX498" fmla="*/ 2590773 w 5183079"/>
              <a:gd name="connsiteY498" fmla="*/ 3732798 h 5183066"/>
              <a:gd name="connsiteX499" fmla="*/ 2335398 w 5183079"/>
              <a:gd name="connsiteY499" fmla="*/ 3677637 h 5183066"/>
              <a:gd name="connsiteX500" fmla="*/ 2408691 w 5183079"/>
              <a:gd name="connsiteY500" fmla="*/ 3384469 h 5183066"/>
              <a:gd name="connsiteX501" fmla="*/ 1268444 w 5183079"/>
              <a:gd name="connsiteY501" fmla="*/ 3175062 h 5183066"/>
              <a:gd name="connsiteX502" fmla="*/ 1087128 w 5183079"/>
              <a:gd name="connsiteY502" fmla="*/ 2972805 h 5183066"/>
              <a:gd name="connsiteX503" fmla="*/ 520453 w 5183079"/>
              <a:gd name="connsiteY503" fmla="*/ 2736585 h 5183066"/>
              <a:gd name="connsiteX504" fmla="*/ 270187 w 5183079"/>
              <a:gd name="connsiteY504" fmla="*/ 2767486 h 5183066"/>
              <a:gd name="connsiteX505" fmla="*/ 291638 w 5183079"/>
              <a:gd name="connsiteY505" fmla="*/ 2943183 h 5183066"/>
              <a:gd name="connsiteX506" fmla="*/ 313856 w 5183079"/>
              <a:gd name="connsiteY506" fmla="*/ 2940629 h 5183066"/>
              <a:gd name="connsiteX507" fmla="*/ 336073 w 5183079"/>
              <a:gd name="connsiteY507" fmla="*/ 2937819 h 5183066"/>
              <a:gd name="connsiteX508" fmla="*/ 320496 w 5183079"/>
              <a:gd name="connsiteY508" fmla="*/ 2810133 h 5183066"/>
              <a:gd name="connsiteX509" fmla="*/ 385616 w 5183079"/>
              <a:gd name="connsiteY509" fmla="*/ 2801961 h 5183066"/>
              <a:gd name="connsiteX510" fmla="*/ 399406 w 5183079"/>
              <a:gd name="connsiteY510" fmla="*/ 2914580 h 5183066"/>
              <a:gd name="connsiteX511" fmla="*/ 421113 w 5183079"/>
              <a:gd name="connsiteY511" fmla="*/ 2912027 h 5183066"/>
              <a:gd name="connsiteX512" fmla="*/ 442565 w 5183079"/>
              <a:gd name="connsiteY512" fmla="*/ 2909473 h 5183066"/>
              <a:gd name="connsiteX513" fmla="*/ 428774 w 5183079"/>
              <a:gd name="connsiteY513" fmla="*/ 2796853 h 5183066"/>
              <a:gd name="connsiteX514" fmla="*/ 481892 w 5183079"/>
              <a:gd name="connsiteY514" fmla="*/ 2790213 h 5183066"/>
              <a:gd name="connsiteX515" fmla="*/ 496704 w 5183079"/>
              <a:gd name="connsiteY515" fmla="*/ 2911516 h 5183066"/>
              <a:gd name="connsiteX516" fmla="*/ 519177 w 5183079"/>
              <a:gd name="connsiteY516" fmla="*/ 2908962 h 5183066"/>
              <a:gd name="connsiteX517" fmla="*/ 541139 w 5183079"/>
              <a:gd name="connsiteY517" fmla="*/ 2906153 h 5183066"/>
              <a:gd name="connsiteX518" fmla="*/ 4741026 w 5183079"/>
              <a:gd name="connsiteY518" fmla="*/ 2693938 h 5183066"/>
              <a:gd name="connsiteX519" fmla="*/ 4676415 w 5183079"/>
              <a:gd name="connsiteY519" fmla="*/ 2719475 h 5183066"/>
              <a:gd name="connsiteX520" fmla="*/ 4676415 w 5183079"/>
              <a:gd name="connsiteY520" fmla="*/ 2872699 h 5183066"/>
              <a:gd name="connsiteX521" fmla="*/ 4869478 w 5183079"/>
              <a:gd name="connsiteY521" fmla="*/ 2890831 h 5183066"/>
              <a:gd name="connsiteX522" fmla="*/ 4911871 w 5183079"/>
              <a:gd name="connsiteY522" fmla="*/ 2814219 h 5183066"/>
              <a:gd name="connsiteX523" fmla="*/ 4882247 w 5183079"/>
              <a:gd name="connsiteY523" fmla="*/ 2745012 h 5183066"/>
              <a:gd name="connsiteX524" fmla="*/ 4878417 w 5183079"/>
              <a:gd name="connsiteY524" fmla="*/ 2742969 h 5183066"/>
              <a:gd name="connsiteX525" fmla="*/ 4911360 w 5183079"/>
              <a:gd name="connsiteY525" fmla="*/ 2740926 h 5183066"/>
              <a:gd name="connsiteX526" fmla="*/ 4913659 w 5183079"/>
              <a:gd name="connsiteY526" fmla="*/ 2709005 h 5183066"/>
              <a:gd name="connsiteX527" fmla="*/ 4778055 w 5183079"/>
              <a:gd name="connsiteY527" fmla="*/ 2697258 h 5183066"/>
              <a:gd name="connsiteX528" fmla="*/ 4769628 w 5183079"/>
              <a:gd name="connsiteY528" fmla="*/ 2794044 h 5183066"/>
              <a:gd name="connsiteX529" fmla="*/ 4813041 w 5183079"/>
              <a:gd name="connsiteY529" fmla="*/ 2797875 h 5183066"/>
              <a:gd name="connsiteX530" fmla="*/ 4817638 w 5183079"/>
              <a:gd name="connsiteY530" fmla="*/ 2743225 h 5183066"/>
              <a:gd name="connsiteX531" fmla="*/ 4847516 w 5183079"/>
              <a:gd name="connsiteY531" fmla="*/ 2758547 h 5183066"/>
              <a:gd name="connsiteX532" fmla="*/ 4866925 w 5183079"/>
              <a:gd name="connsiteY532" fmla="*/ 2804259 h 5183066"/>
              <a:gd name="connsiteX533" fmla="*/ 4841388 w 5183079"/>
              <a:gd name="connsiteY533" fmla="*/ 2852269 h 5183066"/>
              <a:gd name="connsiteX534" fmla="*/ 4774735 w 5183079"/>
              <a:gd name="connsiteY534" fmla="*/ 2863506 h 5183066"/>
              <a:gd name="connsiteX535" fmla="*/ 4710636 w 5183079"/>
              <a:gd name="connsiteY535" fmla="*/ 2840012 h 5183066"/>
              <a:gd name="connsiteX536" fmla="*/ 4691227 w 5183079"/>
              <a:gd name="connsiteY536" fmla="*/ 2788937 h 5183066"/>
              <a:gd name="connsiteX537" fmla="*/ 4706549 w 5183079"/>
              <a:gd name="connsiteY537" fmla="*/ 2756504 h 5183066"/>
              <a:gd name="connsiteX538" fmla="*/ 4736939 w 5183079"/>
              <a:gd name="connsiteY538" fmla="*/ 2742203 h 5183066"/>
              <a:gd name="connsiteX539" fmla="*/ 1252866 w 5183079"/>
              <a:gd name="connsiteY539" fmla="*/ 2615537 h 5183066"/>
              <a:gd name="connsiteX540" fmla="*/ 1412731 w 5183079"/>
              <a:gd name="connsiteY540" fmla="*/ 2632903 h 5183066"/>
              <a:gd name="connsiteX541" fmla="*/ 1551399 w 5183079"/>
              <a:gd name="connsiteY541" fmla="*/ 2632903 h 5183066"/>
              <a:gd name="connsiteX542" fmla="*/ 1710243 w 5183079"/>
              <a:gd name="connsiteY542" fmla="*/ 2631370 h 5183066"/>
              <a:gd name="connsiteX543" fmla="*/ 1950038 w 5183079"/>
              <a:gd name="connsiteY543" fmla="*/ 2637500 h 5183066"/>
              <a:gd name="connsiteX544" fmla="*/ 2209244 w 5183079"/>
              <a:gd name="connsiteY544" fmla="*/ 2697768 h 5183066"/>
              <a:gd name="connsiteX545" fmla="*/ 2392347 w 5183079"/>
              <a:gd name="connsiteY545" fmla="*/ 2710281 h 5183066"/>
              <a:gd name="connsiteX546" fmla="*/ 2330546 w 5183079"/>
              <a:gd name="connsiteY546" fmla="*/ 2973061 h 5183066"/>
              <a:gd name="connsiteX547" fmla="*/ 2585921 w 5183079"/>
              <a:gd name="connsiteY547" fmla="*/ 3003195 h 5183066"/>
              <a:gd name="connsiteX548" fmla="*/ 2588729 w 5183079"/>
              <a:gd name="connsiteY548" fmla="*/ 3003195 h 5183066"/>
              <a:gd name="connsiteX549" fmla="*/ 2592049 w 5183079"/>
              <a:gd name="connsiteY549" fmla="*/ 3003195 h 5183066"/>
              <a:gd name="connsiteX550" fmla="*/ 2849212 w 5183079"/>
              <a:gd name="connsiteY550" fmla="*/ 2972550 h 5183066"/>
              <a:gd name="connsiteX551" fmla="*/ 2787411 w 5183079"/>
              <a:gd name="connsiteY551" fmla="*/ 2709770 h 5183066"/>
              <a:gd name="connsiteX552" fmla="*/ 2970514 w 5183079"/>
              <a:gd name="connsiteY552" fmla="*/ 2697257 h 5183066"/>
              <a:gd name="connsiteX553" fmla="*/ 3230741 w 5183079"/>
              <a:gd name="connsiteY553" fmla="*/ 2637755 h 5183066"/>
              <a:gd name="connsiteX554" fmla="*/ 3470538 w 5183079"/>
              <a:gd name="connsiteY554" fmla="*/ 2631626 h 5183066"/>
              <a:gd name="connsiteX555" fmla="*/ 3629380 w 5183079"/>
              <a:gd name="connsiteY555" fmla="*/ 2633158 h 5183066"/>
              <a:gd name="connsiteX556" fmla="*/ 3768048 w 5183079"/>
              <a:gd name="connsiteY556" fmla="*/ 2633158 h 5183066"/>
              <a:gd name="connsiteX557" fmla="*/ 3768048 w 5183079"/>
              <a:gd name="connsiteY557" fmla="*/ 2632903 h 5183066"/>
              <a:gd name="connsiteX558" fmla="*/ 3927913 w 5183079"/>
              <a:gd name="connsiteY558" fmla="*/ 2615537 h 5183066"/>
              <a:gd name="connsiteX559" fmla="*/ 3774688 w 5183079"/>
              <a:gd name="connsiteY559" fmla="*/ 2766463 h 5183066"/>
              <a:gd name="connsiteX560" fmla="*/ 3551747 w 5183079"/>
              <a:gd name="connsiteY560" fmla="*/ 2868613 h 5183066"/>
              <a:gd name="connsiteX561" fmla="*/ 3007544 w 5183079"/>
              <a:gd name="connsiteY561" fmla="*/ 2988894 h 5183066"/>
              <a:gd name="connsiteX562" fmla="*/ 2764683 w 5183079"/>
              <a:gd name="connsiteY562" fmla="*/ 3016219 h 5183066"/>
              <a:gd name="connsiteX563" fmla="*/ 2741189 w 5183079"/>
              <a:gd name="connsiteY563" fmla="*/ 3018517 h 5183066"/>
              <a:gd name="connsiteX564" fmla="*/ 2809373 w 5183079"/>
              <a:gd name="connsiteY564" fmla="*/ 3295088 h 5183066"/>
              <a:gd name="connsiteX565" fmla="*/ 2589496 w 5183079"/>
              <a:gd name="connsiteY565" fmla="*/ 3332372 h 5183066"/>
              <a:gd name="connsiteX566" fmla="*/ 2369364 w 5183079"/>
              <a:gd name="connsiteY566" fmla="*/ 3295088 h 5183066"/>
              <a:gd name="connsiteX567" fmla="*/ 2437804 w 5183079"/>
              <a:gd name="connsiteY567" fmla="*/ 3018517 h 5183066"/>
              <a:gd name="connsiteX568" fmla="*/ 2414054 w 5183079"/>
              <a:gd name="connsiteY568" fmla="*/ 3016219 h 5183066"/>
              <a:gd name="connsiteX569" fmla="*/ 2171193 w 5183079"/>
              <a:gd name="connsiteY569" fmla="*/ 2988894 h 5183066"/>
              <a:gd name="connsiteX570" fmla="*/ 1629032 w 5183079"/>
              <a:gd name="connsiteY570" fmla="*/ 2868613 h 5183066"/>
              <a:gd name="connsiteX571" fmla="*/ 1406091 w 5183079"/>
              <a:gd name="connsiteY571" fmla="*/ 2766463 h 5183066"/>
              <a:gd name="connsiteX572" fmla="*/ 1252866 w 5183079"/>
              <a:gd name="connsiteY572" fmla="*/ 2615537 h 5183066"/>
              <a:gd name="connsiteX573" fmla="*/ 417282 w 5183079"/>
              <a:gd name="connsiteY573" fmla="*/ 2522070 h 5183066"/>
              <a:gd name="connsiteX574" fmla="*/ 472698 w 5183079"/>
              <a:gd name="connsiteY574" fmla="*/ 2522070 h 5183066"/>
              <a:gd name="connsiteX575" fmla="*/ 472698 w 5183079"/>
              <a:gd name="connsiteY575" fmla="*/ 2575699 h 5183066"/>
              <a:gd name="connsiteX576" fmla="*/ 465804 w 5183079"/>
              <a:gd name="connsiteY576" fmla="*/ 2604046 h 5183066"/>
              <a:gd name="connsiteX577" fmla="*/ 446395 w 5183079"/>
              <a:gd name="connsiteY577" fmla="*/ 2613239 h 5183066"/>
              <a:gd name="connsiteX578" fmla="*/ 424178 w 5183079"/>
              <a:gd name="connsiteY578" fmla="*/ 2604812 h 5183066"/>
              <a:gd name="connsiteX579" fmla="*/ 417282 w 5183079"/>
              <a:gd name="connsiteY579" fmla="*/ 2577487 h 5183066"/>
              <a:gd name="connsiteX580" fmla="*/ 307727 w 5183079"/>
              <a:gd name="connsiteY580" fmla="*/ 2518750 h 5183066"/>
              <a:gd name="connsiteX581" fmla="*/ 374889 w 5183079"/>
              <a:gd name="connsiteY581" fmla="*/ 2520028 h 5183066"/>
              <a:gd name="connsiteX582" fmla="*/ 374889 w 5183079"/>
              <a:gd name="connsiteY582" fmla="*/ 2577742 h 5183066"/>
              <a:gd name="connsiteX583" fmla="*/ 366718 w 5183079"/>
              <a:gd name="connsiteY583" fmla="*/ 2606855 h 5183066"/>
              <a:gd name="connsiteX584" fmla="*/ 342968 w 5183079"/>
              <a:gd name="connsiteY584" fmla="*/ 2616048 h 5183066"/>
              <a:gd name="connsiteX585" fmla="*/ 316154 w 5183079"/>
              <a:gd name="connsiteY585" fmla="*/ 2606089 h 5183066"/>
              <a:gd name="connsiteX586" fmla="*/ 307727 w 5183079"/>
              <a:gd name="connsiteY586" fmla="*/ 2577487 h 5183066"/>
              <a:gd name="connsiteX587" fmla="*/ 265590 w 5183079"/>
              <a:gd name="connsiteY587" fmla="*/ 2471507 h 5183066"/>
              <a:gd name="connsiteX588" fmla="*/ 265590 w 5183079"/>
              <a:gd name="connsiteY588" fmla="*/ 2494746 h 5183066"/>
              <a:gd name="connsiteX589" fmla="*/ 265335 w 5183079"/>
              <a:gd name="connsiteY589" fmla="*/ 2576721 h 5183066"/>
              <a:gd name="connsiteX590" fmla="*/ 284232 w 5183079"/>
              <a:gd name="connsiteY590" fmla="*/ 2641586 h 5183066"/>
              <a:gd name="connsiteX591" fmla="*/ 342713 w 5183079"/>
              <a:gd name="connsiteY591" fmla="*/ 2664570 h 5183066"/>
              <a:gd name="connsiteX592" fmla="*/ 391490 w 5183079"/>
              <a:gd name="connsiteY592" fmla="*/ 2643119 h 5183066"/>
              <a:gd name="connsiteX593" fmla="*/ 399917 w 5183079"/>
              <a:gd name="connsiteY593" fmla="*/ 2628817 h 5183066"/>
              <a:gd name="connsiteX594" fmla="*/ 450992 w 5183079"/>
              <a:gd name="connsiteY594" fmla="*/ 2658696 h 5183066"/>
              <a:gd name="connsiteX595" fmla="*/ 498236 w 5183079"/>
              <a:gd name="connsiteY595" fmla="*/ 2640565 h 5183066"/>
              <a:gd name="connsiteX596" fmla="*/ 515857 w 5183079"/>
              <a:gd name="connsiteY596" fmla="*/ 2588213 h 5183066"/>
              <a:gd name="connsiteX597" fmla="*/ 517645 w 5183079"/>
              <a:gd name="connsiteY597" fmla="*/ 2499087 h 5183066"/>
              <a:gd name="connsiteX598" fmla="*/ 517645 w 5183079"/>
              <a:gd name="connsiteY598" fmla="*/ 2476104 h 5183066"/>
              <a:gd name="connsiteX599" fmla="*/ 4665434 w 5183079"/>
              <a:gd name="connsiteY599" fmla="*/ 2426561 h 5183066"/>
              <a:gd name="connsiteX600" fmla="*/ 4665434 w 5183079"/>
              <a:gd name="connsiteY600" fmla="*/ 2454141 h 5183066"/>
              <a:gd name="connsiteX601" fmla="*/ 4665434 w 5183079"/>
              <a:gd name="connsiteY601" fmla="*/ 2481467 h 5183066"/>
              <a:gd name="connsiteX602" fmla="*/ 4776012 w 5183079"/>
              <a:gd name="connsiteY602" fmla="*/ 2522837 h 5183066"/>
              <a:gd name="connsiteX603" fmla="*/ 4668499 w 5183079"/>
              <a:gd name="connsiteY603" fmla="*/ 2573912 h 5183066"/>
              <a:gd name="connsiteX604" fmla="*/ 4668499 w 5183079"/>
              <a:gd name="connsiteY604" fmla="*/ 2602769 h 5183066"/>
              <a:gd name="connsiteX605" fmla="*/ 4668499 w 5183079"/>
              <a:gd name="connsiteY605" fmla="*/ 2631626 h 5183066"/>
              <a:gd name="connsiteX606" fmla="*/ 4821723 w 5183079"/>
              <a:gd name="connsiteY606" fmla="*/ 2545054 h 5183066"/>
              <a:gd name="connsiteX607" fmla="*/ 4916468 w 5183079"/>
              <a:gd name="connsiteY607" fmla="*/ 2541735 h 5183066"/>
              <a:gd name="connsiteX608" fmla="*/ 4916468 w 5183079"/>
              <a:gd name="connsiteY608" fmla="*/ 2517474 h 5183066"/>
              <a:gd name="connsiteX609" fmla="*/ 4916468 w 5183079"/>
              <a:gd name="connsiteY609" fmla="*/ 2493469 h 5183066"/>
              <a:gd name="connsiteX610" fmla="*/ 4820702 w 5183079"/>
              <a:gd name="connsiteY610" fmla="*/ 2496789 h 5183066"/>
              <a:gd name="connsiteX611" fmla="*/ 3773923 w 5183079"/>
              <a:gd name="connsiteY611" fmla="*/ 2217410 h 5183066"/>
              <a:gd name="connsiteX612" fmla="*/ 3622996 w 5183079"/>
              <a:gd name="connsiteY612" fmla="*/ 2383148 h 5183066"/>
              <a:gd name="connsiteX613" fmla="*/ 3400566 w 5183079"/>
              <a:gd name="connsiteY613" fmla="*/ 2527179 h 5183066"/>
              <a:gd name="connsiteX614" fmla="*/ 2962087 w 5183079"/>
              <a:gd name="connsiteY614" fmla="*/ 2656142 h 5183066"/>
              <a:gd name="connsiteX615" fmla="*/ 2772855 w 5183079"/>
              <a:gd name="connsiteY615" fmla="*/ 2668145 h 5183066"/>
              <a:gd name="connsiteX616" fmla="*/ 2733782 w 5183079"/>
              <a:gd name="connsiteY616" fmla="*/ 2668145 h 5183066"/>
              <a:gd name="connsiteX617" fmla="*/ 2797116 w 5183079"/>
              <a:gd name="connsiteY617" fmla="*/ 2937054 h 5183066"/>
              <a:gd name="connsiteX618" fmla="*/ 2592816 w 5183079"/>
              <a:gd name="connsiteY618" fmla="*/ 2962591 h 5183066"/>
              <a:gd name="connsiteX619" fmla="*/ 2590262 w 5183079"/>
              <a:gd name="connsiteY619" fmla="*/ 2962591 h 5183066"/>
              <a:gd name="connsiteX620" fmla="*/ 2587453 w 5183079"/>
              <a:gd name="connsiteY620" fmla="*/ 2962591 h 5183066"/>
              <a:gd name="connsiteX621" fmla="*/ 2383154 w 5183079"/>
              <a:gd name="connsiteY621" fmla="*/ 2937054 h 5183066"/>
              <a:gd name="connsiteX622" fmla="*/ 2446742 w 5183079"/>
              <a:gd name="connsiteY622" fmla="*/ 2668656 h 5183066"/>
              <a:gd name="connsiteX623" fmla="*/ 2407670 w 5183079"/>
              <a:gd name="connsiteY623" fmla="*/ 2668656 h 5183066"/>
              <a:gd name="connsiteX624" fmla="*/ 2218437 w 5183079"/>
              <a:gd name="connsiteY624" fmla="*/ 2656654 h 5183066"/>
              <a:gd name="connsiteX625" fmla="*/ 1779959 w 5183079"/>
              <a:gd name="connsiteY625" fmla="*/ 2527689 h 5183066"/>
              <a:gd name="connsiteX626" fmla="*/ 1557018 w 5183079"/>
              <a:gd name="connsiteY626" fmla="*/ 2383403 h 5183066"/>
              <a:gd name="connsiteX627" fmla="*/ 1406602 w 5183079"/>
              <a:gd name="connsiteY627" fmla="*/ 2217921 h 5183066"/>
              <a:gd name="connsiteX628" fmla="*/ 1564423 w 5183079"/>
              <a:gd name="connsiteY628" fmla="*/ 2235797 h 5183066"/>
              <a:gd name="connsiteX629" fmla="*/ 1625714 w 5183079"/>
              <a:gd name="connsiteY629" fmla="*/ 2238606 h 5183066"/>
              <a:gd name="connsiteX630" fmla="*/ 1913775 w 5183079"/>
              <a:gd name="connsiteY630" fmla="*/ 2253674 h 5183066"/>
              <a:gd name="connsiteX631" fmla="*/ 1945953 w 5183079"/>
              <a:gd name="connsiteY631" fmla="*/ 2270783 h 5183066"/>
              <a:gd name="connsiteX632" fmla="*/ 2271299 w 5183079"/>
              <a:gd name="connsiteY632" fmla="*/ 2374721 h 5183066"/>
              <a:gd name="connsiteX633" fmla="*/ 2329526 w 5183079"/>
              <a:gd name="connsiteY633" fmla="*/ 2378551 h 5183066"/>
              <a:gd name="connsiteX634" fmla="*/ 2401030 w 5183079"/>
              <a:gd name="connsiteY634" fmla="*/ 2374721 h 5183066"/>
              <a:gd name="connsiteX635" fmla="*/ 2344847 w 5183079"/>
              <a:gd name="connsiteY635" fmla="*/ 2608388 h 5183066"/>
              <a:gd name="connsiteX636" fmla="*/ 2591538 w 5183079"/>
              <a:gd name="connsiteY636" fmla="*/ 2623966 h 5183066"/>
              <a:gd name="connsiteX637" fmla="*/ 2837975 w 5183079"/>
              <a:gd name="connsiteY637" fmla="*/ 2608388 h 5183066"/>
              <a:gd name="connsiteX638" fmla="*/ 2782048 w 5183079"/>
              <a:gd name="connsiteY638" fmla="*/ 2374721 h 5183066"/>
              <a:gd name="connsiteX639" fmla="*/ 2853297 w 5183079"/>
              <a:gd name="connsiteY639" fmla="*/ 2378551 h 5183066"/>
              <a:gd name="connsiteX640" fmla="*/ 2911523 w 5183079"/>
              <a:gd name="connsiteY640" fmla="*/ 2374721 h 5183066"/>
              <a:gd name="connsiteX641" fmla="*/ 3237125 w 5183079"/>
              <a:gd name="connsiteY641" fmla="*/ 2270783 h 5183066"/>
              <a:gd name="connsiteX642" fmla="*/ 3269303 w 5183079"/>
              <a:gd name="connsiteY642" fmla="*/ 2253674 h 5183066"/>
              <a:gd name="connsiteX643" fmla="*/ 3557364 w 5183079"/>
              <a:gd name="connsiteY643" fmla="*/ 2238606 h 5183066"/>
              <a:gd name="connsiteX644" fmla="*/ 3618399 w 5183079"/>
              <a:gd name="connsiteY644" fmla="*/ 2235797 h 5183066"/>
              <a:gd name="connsiteX645" fmla="*/ 3615846 w 5183079"/>
              <a:gd name="connsiteY645" fmla="*/ 2235287 h 5183066"/>
              <a:gd name="connsiteX646" fmla="*/ 3773923 w 5183079"/>
              <a:gd name="connsiteY646" fmla="*/ 2217410 h 5183066"/>
              <a:gd name="connsiteX647" fmla="*/ 2588985 w 5183079"/>
              <a:gd name="connsiteY647" fmla="*/ 1201789 h 5183066"/>
              <a:gd name="connsiteX648" fmla="*/ 2537910 w 5183079"/>
              <a:gd name="connsiteY648" fmla="*/ 1274060 h 5183066"/>
              <a:gd name="connsiteX649" fmla="*/ 2537910 w 5183079"/>
              <a:gd name="connsiteY649" fmla="*/ 1277634 h 5183066"/>
              <a:gd name="connsiteX650" fmla="*/ 2494752 w 5183079"/>
              <a:gd name="connsiteY650" fmla="*/ 1500576 h 5183066"/>
              <a:gd name="connsiteX651" fmla="*/ 2491432 w 5183079"/>
              <a:gd name="connsiteY651" fmla="*/ 1517176 h 5183066"/>
              <a:gd name="connsiteX652" fmla="*/ 2459765 w 5183079"/>
              <a:gd name="connsiteY652" fmla="*/ 1517176 h 5183066"/>
              <a:gd name="connsiteX653" fmla="*/ 1682917 w 5183079"/>
              <a:gd name="connsiteY653" fmla="*/ 1405067 h 5183066"/>
              <a:gd name="connsiteX654" fmla="*/ 1750590 w 5183079"/>
              <a:gd name="connsiteY654" fmla="*/ 1571825 h 5183066"/>
              <a:gd name="connsiteX655" fmla="*/ 1935227 w 5183079"/>
              <a:gd name="connsiteY655" fmla="*/ 1687254 h 5183066"/>
              <a:gd name="connsiteX656" fmla="*/ 1950549 w 5183079"/>
              <a:gd name="connsiteY656" fmla="*/ 1690318 h 5183066"/>
              <a:gd name="connsiteX657" fmla="*/ 1950549 w 5183079"/>
              <a:gd name="connsiteY657" fmla="*/ 1705896 h 5183066"/>
              <a:gd name="connsiteX658" fmla="*/ 1951570 w 5183079"/>
              <a:gd name="connsiteY658" fmla="*/ 1705896 h 5183066"/>
              <a:gd name="connsiteX659" fmla="*/ 2019245 w 5183079"/>
              <a:gd name="connsiteY659" fmla="*/ 1842266 h 5183066"/>
              <a:gd name="connsiteX660" fmla="*/ 2162000 w 5183079"/>
              <a:gd name="connsiteY660" fmla="*/ 1887467 h 5183066"/>
              <a:gd name="connsiteX661" fmla="*/ 2181153 w 5183079"/>
              <a:gd name="connsiteY661" fmla="*/ 1887467 h 5183066"/>
              <a:gd name="connsiteX662" fmla="*/ 2197240 w 5183079"/>
              <a:gd name="connsiteY662" fmla="*/ 1885424 h 5183066"/>
              <a:gd name="connsiteX663" fmla="*/ 2202859 w 5183079"/>
              <a:gd name="connsiteY663" fmla="*/ 1900491 h 5183066"/>
              <a:gd name="connsiteX664" fmla="*/ 2309605 w 5183079"/>
              <a:gd name="connsiteY664" fmla="*/ 1988850 h 5183066"/>
              <a:gd name="connsiteX665" fmla="*/ 2364256 w 5183079"/>
              <a:gd name="connsiteY665" fmla="*/ 1997022 h 5183066"/>
              <a:gd name="connsiteX666" fmla="*/ 2434995 w 5183079"/>
              <a:gd name="connsiteY666" fmla="*/ 1984765 h 5183066"/>
              <a:gd name="connsiteX667" fmla="*/ 2472534 w 5183079"/>
              <a:gd name="connsiteY667" fmla="*/ 1969187 h 5183066"/>
              <a:gd name="connsiteX668" fmla="*/ 2417374 w 5183079"/>
              <a:gd name="connsiteY668" fmla="*/ 2194681 h 5183066"/>
              <a:gd name="connsiteX669" fmla="*/ 2764683 w 5183079"/>
              <a:gd name="connsiteY669" fmla="*/ 2194681 h 5183066"/>
              <a:gd name="connsiteX670" fmla="*/ 2709267 w 5183079"/>
              <a:gd name="connsiteY670" fmla="*/ 1968931 h 5183066"/>
              <a:gd name="connsiteX671" fmla="*/ 2747062 w 5183079"/>
              <a:gd name="connsiteY671" fmla="*/ 1984765 h 5183066"/>
              <a:gd name="connsiteX672" fmla="*/ 2817545 w 5183079"/>
              <a:gd name="connsiteY672" fmla="*/ 1997022 h 5183066"/>
              <a:gd name="connsiteX673" fmla="*/ 2872196 w 5183079"/>
              <a:gd name="connsiteY673" fmla="*/ 1988850 h 5183066"/>
              <a:gd name="connsiteX674" fmla="*/ 2978942 w 5183079"/>
              <a:gd name="connsiteY674" fmla="*/ 1900491 h 5183066"/>
              <a:gd name="connsiteX675" fmla="*/ 2984559 w 5183079"/>
              <a:gd name="connsiteY675" fmla="*/ 1885424 h 5183066"/>
              <a:gd name="connsiteX676" fmla="*/ 3000648 w 5183079"/>
              <a:gd name="connsiteY676" fmla="*/ 1887467 h 5183066"/>
              <a:gd name="connsiteX677" fmla="*/ 3019801 w 5183079"/>
              <a:gd name="connsiteY677" fmla="*/ 1887467 h 5183066"/>
              <a:gd name="connsiteX678" fmla="*/ 3162556 w 5183079"/>
              <a:gd name="connsiteY678" fmla="*/ 1842266 h 5183066"/>
              <a:gd name="connsiteX679" fmla="*/ 3230229 w 5183079"/>
              <a:gd name="connsiteY679" fmla="*/ 1705641 h 5183066"/>
              <a:gd name="connsiteX680" fmla="*/ 3230229 w 5183079"/>
              <a:gd name="connsiteY680" fmla="*/ 1690318 h 5183066"/>
              <a:gd name="connsiteX681" fmla="*/ 3245553 w 5183079"/>
              <a:gd name="connsiteY681" fmla="*/ 1687254 h 5183066"/>
              <a:gd name="connsiteX682" fmla="*/ 3429932 w 5183079"/>
              <a:gd name="connsiteY682" fmla="*/ 1571825 h 5183066"/>
              <a:gd name="connsiteX683" fmla="*/ 3497607 w 5183079"/>
              <a:gd name="connsiteY683" fmla="*/ 1405067 h 5183066"/>
              <a:gd name="connsiteX684" fmla="*/ 2721524 w 5183079"/>
              <a:gd name="connsiteY684" fmla="*/ 1517176 h 5183066"/>
              <a:gd name="connsiteX685" fmla="*/ 2689858 w 5183079"/>
              <a:gd name="connsiteY685" fmla="*/ 1517176 h 5183066"/>
              <a:gd name="connsiteX686" fmla="*/ 2686538 w 5183079"/>
              <a:gd name="connsiteY686" fmla="*/ 1500576 h 5183066"/>
              <a:gd name="connsiteX687" fmla="*/ 2643380 w 5183079"/>
              <a:gd name="connsiteY687" fmla="*/ 1277634 h 5183066"/>
              <a:gd name="connsiteX688" fmla="*/ 2643380 w 5183079"/>
              <a:gd name="connsiteY688" fmla="*/ 1274060 h 5183066"/>
              <a:gd name="connsiteX689" fmla="*/ 2592305 w 5183079"/>
              <a:gd name="connsiteY689" fmla="*/ 1201789 h 5183066"/>
              <a:gd name="connsiteX690" fmla="*/ 2936642 w 5183079"/>
              <a:gd name="connsiteY690" fmla="*/ 1187379 h 5183066"/>
              <a:gd name="connsiteX691" fmla="*/ 2990688 w 5183079"/>
              <a:gd name="connsiteY691" fmla="*/ 1192851 h 5183066"/>
              <a:gd name="connsiteX692" fmla="*/ 3090540 w 5183079"/>
              <a:gd name="connsiteY692" fmla="*/ 1257460 h 5183066"/>
              <a:gd name="connsiteX693" fmla="*/ 2972046 w 5183079"/>
              <a:gd name="connsiteY693" fmla="*/ 1263844 h 5183066"/>
              <a:gd name="connsiteX694" fmla="*/ 2883686 w 5183079"/>
              <a:gd name="connsiteY694" fmla="*/ 1199490 h 5183066"/>
              <a:gd name="connsiteX695" fmla="*/ 2936642 w 5183079"/>
              <a:gd name="connsiteY695" fmla="*/ 1187379 h 5183066"/>
              <a:gd name="connsiteX696" fmla="*/ 844268 w 5183079"/>
              <a:gd name="connsiteY696" fmla="*/ 1079976 h 5183066"/>
              <a:gd name="connsiteX697" fmla="*/ 833797 w 5183079"/>
              <a:gd name="connsiteY697" fmla="*/ 1084062 h 5183066"/>
              <a:gd name="connsiteX698" fmla="*/ 823838 w 5183079"/>
              <a:gd name="connsiteY698" fmla="*/ 1090446 h 5183066"/>
              <a:gd name="connsiteX699" fmla="*/ 812091 w 5183079"/>
              <a:gd name="connsiteY699" fmla="*/ 1103726 h 5183066"/>
              <a:gd name="connsiteX700" fmla="*/ 798811 w 5183079"/>
              <a:gd name="connsiteY700" fmla="*/ 1114962 h 5183066"/>
              <a:gd name="connsiteX701" fmla="*/ 787064 w 5183079"/>
              <a:gd name="connsiteY701" fmla="*/ 1118793 h 5183066"/>
              <a:gd name="connsiteX702" fmla="*/ 784510 w 5183079"/>
              <a:gd name="connsiteY702" fmla="*/ 1125688 h 5183066"/>
              <a:gd name="connsiteX703" fmla="*/ 784256 w 5183079"/>
              <a:gd name="connsiteY703" fmla="*/ 1125688 h 5183066"/>
              <a:gd name="connsiteX704" fmla="*/ 782978 w 5183079"/>
              <a:gd name="connsiteY704" fmla="*/ 1138967 h 5183066"/>
              <a:gd name="connsiteX705" fmla="*/ 788086 w 5183079"/>
              <a:gd name="connsiteY705" fmla="*/ 1144075 h 5183066"/>
              <a:gd name="connsiteX706" fmla="*/ 813623 w 5183079"/>
              <a:gd name="connsiteY706" fmla="*/ 1153779 h 5183066"/>
              <a:gd name="connsiteX707" fmla="*/ 837629 w 5183079"/>
              <a:gd name="connsiteY707" fmla="*/ 1184424 h 5183066"/>
              <a:gd name="connsiteX708" fmla="*/ 844268 w 5183079"/>
              <a:gd name="connsiteY708" fmla="*/ 1203577 h 5183066"/>
              <a:gd name="connsiteX709" fmla="*/ 837373 w 5183079"/>
              <a:gd name="connsiteY709" fmla="*/ 1224262 h 5183066"/>
              <a:gd name="connsiteX710" fmla="*/ 828435 w 5183079"/>
              <a:gd name="connsiteY710" fmla="*/ 1235243 h 5183066"/>
              <a:gd name="connsiteX711" fmla="*/ 819497 w 5183079"/>
              <a:gd name="connsiteY711" fmla="*/ 1253886 h 5183066"/>
              <a:gd name="connsiteX712" fmla="*/ 819497 w 5183079"/>
              <a:gd name="connsiteY712" fmla="*/ 1273805 h 5183066"/>
              <a:gd name="connsiteX713" fmla="*/ 836351 w 5183079"/>
              <a:gd name="connsiteY713" fmla="*/ 1291170 h 5183066"/>
              <a:gd name="connsiteX714" fmla="*/ 846822 w 5183079"/>
              <a:gd name="connsiteY714" fmla="*/ 1297044 h 5183066"/>
              <a:gd name="connsiteX715" fmla="*/ 861378 w 5183079"/>
              <a:gd name="connsiteY715" fmla="*/ 1306493 h 5183066"/>
              <a:gd name="connsiteX716" fmla="*/ 870317 w 5183079"/>
              <a:gd name="connsiteY716" fmla="*/ 1306493 h 5183066"/>
              <a:gd name="connsiteX717" fmla="*/ 876445 w 5183079"/>
              <a:gd name="connsiteY717" fmla="*/ 1297810 h 5183066"/>
              <a:gd name="connsiteX718" fmla="*/ 882064 w 5183079"/>
              <a:gd name="connsiteY718" fmla="*/ 1284275 h 5183066"/>
              <a:gd name="connsiteX719" fmla="*/ 890746 w 5183079"/>
              <a:gd name="connsiteY719" fmla="*/ 1272273 h 5183066"/>
              <a:gd name="connsiteX720" fmla="*/ 899429 w 5183079"/>
              <a:gd name="connsiteY720" fmla="*/ 1269719 h 5183066"/>
              <a:gd name="connsiteX721" fmla="*/ 924966 w 5183079"/>
              <a:gd name="connsiteY721" fmla="*/ 1291681 h 5183066"/>
              <a:gd name="connsiteX722" fmla="*/ 924966 w 5183079"/>
              <a:gd name="connsiteY722" fmla="*/ 1312111 h 5183066"/>
              <a:gd name="connsiteX723" fmla="*/ 916539 w 5183079"/>
              <a:gd name="connsiteY723" fmla="*/ 1346842 h 5183066"/>
              <a:gd name="connsiteX724" fmla="*/ 909133 w 5183079"/>
              <a:gd name="connsiteY724" fmla="*/ 1364718 h 5183066"/>
              <a:gd name="connsiteX725" fmla="*/ 904791 w 5183079"/>
              <a:gd name="connsiteY725" fmla="*/ 1383871 h 5183066"/>
              <a:gd name="connsiteX726" fmla="*/ 898152 w 5183079"/>
              <a:gd name="connsiteY726" fmla="*/ 1392553 h 5183066"/>
              <a:gd name="connsiteX727" fmla="*/ 900706 w 5183079"/>
              <a:gd name="connsiteY727" fmla="*/ 1404301 h 5183066"/>
              <a:gd name="connsiteX728" fmla="*/ 912709 w 5183079"/>
              <a:gd name="connsiteY728" fmla="*/ 1409919 h 5183066"/>
              <a:gd name="connsiteX729" fmla="*/ 925477 w 5183079"/>
              <a:gd name="connsiteY729" fmla="*/ 1417580 h 5183066"/>
              <a:gd name="connsiteX730" fmla="*/ 940033 w 5183079"/>
              <a:gd name="connsiteY730" fmla="*/ 1415026 h 5183066"/>
              <a:gd name="connsiteX731" fmla="*/ 964294 w 5183079"/>
              <a:gd name="connsiteY731" fmla="*/ 1413239 h 5183066"/>
              <a:gd name="connsiteX732" fmla="*/ 968635 w 5183079"/>
              <a:gd name="connsiteY732" fmla="*/ 1378763 h 5183066"/>
              <a:gd name="connsiteX733" fmla="*/ 975275 w 5183079"/>
              <a:gd name="connsiteY733" fmla="*/ 1360121 h 5183066"/>
              <a:gd name="connsiteX734" fmla="*/ 982937 w 5183079"/>
              <a:gd name="connsiteY734" fmla="*/ 1326667 h 5183066"/>
              <a:gd name="connsiteX735" fmla="*/ 990853 w 5183079"/>
              <a:gd name="connsiteY735" fmla="*/ 1302662 h 5183066"/>
              <a:gd name="connsiteX736" fmla="*/ 990853 w 5183079"/>
              <a:gd name="connsiteY736" fmla="*/ 1272528 h 5183066"/>
              <a:gd name="connsiteX737" fmla="*/ 996726 w 5183079"/>
              <a:gd name="connsiteY737" fmla="*/ 1243926 h 5183066"/>
              <a:gd name="connsiteX738" fmla="*/ 992896 w 5183079"/>
              <a:gd name="connsiteY738" fmla="*/ 1229114 h 5183066"/>
              <a:gd name="connsiteX739" fmla="*/ 980127 w 5183079"/>
              <a:gd name="connsiteY739" fmla="*/ 1207918 h 5183066"/>
              <a:gd name="connsiteX740" fmla="*/ 970678 w 5183079"/>
              <a:gd name="connsiteY740" fmla="*/ 1202300 h 5183066"/>
              <a:gd name="connsiteX741" fmla="*/ 964550 w 5183079"/>
              <a:gd name="connsiteY741" fmla="*/ 1198214 h 5183066"/>
              <a:gd name="connsiteX742" fmla="*/ 953058 w 5183079"/>
              <a:gd name="connsiteY742" fmla="*/ 1192851 h 5183066"/>
              <a:gd name="connsiteX743" fmla="*/ 940799 w 5183079"/>
              <a:gd name="connsiteY743" fmla="*/ 1179827 h 5183066"/>
              <a:gd name="connsiteX744" fmla="*/ 927520 w 5183079"/>
              <a:gd name="connsiteY744" fmla="*/ 1163228 h 5183066"/>
              <a:gd name="connsiteX745" fmla="*/ 903515 w 5183079"/>
              <a:gd name="connsiteY745" fmla="*/ 1137690 h 5183066"/>
              <a:gd name="connsiteX746" fmla="*/ 891002 w 5183079"/>
              <a:gd name="connsiteY746" fmla="*/ 1122879 h 5183066"/>
              <a:gd name="connsiteX747" fmla="*/ 883596 w 5183079"/>
              <a:gd name="connsiteY747" fmla="*/ 1103981 h 5183066"/>
              <a:gd name="connsiteX748" fmla="*/ 871593 w 5183079"/>
              <a:gd name="connsiteY748" fmla="*/ 1091723 h 5183066"/>
              <a:gd name="connsiteX749" fmla="*/ 863932 w 5183079"/>
              <a:gd name="connsiteY749" fmla="*/ 1083551 h 5183066"/>
              <a:gd name="connsiteX750" fmla="*/ 844268 w 5183079"/>
              <a:gd name="connsiteY750" fmla="*/ 1079976 h 5183066"/>
              <a:gd name="connsiteX751" fmla="*/ 3100389 w 5183079"/>
              <a:gd name="connsiteY751" fmla="*/ 1078973 h 5183066"/>
              <a:gd name="connsiteX752" fmla="*/ 3202395 w 5183079"/>
              <a:gd name="connsiteY752" fmla="*/ 1092999 h 5183066"/>
              <a:gd name="connsiteX753" fmla="*/ 3105353 w 5183079"/>
              <a:gd name="connsiteY753" fmla="*/ 1147649 h 5183066"/>
              <a:gd name="connsiteX754" fmla="*/ 3001669 w 5183079"/>
              <a:gd name="connsiteY754" fmla="*/ 1114961 h 5183066"/>
              <a:gd name="connsiteX755" fmla="*/ 3047896 w 5183079"/>
              <a:gd name="connsiteY755" fmla="*/ 1088214 h 5183066"/>
              <a:gd name="connsiteX756" fmla="*/ 3100245 w 5183079"/>
              <a:gd name="connsiteY756" fmla="*/ 1078953 h 5183066"/>
              <a:gd name="connsiteX757" fmla="*/ 3100501 w 5183079"/>
              <a:gd name="connsiteY757" fmla="*/ 1078953 h 5183066"/>
              <a:gd name="connsiteX758" fmla="*/ 3100389 w 5183079"/>
              <a:gd name="connsiteY758" fmla="*/ 1078973 h 5183066"/>
              <a:gd name="connsiteX759" fmla="*/ 4310496 w 5183079"/>
              <a:gd name="connsiteY759" fmla="*/ 958450 h 5183066"/>
              <a:gd name="connsiteX760" fmla="*/ 4305613 w 5183079"/>
              <a:gd name="connsiteY760" fmla="*/ 961993 h 5183066"/>
              <a:gd name="connsiteX761" fmla="*/ 4292333 w 5183079"/>
              <a:gd name="connsiteY761" fmla="*/ 978848 h 5183066"/>
              <a:gd name="connsiteX762" fmla="*/ 4266795 w 5183079"/>
              <a:gd name="connsiteY762" fmla="*/ 1005917 h 5183066"/>
              <a:gd name="connsiteX763" fmla="*/ 4239726 w 5183079"/>
              <a:gd name="connsiteY763" fmla="*/ 1027880 h 5183066"/>
              <a:gd name="connsiteX764" fmla="*/ 4229000 w 5183079"/>
              <a:gd name="connsiteY764" fmla="*/ 1041670 h 5183066"/>
              <a:gd name="connsiteX765" fmla="*/ 4223637 w 5183079"/>
              <a:gd name="connsiteY765" fmla="*/ 1052651 h 5183066"/>
              <a:gd name="connsiteX766" fmla="*/ 4215465 w 5183079"/>
              <a:gd name="connsiteY766" fmla="*/ 1052651 h 5183066"/>
              <a:gd name="connsiteX767" fmla="*/ 4199120 w 5183079"/>
              <a:gd name="connsiteY767" fmla="*/ 1044990 h 5183066"/>
              <a:gd name="connsiteX768" fmla="*/ 4197231 w 5183079"/>
              <a:gd name="connsiteY768" fmla="*/ 1043100 h 5183066"/>
              <a:gd name="connsiteX769" fmla="*/ 4199120 w 5183079"/>
              <a:gd name="connsiteY769" fmla="*/ 1034264 h 5183066"/>
              <a:gd name="connsiteX770" fmla="*/ 4214698 w 5183079"/>
              <a:gd name="connsiteY770" fmla="*/ 1014090 h 5183066"/>
              <a:gd name="connsiteX771" fmla="*/ 4210613 w 5183079"/>
              <a:gd name="connsiteY771" fmla="*/ 1010259 h 5183066"/>
              <a:gd name="connsiteX772" fmla="*/ 4173327 w 5183079"/>
              <a:gd name="connsiteY772" fmla="*/ 1018175 h 5183066"/>
              <a:gd name="connsiteX773" fmla="*/ 4164134 w 5183079"/>
              <a:gd name="connsiteY773" fmla="*/ 1015877 h 5183066"/>
              <a:gd name="connsiteX774" fmla="*/ 4152642 w 5183079"/>
              <a:gd name="connsiteY774" fmla="*/ 1020474 h 5183066"/>
              <a:gd name="connsiteX775" fmla="*/ 4131701 w 5183079"/>
              <a:gd name="connsiteY775" fmla="*/ 1039371 h 5183066"/>
              <a:gd name="connsiteX776" fmla="*/ 4117400 w 5183079"/>
              <a:gd name="connsiteY776" fmla="*/ 1064909 h 5183066"/>
              <a:gd name="connsiteX777" fmla="*/ 4121998 w 5183079"/>
              <a:gd name="connsiteY777" fmla="*/ 1076911 h 5183066"/>
              <a:gd name="connsiteX778" fmla="*/ 4159793 w 5183079"/>
              <a:gd name="connsiteY778" fmla="*/ 1083296 h 5183066"/>
              <a:gd name="connsiteX779" fmla="*/ 4170774 w 5183079"/>
              <a:gd name="connsiteY779" fmla="*/ 1083296 h 5183066"/>
              <a:gd name="connsiteX780" fmla="*/ 4196312 w 5183079"/>
              <a:gd name="connsiteY780" fmla="*/ 1080997 h 5183066"/>
              <a:gd name="connsiteX781" fmla="*/ 4218529 w 5183079"/>
              <a:gd name="connsiteY781" fmla="*/ 1093000 h 5183066"/>
              <a:gd name="connsiteX782" fmla="*/ 4235129 w 5183079"/>
              <a:gd name="connsiteY782" fmla="*/ 1105003 h 5183066"/>
              <a:gd name="connsiteX783" fmla="*/ 4255559 w 5183079"/>
              <a:gd name="connsiteY783" fmla="*/ 1121857 h 5183066"/>
              <a:gd name="connsiteX784" fmla="*/ 4269348 w 5183079"/>
              <a:gd name="connsiteY784" fmla="*/ 1131561 h 5183066"/>
              <a:gd name="connsiteX785" fmla="*/ 4283140 w 5183079"/>
              <a:gd name="connsiteY785" fmla="*/ 1140755 h 5183066"/>
              <a:gd name="connsiteX786" fmla="*/ 4308677 w 5183079"/>
              <a:gd name="connsiteY786" fmla="*/ 1162206 h 5183066"/>
              <a:gd name="connsiteX787" fmla="*/ 4324766 w 5183079"/>
              <a:gd name="connsiteY787" fmla="*/ 1175230 h 5183066"/>
              <a:gd name="connsiteX788" fmla="*/ 4339832 w 5183079"/>
              <a:gd name="connsiteY788" fmla="*/ 1187999 h 5183066"/>
              <a:gd name="connsiteX789" fmla="*/ 4322722 w 5183079"/>
              <a:gd name="connsiteY789" fmla="*/ 1192596 h 5183066"/>
              <a:gd name="connsiteX790" fmla="*/ 4307145 w 5183079"/>
              <a:gd name="connsiteY790" fmla="*/ 1186722 h 5183066"/>
              <a:gd name="connsiteX791" fmla="*/ 4300505 w 5183079"/>
              <a:gd name="connsiteY791" fmla="*/ 1174464 h 5183066"/>
              <a:gd name="connsiteX792" fmla="*/ 4291056 w 5183079"/>
              <a:gd name="connsiteY792" fmla="*/ 1165526 h 5183066"/>
              <a:gd name="connsiteX793" fmla="*/ 4280329 w 5183079"/>
              <a:gd name="connsiteY793" fmla="*/ 1153779 h 5183066"/>
              <a:gd name="connsiteX794" fmla="*/ 4272157 w 5183079"/>
              <a:gd name="connsiteY794" fmla="*/ 1151991 h 5183066"/>
              <a:gd name="connsiteX795" fmla="*/ 4261432 w 5183079"/>
              <a:gd name="connsiteY795" fmla="*/ 1146373 h 5183066"/>
              <a:gd name="connsiteX796" fmla="*/ 4250195 w 5183079"/>
              <a:gd name="connsiteY796" fmla="*/ 1138201 h 5183066"/>
              <a:gd name="connsiteX797" fmla="*/ 4234618 w 5183079"/>
              <a:gd name="connsiteY797" fmla="*/ 1127731 h 5183066"/>
              <a:gd name="connsiteX798" fmla="*/ 4222616 w 5183079"/>
              <a:gd name="connsiteY798" fmla="*/ 1117260 h 5183066"/>
              <a:gd name="connsiteX799" fmla="*/ 4215209 w 5183079"/>
              <a:gd name="connsiteY799" fmla="*/ 1115473 h 5183066"/>
              <a:gd name="connsiteX800" fmla="*/ 4202440 w 5183079"/>
              <a:gd name="connsiteY800" fmla="*/ 1103470 h 5183066"/>
              <a:gd name="connsiteX801" fmla="*/ 4172818 w 5183079"/>
              <a:gd name="connsiteY801" fmla="*/ 1114451 h 5183066"/>
              <a:gd name="connsiteX802" fmla="*/ 4159027 w 5183079"/>
              <a:gd name="connsiteY802" fmla="*/ 1122879 h 5183066"/>
              <a:gd name="connsiteX803" fmla="*/ 4154174 w 5183079"/>
              <a:gd name="connsiteY803" fmla="*/ 1133349 h 5183066"/>
              <a:gd name="connsiteX804" fmla="*/ 4162091 w 5183079"/>
              <a:gd name="connsiteY804" fmla="*/ 1142032 h 5183066"/>
              <a:gd name="connsiteX805" fmla="*/ 4176903 w 5183079"/>
              <a:gd name="connsiteY805" fmla="*/ 1147395 h 5183066"/>
              <a:gd name="connsiteX806" fmla="*/ 4191204 w 5183079"/>
              <a:gd name="connsiteY806" fmla="*/ 1150714 h 5183066"/>
              <a:gd name="connsiteX807" fmla="*/ 4197844 w 5183079"/>
              <a:gd name="connsiteY807" fmla="*/ 1159653 h 5183066"/>
              <a:gd name="connsiteX808" fmla="*/ 4184054 w 5183079"/>
              <a:gd name="connsiteY808" fmla="*/ 1165271 h 5183066"/>
              <a:gd name="connsiteX809" fmla="*/ 4172306 w 5183079"/>
              <a:gd name="connsiteY809" fmla="*/ 1173443 h 5183066"/>
              <a:gd name="connsiteX810" fmla="*/ 4164646 w 5183079"/>
              <a:gd name="connsiteY810" fmla="*/ 1174975 h 5183066"/>
              <a:gd name="connsiteX811" fmla="*/ 4152388 w 5183079"/>
              <a:gd name="connsiteY811" fmla="*/ 1170633 h 5183066"/>
              <a:gd name="connsiteX812" fmla="*/ 4135533 w 5183079"/>
              <a:gd name="connsiteY812" fmla="*/ 1160163 h 5183066"/>
              <a:gd name="connsiteX813" fmla="*/ 4117656 w 5183079"/>
              <a:gd name="connsiteY813" fmla="*/ 1155311 h 5183066"/>
              <a:gd name="connsiteX814" fmla="*/ 4109739 w 5183079"/>
              <a:gd name="connsiteY814" fmla="*/ 1140755 h 5183066"/>
              <a:gd name="connsiteX815" fmla="*/ 4084202 w 5183079"/>
              <a:gd name="connsiteY815" fmla="*/ 1134115 h 5183066"/>
              <a:gd name="connsiteX816" fmla="*/ 4068625 w 5183079"/>
              <a:gd name="connsiteY816" fmla="*/ 1143820 h 5183066"/>
              <a:gd name="connsiteX817" fmla="*/ 4060197 w 5183079"/>
              <a:gd name="connsiteY817" fmla="*/ 1154034 h 5183066"/>
              <a:gd name="connsiteX818" fmla="*/ 4063261 w 5183079"/>
              <a:gd name="connsiteY818" fmla="*/ 1162717 h 5183066"/>
              <a:gd name="connsiteX819" fmla="*/ 4072200 w 5183079"/>
              <a:gd name="connsiteY819" fmla="*/ 1178806 h 5183066"/>
              <a:gd name="connsiteX820" fmla="*/ 4091353 w 5183079"/>
              <a:gd name="connsiteY820" fmla="*/ 1188510 h 5183066"/>
              <a:gd name="connsiteX821" fmla="*/ 4111016 w 5183079"/>
              <a:gd name="connsiteY821" fmla="*/ 1203577 h 5183066"/>
              <a:gd name="connsiteX822" fmla="*/ 4130425 w 5183079"/>
              <a:gd name="connsiteY822" fmla="*/ 1218133 h 5183066"/>
              <a:gd name="connsiteX823" fmla="*/ 4127872 w 5183079"/>
              <a:gd name="connsiteY823" fmla="*/ 1230136 h 5183066"/>
              <a:gd name="connsiteX824" fmla="*/ 4078585 w 5183079"/>
              <a:gd name="connsiteY824" fmla="*/ 1241117 h 5183066"/>
              <a:gd name="connsiteX825" fmla="*/ 4053047 w 5183079"/>
              <a:gd name="connsiteY825" fmla="*/ 1221708 h 5183066"/>
              <a:gd name="connsiteX826" fmla="*/ 4039256 w 5183079"/>
              <a:gd name="connsiteY826" fmla="*/ 1216346 h 5183066"/>
              <a:gd name="connsiteX827" fmla="*/ 4039256 w 5183079"/>
              <a:gd name="connsiteY827" fmla="*/ 1250821 h 5183066"/>
              <a:gd name="connsiteX828" fmla="*/ 4025466 w 5183079"/>
              <a:gd name="connsiteY828" fmla="*/ 1263079 h 5183066"/>
              <a:gd name="connsiteX829" fmla="*/ 4043087 w 5183079"/>
              <a:gd name="connsiteY829" fmla="*/ 1282232 h 5183066"/>
              <a:gd name="connsiteX830" fmla="*/ 4058155 w 5183079"/>
              <a:gd name="connsiteY830" fmla="*/ 1291426 h 5183066"/>
              <a:gd name="connsiteX831" fmla="*/ 4078585 w 5183079"/>
              <a:gd name="connsiteY831" fmla="*/ 1301896 h 5183066"/>
              <a:gd name="connsiteX832" fmla="*/ 4109230 w 5183079"/>
              <a:gd name="connsiteY832" fmla="*/ 1293213 h 5183066"/>
              <a:gd name="connsiteX833" fmla="*/ 4124040 w 5183079"/>
              <a:gd name="connsiteY833" fmla="*/ 1289893 h 5183066"/>
              <a:gd name="connsiteX834" fmla="*/ 4141406 w 5183079"/>
              <a:gd name="connsiteY834" fmla="*/ 1279423 h 5183066"/>
              <a:gd name="connsiteX835" fmla="*/ 4155452 w 5183079"/>
              <a:gd name="connsiteY835" fmla="*/ 1269208 h 5183066"/>
              <a:gd name="connsiteX836" fmla="*/ 4169242 w 5183079"/>
              <a:gd name="connsiteY836" fmla="*/ 1254396 h 5183066"/>
              <a:gd name="connsiteX837" fmla="*/ 4198865 w 5183079"/>
              <a:gd name="connsiteY837" fmla="*/ 1266654 h 5183066"/>
              <a:gd name="connsiteX838" fmla="*/ 4210613 w 5183079"/>
              <a:gd name="connsiteY838" fmla="*/ 1273039 h 5183066"/>
              <a:gd name="connsiteX839" fmla="*/ 4225934 w 5183079"/>
              <a:gd name="connsiteY839" fmla="*/ 1284275 h 5183066"/>
              <a:gd name="connsiteX840" fmla="*/ 4239726 w 5183079"/>
              <a:gd name="connsiteY840" fmla="*/ 1285807 h 5183066"/>
              <a:gd name="connsiteX841" fmla="*/ 4256324 w 5183079"/>
              <a:gd name="connsiteY841" fmla="*/ 1276614 h 5183066"/>
              <a:gd name="connsiteX842" fmla="*/ 4256324 w 5183079"/>
              <a:gd name="connsiteY842" fmla="*/ 1266654 h 5183066"/>
              <a:gd name="connsiteX843" fmla="*/ 4249430 w 5183079"/>
              <a:gd name="connsiteY843" fmla="*/ 1248523 h 5183066"/>
              <a:gd name="connsiteX844" fmla="*/ 4243811 w 5183079"/>
              <a:gd name="connsiteY844" fmla="*/ 1229114 h 5183066"/>
              <a:gd name="connsiteX845" fmla="*/ 4232830 w 5183079"/>
              <a:gd name="connsiteY845" fmla="*/ 1225283 h 5183066"/>
              <a:gd name="connsiteX846" fmla="*/ 4217253 w 5183079"/>
              <a:gd name="connsiteY846" fmla="*/ 1217878 h 5183066"/>
              <a:gd name="connsiteX847" fmla="*/ 4212400 w 5183079"/>
              <a:gd name="connsiteY847" fmla="*/ 1210216 h 5183066"/>
              <a:gd name="connsiteX848" fmla="*/ 4227213 w 5183079"/>
              <a:gd name="connsiteY848" fmla="*/ 1200512 h 5183066"/>
              <a:gd name="connsiteX849" fmla="*/ 4249686 w 5183079"/>
              <a:gd name="connsiteY849" fmla="*/ 1200512 h 5183066"/>
              <a:gd name="connsiteX850" fmla="*/ 4266284 w 5183079"/>
              <a:gd name="connsiteY850" fmla="*/ 1200512 h 5183066"/>
              <a:gd name="connsiteX851" fmla="*/ 4304335 w 5183079"/>
              <a:gd name="connsiteY851" fmla="*/ 1208429 h 5183066"/>
              <a:gd name="connsiteX852" fmla="*/ 4317103 w 5183079"/>
              <a:gd name="connsiteY852" fmla="*/ 1221708 h 5183066"/>
              <a:gd name="connsiteX853" fmla="*/ 4325787 w 5183079"/>
              <a:gd name="connsiteY853" fmla="*/ 1232945 h 5183066"/>
              <a:gd name="connsiteX854" fmla="*/ 4337279 w 5183079"/>
              <a:gd name="connsiteY854" fmla="*/ 1238052 h 5183066"/>
              <a:gd name="connsiteX855" fmla="*/ 4369710 w 5183079"/>
              <a:gd name="connsiteY855" fmla="*/ 1258482 h 5183066"/>
              <a:gd name="connsiteX856" fmla="*/ 4392184 w 5183079"/>
              <a:gd name="connsiteY856" fmla="*/ 1246735 h 5183066"/>
              <a:gd name="connsiteX857" fmla="*/ 4407763 w 5183079"/>
              <a:gd name="connsiteY857" fmla="*/ 1223496 h 5183066"/>
              <a:gd name="connsiteX858" fmla="*/ 4402655 w 5183079"/>
              <a:gd name="connsiteY858" fmla="*/ 1212004 h 5183066"/>
              <a:gd name="connsiteX859" fmla="*/ 4397803 w 5183079"/>
              <a:gd name="connsiteY859" fmla="*/ 1202300 h 5183066"/>
              <a:gd name="connsiteX860" fmla="*/ 4397803 w 5183079"/>
              <a:gd name="connsiteY860" fmla="*/ 1190808 h 5183066"/>
              <a:gd name="connsiteX861" fmla="*/ 4389630 w 5183079"/>
              <a:gd name="connsiteY861" fmla="*/ 1182892 h 5183066"/>
              <a:gd name="connsiteX862" fmla="*/ 4371498 w 5183079"/>
              <a:gd name="connsiteY862" fmla="*/ 1177018 h 5183066"/>
              <a:gd name="connsiteX863" fmla="*/ 4367669 w 5183079"/>
              <a:gd name="connsiteY863" fmla="*/ 1168846 h 5183066"/>
              <a:gd name="connsiteX864" fmla="*/ 4383246 w 5183079"/>
              <a:gd name="connsiteY864" fmla="*/ 1158631 h 5183066"/>
              <a:gd name="connsiteX865" fmla="*/ 4396270 w 5183079"/>
              <a:gd name="connsiteY865" fmla="*/ 1151480 h 5183066"/>
              <a:gd name="connsiteX866" fmla="*/ 4408272 w 5183079"/>
              <a:gd name="connsiteY866" fmla="*/ 1146118 h 5183066"/>
              <a:gd name="connsiteX867" fmla="*/ 4444281 w 5183079"/>
              <a:gd name="connsiteY867" fmla="*/ 1132838 h 5183066"/>
              <a:gd name="connsiteX868" fmla="*/ 4468286 w 5183079"/>
              <a:gd name="connsiteY868" fmla="*/ 1135903 h 5183066"/>
              <a:gd name="connsiteX869" fmla="*/ 4482331 w 5183079"/>
              <a:gd name="connsiteY869" fmla="*/ 1124922 h 5183066"/>
              <a:gd name="connsiteX870" fmla="*/ 4487439 w 5183079"/>
              <a:gd name="connsiteY870" fmla="*/ 1115473 h 5183066"/>
              <a:gd name="connsiteX871" fmla="*/ 4484119 w 5183079"/>
              <a:gd name="connsiteY871" fmla="*/ 1099640 h 5183066"/>
              <a:gd name="connsiteX872" fmla="*/ 4474415 w 5183079"/>
              <a:gd name="connsiteY872" fmla="*/ 1091212 h 5183066"/>
              <a:gd name="connsiteX873" fmla="*/ 4467775 w 5183079"/>
              <a:gd name="connsiteY873" fmla="*/ 1091212 h 5183066"/>
              <a:gd name="connsiteX874" fmla="*/ 4422318 w 5183079"/>
              <a:gd name="connsiteY874" fmla="*/ 1075379 h 5183066"/>
              <a:gd name="connsiteX875" fmla="*/ 4413124 w 5183079"/>
              <a:gd name="connsiteY875" fmla="*/ 1095554 h 5183066"/>
              <a:gd name="connsiteX876" fmla="*/ 4402910 w 5183079"/>
              <a:gd name="connsiteY876" fmla="*/ 1100916 h 5183066"/>
              <a:gd name="connsiteX877" fmla="*/ 4390907 w 5183079"/>
              <a:gd name="connsiteY877" fmla="*/ 1102960 h 5183066"/>
              <a:gd name="connsiteX878" fmla="*/ 4378394 w 5183079"/>
              <a:gd name="connsiteY878" fmla="*/ 1098107 h 5183066"/>
              <a:gd name="connsiteX879" fmla="*/ 4368945 w 5183079"/>
              <a:gd name="connsiteY879" fmla="*/ 1108578 h 5183066"/>
              <a:gd name="connsiteX880" fmla="*/ 4358474 w 5183079"/>
              <a:gd name="connsiteY880" fmla="*/ 1108578 h 5183066"/>
              <a:gd name="connsiteX881" fmla="*/ 4348004 w 5183079"/>
              <a:gd name="connsiteY881" fmla="*/ 1107046 h 5183066"/>
              <a:gd name="connsiteX882" fmla="*/ 4339576 w 5183079"/>
              <a:gd name="connsiteY882" fmla="*/ 1118793 h 5183066"/>
              <a:gd name="connsiteX883" fmla="*/ 4345196 w 5183079"/>
              <a:gd name="connsiteY883" fmla="*/ 1131051 h 5183066"/>
              <a:gd name="connsiteX884" fmla="*/ 4324766 w 5183079"/>
              <a:gd name="connsiteY884" fmla="*/ 1131051 h 5183066"/>
              <a:gd name="connsiteX885" fmla="*/ 4328851 w 5183079"/>
              <a:gd name="connsiteY885" fmla="*/ 1116750 h 5183066"/>
              <a:gd name="connsiteX886" fmla="*/ 4323999 w 5183079"/>
              <a:gd name="connsiteY886" fmla="*/ 1099640 h 5183066"/>
              <a:gd name="connsiteX887" fmla="*/ 4346728 w 5183079"/>
              <a:gd name="connsiteY887" fmla="*/ 1096320 h 5183066"/>
              <a:gd name="connsiteX888" fmla="*/ 4384267 w 5183079"/>
              <a:gd name="connsiteY888" fmla="*/ 1085083 h 5183066"/>
              <a:gd name="connsiteX889" fmla="*/ 4387331 w 5183079"/>
              <a:gd name="connsiteY889" fmla="*/ 1071038 h 5183066"/>
              <a:gd name="connsiteX890" fmla="*/ 4398312 w 5183079"/>
              <a:gd name="connsiteY890" fmla="*/ 1060823 h 5183066"/>
              <a:gd name="connsiteX891" fmla="*/ 4419253 w 5183079"/>
              <a:gd name="connsiteY891" fmla="*/ 1058780 h 5183066"/>
              <a:gd name="connsiteX892" fmla="*/ 4437641 w 5183079"/>
              <a:gd name="connsiteY892" fmla="*/ 1050608 h 5183066"/>
              <a:gd name="connsiteX893" fmla="*/ 4435853 w 5183079"/>
              <a:gd name="connsiteY893" fmla="*/ 1030944 h 5183066"/>
              <a:gd name="connsiteX894" fmla="*/ 4429213 w 5183079"/>
              <a:gd name="connsiteY894" fmla="*/ 1026092 h 5183066"/>
              <a:gd name="connsiteX895" fmla="*/ 4423084 w 5183079"/>
              <a:gd name="connsiteY895" fmla="*/ 1020729 h 5183066"/>
              <a:gd name="connsiteX896" fmla="*/ 4402399 w 5183079"/>
              <a:gd name="connsiteY896" fmla="*/ 1026092 h 5183066"/>
              <a:gd name="connsiteX897" fmla="*/ 4379926 w 5183079"/>
              <a:gd name="connsiteY897" fmla="*/ 1028390 h 5183066"/>
              <a:gd name="connsiteX898" fmla="*/ 4379926 w 5183079"/>
              <a:gd name="connsiteY898" fmla="*/ 1013834 h 5183066"/>
              <a:gd name="connsiteX899" fmla="*/ 4365370 w 5183079"/>
              <a:gd name="connsiteY899" fmla="*/ 1013834 h 5183066"/>
              <a:gd name="connsiteX900" fmla="*/ 4357709 w 5183079"/>
              <a:gd name="connsiteY900" fmla="*/ 1029412 h 5183066"/>
              <a:gd name="connsiteX901" fmla="*/ 4342641 w 5183079"/>
              <a:gd name="connsiteY901" fmla="*/ 1035796 h 5183066"/>
              <a:gd name="connsiteX902" fmla="*/ 4329107 w 5183079"/>
              <a:gd name="connsiteY902" fmla="*/ 1048310 h 5183066"/>
              <a:gd name="connsiteX903" fmla="*/ 4338556 w 5183079"/>
              <a:gd name="connsiteY903" fmla="*/ 1052140 h 5183066"/>
              <a:gd name="connsiteX904" fmla="*/ 4351069 w 5183079"/>
              <a:gd name="connsiteY904" fmla="*/ 1058269 h 5183066"/>
              <a:gd name="connsiteX905" fmla="*/ 4342896 w 5183079"/>
              <a:gd name="connsiteY905" fmla="*/ 1076656 h 5183066"/>
              <a:gd name="connsiteX906" fmla="*/ 4323232 w 5183079"/>
              <a:gd name="connsiteY906" fmla="*/ 1075379 h 5183066"/>
              <a:gd name="connsiteX907" fmla="*/ 4324510 w 5183079"/>
              <a:gd name="connsiteY907" fmla="*/ 1065930 h 5183066"/>
              <a:gd name="connsiteX908" fmla="*/ 4314295 w 5183079"/>
              <a:gd name="connsiteY908" fmla="*/ 1053672 h 5183066"/>
              <a:gd name="connsiteX909" fmla="*/ 4316594 w 5183079"/>
              <a:gd name="connsiteY909" fmla="*/ 1046011 h 5183066"/>
              <a:gd name="connsiteX910" fmla="*/ 4336256 w 5183079"/>
              <a:gd name="connsiteY910" fmla="*/ 1020474 h 5183066"/>
              <a:gd name="connsiteX911" fmla="*/ 4340853 w 5183079"/>
              <a:gd name="connsiteY911" fmla="*/ 1012046 h 5183066"/>
              <a:gd name="connsiteX912" fmla="*/ 4348770 w 5183079"/>
              <a:gd name="connsiteY912" fmla="*/ 998512 h 5183066"/>
              <a:gd name="connsiteX913" fmla="*/ 4338556 w 5183079"/>
              <a:gd name="connsiteY913" fmla="*/ 995192 h 5183066"/>
              <a:gd name="connsiteX914" fmla="*/ 4325020 w 5183079"/>
              <a:gd name="connsiteY914" fmla="*/ 1000044 h 5183066"/>
              <a:gd name="connsiteX915" fmla="*/ 4319658 w 5183079"/>
              <a:gd name="connsiteY915" fmla="*/ 1007960 h 5183066"/>
              <a:gd name="connsiteX916" fmla="*/ 4299738 w 5183079"/>
              <a:gd name="connsiteY916" fmla="*/ 1026858 h 5183066"/>
              <a:gd name="connsiteX917" fmla="*/ 4287736 w 5183079"/>
              <a:gd name="connsiteY917" fmla="*/ 1042436 h 5183066"/>
              <a:gd name="connsiteX918" fmla="*/ 4266284 w 5183079"/>
              <a:gd name="connsiteY918" fmla="*/ 1061078 h 5183066"/>
              <a:gd name="connsiteX919" fmla="*/ 4261176 w 5183079"/>
              <a:gd name="connsiteY919" fmla="*/ 1075890 h 5183066"/>
              <a:gd name="connsiteX920" fmla="*/ 4268839 w 5183079"/>
              <a:gd name="connsiteY920" fmla="*/ 1078443 h 5183066"/>
              <a:gd name="connsiteX921" fmla="*/ 4277521 w 5183079"/>
              <a:gd name="connsiteY921" fmla="*/ 1077167 h 5183066"/>
              <a:gd name="connsiteX922" fmla="*/ 4289268 w 5183079"/>
              <a:gd name="connsiteY922" fmla="*/ 1072059 h 5183066"/>
              <a:gd name="connsiteX923" fmla="*/ 4287736 w 5183079"/>
              <a:gd name="connsiteY923" fmla="*/ 1082274 h 5183066"/>
              <a:gd name="connsiteX924" fmla="*/ 4282884 w 5183079"/>
              <a:gd name="connsiteY924" fmla="*/ 1091212 h 5183066"/>
              <a:gd name="connsiteX925" fmla="*/ 4293098 w 5183079"/>
              <a:gd name="connsiteY925" fmla="*/ 1096064 h 5183066"/>
              <a:gd name="connsiteX926" fmla="*/ 4300505 w 5183079"/>
              <a:gd name="connsiteY926" fmla="*/ 1105513 h 5183066"/>
              <a:gd name="connsiteX927" fmla="*/ 4294886 w 5183079"/>
              <a:gd name="connsiteY927" fmla="*/ 1109089 h 5183066"/>
              <a:gd name="connsiteX928" fmla="*/ 4285181 w 5183079"/>
              <a:gd name="connsiteY928" fmla="*/ 1106535 h 5183066"/>
              <a:gd name="connsiteX929" fmla="*/ 4275223 w 5183079"/>
              <a:gd name="connsiteY929" fmla="*/ 1101172 h 5183066"/>
              <a:gd name="connsiteX930" fmla="*/ 4259388 w 5183079"/>
              <a:gd name="connsiteY930" fmla="*/ 1089425 h 5183066"/>
              <a:gd name="connsiteX931" fmla="*/ 4250451 w 5183079"/>
              <a:gd name="connsiteY931" fmla="*/ 1081253 h 5183066"/>
              <a:gd name="connsiteX932" fmla="*/ 4238193 w 5183079"/>
              <a:gd name="connsiteY932" fmla="*/ 1073336 h 5183066"/>
              <a:gd name="connsiteX933" fmla="*/ 4238193 w 5183079"/>
              <a:gd name="connsiteY933" fmla="*/ 1063376 h 5183066"/>
              <a:gd name="connsiteX934" fmla="*/ 4252239 w 5183079"/>
              <a:gd name="connsiteY934" fmla="*/ 1056992 h 5183066"/>
              <a:gd name="connsiteX935" fmla="*/ 4261432 w 5183079"/>
              <a:gd name="connsiteY935" fmla="*/ 1048820 h 5183066"/>
              <a:gd name="connsiteX936" fmla="*/ 4271392 w 5183079"/>
              <a:gd name="connsiteY936" fmla="*/ 1035030 h 5183066"/>
              <a:gd name="connsiteX937" fmla="*/ 4288757 w 5183079"/>
              <a:gd name="connsiteY937" fmla="*/ 1016899 h 5183066"/>
              <a:gd name="connsiteX938" fmla="*/ 4298462 w 5183079"/>
              <a:gd name="connsiteY938" fmla="*/ 1008727 h 5183066"/>
              <a:gd name="connsiteX939" fmla="*/ 4306378 w 5183079"/>
              <a:gd name="connsiteY939" fmla="*/ 1002342 h 5183066"/>
              <a:gd name="connsiteX940" fmla="*/ 4312762 w 5183079"/>
              <a:gd name="connsiteY940" fmla="*/ 995958 h 5183066"/>
              <a:gd name="connsiteX941" fmla="*/ 4322978 w 5183079"/>
              <a:gd name="connsiteY941" fmla="*/ 984977 h 5183066"/>
              <a:gd name="connsiteX942" fmla="*/ 4330383 w 5183079"/>
              <a:gd name="connsiteY942" fmla="*/ 975273 h 5183066"/>
              <a:gd name="connsiteX943" fmla="*/ 4332171 w 5183079"/>
              <a:gd name="connsiteY943" fmla="*/ 967611 h 5183066"/>
              <a:gd name="connsiteX944" fmla="*/ 4326298 w 5183079"/>
              <a:gd name="connsiteY944" fmla="*/ 966079 h 5183066"/>
              <a:gd name="connsiteX945" fmla="*/ 4319402 w 5183079"/>
              <a:gd name="connsiteY945" fmla="*/ 958929 h 5183066"/>
              <a:gd name="connsiteX946" fmla="*/ 4310496 w 5183079"/>
              <a:gd name="connsiteY946" fmla="*/ 958450 h 5183066"/>
              <a:gd name="connsiteX947" fmla="*/ 2901563 w 5183079"/>
              <a:gd name="connsiteY947" fmla="*/ 951266 h 5183066"/>
              <a:gd name="connsiteX948" fmla="*/ 2921993 w 5183079"/>
              <a:gd name="connsiteY948" fmla="*/ 1070271 h 5183066"/>
              <a:gd name="connsiteX949" fmla="*/ 2922760 w 5183079"/>
              <a:gd name="connsiteY949" fmla="*/ 1070271 h 5183066"/>
              <a:gd name="connsiteX950" fmla="*/ 2871685 w 5183079"/>
              <a:gd name="connsiteY950" fmla="*/ 1169357 h 5183066"/>
              <a:gd name="connsiteX951" fmla="*/ 2846148 w 5183079"/>
              <a:gd name="connsiteY951" fmla="*/ 1058780 h 5183066"/>
              <a:gd name="connsiteX952" fmla="*/ 2901563 w 5183079"/>
              <a:gd name="connsiteY952" fmla="*/ 951266 h 5183066"/>
              <a:gd name="connsiteX953" fmla="*/ 933394 w 5183079"/>
              <a:gd name="connsiteY953" fmla="*/ 943096 h 5183066"/>
              <a:gd name="connsiteX954" fmla="*/ 925732 w 5183079"/>
              <a:gd name="connsiteY954" fmla="*/ 948458 h 5183066"/>
              <a:gd name="connsiteX955" fmla="*/ 913730 w 5183079"/>
              <a:gd name="connsiteY955" fmla="*/ 951778 h 5183066"/>
              <a:gd name="connsiteX956" fmla="*/ 905558 w 5183079"/>
              <a:gd name="connsiteY956" fmla="*/ 964802 h 5183066"/>
              <a:gd name="connsiteX957" fmla="*/ 895854 w 5183079"/>
              <a:gd name="connsiteY957" fmla="*/ 971697 h 5183066"/>
              <a:gd name="connsiteX958" fmla="*/ 889214 w 5183079"/>
              <a:gd name="connsiteY958" fmla="*/ 983189 h 5183066"/>
              <a:gd name="connsiteX959" fmla="*/ 876445 w 5183079"/>
              <a:gd name="connsiteY959" fmla="*/ 992383 h 5183066"/>
              <a:gd name="connsiteX960" fmla="*/ 873381 w 5183079"/>
              <a:gd name="connsiteY960" fmla="*/ 1005662 h 5183066"/>
              <a:gd name="connsiteX961" fmla="*/ 887682 w 5183079"/>
              <a:gd name="connsiteY961" fmla="*/ 1019963 h 5183066"/>
              <a:gd name="connsiteX962" fmla="*/ 905047 w 5183079"/>
              <a:gd name="connsiteY962" fmla="*/ 1045500 h 5183066"/>
              <a:gd name="connsiteX963" fmla="*/ 915773 w 5183079"/>
              <a:gd name="connsiteY963" fmla="*/ 1061333 h 5183066"/>
              <a:gd name="connsiteX964" fmla="*/ 936713 w 5183079"/>
              <a:gd name="connsiteY964" fmla="*/ 1083296 h 5183066"/>
              <a:gd name="connsiteX965" fmla="*/ 948205 w 5183079"/>
              <a:gd name="connsiteY965" fmla="*/ 1099384 h 5183066"/>
              <a:gd name="connsiteX966" fmla="*/ 959186 w 5183079"/>
              <a:gd name="connsiteY966" fmla="*/ 1115728 h 5183066"/>
              <a:gd name="connsiteX967" fmla="*/ 964038 w 5183079"/>
              <a:gd name="connsiteY967" fmla="*/ 1127476 h 5183066"/>
              <a:gd name="connsiteX968" fmla="*/ 987022 w 5183079"/>
              <a:gd name="connsiteY968" fmla="*/ 1157099 h 5183066"/>
              <a:gd name="connsiteX969" fmla="*/ 1005409 w 5183079"/>
              <a:gd name="connsiteY969" fmla="*/ 1171144 h 5183066"/>
              <a:gd name="connsiteX970" fmla="*/ 1017667 w 5183079"/>
              <a:gd name="connsiteY970" fmla="*/ 1179827 h 5183066"/>
              <a:gd name="connsiteX971" fmla="*/ 1029670 w 5183079"/>
              <a:gd name="connsiteY971" fmla="*/ 1189787 h 5183066"/>
              <a:gd name="connsiteX972" fmla="*/ 1051377 w 5183079"/>
              <a:gd name="connsiteY972" fmla="*/ 1202811 h 5183066"/>
              <a:gd name="connsiteX973" fmla="*/ 1067466 w 5183079"/>
              <a:gd name="connsiteY973" fmla="*/ 1216090 h 5183066"/>
              <a:gd name="connsiteX974" fmla="*/ 1088151 w 5183079"/>
              <a:gd name="connsiteY974" fmla="*/ 1219921 h 5183066"/>
              <a:gd name="connsiteX975" fmla="*/ 1101174 w 5183079"/>
              <a:gd name="connsiteY975" fmla="*/ 1215835 h 5183066"/>
              <a:gd name="connsiteX976" fmla="*/ 1118540 w 5183079"/>
              <a:gd name="connsiteY976" fmla="*/ 1199236 h 5183066"/>
              <a:gd name="connsiteX977" fmla="*/ 1132841 w 5183079"/>
              <a:gd name="connsiteY977" fmla="*/ 1190553 h 5183066"/>
              <a:gd name="connsiteX978" fmla="*/ 1146376 w 5183079"/>
              <a:gd name="connsiteY978" fmla="*/ 1176763 h 5183066"/>
              <a:gd name="connsiteX979" fmla="*/ 1160933 w 5183079"/>
              <a:gd name="connsiteY979" fmla="*/ 1163739 h 5183066"/>
              <a:gd name="connsiteX980" fmla="*/ 1173446 w 5183079"/>
              <a:gd name="connsiteY980" fmla="*/ 1158376 h 5183066"/>
              <a:gd name="connsiteX981" fmla="*/ 1182639 w 5183079"/>
              <a:gd name="connsiteY981" fmla="*/ 1142287 h 5183066"/>
              <a:gd name="connsiteX982" fmla="*/ 1193109 w 5183079"/>
              <a:gd name="connsiteY982" fmla="*/ 1126965 h 5183066"/>
              <a:gd name="connsiteX983" fmla="*/ 1186215 w 5183079"/>
              <a:gd name="connsiteY983" fmla="*/ 1110876 h 5183066"/>
              <a:gd name="connsiteX984" fmla="*/ 1174212 w 5183079"/>
              <a:gd name="connsiteY984" fmla="*/ 1088148 h 5183066"/>
              <a:gd name="connsiteX985" fmla="*/ 1151739 w 5183079"/>
              <a:gd name="connsiteY985" fmla="*/ 1080231 h 5183066"/>
              <a:gd name="connsiteX986" fmla="*/ 1138970 w 5183079"/>
              <a:gd name="connsiteY986" fmla="*/ 1091212 h 5183066"/>
              <a:gd name="connsiteX987" fmla="*/ 1128500 w 5183079"/>
              <a:gd name="connsiteY987" fmla="*/ 1096320 h 5183066"/>
              <a:gd name="connsiteX988" fmla="*/ 1119051 w 5183079"/>
              <a:gd name="connsiteY988" fmla="*/ 1102704 h 5183066"/>
              <a:gd name="connsiteX989" fmla="*/ 1107048 w 5183079"/>
              <a:gd name="connsiteY989" fmla="*/ 1112664 h 5183066"/>
              <a:gd name="connsiteX990" fmla="*/ 1085086 w 5183079"/>
              <a:gd name="connsiteY990" fmla="*/ 1122113 h 5183066"/>
              <a:gd name="connsiteX991" fmla="*/ 1060826 w 5183079"/>
              <a:gd name="connsiteY991" fmla="*/ 1110110 h 5183066"/>
              <a:gd name="connsiteX992" fmla="*/ 1049079 w 5183079"/>
              <a:gd name="connsiteY992" fmla="*/ 1100406 h 5183066"/>
              <a:gd name="connsiteX993" fmla="*/ 1032734 w 5183079"/>
              <a:gd name="connsiteY993" fmla="*/ 1071804 h 5183066"/>
              <a:gd name="connsiteX994" fmla="*/ 1042183 w 5183079"/>
              <a:gd name="connsiteY994" fmla="*/ 1041670 h 5183066"/>
              <a:gd name="connsiteX995" fmla="*/ 1047035 w 5183079"/>
              <a:gd name="connsiteY995" fmla="*/ 1022006 h 5183066"/>
              <a:gd name="connsiteX996" fmla="*/ 1049079 w 5183079"/>
              <a:gd name="connsiteY996" fmla="*/ 1006428 h 5183066"/>
              <a:gd name="connsiteX997" fmla="*/ 1056484 w 5183079"/>
              <a:gd name="connsiteY997" fmla="*/ 992893 h 5183066"/>
              <a:gd name="connsiteX998" fmla="*/ 1056484 w 5183079"/>
              <a:gd name="connsiteY998" fmla="*/ 981912 h 5183066"/>
              <a:gd name="connsiteX999" fmla="*/ 1043205 w 5183079"/>
              <a:gd name="connsiteY999" fmla="*/ 972974 h 5183066"/>
              <a:gd name="connsiteX1000" fmla="*/ 1018944 w 5183079"/>
              <a:gd name="connsiteY1000" fmla="*/ 966590 h 5183066"/>
              <a:gd name="connsiteX1001" fmla="*/ 998770 w 5183079"/>
              <a:gd name="connsiteY1001" fmla="*/ 977060 h 5183066"/>
              <a:gd name="connsiteX1002" fmla="*/ 995450 w 5183079"/>
              <a:gd name="connsiteY1002" fmla="*/ 991872 h 5183066"/>
              <a:gd name="connsiteX1003" fmla="*/ 982937 w 5183079"/>
              <a:gd name="connsiteY1003" fmla="*/ 998256 h 5183066"/>
              <a:gd name="connsiteX1004" fmla="*/ 973998 w 5183079"/>
              <a:gd name="connsiteY1004" fmla="*/ 985743 h 5183066"/>
              <a:gd name="connsiteX1005" fmla="*/ 963272 w 5183079"/>
              <a:gd name="connsiteY1005" fmla="*/ 953821 h 5183066"/>
              <a:gd name="connsiteX1006" fmla="*/ 943864 w 5183079"/>
              <a:gd name="connsiteY1006" fmla="*/ 943096 h 5183066"/>
              <a:gd name="connsiteX1007" fmla="*/ 933394 w 5183079"/>
              <a:gd name="connsiteY1007" fmla="*/ 943096 h 5183066"/>
              <a:gd name="connsiteX1008" fmla="*/ 3167153 w 5183079"/>
              <a:gd name="connsiteY1008" fmla="*/ 837370 h 5183066"/>
              <a:gd name="connsiteX1009" fmla="*/ 3147489 w 5183079"/>
              <a:gd name="connsiteY1009" fmla="*/ 951778 h 5183066"/>
              <a:gd name="connsiteX1010" fmla="*/ 3087476 w 5183079"/>
              <a:gd name="connsiteY1010" fmla="*/ 1014344 h 5183066"/>
              <a:gd name="connsiteX1011" fmla="*/ 3064236 w 5183079"/>
              <a:gd name="connsiteY1011" fmla="*/ 1052650 h 5183066"/>
              <a:gd name="connsiteX1012" fmla="*/ 2762384 w 5183079"/>
              <a:gd name="connsiteY1012" fmla="*/ 1261291 h 5183066"/>
              <a:gd name="connsiteX1013" fmla="*/ 2851765 w 5183079"/>
              <a:gd name="connsiteY1013" fmla="*/ 1267164 h 5183066"/>
              <a:gd name="connsiteX1014" fmla="*/ 2852787 w 5183079"/>
              <a:gd name="connsiteY1014" fmla="*/ 1266398 h 5183066"/>
              <a:gd name="connsiteX1015" fmla="*/ 2950594 w 5183079"/>
              <a:gd name="connsiteY1015" fmla="*/ 1336882 h 5183066"/>
              <a:gd name="connsiteX1016" fmla="*/ 2835166 w 5183079"/>
              <a:gd name="connsiteY1016" fmla="*/ 1338925 h 5183066"/>
              <a:gd name="connsiteX1017" fmla="*/ 2753446 w 5183079"/>
              <a:gd name="connsiteY1017" fmla="*/ 1264611 h 5183066"/>
              <a:gd name="connsiteX1018" fmla="*/ 2689367 w 5183079"/>
              <a:gd name="connsiteY1018" fmla="*/ 1288146 h 5183066"/>
              <a:gd name="connsiteX1019" fmla="*/ 2691638 w 5183079"/>
              <a:gd name="connsiteY1019" fmla="*/ 1299785 h 5183066"/>
              <a:gd name="connsiteX1020" fmla="*/ 2725610 w 5183079"/>
              <a:gd name="connsiteY1020" fmla="*/ 1474784 h 5183066"/>
              <a:gd name="connsiteX1021" fmla="*/ 3514717 w 5183079"/>
              <a:gd name="connsiteY1021" fmla="*/ 1355779 h 5183066"/>
              <a:gd name="connsiteX1022" fmla="*/ 3542042 w 5183079"/>
              <a:gd name="connsiteY1022" fmla="*/ 1346585 h 5183066"/>
              <a:gd name="connsiteX1023" fmla="*/ 3542042 w 5183079"/>
              <a:gd name="connsiteY1023" fmla="*/ 1375188 h 5183066"/>
              <a:gd name="connsiteX1024" fmla="*/ 3463898 w 5183079"/>
              <a:gd name="connsiteY1024" fmla="*/ 1596596 h 5183066"/>
              <a:gd name="connsiteX1025" fmla="*/ 3269812 w 5183079"/>
              <a:gd name="connsiteY1025" fmla="*/ 1723007 h 5183066"/>
              <a:gd name="connsiteX1026" fmla="*/ 3188859 w 5183079"/>
              <a:gd name="connsiteY1026" fmla="*/ 1873166 h 5183066"/>
              <a:gd name="connsiteX1027" fmla="*/ 3151575 w 5183079"/>
              <a:gd name="connsiteY1027" fmla="*/ 1898703 h 5183066"/>
              <a:gd name="connsiteX1028" fmla="*/ 3524421 w 5183079"/>
              <a:gd name="connsiteY1028" fmla="*/ 1841755 h 5183066"/>
              <a:gd name="connsiteX1029" fmla="*/ 3553790 w 5183079"/>
              <a:gd name="connsiteY1029" fmla="*/ 1836137 h 5183066"/>
              <a:gd name="connsiteX1030" fmla="*/ 3552258 w 5183079"/>
              <a:gd name="connsiteY1030" fmla="*/ 1836137 h 5183066"/>
              <a:gd name="connsiteX1031" fmla="*/ 3632188 w 5183079"/>
              <a:gd name="connsiteY1031" fmla="*/ 1819538 h 5183066"/>
              <a:gd name="connsiteX1032" fmla="*/ 3508332 w 5183079"/>
              <a:gd name="connsiteY1032" fmla="*/ 2001874 h 5183066"/>
              <a:gd name="connsiteX1033" fmla="*/ 3216695 w 5183079"/>
              <a:gd name="connsiteY1033" fmla="*/ 2234009 h 5183066"/>
              <a:gd name="connsiteX1034" fmla="*/ 2903862 w 5183079"/>
              <a:gd name="connsiteY1034" fmla="*/ 2333860 h 5183066"/>
              <a:gd name="connsiteX1035" fmla="*/ 2852787 w 5183079"/>
              <a:gd name="connsiteY1035" fmla="*/ 2337180 h 5183066"/>
              <a:gd name="connsiteX1036" fmla="*/ 2757531 w 5183079"/>
              <a:gd name="connsiteY1036" fmla="*/ 2330286 h 5183066"/>
              <a:gd name="connsiteX1037" fmla="*/ 2727397 w 5183079"/>
              <a:gd name="connsiteY1037" fmla="*/ 2325944 h 5183066"/>
              <a:gd name="connsiteX1038" fmla="*/ 2785879 w 5183079"/>
              <a:gd name="connsiteY1038" fmla="*/ 2570337 h 5183066"/>
              <a:gd name="connsiteX1039" fmla="*/ 2591028 w 5183079"/>
              <a:gd name="connsiteY1039" fmla="*/ 2582850 h 5183066"/>
              <a:gd name="connsiteX1040" fmla="*/ 2395922 w 5183079"/>
              <a:gd name="connsiteY1040" fmla="*/ 2570337 h 5183066"/>
              <a:gd name="connsiteX1041" fmla="*/ 2454402 w 5183079"/>
              <a:gd name="connsiteY1041" fmla="*/ 2325944 h 5183066"/>
              <a:gd name="connsiteX1042" fmla="*/ 2424268 w 5183079"/>
              <a:gd name="connsiteY1042" fmla="*/ 2330286 h 5183066"/>
              <a:gd name="connsiteX1043" fmla="*/ 2329014 w 5183079"/>
              <a:gd name="connsiteY1043" fmla="*/ 2337180 h 5183066"/>
              <a:gd name="connsiteX1044" fmla="*/ 2277939 w 5183079"/>
              <a:gd name="connsiteY1044" fmla="*/ 2333860 h 5183066"/>
              <a:gd name="connsiteX1045" fmla="*/ 1964850 w 5183079"/>
              <a:gd name="connsiteY1045" fmla="*/ 2234009 h 5183066"/>
              <a:gd name="connsiteX1046" fmla="*/ 1673213 w 5183079"/>
              <a:gd name="connsiteY1046" fmla="*/ 2001874 h 5183066"/>
              <a:gd name="connsiteX1047" fmla="*/ 1549355 w 5183079"/>
              <a:gd name="connsiteY1047" fmla="*/ 1819538 h 5183066"/>
              <a:gd name="connsiteX1048" fmla="*/ 1629288 w 5183079"/>
              <a:gd name="connsiteY1048" fmla="*/ 1836137 h 5183066"/>
              <a:gd name="connsiteX1049" fmla="*/ 1658912 w 5183079"/>
              <a:gd name="connsiteY1049" fmla="*/ 1841755 h 5183066"/>
              <a:gd name="connsiteX1050" fmla="*/ 2031502 w 5183079"/>
              <a:gd name="connsiteY1050" fmla="*/ 1898448 h 5183066"/>
              <a:gd name="connsiteX1051" fmla="*/ 1994219 w 5183079"/>
              <a:gd name="connsiteY1051" fmla="*/ 1874187 h 5183066"/>
              <a:gd name="connsiteX1052" fmla="*/ 1913264 w 5183079"/>
              <a:gd name="connsiteY1052" fmla="*/ 1724028 h 5183066"/>
              <a:gd name="connsiteX1053" fmla="*/ 1719180 w 5183079"/>
              <a:gd name="connsiteY1053" fmla="*/ 1597618 h 5183066"/>
              <a:gd name="connsiteX1054" fmla="*/ 1641035 w 5183079"/>
              <a:gd name="connsiteY1054" fmla="*/ 1376209 h 5183066"/>
              <a:gd name="connsiteX1055" fmla="*/ 1641035 w 5183079"/>
              <a:gd name="connsiteY1055" fmla="*/ 1347608 h 5183066"/>
              <a:gd name="connsiteX1056" fmla="*/ 1668105 w 5183079"/>
              <a:gd name="connsiteY1056" fmla="*/ 1356801 h 5183066"/>
              <a:gd name="connsiteX1057" fmla="*/ 2458489 w 5183079"/>
              <a:gd name="connsiteY1057" fmla="*/ 1474784 h 5183066"/>
              <a:gd name="connsiteX1058" fmla="*/ 2498583 w 5183079"/>
              <a:gd name="connsiteY1058" fmla="*/ 1268442 h 5183066"/>
              <a:gd name="connsiteX1059" fmla="*/ 2498583 w 5183079"/>
              <a:gd name="connsiteY1059" fmla="*/ 1265122 h 5183066"/>
              <a:gd name="connsiteX1060" fmla="*/ 2590261 w 5183079"/>
              <a:gd name="connsiteY1060" fmla="*/ 1159397 h 5183066"/>
              <a:gd name="connsiteX1061" fmla="*/ 2593581 w 5183079"/>
              <a:gd name="connsiteY1061" fmla="*/ 1159397 h 5183066"/>
              <a:gd name="connsiteX1062" fmla="*/ 2679017 w 5183079"/>
              <a:gd name="connsiteY1062" fmla="*/ 1237829 h 5183066"/>
              <a:gd name="connsiteX1063" fmla="*/ 2683449 w 5183079"/>
              <a:gd name="connsiteY1063" fmla="*/ 1256438 h 5183066"/>
              <a:gd name="connsiteX1064" fmla="*/ 2744253 w 5183079"/>
              <a:gd name="connsiteY1064" fmla="*/ 1234221 h 5183066"/>
              <a:gd name="connsiteX1065" fmla="*/ 2718716 w 5183079"/>
              <a:gd name="connsiteY1065" fmla="*/ 1124921 h 5183066"/>
              <a:gd name="connsiteX1066" fmla="*/ 2779239 w 5183079"/>
              <a:gd name="connsiteY1066" fmla="*/ 1019962 h 5183066"/>
              <a:gd name="connsiteX1067" fmla="*/ 2798903 w 5183079"/>
              <a:gd name="connsiteY1067" fmla="*/ 1137690 h 5183066"/>
              <a:gd name="connsiteX1068" fmla="*/ 2745785 w 5183079"/>
              <a:gd name="connsiteY1068" fmla="*/ 1233200 h 5183066"/>
              <a:gd name="connsiteX1069" fmla="*/ 2984560 w 5183079"/>
              <a:gd name="connsiteY1069" fmla="*/ 1092489 h 5183066"/>
              <a:gd name="connsiteX1070" fmla="*/ 2960554 w 5183079"/>
              <a:gd name="connsiteY1070" fmla="*/ 986253 h 5183066"/>
              <a:gd name="connsiteX1071" fmla="*/ 3011629 w 5183079"/>
              <a:gd name="connsiteY1071" fmla="*/ 884103 h 5183066"/>
              <a:gd name="connsiteX1072" fmla="*/ 3030273 w 5183079"/>
              <a:gd name="connsiteY1072" fmla="*/ 998256 h 5183066"/>
              <a:gd name="connsiteX1073" fmla="*/ 2985326 w 5183079"/>
              <a:gd name="connsiteY1073" fmla="*/ 1092233 h 5183066"/>
              <a:gd name="connsiteX1074" fmla="*/ 3059384 w 5183079"/>
              <a:gd name="connsiteY1074" fmla="*/ 1024304 h 5183066"/>
              <a:gd name="connsiteX1075" fmla="*/ 3075984 w 5183079"/>
              <a:gd name="connsiteY1075" fmla="*/ 1004385 h 5183066"/>
              <a:gd name="connsiteX1076" fmla="*/ 3090541 w 5183079"/>
              <a:gd name="connsiteY1076" fmla="*/ 912706 h 5183066"/>
              <a:gd name="connsiteX1077" fmla="*/ 3167153 w 5183079"/>
              <a:gd name="connsiteY1077" fmla="*/ 837370 h 5183066"/>
              <a:gd name="connsiteX1078" fmla="*/ 1526596 w 5183079"/>
              <a:gd name="connsiteY1078" fmla="*/ 823229 h 5183066"/>
              <a:gd name="connsiteX1079" fmla="*/ 1523819 w 5183079"/>
              <a:gd name="connsiteY1079" fmla="*/ 824091 h 5183066"/>
              <a:gd name="connsiteX1080" fmla="*/ 1508497 w 5183079"/>
              <a:gd name="connsiteY1080" fmla="*/ 833540 h 5183066"/>
              <a:gd name="connsiteX1081" fmla="*/ 1497005 w 5183079"/>
              <a:gd name="connsiteY1081" fmla="*/ 845032 h 5183066"/>
              <a:gd name="connsiteX1082" fmla="*/ 1475043 w 5183079"/>
              <a:gd name="connsiteY1082" fmla="*/ 836860 h 5183066"/>
              <a:gd name="connsiteX1083" fmla="*/ 1468148 w 5183079"/>
              <a:gd name="connsiteY1083" fmla="*/ 848352 h 5183066"/>
              <a:gd name="connsiteX1084" fmla="*/ 1468148 w 5183079"/>
              <a:gd name="connsiteY1084" fmla="*/ 880018 h 5183066"/>
              <a:gd name="connsiteX1085" fmla="*/ 1468148 w 5183079"/>
              <a:gd name="connsiteY1085" fmla="*/ 893553 h 5183066"/>
              <a:gd name="connsiteX1086" fmla="*/ 1476065 w 5183079"/>
              <a:gd name="connsiteY1086" fmla="*/ 900959 h 5183066"/>
              <a:gd name="connsiteX1087" fmla="*/ 1480917 w 5183079"/>
              <a:gd name="connsiteY1087" fmla="*/ 912961 h 5183066"/>
              <a:gd name="connsiteX1088" fmla="*/ 1506453 w 5183079"/>
              <a:gd name="connsiteY1088" fmla="*/ 917047 h 5183066"/>
              <a:gd name="connsiteX1089" fmla="*/ 1517690 w 5183079"/>
              <a:gd name="connsiteY1089" fmla="*/ 901725 h 5183066"/>
              <a:gd name="connsiteX1090" fmla="*/ 1528417 w 5183079"/>
              <a:gd name="connsiteY1090" fmla="*/ 894064 h 5183066"/>
              <a:gd name="connsiteX1091" fmla="*/ 1534290 w 5183079"/>
              <a:gd name="connsiteY1091" fmla="*/ 881295 h 5183066"/>
              <a:gd name="connsiteX1092" fmla="*/ 1534290 w 5183079"/>
              <a:gd name="connsiteY1092" fmla="*/ 880273 h 5183066"/>
              <a:gd name="connsiteX1093" fmla="*/ 1533013 w 5183079"/>
              <a:gd name="connsiteY1093" fmla="*/ 865207 h 5183066"/>
              <a:gd name="connsiteX1094" fmla="*/ 1536843 w 5183079"/>
              <a:gd name="connsiteY1094" fmla="*/ 856013 h 5183066"/>
              <a:gd name="connsiteX1095" fmla="*/ 1539142 w 5183079"/>
              <a:gd name="connsiteY1095" fmla="*/ 844521 h 5183066"/>
              <a:gd name="connsiteX1096" fmla="*/ 1534801 w 5183079"/>
              <a:gd name="connsiteY1096" fmla="*/ 833796 h 5183066"/>
              <a:gd name="connsiteX1097" fmla="*/ 1530714 w 5183079"/>
              <a:gd name="connsiteY1097" fmla="*/ 824091 h 5183066"/>
              <a:gd name="connsiteX1098" fmla="*/ 1526596 w 5183079"/>
              <a:gd name="connsiteY1098" fmla="*/ 823229 h 5183066"/>
              <a:gd name="connsiteX1099" fmla="*/ 2519845 w 5183079"/>
              <a:gd name="connsiteY1099" fmla="*/ 697502 h 5183066"/>
              <a:gd name="connsiteX1100" fmla="*/ 1454613 w 5183079"/>
              <a:gd name="connsiteY1100" fmla="*/ 1074613 h 5183066"/>
              <a:gd name="connsiteX1101" fmla="*/ 1454358 w 5183079"/>
              <a:gd name="connsiteY1101" fmla="*/ 1074613 h 5183066"/>
              <a:gd name="connsiteX1102" fmla="*/ 695895 w 5183079"/>
              <a:gd name="connsiteY1102" fmla="*/ 2592044 h 5183066"/>
              <a:gd name="connsiteX1103" fmla="*/ 717602 w 5183079"/>
              <a:gd name="connsiteY1103" fmla="*/ 2880616 h 5183066"/>
              <a:gd name="connsiteX1104" fmla="*/ 721944 w 5183079"/>
              <a:gd name="connsiteY1104" fmla="*/ 2904111 h 5183066"/>
              <a:gd name="connsiteX1105" fmla="*/ 742374 w 5183079"/>
              <a:gd name="connsiteY1105" fmla="*/ 3009325 h 5183066"/>
              <a:gd name="connsiteX1106" fmla="*/ 780680 w 5183079"/>
              <a:gd name="connsiteY1106" fmla="*/ 3154632 h 5183066"/>
              <a:gd name="connsiteX1107" fmla="*/ 836351 w 5183079"/>
              <a:gd name="connsiteY1107" fmla="*/ 3307857 h 5183066"/>
              <a:gd name="connsiteX1108" fmla="*/ 844523 w 5183079"/>
              <a:gd name="connsiteY1108" fmla="*/ 3328286 h 5183066"/>
              <a:gd name="connsiteX1109" fmla="*/ 1070274 w 5183079"/>
              <a:gd name="connsiteY1109" fmla="*/ 3724116 h 5183066"/>
              <a:gd name="connsiteX1110" fmla="*/ 1071552 w 5183079"/>
              <a:gd name="connsiteY1110" fmla="*/ 3725648 h 5183066"/>
              <a:gd name="connsiteX1111" fmla="*/ 1073466 w 5183079"/>
              <a:gd name="connsiteY1111" fmla="*/ 3728228 h 5183066"/>
              <a:gd name="connsiteX1112" fmla="*/ 1967899 w 5183079"/>
              <a:gd name="connsiteY1112" fmla="*/ 4382544 h 5183066"/>
              <a:gd name="connsiteX1113" fmla="*/ 2049026 w 5183079"/>
              <a:gd name="connsiteY1113" fmla="*/ 4406397 h 5183066"/>
              <a:gd name="connsiteX1114" fmla="*/ 2043825 w 5183079"/>
              <a:gd name="connsiteY1114" fmla="*/ 4382054 h 5183066"/>
              <a:gd name="connsiteX1115" fmla="*/ 2005455 w 5183079"/>
              <a:gd name="connsiteY1115" fmla="*/ 4320668 h 5183066"/>
              <a:gd name="connsiteX1116" fmla="*/ 1934205 w 5183079"/>
              <a:gd name="connsiteY1116" fmla="*/ 4295131 h 5183066"/>
              <a:gd name="connsiteX1117" fmla="*/ 1922948 w 5183079"/>
              <a:gd name="connsiteY1117" fmla="*/ 4284792 h 5183066"/>
              <a:gd name="connsiteX1118" fmla="*/ 1977702 w 5183079"/>
              <a:gd name="connsiteY1118" fmla="*/ 4288344 h 5183066"/>
              <a:gd name="connsiteX1119" fmla="*/ 2032525 w 5183079"/>
              <a:gd name="connsiteY1119" fmla="*/ 4303558 h 5183066"/>
              <a:gd name="connsiteX1120" fmla="*/ 2104029 w 5183079"/>
              <a:gd name="connsiteY1120" fmla="*/ 4414391 h 5183066"/>
              <a:gd name="connsiteX1121" fmla="*/ 2136462 w 5183079"/>
              <a:gd name="connsiteY1121" fmla="*/ 4414391 h 5183066"/>
              <a:gd name="connsiteX1122" fmla="*/ 2146676 w 5183079"/>
              <a:gd name="connsiteY1122" fmla="*/ 4427415 h 5183066"/>
              <a:gd name="connsiteX1123" fmla="*/ 2232737 w 5183079"/>
              <a:gd name="connsiteY1123" fmla="*/ 4427415 h 5183066"/>
              <a:gd name="connsiteX1124" fmla="*/ 2234717 w 5183079"/>
              <a:gd name="connsiteY1124" fmla="*/ 4441365 h 5183066"/>
              <a:gd name="connsiteX1125" fmla="*/ 2232722 w 5183079"/>
              <a:gd name="connsiteY1125" fmla="*/ 4451288 h 5183066"/>
              <a:gd name="connsiteX1126" fmla="*/ 2321347 w 5183079"/>
              <a:gd name="connsiteY1126" fmla="*/ 4468365 h 5183066"/>
              <a:gd name="connsiteX1127" fmla="*/ 2866682 w 5183079"/>
              <a:gd name="connsiteY1127" fmla="*/ 4467810 h 5183066"/>
              <a:gd name="connsiteX1128" fmla="*/ 3008460 w 5183079"/>
              <a:gd name="connsiteY1128" fmla="*/ 4439980 h 5183066"/>
              <a:gd name="connsiteX1129" fmla="*/ 2998861 w 5183079"/>
              <a:gd name="connsiteY1129" fmla="*/ 4439418 h 5183066"/>
              <a:gd name="connsiteX1130" fmla="*/ 3013417 w 5183079"/>
              <a:gd name="connsiteY1130" fmla="*/ 4434820 h 5183066"/>
              <a:gd name="connsiteX1131" fmla="*/ 2921993 w 5183079"/>
              <a:gd name="connsiteY1131" fmla="*/ 4434820 h 5183066"/>
              <a:gd name="connsiteX1132" fmla="*/ 2870918 w 5183079"/>
              <a:gd name="connsiteY1132" fmla="*/ 4318881 h 5183066"/>
              <a:gd name="connsiteX1133" fmla="*/ 2740678 w 5183079"/>
              <a:gd name="connsiteY1133" fmla="*/ 4313518 h 5183066"/>
              <a:gd name="connsiteX1134" fmla="*/ 2675558 w 5183079"/>
              <a:gd name="connsiteY1134" fmla="*/ 4413114 h 5183066"/>
              <a:gd name="connsiteX1135" fmla="*/ 2669667 w 5183079"/>
              <a:gd name="connsiteY1135" fmla="*/ 4426708 h 5183066"/>
              <a:gd name="connsiteX1136" fmla="*/ 2669683 w 5183079"/>
              <a:gd name="connsiteY1136" fmla="*/ 4426393 h 5183066"/>
              <a:gd name="connsiteX1137" fmla="*/ 2668918 w 5183079"/>
              <a:gd name="connsiteY1137" fmla="*/ 4428436 h 5183066"/>
              <a:gd name="connsiteX1138" fmla="*/ 2669667 w 5183079"/>
              <a:gd name="connsiteY1138" fmla="*/ 4426708 h 5183066"/>
              <a:gd name="connsiteX1139" fmla="*/ 2667641 w 5183079"/>
              <a:gd name="connsiteY1139" fmla="*/ 4465976 h 5183066"/>
              <a:gd name="connsiteX1140" fmla="*/ 2621163 w 5183079"/>
              <a:gd name="connsiteY1140" fmla="*/ 4465976 h 5183066"/>
              <a:gd name="connsiteX1141" fmla="*/ 2640827 w 5183079"/>
              <a:gd name="connsiteY1141" fmla="*/ 4458826 h 5183066"/>
              <a:gd name="connsiteX1142" fmla="*/ 2624483 w 5183079"/>
              <a:gd name="connsiteY1142" fmla="*/ 4456017 h 5183066"/>
              <a:gd name="connsiteX1143" fmla="*/ 2631632 w 5183079"/>
              <a:gd name="connsiteY1143" fmla="*/ 4448355 h 5183066"/>
              <a:gd name="connsiteX1144" fmla="*/ 2606095 w 5183079"/>
              <a:gd name="connsiteY1144" fmla="*/ 4448355 h 5183066"/>
              <a:gd name="connsiteX1145" fmla="*/ 2616055 w 5183079"/>
              <a:gd name="connsiteY1145" fmla="*/ 4441716 h 5183066"/>
              <a:gd name="connsiteX1146" fmla="*/ 2572131 w 5183079"/>
              <a:gd name="connsiteY1146" fmla="*/ 4441716 h 5183066"/>
              <a:gd name="connsiteX1147" fmla="*/ 2581069 w 5183079"/>
              <a:gd name="connsiteY1147" fmla="*/ 4434820 h 5183066"/>
              <a:gd name="connsiteX1148" fmla="*/ 2490921 w 5183079"/>
              <a:gd name="connsiteY1148" fmla="*/ 4434820 h 5183066"/>
              <a:gd name="connsiteX1149" fmla="*/ 2439846 w 5183079"/>
              <a:gd name="connsiteY1149" fmla="*/ 4318881 h 5183066"/>
              <a:gd name="connsiteX1150" fmla="*/ 2309606 w 5183079"/>
              <a:gd name="connsiteY1150" fmla="*/ 4313518 h 5183066"/>
              <a:gd name="connsiteX1151" fmla="*/ 2244485 w 5183079"/>
              <a:gd name="connsiteY1151" fmla="*/ 4413114 h 5183066"/>
              <a:gd name="connsiteX1152" fmla="*/ 2232993 w 5183079"/>
              <a:gd name="connsiteY1152" fmla="*/ 4409539 h 5183066"/>
              <a:gd name="connsiteX1153" fmla="*/ 2261595 w 5183079"/>
              <a:gd name="connsiteY1153" fmla="*/ 4327308 h 5183066"/>
              <a:gd name="connsiteX1154" fmla="*/ 2370896 w 5183079"/>
              <a:gd name="connsiteY1154" fmla="*/ 4283384 h 5183066"/>
              <a:gd name="connsiteX1155" fmla="*/ 2524121 w 5183079"/>
              <a:gd name="connsiteY1155" fmla="*/ 4323478 h 5183066"/>
              <a:gd name="connsiteX1156" fmla="*/ 2553488 w 5183079"/>
              <a:gd name="connsiteY1156" fmla="*/ 4422563 h 5183066"/>
              <a:gd name="connsiteX1157" fmla="*/ 2655638 w 5183079"/>
              <a:gd name="connsiteY1157" fmla="*/ 4420009 h 5183066"/>
              <a:gd name="connsiteX1158" fmla="*/ 2693944 w 5183079"/>
              <a:gd name="connsiteY1158" fmla="*/ 4327308 h 5183066"/>
              <a:gd name="connsiteX1159" fmla="*/ 2803245 w 5183079"/>
              <a:gd name="connsiteY1159" fmla="*/ 4283384 h 5183066"/>
              <a:gd name="connsiteX1160" fmla="*/ 2956469 w 5183079"/>
              <a:gd name="connsiteY1160" fmla="*/ 4323478 h 5183066"/>
              <a:gd name="connsiteX1161" fmla="*/ 2985836 w 5183079"/>
              <a:gd name="connsiteY1161" fmla="*/ 4422563 h 5183066"/>
              <a:gd name="connsiteX1162" fmla="*/ 3087986 w 5183079"/>
              <a:gd name="connsiteY1162" fmla="*/ 4420009 h 5183066"/>
              <a:gd name="connsiteX1163" fmla="*/ 3146978 w 5183079"/>
              <a:gd name="connsiteY1163" fmla="*/ 4302537 h 5183066"/>
              <a:gd name="connsiteX1164" fmla="*/ 3242503 w 5183079"/>
              <a:gd name="connsiteY1164" fmla="*/ 4277866 h 5183066"/>
              <a:gd name="connsiteX1165" fmla="*/ 3253979 w 5183079"/>
              <a:gd name="connsiteY1165" fmla="*/ 4278277 h 5183066"/>
              <a:gd name="connsiteX1166" fmla="*/ 3253979 w 5183079"/>
              <a:gd name="connsiteY1166" fmla="*/ 4316072 h 5183066"/>
              <a:gd name="connsiteX1167" fmla="*/ 3147744 w 5183079"/>
              <a:gd name="connsiteY1167" fmla="*/ 4331394 h 5183066"/>
              <a:gd name="connsiteX1168" fmla="*/ 3107271 w 5183079"/>
              <a:gd name="connsiteY1168" fmla="*/ 4407169 h 5183066"/>
              <a:gd name="connsiteX1169" fmla="*/ 3105871 w 5183079"/>
              <a:gd name="connsiteY1169" fmla="*/ 4414744 h 5183066"/>
              <a:gd name="connsiteX1170" fmla="*/ 3224786 w 5183079"/>
              <a:gd name="connsiteY1170" fmla="*/ 4379013 h 5183066"/>
              <a:gd name="connsiteX1171" fmla="*/ 3727086 w 5183079"/>
              <a:gd name="connsiteY1171" fmla="*/ 4109347 h 5183066"/>
              <a:gd name="connsiteX1172" fmla="*/ 4108234 w 5183079"/>
              <a:gd name="connsiteY1172" fmla="*/ 1455758 h 5183066"/>
              <a:gd name="connsiteX1173" fmla="*/ 2679273 w 5183079"/>
              <a:gd name="connsiteY1173" fmla="*/ 698353 h 5183066"/>
              <a:gd name="connsiteX1174" fmla="*/ 2519845 w 5183079"/>
              <a:gd name="connsiteY1174" fmla="*/ 697502 h 5183066"/>
              <a:gd name="connsiteX1175" fmla="*/ 1677810 w 5183079"/>
              <a:gd name="connsiteY1175" fmla="*/ 686700 h 5183066"/>
              <a:gd name="connsiteX1176" fmla="*/ 1669894 w 5183079"/>
              <a:gd name="connsiteY1176" fmla="*/ 693340 h 5183066"/>
              <a:gd name="connsiteX1177" fmla="*/ 1658146 w 5183079"/>
              <a:gd name="connsiteY1177" fmla="*/ 696149 h 5183066"/>
              <a:gd name="connsiteX1178" fmla="*/ 1647165 w 5183079"/>
              <a:gd name="connsiteY1178" fmla="*/ 701257 h 5183066"/>
              <a:gd name="connsiteX1179" fmla="*/ 1633885 w 5183079"/>
              <a:gd name="connsiteY1179" fmla="*/ 701257 h 5183066"/>
              <a:gd name="connsiteX1180" fmla="*/ 1622648 w 5183079"/>
              <a:gd name="connsiteY1180" fmla="*/ 704832 h 5183066"/>
              <a:gd name="connsiteX1181" fmla="*/ 1621883 w 5183079"/>
              <a:gd name="connsiteY1181" fmla="*/ 703810 h 5183066"/>
              <a:gd name="connsiteX1182" fmla="*/ 1627246 w 5183079"/>
              <a:gd name="connsiteY1182" fmla="*/ 721176 h 5183066"/>
              <a:gd name="connsiteX1183" fmla="*/ 1631843 w 5183079"/>
              <a:gd name="connsiteY1183" fmla="*/ 730880 h 5183066"/>
              <a:gd name="connsiteX1184" fmla="*/ 1644612 w 5183079"/>
              <a:gd name="connsiteY1184" fmla="*/ 743138 h 5183066"/>
              <a:gd name="connsiteX1185" fmla="*/ 1659168 w 5183079"/>
              <a:gd name="connsiteY1185" fmla="*/ 752331 h 5183066"/>
              <a:gd name="connsiteX1186" fmla="*/ 1676534 w 5183079"/>
              <a:gd name="connsiteY1186" fmla="*/ 762546 h 5183066"/>
              <a:gd name="connsiteX1187" fmla="*/ 1683939 w 5183079"/>
              <a:gd name="connsiteY1187" fmla="*/ 773527 h 5183066"/>
              <a:gd name="connsiteX1188" fmla="*/ 1696963 w 5183079"/>
              <a:gd name="connsiteY1188" fmla="*/ 777358 h 5183066"/>
              <a:gd name="connsiteX1189" fmla="*/ 1704368 w 5183079"/>
              <a:gd name="connsiteY1189" fmla="*/ 766121 h 5183066"/>
              <a:gd name="connsiteX1190" fmla="*/ 1714073 w 5183079"/>
              <a:gd name="connsiteY1190" fmla="*/ 759992 h 5183066"/>
              <a:gd name="connsiteX1191" fmla="*/ 1722756 w 5183079"/>
              <a:gd name="connsiteY1191" fmla="*/ 748501 h 5183066"/>
              <a:gd name="connsiteX1192" fmla="*/ 1724798 w 5183079"/>
              <a:gd name="connsiteY1192" fmla="*/ 736754 h 5183066"/>
              <a:gd name="connsiteX1193" fmla="*/ 1723522 w 5183079"/>
              <a:gd name="connsiteY1193" fmla="*/ 721686 h 5183066"/>
              <a:gd name="connsiteX1194" fmla="*/ 1725054 w 5183079"/>
              <a:gd name="connsiteY1194" fmla="*/ 707896 h 5183066"/>
              <a:gd name="connsiteX1195" fmla="*/ 1719692 w 5183079"/>
              <a:gd name="connsiteY1195" fmla="*/ 697171 h 5183066"/>
              <a:gd name="connsiteX1196" fmla="*/ 1709221 w 5183079"/>
              <a:gd name="connsiteY1196" fmla="*/ 692318 h 5183066"/>
              <a:gd name="connsiteX1197" fmla="*/ 1677810 w 5183079"/>
              <a:gd name="connsiteY1197" fmla="*/ 686700 h 5183066"/>
              <a:gd name="connsiteX1198" fmla="*/ 1542462 w 5183079"/>
              <a:gd name="connsiteY1198" fmla="*/ 652224 h 5183066"/>
              <a:gd name="connsiteX1199" fmla="*/ 1544759 w 5183079"/>
              <a:gd name="connsiteY1199" fmla="*/ 664482 h 5183066"/>
              <a:gd name="connsiteX1200" fmla="*/ 1539651 w 5183079"/>
              <a:gd name="connsiteY1200" fmla="*/ 681081 h 5183066"/>
              <a:gd name="connsiteX1201" fmla="*/ 1532502 w 5183079"/>
              <a:gd name="connsiteY1201" fmla="*/ 699469 h 5183066"/>
              <a:gd name="connsiteX1202" fmla="*/ 1520754 w 5183079"/>
              <a:gd name="connsiteY1202" fmla="*/ 712237 h 5183066"/>
              <a:gd name="connsiteX1203" fmla="*/ 1507985 w 5183079"/>
              <a:gd name="connsiteY1203" fmla="*/ 709174 h 5183066"/>
              <a:gd name="connsiteX1204" fmla="*/ 1507985 w 5183079"/>
              <a:gd name="connsiteY1204" fmla="*/ 696148 h 5183066"/>
              <a:gd name="connsiteX1205" fmla="*/ 1521776 w 5183079"/>
              <a:gd name="connsiteY1205" fmla="*/ 676995 h 5183066"/>
              <a:gd name="connsiteX1206" fmla="*/ 1526117 w 5183079"/>
              <a:gd name="connsiteY1206" fmla="*/ 668057 h 5183066"/>
              <a:gd name="connsiteX1207" fmla="*/ 1533778 w 5183079"/>
              <a:gd name="connsiteY1207" fmla="*/ 659119 h 5183066"/>
              <a:gd name="connsiteX1208" fmla="*/ 1542462 w 5183079"/>
              <a:gd name="connsiteY1208" fmla="*/ 652224 h 5183066"/>
              <a:gd name="connsiteX1209" fmla="*/ 1564424 w 5183079"/>
              <a:gd name="connsiteY1209" fmla="*/ 581486 h 5183066"/>
              <a:gd name="connsiteX1210" fmla="*/ 1551911 w 5183079"/>
              <a:gd name="connsiteY1210" fmla="*/ 588381 h 5183066"/>
              <a:gd name="connsiteX1211" fmla="*/ 1538631 w 5183079"/>
              <a:gd name="connsiteY1211" fmla="*/ 590680 h 5183066"/>
              <a:gd name="connsiteX1212" fmla="*/ 1532758 w 5183079"/>
              <a:gd name="connsiteY1212" fmla="*/ 597319 h 5183066"/>
              <a:gd name="connsiteX1213" fmla="*/ 1528671 w 5183079"/>
              <a:gd name="connsiteY1213" fmla="*/ 604470 h 5183066"/>
              <a:gd name="connsiteX1214" fmla="*/ 1524330 w 5183079"/>
              <a:gd name="connsiteY1214" fmla="*/ 613408 h 5183066"/>
              <a:gd name="connsiteX1215" fmla="*/ 1515137 w 5183079"/>
              <a:gd name="connsiteY1215" fmla="*/ 625666 h 5183066"/>
              <a:gd name="connsiteX1216" fmla="*/ 1507476 w 5183079"/>
              <a:gd name="connsiteY1216" fmla="*/ 633582 h 5183066"/>
              <a:gd name="connsiteX1217" fmla="*/ 1498537 w 5183079"/>
              <a:gd name="connsiteY1217" fmla="*/ 644819 h 5183066"/>
              <a:gd name="connsiteX1218" fmla="*/ 1485258 w 5183079"/>
              <a:gd name="connsiteY1218" fmla="*/ 658609 h 5183066"/>
              <a:gd name="connsiteX1219" fmla="*/ 1467637 w 5183079"/>
              <a:gd name="connsiteY1219" fmla="*/ 677507 h 5183066"/>
              <a:gd name="connsiteX1220" fmla="*/ 1458954 w 5183079"/>
              <a:gd name="connsiteY1220" fmla="*/ 674187 h 5183066"/>
              <a:gd name="connsiteX1221" fmla="*/ 1445419 w 5183079"/>
              <a:gd name="connsiteY1221" fmla="*/ 674187 h 5183066"/>
              <a:gd name="connsiteX1222" fmla="*/ 1436737 w 5183079"/>
              <a:gd name="connsiteY1222" fmla="*/ 686189 h 5183066"/>
              <a:gd name="connsiteX1223" fmla="*/ 1438269 w 5183079"/>
              <a:gd name="connsiteY1223" fmla="*/ 716068 h 5183066"/>
              <a:gd name="connsiteX1224" fmla="*/ 1451548 w 5183079"/>
              <a:gd name="connsiteY1224" fmla="*/ 735732 h 5183066"/>
              <a:gd name="connsiteX1225" fmla="*/ 1466871 w 5183079"/>
              <a:gd name="connsiteY1225" fmla="*/ 753608 h 5183066"/>
              <a:gd name="connsiteX1226" fmla="*/ 1479384 w 5183079"/>
              <a:gd name="connsiteY1226" fmla="*/ 766887 h 5183066"/>
              <a:gd name="connsiteX1227" fmla="*/ 1487045 w 5183079"/>
              <a:gd name="connsiteY1227" fmla="*/ 776847 h 5183066"/>
              <a:gd name="connsiteX1228" fmla="*/ 1492664 w 5183079"/>
              <a:gd name="connsiteY1228" fmla="*/ 780678 h 5183066"/>
              <a:gd name="connsiteX1229" fmla="*/ 1501601 w 5183079"/>
              <a:gd name="connsiteY1229" fmla="*/ 789105 h 5183066"/>
              <a:gd name="connsiteX1230" fmla="*/ 1509008 w 5183079"/>
              <a:gd name="connsiteY1230" fmla="*/ 790637 h 5183066"/>
              <a:gd name="connsiteX1231" fmla="*/ 1523565 w 5183079"/>
              <a:gd name="connsiteY1231" fmla="*/ 783742 h 5183066"/>
              <a:gd name="connsiteX1232" fmla="*/ 1530970 w 5183079"/>
              <a:gd name="connsiteY1232" fmla="*/ 777103 h 5183066"/>
              <a:gd name="connsiteX1233" fmla="*/ 1543739 w 5183079"/>
              <a:gd name="connsiteY1233" fmla="*/ 773527 h 5183066"/>
              <a:gd name="connsiteX1234" fmla="*/ 1551399 w 5183079"/>
              <a:gd name="connsiteY1234" fmla="*/ 778124 h 5183066"/>
              <a:gd name="connsiteX1235" fmla="*/ 1561104 w 5183079"/>
              <a:gd name="connsiteY1235" fmla="*/ 799575 h 5183066"/>
              <a:gd name="connsiteX1236" fmla="*/ 1570041 w 5183079"/>
              <a:gd name="connsiteY1236" fmla="*/ 814643 h 5183066"/>
              <a:gd name="connsiteX1237" fmla="*/ 1576426 w 5183079"/>
              <a:gd name="connsiteY1237" fmla="*/ 825624 h 5183066"/>
              <a:gd name="connsiteX1238" fmla="*/ 1572085 w 5183079"/>
              <a:gd name="connsiteY1238" fmla="*/ 848863 h 5183066"/>
              <a:gd name="connsiteX1239" fmla="*/ 1551911 w 5183079"/>
              <a:gd name="connsiteY1239" fmla="*/ 853204 h 5183066"/>
              <a:gd name="connsiteX1240" fmla="*/ 1543483 w 5183079"/>
              <a:gd name="connsiteY1240" fmla="*/ 864696 h 5183066"/>
              <a:gd name="connsiteX1241" fmla="*/ 1572085 w 5183079"/>
              <a:gd name="connsiteY1241" fmla="*/ 872102 h 5183066"/>
              <a:gd name="connsiteX1242" fmla="*/ 1585365 w 5183079"/>
              <a:gd name="connsiteY1242" fmla="*/ 880273 h 5183066"/>
              <a:gd name="connsiteX1243" fmla="*/ 1600431 w 5183079"/>
              <a:gd name="connsiteY1243" fmla="*/ 878741 h 5183066"/>
              <a:gd name="connsiteX1244" fmla="*/ 1610647 w 5183079"/>
              <a:gd name="connsiteY1244" fmla="*/ 880018 h 5183066"/>
              <a:gd name="connsiteX1245" fmla="*/ 1621627 w 5183079"/>
              <a:gd name="connsiteY1245" fmla="*/ 878741 h 5183066"/>
              <a:gd name="connsiteX1246" fmla="*/ 1629544 w 5183079"/>
              <a:gd name="connsiteY1246" fmla="*/ 878741 h 5183066"/>
              <a:gd name="connsiteX1247" fmla="*/ 1638227 w 5183079"/>
              <a:gd name="connsiteY1247" fmla="*/ 864696 h 5183066"/>
              <a:gd name="connsiteX1248" fmla="*/ 1643589 w 5183079"/>
              <a:gd name="connsiteY1248" fmla="*/ 843244 h 5183066"/>
              <a:gd name="connsiteX1249" fmla="*/ 1644867 w 5183079"/>
              <a:gd name="connsiteY1249" fmla="*/ 817707 h 5183066"/>
              <a:gd name="connsiteX1250" fmla="*/ 1604773 w 5183079"/>
              <a:gd name="connsiteY1250" fmla="*/ 751054 h 5183066"/>
              <a:gd name="connsiteX1251" fmla="*/ 1593537 w 5183079"/>
              <a:gd name="connsiteY1251" fmla="*/ 737520 h 5183066"/>
              <a:gd name="connsiteX1252" fmla="*/ 1595834 w 5183079"/>
              <a:gd name="connsiteY1252" fmla="*/ 725006 h 5183066"/>
              <a:gd name="connsiteX1253" fmla="*/ 1602986 w 5183079"/>
              <a:gd name="connsiteY1253" fmla="*/ 719388 h 5183066"/>
              <a:gd name="connsiteX1254" fmla="*/ 1605283 w 5183079"/>
              <a:gd name="connsiteY1254" fmla="*/ 699980 h 5183066"/>
              <a:gd name="connsiteX1255" fmla="*/ 1605283 w 5183079"/>
              <a:gd name="connsiteY1255" fmla="*/ 644819 h 5183066"/>
              <a:gd name="connsiteX1256" fmla="*/ 1605283 w 5183079"/>
              <a:gd name="connsiteY1256" fmla="*/ 628475 h 5183066"/>
              <a:gd name="connsiteX1257" fmla="*/ 1610902 w 5183079"/>
              <a:gd name="connsiteY1257" fmla="*/ 604214 h 5183066"/>
              <a:gd name="connsiteX1258" fmla="*/ 1603751 w 5183079"/>
              <a:gd name="connsiteY1258" fmla="*/ 593233 h 5183066"/>
              <a:gd name="connsiteX1259" fmla="*/ 1589961 w 5183079"/>
              <a:gd name="connsiteY1259" fmla="*/ 581486 h 5183066"/>
              <a:gd name="connsiteX1260" fmla="*/ 1564424 w 5183079"/>
              <a:gd name="connsiteY1260" fmla="*/ 581486 h 5183066"/>
              <a:gd name="connsiteX1261" fmla="*/ 3745927 w 5183079"/>
              <a:gd name="connsiteY1261" fmla="*/ 547010 h 5183066"/>
              <a:gd name="connsiteX1262" fmla="*/ 3742001 w 5183079"/>
              <a:gd name="connsiteY1262" fmla="*/ 550331 h 5183066"/>
              <a:gd name="connsiteX1263" fmla="*/ 3733318 w 5183079"/>
              <a:gd name="connsiteY1263" fmla="*/ 567441 h 5183066"/>
              <a:gd name="connsiteX1264" fmla="*/ 3720294 w 5183079"/>
              <a:gd name="connsiteY1264" fmla="*/ 585317 h 5183066"/>
              <a:gd name="connsiteX1265" fmla="*/ 3696544 w 5183079"/>
              <a:gd name="connsiteY1265" fmla="*/ 610854 h 5183066"/>
              <a:gd name="connsiteX1266" fmla="*/ 3657473 w 5183079"/>
              <a:gd name="connsiteY1266" fmla="*/ 603448 h 5183066"/>
              <a:gd name="connsiteX1267" fmla="*/ 3637808 w 5183079"/>
              <a:gd name="connsiteY1267" fmla="*/ 591446 h 5183066"/>
              <a:gd name="connsiteX1268" fmla="*/ 3626572 w 5183079"/>
              <a:gd name="connsiteY1268" fmla="*/ 591446 h 5183066"/>
              <a:gd name="connsiteX1269" fmla="*/ 3614824 w 5183079"/>
              <a:gd name="connsiteY1269" fmla="*/ 589403 h 5183066"/>
              <a:gd name="connsiteX1270" fmla="*/ 3602822 w 5183079"/>
              <a:gd name="connsiteY1270" fmla="*/ 592978 h 5183066"/>
              <a:gd name="connsiteX1271" fmla="*/ 3591330 w 5183079"/>
              <a:gd name="connsiteY1271" fmla="*/ 602937 h 5183066"/>
              <a:gd name="connsiteX1272" fmla="*/ 3595671 w 5183079"/>
              <a:gd name="connsiteY1272" fmla="*/ 632305 h 5183066"/>
              <a:gd name="connsiteX1273" fmla="*/ 3605886 w 5183079"/>
              <a:gd name="connsiteY1273" fmla="*/ 646862 h 5183066"/>
              <a:gd name="connsiteX1274" fmla="*/ 3614824 w 5183079"/>
              <a:gd name="connsiteY1274" fmla="*/ 651969 h 5183066"/>
              <a:gd name="connsiteX1275" fmla="*/ 3625551 w 5183079"/>
              <a:gd name="connsiteY1275" fmla="*/ 654778 h 5183066"/>
              <a:gd name="connsiteX1276" fmla="*/ 3632700 w 5183079"/>
              <a:gd name="connsiteY1276" fmla="*/ 658864 h 5183066"/>
              <a:gd name="connsiteX1277" fmla="*/ 3642149 w 5183079"/>
              <a:gd name="connsiteY1277" fmla="*/ 663717 h 5183066"/>
              <a:gd name="connsiteX1278" fmla="*/ 3630913 w 5183079"/>
              <a:gd name="connsiteY1278" fmla="*/ 674442 h 5183066"/>
              <a:gd name="connsiteX1279" fmla="*/ 3595415 w 5183079"/>
              <a:gd name="connsiteY1279" fmla="*/ 695383 h 5183066"/>
              <a:gd name="connsiteX1280" fmla="*/ 3524422 w 5183079"/>
              <a:gd name="connsiteY1280" fmla="*/ 712748 h 5183066"/>
              <a:gd name="connsiteX1281" fmla="*/ 3515738 w 5183079"/>
              <a:gd name="connsiteY1281" fmla="*/ 712748 h 5183066"/>
              <a:gd name="connsiteX1282" fmla="*/ 3501693 w 5183079"/>
              <a:gd name="connsiteY1282" fmla="*/ 714536 h 5183066"/>
              <a:gd name="connsiteX1283" fmla="*/ 3482796 w 5183079"/>
              <a:gd name="connsiteY1283" fmla="*/ 714536 h 5183066"/>
              <a:gd name="connsiteX1284" fmla="*/ 3482796 w 5183079"/>
              <a:gd name="connsiteY1284" fmla="*/ 713514 h 5183066"/>
              <a:gd name="connsiteX1285" fmla="*/ 3470283 w 5183079"/>
              <a:gd name="connsiteY1285" fmla="*/ 716579 h 5183066"/>
              <a:gd name="connsiteX1286" fmla="*/ 3477944 w 5183079"/>
              <a:gd name="connsiteY1286" fmla="*/ 725517 h 5183066"/>
              <a:gd name="connsiteX1287" fmla="*/ 3477944 w 5183079"/>
              <a:gd name="connsiteY1287" fmla="*/ 740329 h 5183066"/>
              <a:gd name="connsiteX1288" fmla="*/ 3481519 w 5183079"/>
              <a:gd name="connsiteY1288" fmla="*/ 751054 h 5183066"/>
              <a:gd name="connsiteX1289" fmla="*/ 3494032 w 5183079"/>
              <a:gd name="connsiteY1289" fmla="*/ 755396 h 5183066"/>
              <a:gd name="connsiteX1290" fmla="*/ 3517017 w 5183079"/>
              <a:gd name="connsiteY1290" fmla="*/ 762035 h 5183066"/>
              <a:gd name="connsiteX1291" fmla="*/ 3545874 w 5183079"/>
              <a:gd name="connsiteY1291" fmla="*/ 762035 h 5183066"/>
              <a:gd name="connsiteX1292" fmla="*/ 3585966 w 5183079"/>
              <a:gd name="connsiteY1292" fmla="*/ 762035 h 5183066"/>
              <a:gd name="connsiteX1293" fmla="*/ 3631168 w 5183079"/>
              <a:gd name="connsiteY1293" fmla="*/ 750799 h 5183066"/>
              <a:gd name="connsiteX1294" fmla="*/ 3668453 w 5183079"/>
              <a:gd name="connsiteY1294" fmla="*/ 731901 h 5183066"/>
              <a:gd name="connsiteX1295" fmla="*/ 3682754 w 5183079"/>
              <a:gd name="connsiteY1295" fmla="*/ 773783 h 5183066"/>
              <a:gd name="connsiteX1296" fmla="*/ 3687862 w 5183079"/>
              <a:gd name="connsiteY1296" fmla="*/ 795745 h 5183066"/>
              <a:gd name="connsiteX1297" fmla="*/ 3693224 w 5183079"/>
              <a:gd name="connsiteY1297" fmla="*/ 834306 h 5183066"/>
              <a:gd name="connsiteX1298" fmla="*/ 3693224 w 5183079"/>
              <a:gd name="connsiteY1298" fmla="*/ 877209 h 5183066"/>
              <a:gd name="connsiteX1299" fmla="*/ 3700375 w 5183079"/>
              <a:gd name="connsiteY1299" fmla="*/ 892531 h 5183066"/>
              <a:gd name="connsiteX1300" fmla="*/ 3719784 w 5183079"/>
              <a:gd name="connsiteY1300" fmla="*/ 907599 h 5183066"/>
              <a:gd name="connsiteX1301" fmla="*/ 3731786 w 5183079"/>
              <a:gd name="connsiteY1301" fmla="*/ 917813 h 5183066"/>
              <a:gd name="connsiteX1302" fmla="*/ 3747363 w 5183079"/>
              <a:gd name="connsiteY1302" fmla="*/ 926496 h 5183066"/>
              <a:gd name="connsiteX1303" fmla="*/ 3761664 w 5183079"/>
              <a:gd name="connsiteY1303" fmla="*/ 935945 h 5183066"/>
              <a:gd name="connsiteX1304" fmla="*/ 3769071 w 5183079"/>
              <a:gd name="connsiteY1304" fmla="*/ 938499 h 5183066"/>
              <a:gd name="connsiteX1305" fmla="*/ 3778775 w 5183079"/>
              <a:gd name="connsiteY1305" fmla="*/ 936711 h 5183066"/>
              <a:gd name="connsiteX1306" fmla="*/ 3799715 w 5183079"/>
              <a:gd name="connsiteY1306" fmla="*/ 936711 h 5183066"/>
              <a:gd name="connsiteX1307" fmla="*/ 3807121 w 5183079"/>
              <a:gd name="connsiteY1307" fmla="*/ 927007 h 5183066"/>
              <a:gd name="connsiteX1308" fmla="*/ 3814527 w 5183079"/>
              <a:gd name="connsiteY1308" fmla="*/ 921389 h 5183066"/>
              <a:gd name="connsiteX1309" fmla="*/ 3807377 w 5183079"/>
              <a:gd name="connsiteY1309" fmla="*/ 911429 h 5183066"/>
              <a:gd name="connsiteX1310" fmla="*/ 3785414 w 5183079"/>
              <a:gd name="connsiteY1310" fmla="*/ 885892 h 5183066"/>
              <a:gd name="connsiteX1311" fmla="*/ 3777753 w 5183079"/>
              <a:gd name="connsiteY1311" fmla="*/ 870825 h 5183066"/>
              <a:gd name="connsiteX1312" fmla="*/ 3765240 w 5183079"/>
              <a:gd name="connsiteY1312" fmla="*/ 854991 h 5183066"/>
              <a:gd name="connsiteX1313" fmla="*/ 3748130 w 5183079"/>
              <a:gd name="connsiteY1313" fmla="*/ 819239 h 5183066"/>
              <a:gd name="connsiteX1314" fmla="*/ 3738426 w 5183079"/>
              <a:gd name="connsiteY1314" fmla="*/ 772250 h 5183066"/>
              <a:gd name="connsiteX1315" fmla="*/ 3723102 w 5183079"/>
              <a:gd name="connsiteY1315" fmla="*/ 712493 h 5183066"/>
              <a:gd name="connsiteX1316" fmla="*/ 3730765 w 5183079"/>
              <a:gd name="connsiteY1316" fmla="*/ 693595 h 5183066"/>
              <a:gd name="connsiteX1317" fmla="*/ 3744299 w 5183079"/>
              <a:gd name="connsiteY1317" fmla="*/ 686956 h 5183066"/>
              <a:gd name="connsiteX1318" fmla="*/ 3771880 w 5183079"/>
              <a:gd name="connsiteY1318" fmla="*/ 691297 h 5183066"/>
              <a:gd name="connsiteX1319" fmla="*/ 3787713 w 5183079"/>
              <a:gd name="connsiteY1319" fmla="*/ 697937 h 5183066"/>
              <a:gd name="connsiteX1320" fmla="*/ 3805845 w 5183079"/>
              <a:gd name="connsiteY1320" fmla="*/ 701767 h 5183066"/>
              <a:gd name="connsiteX1321" fmla="*/ 3833424 w 5183079"/>
              <a:gd name="connsiteY1321" fmla="*/ 705087 h 5183066"/>
              <a:gd name="connsiteX1322" fmla="*/ 3846960 w 5183079"/>
              <a:gd name="connsiteY1322" fmla="*/ 703555 h 5183066"/>
              <a:gd name="connsiteX1323" fmla="*/ 3854876 w 5183079"/>
              <a:gd name="connsiteY1323" fmla="*/ 700235 h 5183066"/>
              <a:gd name="connsiteX1324" fmla="*/ 3854876 w 5183079"/>
              <a:gd name="connsiteY1324" fmla="*/ 670611 h 5183066"/>
              <a:gd name="connsiteX1325" fmla="*/ 3840831 w 5183079"/>
              <a:gd name="connsiteY1325" fmla="*/ 655289 h 5183066"/>
              <a:gd name="connsiteX1326" fmla="*/ 3820911 w 5183079"/>
              <a:gd name="connsiteY1326" fmla="*/ 643797 h 5183066"/>
              <a:gd name="connsiteX1327" fmla="*/ 3802525 w 5183079"/>
              <a:gd name="connsiteY1327" fmla="*/ 645330 h 5183066"/>
              <a:gd name="connsiteX1328" fmla="*/ 3789245 w 5183079"/>
              <a:gd name="connsiteY1328" fmla="*/ 642776 h 5183066"/>
              <a:gd name="connsiteX1329" fmla="*/ 3777497 w 5183079"/>
              <a:gd name="connsiteY1329" fmla="*/ 641499 h 5183066"/>
              <a:gd name="connsiteX1330" fmla="*/ 3768815 w 5183079"/>
              <a:gd name="connsiteY1330" fmla="*/ 639201 h 5183066"/>
              <a:gd name="connsiteX1331" fmla="*/ 3775455 w 5183079"/>
              <a:gd name="connsiteY1331" fmla="*/ 628475 h 5183066"/>
              <a:gd name="connsiteX1332" fmla="*/ 3793842 w 5183079"/>
              <a:gd name="connsiteY1332" fmla="*/ 614174 h 5183066"/>
              <a:gd name="connsiteX1333" fmla="*/ 3797673 w 5183079"/>
              <a:gd name="connsiteY1333" fmla="*/ 602937 h 5183066"/>
              <a:gd name="connsiteX1334" fmla="*/ 3800226 w 5183079"/>
              <a:gd name="connsiteY1334" fmla="*/ 590680 h 5183066"/>
              <a:gd name="connsiteX1335" fmla="*/ 3792565 w 5183079"/>
              <a:gd name="connsiteY1335" fmla="*/ 569994 h 5183066"/>
              <a:gd name="connsiteX1336" fmla="*/ 3774433 w 5183079"/>
              <a:gd name="connsiteY1336" fmla="*/ 558502 h 5183066"/>
              <a:gd name="connsiteX1337" fmla="*/ 3762687 w 5183079"/>
              <a:gd name="connsiteY1337" fmla="*/ 555949 h 5183066"/>
              <a:gd name="connsiteX1338" fmla="*/ 3750428 w 5183079"/>
              <a:gd name="connsiteY1338" fmla="*/ 547521 h 5183066"/>
              <a:gd name="connsiteX1339" fmla="*/ 3745927 w 5183079"/>
              <a:gd name="connsiteY1339" fmla="*/ 547010 h 5183066"/>
              <a:gd name="connsiteX1340" fmla="*/ 2079258 w 5183079"/>
              <a:gd name="connsiteY1340" fmla="*/ 507938 h 5183066"/>
              <a:gd name="connsiteX1341" fmla="*/ 2080025 w 5183079"/>
              <a:gd name="connsiteY1341" fmla="*/ 508960 h 5183066"/>
              <a:gd name="connsiteX1342" fmla="*/ 2079445 w 5183079"/>
              <a:gd name="connsiteY1342" fmla="*/ 508290 h 5183066"/>
              <a:gd name="connsiteX1343" fmla="*/ 1469935 w 5183079"/>
              <a:gd name="connsiteY1343" fmla="*/ 459418 h 5183066"/>
              <a:gd name="connsiteX1344" fmla="*/ 1456911 w 5183079"/>
              <a:gd name="connsiteY1344" fmla="*/ 462737 h 5183066"/>
              <a:gd name="connsiteX1345" fmla="*/ 1447718 w 5183079"/>
              <a:gd name="connsiteY1345" fmla="*/ 462737 h 5183066"/>
              <a:gd name="connsiteX1346" fmla="*/ 1435715 w 5183079"/>
              <a:gd name="connsiteY1346" fmla="*/ 469888 h 5183066"/>
              <a:gd name="connsiteX1347" fmla="*/ 1425756 w 5183079"/>
              <a:gd name="connsiteY1347" fmla="*/ 474740 h 5183066"/>
              <a:gd name="connsiteX1348" fmla="*/ 1419626 w 5183079"/>
              <a:gd name="connsiteY1348" fmla="*/ 482401 h 5183066"/>
              <a:gd name="connsiteX1349" fmla="*/ 1411965 w 5183079"/>
              <a:gd name="connsiteY1349" fmla="*/ 488019 h 5183066"/>
              <a:gd name="connsiteX1350" fmla="*/ 1405837 w 5183079"/>
              <a:gd name="connsiteY1350" fmla="*/ 496447 h 5183066"/>
              <a:gd name="connsiteX1351" fmla="*/ 1393068 w 5183079"/>
              <a:gd name="connsiteY1351" fmla="*/ 507172 h 5183066"/>
              <a:gd name="connsiteX1352" fmla="*/ 1394855 w 5183079"/>
              <a:gd name="connsiteY1352" fmla="*/ 516877 h 5183066"/>
              <a:gd name="connsiteX1353" fmla="*/ 1418350 w 5183079"/>
              <a:gd name="connsiteY1353" fmla="*/ 534497 h 5183066"/>
              <a:gd name="connsiteX1354" fmla="*/ 1420904 w 5183079"/>
              <a:gd name="connsiteY1354" fmla="*/ 545478 h 5183066"/>
              <a:gd name="connsiteX1355" fmla="*/ 1422691 w 5183079"/>
              <a:gd name="connsiteY1355" fmla="*/ 554672 h 5183066"/>
              <a:gd name="connsiteX1356" fmla="*/ 1425500 w 5183079"/>
              <a:gd name="connsiteY1356" fmla="*/ 563610 h 5183066"/>
              <a:gd name="connsiteX1357" fmla="*/ 1436226 w 5183079"/>
              <a:gd name="connsiteY1357" fmla="*/ 563610 h 5183066"/>
              <a:gd name="connsiteX1358" fmla="*/ 1445675 w 5183079"/>
              <a:gd name="connsiteY1358" fmla="*/ 561567 h 5183066"/>
              <a:gd name="connsiteX1359" fmla="*/ 1451293 w 5183079"/>
              <a:gd name="connsiteY1359" fmla="*/ 568207 h 5183066"/>
              <a:gd name="connsiteX1360" fmla="*/ 1444143 w 5183079"/>
              <a:gd name="connsiteY1360" fmla="*/ 581486 h 5183066"/>
              <a:gd name="connsiteX1361" fmla="*/ 1421925 w 5183079"/>
              <a:gd name="connsiteY1361" fmla="*/ 607024 h 5183066"/>
              <a:gd name="connsiteX1362" fmla="*/ 1408645 w 5183079"/>
              <a:gd name="connsiteY1362" fmla="*/ 617749 h 5183066"/>
              <a:gd name="connsiteX1363" fmla="*/ 1378256 w 5183079"/>
              <a:gd name="connsiteY1363" fmla="*/ 645585 h 5183066"/>
              <a:gd name="connsiteX1364" fmla="*/ 1366764 w 5183079"/>
              <a:gd name="connsiteY1364" fmla="*/ 659120 h 5183066"/>
              <a:gd name="connsiteX1365" fmla="*/ 1357826 w 5183079"/>
              <a:gd name="connsiteY1365" fmla="*/ 659120 h 5183066"/>
              <a:gd name="connsiteX1366" fmla="*/ 1357826 w 5183079"/>
              <a:gd name="connsiteY1366" fmla="*/ 658098 h 5183066"/>
              <a:gd name="connsiteX1367" fmla="*/ 1339183 w 5183079"/>
              <a:gd name="connsiteY1367" fmla="*/ 686700 h 5183066"/>
              <a:gd name="connsiteX1368" fmla="*/ 1341993 w 5183079"/>
              <a:gd name="connsiteY1368" fmla="*/ 696660 h 5183066"/>
              <a:gd name="connsiteX1369" fmla="*/ 1349398 w 5183079"/>
              <a:gd name="connsiteY1369" fmla="*/ 707641 h 5183066"/>
              <a:gd name="connsiteX1370" fmla="*/ 1360635 w 5183079"/>
              <a:gd name="connsiteY1370" fmla="*/ 718877 h 5183066"/>
              <a:gd name="connsiteX1371" fmla="*/ 1373915 w 5183079"/>
              <a:gd name="connsiteY1371" fmla="*/ 712237 h 5183066"/>
              <a:gd name="connsiteX1372" fmla="*/ 1383618 w 5183079"/>
              <a:gd name="connsiteY1372" fmla="*/ 712237 h 5183066"/>
              <a:gd name="connsiteX1373" fmla="*/ 1389237 w 5183079"/>
              <a:gd name="connsiteY1373" fmla="*/ 702278 h 5183066"/>
              <a:gd name="connsiteX1374" fmla="*/ 1397154 w 5183079"/>
              <a:gd name="connsiteY1374" fmla="*/ 693084 h 5183066"/>
              <a:gd name="connsiteX1375" fmla="*/ 1406858 w 5183079"/>
              <a:gd name="connsiteY1375" fmla="*/ 683125 h 5183066"/>
              <a:gd name="connsiteX1376" fmla="*/ 1413753 w 5183079"/>
              <a:gd name="connsiteY1376" fmla="*/ 678528 h 5183066"/>
              <a:gd name="connsiteX1377" fmla="*/ 1422691 w 5183079"/>
              <a:gd name="connsiteY1377" fmla="*/ 672654 h 5183066"/>
              <a:gd name="connsiteX1378" fmla="*/ 1431374 w 5183079"/>
              <a:gd name="connsiteY1378" fmla="*/ 663717 h 5183066"/>
              <a:gd name="connsiteX1379" fmla="*/ 1440057 w 5183079"/>
              <a:gd name="connsiteY1379" fmla="*/ 656566 h 5183066"/>
              <a:gd name="connsiteX1380" fmla="*/ 1449761 w 5183079"/>
              <a:gd name="connsiteY1380" fmla="*/ 647117 h 5183066"/>
              <a:gd name="connsiteX1381" fmla="*/ 1459976 w 5183079"/>
              <a:gd name="connsiteY1381" fmla="*/ 636647 h 5183066"/>
              <a:gd name="connsiteX1382" fmla="*/ 1470446 w 5183079"/>
              <a:gd name="connsiteY1382" fmla="*/ 625921 h 5183066"/>
              <a:gd name="connsiteX1383" fmla="*/ 1508241 w 5183079"/>
              <a:gd name="connsiteY1383" fmla="*/ 587871 h 5183066"/>
              <a:gd name="connsiteX1384" fmla="*/ 1522542 w 5183079"/>
              <a:gd name="connsiteY1384" fmla="*/ 568462 h 5183066"/>
              <a:gd name="connsiteX1385" fmla="*/ 1536078 w 5183079"/>
              <a:gd name="connsiteY1385" fmla="*/ 561056 h 5183066"/>
              <a:gd name="connsiteX1386" fmla="*/ 1546803 w 5183079"/>
              <a:gd name="connsiteY1386" fmla="*/ 548032 h 5183066"/>
              <a:gd name="connsiteX1387" fmla="*/ 1558039 w 5183079"/>
              <a:gd name="connsiteY1387" fmla="*/ 535774 h 5183066"/>
              <a:gd name="connsiteX1388" fmla="*/ 1571829 w 5183079"/>
              <a:gd name="connsiteY1388" fmla="*/ 525048 h 5183066"/>
              <a:gd name="connsiteX1389" fmla="*/ 1589706 w 5183079"/>
              <a:gd name="connsiteY1389" fmla="*/ 512280 h 5183066"/>
              <a:gd name="connsiteX1390" fmla="*/ 1602986 w 5183079"/>
              <a:gd name="connsiteY1390" fmla="*/ 508960 h 5183066"/>
              <a:gd name="connsiteX1391" fmla="*/ 1612946 w 5183079"/>
              <a:gd name="connsiteY1391" fmla="*/ 479081 h 5183066"/>
              <a:gd name="connsiteX1392" fmla="*/ 1606561 w 5183079"/>
              <a:gd name="connsiteY1392" fmla="*/ 467079 h 5183066"/>
              <a:gd name="connsiteX1393" fmla="*/ 1598133 w 5183079"/>
              <a:gd name="connsiteY1393" fmla="*/ 464525 h 5183066"/>
              <a:gd name="connsiteX1394" fmla="*/ 1580513 w 5183079"/>
              <a:gd name="connsiteY1394" fmla="*/ 461461 h 5183066"/>
              <a:gd name="connsiteX1395" fmla="*/ 1569276 w 5183079"/>
              <a:gd name="connsiteY1395" fmla="*/ 464014 h 5183066"/>
              <a:gd name="connsiteX1396" fmla="*/ 1557528 w 5183079"/>
              <a:gd name="connsiteY1396" fmla="*/ 465802 h 5183066"/>
              <a:gd name="connsiteX1397" fmla="*/ 1539142 w 5183079"/>
              <a:gd name="connsiteY1397" fmla="*/ 483423 h 5183066"/>
              <a:gd name="connsiteX1398" fmla="*/ 1506965 w 5183079"/>
              <a:gd name="connsiteY1398" fmla="*/ 514578 h 5183066"/>
              <a:gd name="connsiteX1399" fmla="*/ 1501091 w 5183079"/>
              <a:gd name="connsiteY1399" fmla="*/ 509471 h 5183066"/>
              <a:gd name="connsiteX1400" fmla="*/ 1501091 w 5183079"/>
              <a:gd name="connsiteY1400" fmla="*/ 483933 h 5183066"/>
              <a:gd name="connsiteX1401" fmla="*/ 1481172 w 5183079"/>
              <a:gd name="connsiteY1401" fmla="*/ 470143 h 5183066"/>
              <a:gd name="connsiteX1402" fmla="*/ 1469935 w 5183079"/>
              <a:gd name="connsiteY1402" fmla="*/ 459418 h 5183066"/>
              <a:gd name="connsiteX1403" fmla="*/ 2278067 w 5183079"/>
              <a:gd name="connsiteY1403" fmla="*/ 387274 h 5183066"/>
              <a:gd name="connsiteX1404" fmla="*/ 2282280 w 5183079"/>
              <a:gd name="connsiteY1404" fmla="*/ 391743 h 5183066"/>
              <a:gd name="connsiteX1405" fmla="*/ 2275130 w 5183079"/>
              <a:gd name="connsiteY1405" fmla="*/ 409875 h 5183066"/>
              <a:gd name="connsiteX1406" fmla="*/ 2260063 w 5183079"/>
              <a:gd name="connsiteY1406" fmla="*/ 409875 h 5183066"/>
              <a:gd name="connsiteX1407" fmla="*/ 2257765 w 5183079"/>
              <a:gd name="connsiteY1407" fmla="*/ 401703 h 5183066"/>
              <a:gd name="connsiteX1408" fmla="*/ 2260574 w 5183079"/>
              <a:gd name="connsiteY1408" fmla="*/ 392509 h 5183066"/>
              <a:gd name="connsiteX1409" fmla="*/ 2276918 w 5183079"/>
              <a:gd name="connsiteY1409" fmla="*/ 387402 h 5183066"/>
              <a:gd name="connsiteX1410" fmla="*/ 2278067 w 5183079"/>
              <a:gd name="connsiteY1410" fmla="*/ 387274 h 5183066"/>
              <a:gd name="connsiteX1411" fmla="*/ 2329397 w 5183079"/>
              <a:gd name="connsiteY1411" fmla="*/ 364450 h 5183066"/>
              <a:gd name="connsiteX1412" fmla="*/ 2333355 w 5183079"/>
              <a:gd name="connsiteY1412" fmla="*/ 367738 h 5183066"/>
              <a:gd name="connsiteX1413" fmla="*/ 2334632 w 5183079"/>
              <a:gd name="connsiteY1413" fmla="*/ 378719 h 5183066"/>
              <a:gd name="connsiteX1414" fmla="*/ 2321353 w 5183079"/>
              <a:gd name="connsiteY1414" fmla="*/ 391743 h 5183066"/>
              <a:gd name="connsiteX1415" fmla="*/ 2312159 w 5183079"/>
              <a:gd name="connsiteY1415" fmla="*/ 385359 h 5183066"/>
              <a:gd name="connsiteX1416" fmla="*/ 2312159 w 5183079"/>
              <a:gd name="connsiteY1416" fmla="*/ 372080 h 5183066"/>
              <a:gd name="connsiteX1417" fmla="*/ 2324673 w 5183079"/>
              <a:gd name="connsiteY1417" fmla="*/ 365950 h 5183066"/>
              <a:gd name="connsiteX1418" fmla="*/ 2329397 w 5183079"/>
              <a:gd name="connsiteY1418" fmla="*/ 364450 h 5183066"/>
              <a:gd name="connsiteX1419" fmla="*/ 2264150 w 5183079"/>
              <a:gd name="connsiteY1419" fmla="*/ 332241 h 5183066"/>
              <a:gd name="connsiteX1420" fmla="*/ 2276663 w 5183079"/>
              <a:gd name="connsiteY1420" fmla="*/ 342967 h 5183066"/>
              <a:gd name="connsiteX1421" fmla="*/ 2262106 w 5183079"/>
              <a:gd name="connsiteY1421" fmla="*/ 361098 h 5183066"/>
              <a:gd name="connsiteX1422" fmla="*/ 2255466 w 5183079"/>
              <a:gd name="connsiteY1422" fmla="*/ 358289 h 5183066"/>
              <a:gd name="connsiteX1423" fmla="*/ 2251891 w 5183079"/>
              <a:gd name="connsiteY1423" fmla="*/ 344243 h 5183066"/>
              <a:gd name="connsiteX1424" fmla="*/ 2264150 w 5183079"/>
              <a:gd name="connsiteY1424" fmla="*/ 332241 h 5183066"/>
              <a:gd name="connsiteX1425" fmla="*/ 2981751 w 5183079"/>
              <a:gd name="connsiteY1425" fmla="*/ 321771 h 5183066"/>
              <a:gd name="connsiteX1426" fmla="*/ 2964897 w 5183079"/>
              <a:gd name="connsiteY1426" fmla="*/ 330198 h 5183066"/>
              <a:gd name="connsiteX1427" fmla="*/ 2962343 w 5183079"/>
              <a:gd name="connsiteY1427" fmla="*/ 346287 h 5183066"/>
              <a:gd name="connsiteX1428" fmla="*/ 2962343 w 5183079"/>
              <a:gd name="connsiteY1428" fmla="*/ 363397 h 5183066"/>
              <a:gd name="connsiteX1429" fmla="*/ 2968471 w 5183079"/>
              <a:gd name="connsiteY1429" fmla="*/ 386381 h 5183066"/>
              <a:gd name="connsiteX1430" fmla="*/ 2969748 w 5183079"/>
              <a:gd name="connsiteY1430" fmla="*/ 404768 h 5183066"/>
              <a:gd name="connsiteX1431" fmla="*/ 2988647 w 5183079"/>
              <a:gd name="connsiteY1431" fmla="*/ 408087 h 5183066"/>
              <a:gd name="connsiteX1432" fmla="*/ 3003713 w 5183079"/>
              <a:gd name="connsiteY1432" fmla="*/ 408087 h 5183066"/>
              <a:gd name="connsiteX1433" fmla="*/ 3003713 w 5183079"/>
              <a:gd name="connsiteY1433" fmla="*/ 422133 h 5183066"/>
              <a:gd name="connsiteX1434" fmla="*/ 2996564 w 5183079"/>
              <a:gd name="connsiteY1434" fmla="*/ 438221 h 5183066"/>
              <a:gd name="connsiteX1435" fmla="*/ 2954937 w 5183079"/>
              <a:gd name="connsiteY1435" fmla="*/ 481124 h 5183066"/>
              <a:gd name="connsiteX1436" fmla="*/ 2913567 w 5183079"/>
              <a:gd name="connsiteY1436" fmla="*/ 487253 h 5183066"/>
              <a:gd name="connsiteX1437" fmla="*/ 2899266 w 5183079"/>
              <a:gd name="connsiteY1437" fmla="*/ 487253 h 5183066"/>
              <a:gd name="connsiteX1438" fmla="*/ 2861725 w 5183079"/>
              <a:gd name="connsiteY1438" fmla="*/ 491594 h 5183066"/>
              <a:gd name="connsiteX1439" fmla="*/ 2845636 w 5183079"/>
              <a:gd name="connsiteY1439" fmla="*/ 485976 h 5183066"/>
              <a:gd name="connsiteX1440" fmla="*/ 2813970 w 5183079"/>
              <a:gd name="connsiteY1440" fmla="*/ 494404 h 5183066"/>
              <a:gd name="connsiteX1441" fmla="*/ 2811162 w 5183079"/>
              <a:gd name="connsiteY1441" fmla="*/ 512280 h 5183066"/>
              <a:gd name="connsiteX1442" fmla="*/ 2811162 w 5183079"/>
              <a:gd name="connsiteY1442" fmla="*/ 511258 h 5183066"/>
              <a:gd name="connsiteX1443" fmla="*/ 2806054 w 5183079"/>
              <a:gd name="connsiteY1443" fmla="*/ 527091 h 5183066"/>
              <a:gd name="connsiteX1444" fmla="*/ 2825718 w 5183079"/>
              <a:gd name="connsiteY1444" fmla="*/ 557736 h 5183066"/>
              <a:gd name="connsiteX1445" fmla="*/ 2899010 w 5183079"/>
              <a:gd name="connsiteY1445" fmla="*/ 549054 h 5183066"/>
              <a:gd name="connsiteX1446" fmla="*/ 2956725 w 5183079"/>
              <a:gd name="connsiteY1446" fmla="*/ 551352 h 5183066"/>
              <a:gd name="connsiteX1447" fmla="*/ 2987625 w 5183079"/>
              <a:gd name="connsiteY1447" fmla="*/ 559779 h 5183066"/>
              <a:gd name="connsiteX1448" fmla="*/ 3015717 w 5183079"/>
              <a:gd name="connsiteY1448" fmla="*/ 562588 h 5183066"/>
              <a:gd name="connsiteX1449" fmla="*/ 3044574 w 5183079"/>
              <a:gd name="connsiteY1449" fmla="*/ 567441 h 5183066"/>
              <a:gd name="connsiteX1450" fmla="*/ 3072409 w 5183079"/>
              <a:gd name="connsiteY1450" fmla="*/ 574336 h 5183066"/>
              <a:gd name="connsiteX1451" fmla="*/ 3102287 w 5183079"/>
              <a:gd name="connsiteY1451" fmla="*/ 584551 h 5183066"/>
              <a:gd name="connsiteX1452" fmla="*/ 3121186 w 5183079"/>
              <a:gd name="connsiteY1452" fmla="*/ 587615 h 5183066"/>
              <a:gd name="connsiteX1453" fmla="*/ 3138552 w 5183079"/>
              <a:gd name="connsiteY1453" fmla="*/ 595276 h 5183066"/>
              <a:gd name="connsiteX1454" fmla="*/ 3155406 w 5183079"/>
              <a:gd name="connsiteY1454" fmla="*/ 598341 h 5183066"/>
              <a:gd name="connsiteX1455" fmla="*/ 3166131 w 5183079"/>
              <a:gd name="connsiteY1455" fmla="*/ 591701 h 5183066"/>
              <a:gd name="connsiteX1456" fmla="*/ 3173027 w 5183079"/>
              <a:gd name="connsiteY1456" fmla="*/ 582763 h 5183066"/>
              <a:gd name="connsiteX1457" fmla="*/ 3173027 w 5183079"/>
              <a:gd name="connsiteY1457" fmla="*/ 576123 h 5183066"/>
              <a:gd name="connsiteX1458" fmla="*/ 3173027 w 5183079"/>
              <a:gd name="connsiteY1458" fmla="*/ 571527 h 5183066"/>
              <a:gd name="connsiteX1459" fmla="*/ 3173027 w 5183079"/>
              <a:gd name="connsiteY1459" fmla="*/ 559524 h 5183066"/>
              <a:gd name="connsiteX1460" fmla="*/ 3159237 w 5183079"/>
              <a:gd name="connsiteY1460" fmla="*/ 541392 h 5183066"/>
              <a:gd name="connsiteX1461" fmla="*/ 3148000 w 5183079"/>
              <a:gd name="connsiteY1461" fmla="*/ 530922 h 5183066"/>
              <a:gd name="connsiteX1462" fmla="*/ 3135487 w 5183079"/>
              <a:gd name="connsiteY1462" fmla="*/ 524027 h 5183066"/>
              <a:gd name="connsiteX1463" fmla="*/ 3122973 w 5183079"/>
              <a:gd name="connsiteY1463" fmla="*/ 522239 h 5183066"/>
              <a:gd name="connsiteX1464" fmla="*/ 3108927 w 5183079"/>
              <a:gd name="connsiteY1464" fmla="*/ 524027 h 5183066"/>
              <a:gd name="connsiteX1465" fmla="*/ 3059385 w 5183079"/>
              <a:gd name="connsiteY1465" fmla="*/ 513046 h 5183066"/>
              <a:gd name="connsiteX1466" fmla="*/ 3064748 w 5183079"/>
              <a:gd name="connsiteY1466" fmla="*/ 485210 h 5183066"/>
              <a:gd name="connsiteX1467" fmla="*/ 3069345 w 5183079"/>
              <a:gd name="connsiteY1467" fmla="*/ 475251 h 5183066"/>
              <a:gd name="connsiteX1468" fmla="*/ 3074452 w 5183079"/>
              <a:gd name="connsiteY1468" fmla="*/ 466057 h 5183066"/>
              <a:gd name="connsiteX1469" fmla="*/ 3080581 w 5183079"/>
              <a:gd name="connsiteY1469" fmla="*/ 457374 h 5183066"/>
              <a:gd name="connsiteX1470" fmla="*/ 3087221 w 5183079"/>
              <a:gd name="connsiteY1470" fmla="*/ 448436 h 5183066"/>
              <a:gd name="connsiteX1471" fmla="*/ 3087221 w 5183079"/>
              <a:gd name="connsiteY1471" fmla="*/ 424431 h 5183066"/>
              <a:gd name="connsiteX1472" fmla="*/ 3118632 w 5183079"/>
              <a:gd name="connsiteY1472" fmla="*/ 412429 h 5183066"/>
              <a:gd name="connsiteX1473" fmla="*/ 3134209 w 5183079"/>
              <a:gd name="connsiteY1473" fmla="*/ 406811 h 5183066"/>
              <a:gd name="connsiteX1474" fmla="*/ 3155150 w 5183079"/>
              <a:gd name="connsiteY1474" fmla="*/ 396340 h 5183066"/>
              <a:gd name="connsiteX1475" fmla="*/ 3182220 w 5183079"/>
              <a:gd name="connsiteY1475" fmla="*/ 381528 h 5183066"/>
              <a:gd name="connsiteX1476" fmla="*/ 3179155 w 5183079"/>
              <a:gd name="connsiteY1476" fmla="*/ 371314 h 5183066"/>
              <a:gd name="connsiteX1477" fmla="*/ 3179155 w 5183079"/>
              <a:gd name="connsiteY1477" fmla="*/ 357268 h 5183066"/>
              <a:gd name="connsiteX1478" fmla="*/ 3168941 w 5183079"/>
              <a:gd name="connsiteY1478" fmla="*/ 340413 h 5183066"/>
              <a:gd name="connsiteX1479" fmla="*/ 3160769 w 5183079"/>
              <a:gd name="connsiteY1479" fmla="*/ 332752 h 5183066"/>
              <a:gd name="connsiteX1480" fmla="*/ 3149277 w 5183079"/>
              <a:gd name="connsiteY1480" fmla="*/ 332752 h 5183066"/>
              <a:gd name="connsiteX1481" fmla="*/ 3136253 w 5183079"/>
              <a:gd name="connsiteY1481" fmla="*/ 331220 h 5183066"/>
              <a:gd name="connsiteX1482" fmla="*/ 3086710 w 5183079"/>
              <a:gd name="connsiteY1482" fmla="*/ 338881 h 5183066"/>
              <a:gd name="connsiteX1483" fmla="*/ 3078793 w 5183079"/>
              <a:gd name="connsiteY1483" fmla="*/ 338881 h 5183066"/>
              <a:gd name="connsiteX1484" fmla="*/ 3067557 w 5183079"/>
              <a:gd name="connsiteY1484" fmla="*/ 338881 h 5183066"/>
              <a:gd name="connsiteX1485" fmla="*/ 3005245 w 5183079"/>
              <a:gd name="connsiteY1485" fmla="*/ 334029 h 5183066"/>
              <a:gd name="connsiteX1486" fmla="*/ 2981751 w 5183079"/>
              <a:gd name="connsiteY1486" fmla="*/ 321771 h 5183066"/>
              <a:gd name="connsiteX1487" fmla="*/ 2172726 w 5183079"/>
              <a:gd name="connsiteY1487" fmla="*/ 304150 h 5183066"/>
              <a:gd name="connsiteX1488" fmla="*/ 2152550 w 5183079"/>
              <a:gd name="connsiteY1488" fmla="*/ 308491 h 5183066"/>
              <a:gd name="connsiteX1489" fmla="*/ 2085642 w 5183079"/>
              <a:gd name="connsiteY1489" fmla="*/ 352927 h 5183066"/>
              <a:gd name="connsiteX1490" fmla="*/ 2069299 w 5183079"/>
              <a:gd name="connsiteY1490" fmla="*/ 357012 h 5183066"/>
              <a:gd name="connsiteX1491" fmla="*/ 2057807 w 5183079"/>
              <a:gd name="connsiteY1491" fmla="*/ 366461 h 5183066"/>
              <a:gd name="connsiteX1492" fmla="*/ 2053211 w 5183079"/>
              <a:gd name="connsiteY1492" fmla="*/ 376421 h 5183066"/>
              <a:gd name="connsiteX1493" fmla="*/ 2046059 w 5183079"/>
              <a:gd name="connsiteY1493" fmla="*/ 382294 h 5183066"/>
              <a:gd name="connsiteX1494" fmla="*/ 2052444 w 5183079"/>
              <a:gd name="connsiteY1494" fmla="*/ 398894 h 5183066"/>
              <a:gd name="connsiteX1495" fmla="*/ 2060616 w 5183079"/>
              <a:gd name="connsiteY1495" fmla="*/ 402724 h 5183066"/>
              <a:gd name="connsiteX1496" fmla="*/ 2071087 w 5183079"/>
              <a:gd name="connsiteY1496" fmla="*/ 411407 h 5183066"/>
              <a:gd name="connsiteX1497" fmla="*/ 2086153 w 5183079"/>
              <a:gd name="connsiteY1497" fmla="*/ 414727 h 5183066"/>
              <a:gd name="connsiteX1498" fmla="*/ 2099943 w 5183079"/>
              <a:gd name="connsiteY1498" fmla="*/ 424431 h 5183066"/>
              <a:gd name="connsiteX1499" fmla="*/ 2099943 w 5183079"/>
              <a:gd name="connsiteY1499" fmla="*/ 449968 h 5183066"/>
              <a:gd name="connsiteX1500" fmla="*/ 2086153 w 5183079"/>
              <a:gd name="connsiteY1500" fmla="*/ 465036 h 5183066"/>
              <a:gd name="connsiteX1501" fmla="*/ 2074661 w 5183079"/>
              <a:gd name="connsiteY1501" fmla="*/ 465036 h 5183066"/>
              <a:gd name="connsiteX1502" fmla="*/ 2060616 w 5183079"/>
              <a:gd name="connsiteY1502" fmla="*/ 484444 h 5183066"/>
              <a:gd name="connsiteX1503" fmla="*/ 2073385 w 5183079"/>
              <a:gd name="connsiteY1503" fmla="*/ 501299 h 5183066"/>
              <a:gd name="connsiteX1504" fmla="*/ 2079445 w 5183079"/>
              <a:gd name="connsiteY1504" fmla="*/ 508290 h 5183066"/>
              <a:gd name="connsiteX1505" fmla="*/ 2083856 w 5183079"/>
              <a:gd name="connsiteY1505" fmla="*/ 516621 h 5183066"/>
              <a:gd name="connsiteX1506" fmla="*/ 2083856 w 5183079"/>
              <a:gd name="connsiteY1506" fmla="*/ 529134 h 5183066"/>
              <a:gd name="connsiteX1507" fmla="*/ 2083856 w 5183079"/>
              <a:gd name="connsiteY1507" fmla="*/ 538839 h 5183066"/>
              <a:gd name="connsiteX1508" fmla="*/ 2075938 w 5183079"/>
              <a:gd name="connsiteY1508" fmla="*/ 550075 h 5183066"/>
              <a:gd name="connsiteX1509" fmla="*/ 2064192 w 5183079"/>
              <a:gd name="connsiteY1509" fmla="*/ 561567 h 5183066"/>
              <a:gd name="connsiteX1510" fmla="*/ 2044016 w 5183079"/>
              <a:gd name="connsiteY1510" fmla="*/ 587104 h 5183066"/>
              <a:gd name="connsiteX1511" fmla="*/ 2051423 w 5183079"/>
              <a:gd name="connsiteY1511" fmla="*/ 610088 h 5183066"/>
              <a:gd name="connsiteX1512" fmla="*/ 2062404 w 5183079"/>
              <a:gd name="connsiteY1512" fmla="*/ 621580 h 5183066"/>
              <a:gd name="connsiteX1513" fmla="*/ 2070320 w 5183079"/>
              <a:gd name="connsiteY1513" fmla="*/ 633582 h 5183066"/>
              <a:gd name="connsiteX1514" fmla="*/ 2085642 w 5183079"/>
              <a:gd name="connsiteY1514" fmla="*/ 635625 h 5183066"/>
              <a:gd name="connsiteX1515" fmla="*/ 2096113 w 5183079"/>
              <a:gd name="connsiteY1515" fmla="*/ 633838 h 5183066"/>
              <a:gd name="connsiteX1516" fmla="*/ 2118842 w 5183079"/>
              <a:gd name="connsiteY1516" fmla="*/ 608300 h 5183066"/>
              <a:gd name="connsiteX1517" fmla="*/ 2168385 w 5183079"/>
              <a:gd name="connsiteY1517" fmla="*/ 574080 h 5183066"/>
              <a:gd name="connsiteX1518" fmla="*/ 2195454 w 5183079"/>
              <a:gd name="connsiteY1518" fmla="*/ 530411 h 5183066"/>
              <a:gd name="connsiteX1519" fmla="*/ 2190091 w 5183079"/>
              <a:gd name="connsiteY1519" fmla="*/ 518154 h 5183066"/>
              <a:gd name="connsiteX1520" fmla="*/ 2177578 w 5183079"/>
              <a:gd name="connsiteY1520" fmla="*/ 512280 h 5183066"/>
              <a:gd name="connsiteX1521" fmla="*/ 2164809 w 5183079"/>
              <a:gd name="connsiteY1521" fmla="*/ 514067 h 5183066"/>
              <a:gd name="connsiteX1522" fmla="*/ 2161234 w 5183079"/>
              <a:gd name="connsiteY1522" fmla="*/ 501299 h 5183066"/>
              <a:gd name="connsiteX1523" fmla="*/ 2190856 w 5183079"/>
              <a:gd name="connsiteY1523" fmla="*/ 464014 h 5183066"/>
              <a:gd name="connsiteX1524" fmla="*/ 2192390 w 5183079"/>
              <a:gd name="connsiteY1524" fmla="*/ 456864 h 5183066"/>
              <a:gd name="connsiteX1525" fmla="*/ 2182940 w 5183079"/>
              <a:gd name="connsiteY1525" fmla="*/ 441031 h 5183066"/>
              <a:gd name="connsiteX1526" fmla="*/ 2177578 w 5183079"/>
              <a:gd name="connsiteY1526" fmla="*/ 430815 h 5183066"/>
              <a:gd name="connsiteX1527" fmla="*/ 2166086 w 5183079"/>
              <a:gd name="connsiteY1527" fmla="*/ 432858 h 5183066"/>
              <a:gd name="connsiteX1528" fmla="*/ 2162766 w 5183079"/>
              <a:gd name="connsiteY1528" fmla="*/ 417791 h 5183066"/>
              <a:gd name="connsiteX1529" fmla="*/ 2161489 w 5183079"/>
              <a:gd name="connsiteY1529" fmla="*/ 395574 h 5183066"/>
              <a:gd name="connsiteX1530" fmla="*/ 2176555 w 5183079"/>
              <a:gd name="connsiteY1530" fmla="*/ 373356 h 5183066"/>
              <a:gd name="connsiteX1531" fmla="*/ 2185239 w 5183079"/>
              <a:gd name="connsiteY1531" fmla="*/ 357778 h 5183066"/>
              <a:gd name="connsiteX1532" fmla="*/ 2188303 w 5183079"/>
              <a:gd name="connsiteY1532" fmla="*/ 337349 h 5183066"/>
              <a:gd name="connsiteX1533" fmla="*/ 2188303 w 5183079"/>
              <a:gd name="connsiteY1533" fmla="*/ 319472 h 5183066"/>
              <a:gd name="connsiteX1534" fmla="*/ 2172726 w 5183079"/>
              <a:gd name="connsiteY1534" fmla="*/ 304150 h 5183066"/>
              <a:gd name="connsiteX1535" fmla="*/ 2342549 w 5183079"/>
              <a:gd name="connsiteY1535" fmla="*/ 300064 h 5183066"/>
              <a:gd name="connsiteX1536" fmla="*/ 2345614 w 5183079"/>
              <a:gd name="connsiteY1536" fmla="*/ 312578 h 5183066"/>
              <a:gd name="connsiteX1537" fmla="*/ 2335910 w 5183079"/>
              <a:gd name="connsiteY1537" fmla="*/ 331220 h 5183066"/>
              <a:gd name="connsiteX1538" fmla="*/ 2318034 w 5183079"/>
              <a:gd name="connsiteY1538" fmla="*/ 332752 h 5183066"/>
              <a:gd name="connsiteX1539" fmla="*/ 2311138 w 5183079"/>
              <a:gd name="connsiteY1539" fmla="*/ 317685 h 5183066"/>
              <a:gd name="connsiteX1540" fmla="*/ 2342549 w 5183079"/>
              <a:gd name="connsiteY1540" fmla="*/ 300064 h 5183066"/>
              <a:gd name="connsiteX1541" fmla="*/ 2355573 w 5183079"/>
              <a:gd name="connsiteY1541" fmla="*/ 249245 h 5183066"/>
              <a:gd name="connsiteX1542" fmla="*/ 2293517 w 5183079"/>
              <a:gd name="connsiteY1542" fmla="*/ 279379 h 5183066"/>
              <a:gd name="connsiteX1543" fmla="*/ 2272321 w 5183079"/>
              <a:gd name="connsiteY1543" fmla="*/ 284486 h 5183066"/>
              <a:gd name="connsiteX1544" fmla="*/ 2246783 w 5183079"/>
              <a:gd name="connsiteY1544" fmla="*/ 299553 h 5183066"/>
              <a:gd name="connsiteX1545" fmla="*/ 2231462 w 5183079"/>
              <a:gd name="connsiteY1545" fmla="*/ 306959 h 5183066"/>
              <a:gd name="connsiteX1546" fmla="*/ 2219460 w 5183079"/>
              <a:gd name="connsiteY1546" fmla="*/ 310024 h 5183066"/>
              <a:gd name="connsiteX1547" fmla="*/ 2205413 w 5183079"/>
              <a:gd name="connsiteY1547" fmla="*/ 303895 h 5183066"/>
              <a:gd name="connsiteX1548" fmla="*/ 2198263 w 5183079"/>
              <a:gd name="connsiteY1548" fmla="*/ 325857 h 5183066"/>
              <a:gd name="connsiteX1549" fmla="*/ 2198263 w 5183079"/>
              <a:gd name="connsiteY1549" fmla="*/ 347053 h 5183066"/>
              <a:gd name="connsiteX1550" fmla="*/ 2197496 w 5183079"/>
              <a:gd name="connsiteY1550" fmla="*/ 346031 h 5183066"/>
              <a:gd name="connsiteX1551" fmla="*/ 2198263 w 5183079"/>
              <a:gd name="connsiteY1551" fmla="*/ 360077 h 5183066"/>
              <a:gd name="connsiteX1552" fmla="*/ 2205159 w 5183079"/>
              <a:gd name="connsiteY1552" fmla="*/ 375144 h 5183066"/>
              <a:gd name="connsiteX1553" fmla="*/ 2214096 w 5183079"/>
              <a:gd name="connsiteY1553" fmla="*/ 411407 h 5183066"/>
              <a:gd name="connsiteX1554" fmla="*/ 2209500 w 5183079"/>
              <a:gd name="connsiteY1554" fmla="*/ 435157 h 5183066"/>
              <a:gd name="connsiteX1555" fmla="*/ 2215628 w 5183079"/>
              <a:gd name="connsiteY1555" fmla="*/ 449713 h 5183066"/>
              <a:gd name="connsiteX1556" fmla="*/ 2224822 w 5183079"/>
              <a:gd name="connsiteY1556" fmla="*/ 462227 h 5183066"/>
              <a:gd name="connsiteX1557" fmla="*/ 2229162 w 5183079"/>
              <a:gd name="connsiteY1557" fmla="*/ 471164 h 5183066"/>
              <a:gd name="connsiteX1558" fmla="*/ 2234015 w 5183079"/>
              <a:gd name="connsiteY1558" fmla="*/ 476783 h 5183066"/>
              <a:gd name="connsiteX1559" fmla="*/ 2242442 w 5183079"/>
              <a:gd name="connsiteY1559" fmla="*/ 476783 h 5183066"/>
              <a:gd name="connsiteX1560" fmla="*/ 2252147 w 5183079"/>
              <a:gd name="connsiteY1560" fmla="*/ 473208 h 5183066"/>
              <a:gd name="connsiteX1561" fmla="*/ 2262618 w 5183079"/>
              <a:gd name="connsiteY1561" fmla="*/ 468355 h 5183066"/>
              <a:gd name="connsiteX1562" fmla="*/ 2271300 w 5183079"/>
              <a:gd name="connsiteY1562" fmla="*/ 468355 h 5183066"/>
              <a:gd name="connsiteX1563" fmla="*/ 2271300 w 5183079"/>
              <a:gd name="connsiteY1563" fmla="*/ 482657 h 5183066"/>
              <a:gd name="connsiteX1564" fmla="*/ 2265682 w 5183079"/>
              <a:gd name="connsiteY1564" fmla="*/ 489041 h 5183066"/>
              <a:gd name="connsiteX1565" fmla="*/ 2259042 w 5183079"/>
              <a:gd name="connsiteY1565" fmla="*/ 490318 h 5183066"/>
              <a:gd name="connsiteX1566" fmla="*/ 2251891 w 5183079"/>
              <a:gd name="connsiteY1566" fmla="*/ 492616 h 5183066"/>
              <a:gd name="connsiteX1567" fmla="*/ 2244997 w 5183079"/>
              <a:gd name="connsiteY1567" fmla="*/ 491339 h 5183066"/>
              <a:gd name="connsiteX1568" fmla="*/ 2239634 w 5183079"/>
              <a:gd name="connsiteY1568" fmla="*/ 501043 h 5183066"/>
              <a:gd name="connsiteX1569" fmla="*/ 2239634 w 5183079"/>
              <a:gd name="connsiteY1569" fmla="*/ 513046 h 5183066"/>
              <a:gd name="connsiteX1570" fmla="*/ 2239634 w 5183079"/>
              <a:gd name="connsiteY1570" fmla="*/ 523005 h 5183066"/>
              <a:gd name="connsiteX1571" fmla="*/ 2250359 w 5183079"/>
              <a:gd name="connsiteY1571" fmla="*/ 526581 h 5183066"/>
              <a:gd name="connsiteX1572" fmla="*/ 2262362 w 5183079"/>
              <a:gd name="connsiteY1572" fmla="*/ 526581 h 5183066"/>
              <a:gd name="connsiteX1573" fmla="*/ 2268235 w 5183079"/>
              <a:gd name="connsiteY1573" fmla="*/ 534242 h 5183066"/>
              <a:gd name="connsiteX1574" fmla="*/ 2240910 w 5183079"/>
              <a:gd name="connsiteY1574" fmla="*/ 551097 h 5183066"/>
              <a:gd name="connsiteX1575" fmla="*/ 2219204 w 5183079"/>
              <a:gd name="connsiteY1575" fmla="*/ 562078 h 5183066"/>
              <a:gd name="connsiteX1576" fmla="*/ 2210776 w 5183079"/>
              <a:gd name="connsiteY1576" fmla="*/ 559524 h 5183066"/>
              <a:gd name="connsiteX1577" fmla="*/ 2205159 w 5183079"/>
              <a:gd name="connsiteY1577" fmla="*/ 565397 h 5183066"/>
              <a:gd name="connsiteX1578" fmla="*/ 2201328 w 5183079"/>
              <a:gd name="connsiteY1578" fmla="*/ 578166 h 5183066"/>
              <a:gd name="connsiteX1579" fmla="*/ 2201328 w 5183079"/>
              <a:gd name="connsiteY1579" fmla="*/ 588637 h 5183066"/>
              <a:gd name="connsiteX1580" fmla="*/ 2208223 w 5183079"/>
              <a:gd name="connsiteY1580" fmla="*/ 610599 h 5183066"/>
              <a:gd name="connsiteX1581" fmla="*/ 2226354 w 5183079"/>
              <a:gd name="connsiteY1581" fmla="*/ 616983 h 5183066"/>
              <a:gd name="connsiteX1582" fmla="*/ 2251891 w 5183079"/>
              <a:gd name="connsiteY1582" fmla="*/ 605236 h 5183066"/>
              <a:gd name="connsiteX1583" fmla="*/ 2277429 w 5183079"/>
              <a:gd name="connsiteY1583" fmla="*/ 598851 h 5183066"/>
              <a:gd name="connsiteX1584" fmla="*/ 2302966 w 5183079"/>
              <a:gd name="connsiteY1584" fmla="*/ 590424 h 5183066"/>
              <a:gd name="connsiteX1585" fmla="*/ 2323142 w 5183079"/>
              <a:gd name="connsiteY1585" fmla="*/ 584040 h 5183066"/>
              <a:gd name="connsiteX1586" fmla="*/ 2341272 w 5183079"/>
              <a:gd name="connsiteY1586" fmla="*/ 579698 h 5183066"/>
              <a:gd name="connsiteX1587" fmla="*/ 2362469 w 5183079"/>
              <a:gd name="connsiteY1587" fmla="*/ 577911 h 5183066"/>
              <a:gd name="connsiteX1588" fmla="*/ 2400775 w 5183079"/>
              <a:gd name="connsiteY1588" fmla="*/ 571016 h 5183066"/>
              <a:gd name="connsiteX1589" fmla="*/ 2425036 w 5183079"/>
              <a:gd name="connsiteY1589" fmla="*/ 571016 h 5183066"/>
              <a:gd name="connsiteX1590" fmla="*/ 2445465 w 5183079"/>
              <a:gd name="connsiteY1590" fmla="*/ 530411 h 5183066"/>
              <a:gd name="connsiteX1591" fmla="*/ 2428100 w 5183079"/>
              <a:gd name="connsiteY1591" fmla="*/ 509471 h 5183066"/>
              <a:gd name="connsiteX1592" fmla="*/ 2410735 w 5183079"/>
              <a:gd name="connsiteY1592" fmla="*/ 512280 h 5183066"/>
              <a:gd name="connsiteX1593" fmla="*/ 2391070 w 5183079"/>
              <a:gd name="connsiteY1593" fmla="*/ 519175 h 5183066"/>
              <a:gd name="connsiteX1594" fmla="*/ 2374726 w 5183079"/>
              <a:gd name="connsiteY1594" fmla="*/ 520707 h 5183066"/>
              <a:gd name="connsiteX1595" fmla="*/ 2353785 w 5183079"/>
              <a:gd name="connsiteY1595" fmla="*/ 527858 h 5183066"/>
              <a:gd name="connsiteX1596" fmla="*/ 2345103 w 5183079"/>
              <a:gd name="connsiteY1596" fmla="*/ 522750 h 5183066"/>
              <a:gd name="connsiteX1597" fmla="*/ 2348679 w 5183079"/>
              <a:gd name="connsiteY1597" fmla="*/ 512535 h 5183066"/>
              <a:gd name="connsiteX1598" fmla="*/ 2364256 w 5183079"/>
              <a:gd name="connsiteY1598" fmla="*/ 504363 h 5183066"/>
              <a:gd name="connsiteX1599" fmla="*/ 2376770 w 5183079"/>
              <a:gd name="connsiteY1599" fmla="*/ 492361 h 5183066"/>
              <a:gd name="connsiteX1600" fmla="*/ 2378302 w 5183079"/>
              <a:gd name="connsiteY1600" fmla="*/ 483933 h 5183066"/>
              <a:gd name="connsiteX1601" fmla="*/ 2371406 w 5183079"/>
              <a:gd name="connsiteY1601" fmla="*/ 464525 h 5183066"/>
              <a:gd name="connsiteX1602" fmla="*/ 2364001 w 5183079"/>
              <a:gd name="connsiteY1602" fmla="*/ 458396 h 5183066"/>
              <a:gd name="connsiteX1603" fmla="*/ 2347657 w 5183079"/>
              <a:gd name="connsiteY1603" fmla="*/ 455587 h 5183066"/>
              <a:gd name="connsiteX1604" fmla="*/ 2337187 w 5183079"/>
              <a:gd name="connsiteY1604" fmla="*/ 462482 h 5183066"/>
              <a:gd name="connsiteX1605" fmla="*/ 2323396 w 5183079"/>
              <a:gd name="connsiteY1605" fmla="*/ 466823 h 5183066"/>
              <a:gd name="connsiteX1606" fmla="*/ 2321354 w 5183079"/>
              <a:gd name="connsiteY1606" fmla="*/ 452522 h 5183066"/>
              <a:gd name="connsiteX1607" fmla="*/ 2338975 w 5183079"/>
              <a:gd name="connsiteY1607" fmla="*/ 444351 h 5183066"/>
              <a:gd name="connsiteX1608" fmla="*/ 2350977 w 5183079"/>
              <a:gd name="connsiteY1608" fmla="*/ 438477 h 5183066"/>
              <a:gd name="connsiteX1609" fmla="*/ 2362980 w 5183079"/>
              <a:gd name="connsiteY1609" fmla="*/ 436434 h 5183066"/>
              <a:gd name="connsiteX1610" fmla="*/ 2371152 w 5183079"/>
              <a:gd name="connsiteY1610" fmla="*/ 425453 h 5183066"/>
              <a:gd name="connsiteX1611" fmla="*/ 2391837 w 5183079"/>
              <a:gd name="connsiteY1611" fmla="*/ 360332 h 5183066"/>
              <a:gd name="connsiteX1612" fmla="*/ 2402818 w 5183079"/>
              <a:gd name="connsiteY1612" fmla="*/ 343478 h 5183066"/>
              <a:gd name="connsiteX1613" fmla="*/ 2413032 w 5183079"/>
              <a:gd name="connsiteY1613" fmla="*/ 315897 h 5183066"/>
              <a:gd name="connsiteX1614" fmla="*/ 2414564 w 5183079"/>
              <a:gd name="connsiteY1614" fmla="*/ 299298 h 5183066"/>
              <a:gd name="connsiteX1615" fmla="*/ 2420439 w 5183079"/>
              <a:gd name="connsiteY1615" fmla="*/ 280911 h 5183066"/>
              <a:gd name="connsiteX1616" fmla="*/ 2407415 w 5183079"/>
              <a:gd name="connsiteY1616" fmla="*/ 262013 h 5183066"/>
              <a:gd name="connsiteX1617" fmla="*/ 2400775 w 5183079"/>
              <a:gd name="connsiteY1617" fmla="*/ 250777 h 5183066"/>
              <a:gd name="connsiteX1618" fmla="*/ 2371406 w 5183079"/>
              <a:gd name="connsiteY1618" fmla="*/ 252820 h 5183066"/>
              <a:gd name="connsiteX1619" fmla="*/ 2355573 w 5183079"/>
              <a:gd name="connsiteY1619" fmla="*/ 249245 h 5183066"/>
              <a:gd name="connsiteX1620" fmla="*/ 2591539 w 5183079"/>
              <a:gd name="connsiteY1620" fmla="*/ 91935 h 5183066"/>
              <a:gd name="connsiteX1621" fmla="*/ 5090122 w 5183079"/>
              <a:gd name="connsiteY1621" fmla="*/ 2591533 h 5183066"/>
              <a:gd name="connsiteX1622" fmla="*/ 5090122 w 5183079"/>
              <a:gd name="connsiteY1622" fmla="*/ 2592554 h 5183066"/>
              <a:gd name="connsiteX1623" fmla="*/ 2589497 w 5183079"/>
              <a:gd name="connsiteY1623" fmla="*/ 5091132 h 5183066"/>
              <a:gd name="connsiteX1624" fmla="*/ 90914 w 5183079"/>
              <a:gd name="connsiteY1624" fmla="*/ 2590511 h 5183066"/>
              <a:gd name="connsiteX1625" fmla="*/ 2591539 w 5183079"/>
              <a:gd name="connsiteY1625" fmla="*/ 91935 h 5183066"/>
              <a:gd name="connsiteX1626" fmla="*/ 2591539 w 5183079"/>
              <a:gd name="connsiteY1626" fmla="*/ 57970 h 5183066"/>
              <a:gd name="connsiteX1627" fmla="*/ 57971 w 5183079"/>
              <a:gd name="connsiteY1627" fmla="*/ 2591532 h 5183066"/>
              <a:gd name="connsiteX1628" fmla="*/ 2591539 w 5183079"/>
              <a:gd name="connsiteY1628" fmla="*/ 5125096 h 5183066"/>
              <a:gd name="connsiteX1629" fmla="*/ 5125108 w 5183079"/>
              <a:gd name="connsiteY1629" fmla="*/ 2591532 h 5183066"/>
              <a:gd name="connsiteX1630" fmla="*/ 2591539 w 5183079"/>
              <a:gd name="connsiteY1630" fmla="*/ 57970 h 5183066"/>
              <a:gd name="connsiteX1631" fmla="*/ 2591539 w 5183079"/>
              <a:gd name="connsiteY1631" fmla="*/ 0 h 5183066"/>
              <a:gd name="connsiteX1632" fmla="*/ 5183079 w 5183079"/>
              <a:gd name="connsiteY1632" fmla="*/ 2591532 h 5183066"/>
              <a:gd name="connsiteX1633" fmla="*/ 2591539 w 5183079"/>
              <a:gd name="connsiteY1633" fmla="*/ 5183066 h 5183066"/>
              <a:gd name="connsiteX1634" fmla="*/ 0 w 5183079"/>
              <a:gd name="connsiteY1634" fmla="*/ 2591532 h 5183066"/>
              <a:gd name="connsiteX1635" fmla="*/ 2591539 w 5183079"/>
              <a:gd name="connsiteY1635" fmla="*/ 0 h 5183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6">
                <a:moveTo>
                  <a:pt x="2990813" y="4666384"/>
                </a:moveTo>
                <a:cubicBezTo>
                  <a:pt x="3005442" y="4665890"/>
                  <a:pt x="3020260" y="4670978"/>
                  <a:pt x="3031804" y="4681767"/>
                </a:cubicBezTo>
                <a:cubicBezTo>
                  <a:pt x="3047483" y="4698750"/>
                  <a:pt x="3057546" y="4720150"/>
                  <a:pt x="3060662" y="4743057"/>
                </a:cubicBezTo>
                <a:cubicBezTo>
                  <a:pt x="3066203" y="4764917"/>
                  <a:pt x="3064772" y="4787951"/>
                  <a:pt x="3056575" y="4808944"/>
                </a:cubicBezTo>
                <a:cubicBezTo>
                  <a:pt x="3054226" y="4813770"/>
                  <a:pt x="3051212" y="4818265"/>
                  <a:pt x="3047638" y="4822274"/>
                </a:cubicBezTo>
                <a:cubicBezTo>
                  <a:pt x="3026185" y="4846228"/>
                  <a:pt x="2989360" y="4848271"/>
                  <a:pt x="2965406" y="4826819"/>
                </a:cubicBezTo>
                <a:cubicBezTo>
                  <a:pt x="2949930" y="4810322"/>
                  <a:pt x="2939945" y="4789459"/>
                  <a:pt x="2936804" y="4767062"/>
                </a:cubicBezTo>
                <a:cubicBezTo>
                  <a:pt x="2931160" y="4744615"/>
                  <a:pt x="2932591" y="4720993"/>
                  <a:pt x="2940891" y="4699388"/>
                </a:cubicBezTo>
                <a:cubicBezTo>
                  <a:pt x="2943444" y="4693923"/>
                  <a:pt x="2946841" y="4688892"/>
                  <a:pt x="2950953" y="4684500"/>
                </a:cubicBezTo>
                <a:cubicBezTo>
                  <a:pt x="2961742" y="4672957"/>
                  <a:pt x="2976183" y="4666879"/>
                  <a:pt x="2990813" y="4666384"/>
                </a:cubicBezTo>
                <a:close/>
                <a:moveTo>
                  <a:pt x="2684495" y="4665169"/>
                </a:moveTo>
                <a:lnTo>
                  <a:pt x="2513650" y="4668233"/>
                </a:lnTo>
                <a:lnTo>
                  <a:pt x="2518246" y="4920542"/>
                </a:lnTo>
                <a:lnTo>
                  <a:pt x="2689859" y="4917222"/>
                </a:lnTo>
                <a:lnTo>
                  <a:pt x="2689859" y="4894749"/>
                </a:lnTo>
                <a:lnTo>
                  <a:pt x="2689859" y="4872532"/>
                </a:lnTo>
                <a:lnTo>
                  <a:pt x="2562172" y="4874830"/>
                </a:lnTo>
                <a:lnTo>
                  <a:pt x="2562172" y="4809199"/>
                </a:lnTo>
                <a:lnTo>
                  <a:pt x="2675558" y="4807156"/>
                </a:lnTo>
                <a:lnTo>
                  <a:pt x="2675558" y="4785449"/>
                </a:lnTo>
                <a:lnTo>
                  <a:pt x="2675558" y="4763743"/>
                </a:lnTo>
                <a:lnTo>
                  <a:pt x="2562172" y="4765786"/>
                </a:lnTo>
                <a:lnTo>
                  <a:pt x="2562172" y="4712157"/>
                </a:lnTo>
                <a:lnTo>
                  <a:pt x="2684495" y="4710114"/>
                </a:lnTo>
                <a:lnTo>
                  <a:pt x="2684495" y="4687642"/>
                </a:lnTo>
                <a:close/>
                <a:moveTo>
                  <a:pt x="2265682" y="4645760"/>
                </a:moveTo>
                <a:lnTo>
                  <a:pt x="2262872" y="4667977"/>
                </a:lnTo>
                <a:lnTo>
                  <a:pt x="2260319" y="4690195"/>
                </a:lnTo>
                <a:lnTo>
                  <a:pt x="2329780" y="4698623"/>
                </a:lnTo>
                <a:lnTo>
                  <a:pt x="2304243" y="4904454"/>
                </a:lnTo>
                <a:lnTo>
                  <a:pt x="2329780" y="4907518"/>
                </a:lnTo>
                <a:lnTo>
                  <a:pt x="2353531" y="4910328"/>
                </a:lnTo>
                <a:lnTo>
                  <a:pt x="2379069" y="4704496"/>
                </a:lnTo>
                <a:lnTo>
                  <a:pt x="2448785" y="4713179"/>
                </a:lnTo>
                <a:lnTo>
                  <a:pt x="2451338" y="4690706"/>
                </a:lnTo>
                <a:lnTo>
                  <a:pt x="2452871" y="4668743"/>
                </a:lnTo>
                <a:close/>
                <a:moveTo>
                  <a:pt x="3010621" y="4623236"/>
                </a:moveTo>
                <a:cubicBezTo>
                  <a:pt x="2968344" y="4617268"/>
                  <a:pt x="2924656" y="4636464"/>
                  <a:pt x="2901308" y="4675383"/>
                </a:cubicBezTo>
                <a:cubicBezTo>
                  <a:pt x="2885730" y="4707075"/>
                  <a:pt x="2881849" y="4743262"/>
                  <a:pt x="2890327" y="4777533"/>
                </a:cubicBezTo>
                <a:cubicBezTo>
                  <a:pt x="2895154" y="4811881"/>
                  <a:pt x="2912212" y="4843343"/>
                  <a:pt x="2938338" y="4866148"/>
                </a:cubicBezTo>
                <a:cubicBezTo>
                  <a:pt x="2940713" y="4867884"/>
                  <a:pt x="2943165" y="4869544"/>
                  <a:pt x="2945666" y="4871102"/>
                </a:cubicBezTo>
                <a:cubicBezTo>
                  <a:pt x="2997764" y="4903254"/>
                  <a:pt x="3066051" y="4887089"/>
                  <a:pt x="3098202" y="4834992"/>
                </a:cubicBezTo>
                <a:cubicBezTo>
                  <a:pt x="3113907" y="4804066"/>
                  <a:pt x="3117815" y="4768493"/>
                  <a:pt x="3109183" y="4734885"/>
                </a:cubicBezTo>
                <a:cubicBezTo>
                  <a:pt x="3104510" y="4699899"/>
                  <a:pt x="3087477" y="4667747"/>
                  <a:pt x="3061172" y="4644228"/>
                </a:cubicBezTo>
                <a:cubicBezTo>
                  <a:pt x="3058108" y="4641904"/>
                  <a:pt x="3054916" y="4639759"/>
                  <a:pt x="3051622" y="4637793"/>
                </a:cubicBezTo>
                <a:cubicBezTo>
                  <a:pt x="3038649" y="4630011"/>
                  <a:pt x="3024713" y="4625225"/>
                  <a:pt x="3010621" y="4623236"/>
                </a:cubicBezTo>
                <a:close/>
                <a:moveTo>
                  <a:pt x="2029715" y="4591621"/>
                </a:moveTo>
                <a:lnTo>
                  <a:pt x="1991665" y="4744845"/>
                </a:lnTo>
                <a:cubicBezTo>
                  <a:pt x="1983008" y="4771123"/>
                  <a:pt x="1984361" y="4799700"/>
                  <a:pt x="1995496" y="4825032"/>
                </a:cubicBezTo>
                <a:cubicBezTo>
                  <a:pt x="2009490" y="4847122"/>
                  <a:pt x="2032270" y="4862164"/>
                  <a:pt x="2058063" y="4866403"/>
                </a:cubicBezTo>
                <a:cubicBezTo>
                  <a:pt x="2082885" y="4875137"/>
                  <a:pt x="2110235" y="4872992"/>
                  <a:pt x="2133397" y="4860529"/>
                </a:cubicBezTo>
                <a:cubicBezTo>
                  <a:pt x="2154977" y="4842755"/>
                  <a:pt x="2169253" y="4817677"/>
                  <a:pt x="2173491" y="4790046"/>
                </a:cubicBezTo>
                <a:lnTo>
                  <a:pt x="2210521" y="4636822"/>
                </a:lnTo>
                <a:lnTo>
                  <a:pt x="2187027" y="4630949"/>
                </a:lnTo>
                <a:lnTo>
                  <a:pt x="2163533" y="4625330"/>
                </a:lnTo>
                <a:lnTo>
                  <a:pt x="2124971" y="4778555"/>
                </a:lnTo>
                <a:cubicBezTo>
                  <a:pt x="2122723" y="4793162"/>
                  <a:pt x="2115623" y="4806569"/>
                  <a:pt x="2104795" y="4816605"/>
                </a:cubicBezTo>
                <a:cubicBezTo>
                  <a:pt x="2093738" y="4823347"/>
                  <a:pt x="2080177" y="4824675"/>
                  <a:pt x="2068021" y="4820181"/>
                </a:cubicBezTo>
                <a:cubicBezTo>
                  <a:pt x="2055407" y="4818035"/>
                  <a:pt x="2044502" y="4810221"/>
                  <a:pt x="2038399" y="4798984"/>
                </a:cubicBezTo>
                <a:cubicBezTo>
                  <a:pt x="2033521" y="4785271"/>
                  <a:pt x="2033521" y="4770306"/>
                  <a:pt x="2038399" y="4756592"/>
                </a:cubicBezTo>
                <a:lnTo>
                  <a:pt x="2076705" y="4603368"/>
                </a:lnTo>
                <a:lnTo>
                  <a:pt x="2053211" y="4597495"/>
                </a:lnTo>
                <a:close/>
                <a:moveTo>
                  <a:pt x="3311185" y="4541568"/>
                </a:moveTo>
                <a:lnTo>
                  <a:pt x="3154129" y="4592643"/>
                </a:lnTo>
                <a:lnTo>
                  <a:pt x="3230741" y="4832438"/>
                </a:lnTo>
                <a:lnTo>
                  <a:pt x="3253980" y="4824777"/>
                </a:lnTo>
                <a:lnTo>
                  <a:pt x="3276964" y="4817371"/>
                </a:lnTo>
                <a:lnTo>
                  <a:pt x="3245042" y="4715988"/>
                </a:lnTo>
                <a:lnTo>
                  <a:pt x="3341829" y="4684576"/>
                </a:lnTo>
                <a:lnTo>
                  <a:pt x="3335190" y="4663891"/>
                </a:lnTo>
                <a:lnTo>
                  <a:pt x="3328295" y="4643206"/>
                </a:lnTo>
                <a:lnTo>
                  <a:pt x="3231762" y="4674617"/>
                </a:lnTo>
                <a:lnTo>
                  <a:pt x="3214141" y="4620223"/>
                </a:lnTo>
                <a:lnTo>
                  <a:pt x="3324975" y="4584215"/>
                </a:lnTo>
                <a:lnTo>
                  <a:pt x="3318079" y="4562763"/>
                </a:lnTo>
                <a:close/>
                <a:moveTo>
                  <a:pt x="1798092" y="4512710"/>
                </a:moveTo>
                <a:lnTo>
                  <a:pt x="1790685" y="4533906"/>
                </a:lnTo>
                <a:lnTo>
                  <a:pt x="1783535" y="4555103"/>
                </a:lnTo>
                <a:lnTo>
                  <a:pt x="1849677" y="4577830"/>
                </a:lnTo>
                <a:lnTo>
                  <a:pt x="1782257" y="4773957"/>
                </a:lnTo>
                <a:lnTo>
                  <a:pt x="1805242" y="4781875"/>
                </a:lnTo>
                <a:lnTo>
                  <a:pt x="1827970" y="4789791"/>
                </a:lnTo>
                <a:lnTo>
                  <a:pt x="1895390" y="4593663"/>
                </a:lnTo>
                <a:lnTo>
                  <a:pt x="1961786" y="4616392"/>
                </a:lnTo>
                <a:lnTo>
                  <a:pt x="1969192" y="4595196"/>
                </a:lnTo>
                <a:lnTo>
                  <a:pt x="1976854" y="4574256"/>
                </a:lnTo>
                <a:close/>
                <a:moveTo>
                  <a:pt x="1706412" y="4467764"/>
                </a:moveTo>
                <a:lnTo>
                  <a:pt x="1599921" y="4696324"/>
                </a:lnTo>
                <a:lnTo>
                  <a:pt x="1621883" y="4706539"/>
                </a:lnTo>
                <a:lnTo>
                  <a:pt x="1643589" y="4716754"/>
                </a:lnTo>
                <a:lnTo>
                  <a:pt x="1750336" y="4488195"/>
                </a:lnTo>
                <a:lnTo>
                  <a:pt x="1728118" y="4477979"/>
                </a:lnTo>
                <a:close/>
                <a:moveTo>
                  <a:pt x="3619420" y="4392174"/>
                </a:moveTo>
                <a:lnTo>
                  <a:pt x="3452917" y="4480533"/>
                </a:lnTo>
                <a:lnTo>
                  <a:pt x="3463387" y="4500452"/>
                </a:lnTo>
                <a:lnTo>
                  <a:pt x="3473858" y="4520116"/>
                </a:lnTo>
                <a:lnTo>
                  <a:pt x="3535658" y="4487173"/>
                </a:lnTo>
                <a:lnTo>
                  <a:pt x="3633212" y="4670276"/>
                </a:lnTo>
                <a:lnTo>
                  <a:pt x="3654662" y="4659039"/>
                </a:lnTo>
                <a:lnTo>
                  <a:pt x="3675859" y="4647548"/>
                </a:lnTo>
                <a:lnTo>
                  <a:pt x="3578561" y="4464444"/>
                </a:lnTo>
                <a:lnTo>
                  <a:pt x="3640361" y="4431502"/>
                </a:lnTo>
                <a:lnTo>
                  <a:pt x="3629892" y="4411837"/>
                </a:lnTo>
                <a:close/>
                <a:moveTo>
                  <a:pt x="1489344" y="4349782"/>
                </a:moveTo>
                <a:lnTo>
                  <a:pt x="1479384" y="4370723"/>
                </a:lnTo>
                <a:lnTo>
                  <a:pt x="1468658" y="4390386"/>
                </a:lnTo>
                <a:lnTo>
                  <a:pt x="1529949" y="4424351"/>
                </a:lnTo>
                <a:lnTo>
                  <a:pt x="1429331" y="4605666"/>
                </a:lnTo>
                <a:lnTo>
                  <a:pt x="1450527" y="4617414"/>
                </a:lnTo>
                <a:lnTo>
                  <a:pt x="1471723" y="4629161"/>
                </a:lnTo>
                <a:lnTo>
                  <a:pt x="1571319" y="4446313"/>
                </a:lnTo>
                <a:lnTo>
                  <a:pt x="1632608" y="4480277"/>
                </a:lnTo>
                <a:lnTo>
                  <a:pt x="1643335" y="4460870"/>
                </a:lnTo>
                <a:lnTo>
                  <a:pt x="1654316" y="4441205"/>
                </a:lnTo>
                <a:close/>
                <a:moveTo>
                  <a:pt x="3074963" y="4313007"/>
                </a:moveTo>
                <a:lnTo>
                  <a:pt x="3074963" y="4313773"/>
                </a:lnTo>
                <a:cubicBezTo>
                  <a:pt x="3084922" y="4313773"/>
                  <a:pt x="3086454" y="4323478"/>
                  <a:pt x="3084922" y="4335480"/>
                </a:cubicBezTo>
                <a:cubicBezTo>
                  <a:pt x="3083390" y="4347483"/>
                  <a:pt x="3083901" y="4399834"/>
                  <a:pt x="3074708" y="4399834"/>
                </a:cubicBezTo>
                <a:cubicBezTo>
                  <a:pt x="3065513" y="4399834"/>
                  <a:pt x="3068579" y="4358208"/>
                  <a:pt x="3068579" y="4338545"/>
                </a:cubicBezTo>
                <a:cubicBezTo>
                  <a:pt x="3068579" y="4318881"/>
                  <a:pt x="3068579" y="4313007"/>
                  <a:pt x="3074963" y="4313007"/>
                </a:cubicBezTo>
                <a:close/>
                <a:moveTo>
                  <a:pt x="2643636" y="4313007"/>
                </a:moveTo>
                <a:lnTo>
                  <a:pt x="2643636" y="4313773"/>
                </a:lnTo>
                <a:cubicBezTo>
                  <a:pt x="2653596" y="4313773"/>
                  <a:pt x="2655128" y="4323478"/>
                  <a:pt x="2653596" y="4335480"/>
                </a:cubicBezTo>
                <a:cubicBezTo>
                  <a:pt x="2652064" y="4347483"/>
                  <a:pt x="2652573" y="4399834"/>
                  <a:pt x="2643380" y="4399834"/>
                </a:cubicBezTo>
                <a:cubicBezTo>
                  <a:pt x="2634187" y="4399834"/>
                  <a:pt x="2637252" y="4358208"/>
                  <a:pt x="2637252" y="4338545"/>
                </a:cubicBezTo>
                <a:cubicBezTo>
                  <a:pt x="2637252" y="4318881"/>
                  <a:pt x="2637252" y="4313007"/>
                  <a:pt x="2643636" y="4313007"/>
                </a:cubicBezTo>
                <a:close/>
                <a:moveTo>
                  <a:pt x="3003458" y="4309177"/>
                </a:moveTo>
                <a:cubicBezTo>
                  <a:pt x="3009842" y="4309177"/>
                  <a:pt x="3012906" y="4322712"/>
                  <a:pt x="3012906" y="4334715"/>
                </a:cubicBezTo>
                <a:cubicBezTo>
                  <a:pt x="3012906" y="4346717"/>
                  <a:pt x="3012397" y="4397792"/>
                  <a:pt x="3004736" y="4397792"/>
                </a:cubicBezTo>
                <a:cubicBezTo>
                  <a:pt x="2997073" y="4397792"/>
                  <a:pt x="2992732" y="4355656"/>
                  <a:pt x="2992732" y="4336757"/>
                </a:cubicBezTo>
                <a:cubicBezTo>
                  <a:pt x="2992732" y="4317860"/>
                  <a:pt x="2992732" y="4309943"/>
                  <a:pt x="3003458" y="4309943"/>
                </a:cubicBezTo>
                <a:close/>
                <a:moveTo>
                  <a:pt x="2572131" y="4309177"/>
                </a:moveTo>
                <a:cubicBezTo>
                  <a:pt x="2578516" y="4309177"/>
                  <a:pt x="2581580" y="4323734"/>
                  <a:pt x="2581580" y="4334715"/>
                </a:cubicBezTo>
                <a:cubicBezTo>
                  <a:pt x="2581580" y="4345696"/>
                  <a:pt x="2581324" y="4399069"/>
                  <a:pt x="2573663" y="4399069"/>
                </a:cubicBezTo>
                <a:cubicBezTo>
                  <a:pt x="2566001" y="4399069"/>
                  <a:pt x="2561404" y="4355656"/>
                  <a:pt x="2561404" y="4336757"/>
                </a:cubicBezTo>
                <a:cubicBezTo>
                  <a:pt x="2561404" y="4317860"/>
                  <a:pt x="2561404" y="4309943"/>
                  <a:pt x="2572131" y="4309943"/>
                </a:cubicBezTo>
                <a:close/>
                <a:moveTo>
                  <a:pt x="2137611" y="4308890"/>
                </a:moveTo>
                <a:cubicBezTo>
                  <a:pt x="2140676" y="4308539"/>
                  <a:pt x="2144124" y="4309049"/>
                  <a:pt x="2145656" y="4312497"/>
                </a:cubicBezTo>
                <a:cubicBezTo>
                  <a:pt x="2147903" y="4340026"/>
                  <a:pt x="2148489" y="4367658"/>
                  <a:pt x="2147443" y="4395238"/>
                </a:cubicBezTo>
                <a:cubicBezTo>
                  <a:pt x="2147443" y="4401622"/>
                  <a:pt x="2134930" y="4404176"/>
                  <a:pt x="2131864" y="4395238"/>
                </a:cubicBezTo>
                <a:cubicBezTo>
                  <a:pt x="2130332" y="4367172"/>
                  <a:pt x="2130332" y="4339030"/>
                  <a:pt x="2131864" y="4310965"/>
                </a:cubicBezTo>
                <a:lnTo>
                  <a:pt x="2131864" y="4310454"/>
                </a:lnTo>
                <a:cubicBezTo>
                  <a:pt x="2131864" y="4310454"/>
                  <a:pt x="2134546" y="4309241"/>
                  <a:pt x="2137611" y="4308890"/>
                </a:cubicBezTo>
                <a:close/>
                <a:moveTo>
                  <a:pt x="2206945" y="4304581"/>
                </a:moveTo>
                <a:cubicBezTo>
                  <a:pt x="2216394" y="4303559"/>
                  <a:pt x="2214096" y="4327820"/>
                  <a:pt x="2214096" y="4334715"/>
                </a:cubicBezTo>
                <a:cubicBezTo>
                  <a:pt x="2214096" y="4341609"/>
                  <a:pt x="2214607" y="4394728"/>
                  <a:pt x="2206945" y="4394728"/>
                </a:cubicBezTo>
                <a:cubicBezTo>
                  <a:pt x="2199284" y="4394728"/>
                  <a:pt x="2199284" y="4349526"/>
                  <a:pt x="2199284" y="4334715"/>
                </a:cubicBezTo>
                <a:cubicBezTo>
                  <a:pt x="2199284" y="4319902"/>
                  <a:pt x="2197752" y="4304581"/>
                  <a:pt x="2206945" y="4304581"/>
                </a:cubicBezTo>
                <a:close/>
                <a:moveTo>
                  <a:pt x="2165064" y="4298707"/>
                </a:moveTo>
                <a:lnTo>
                  <a:pt x="2165120" y="4300427"/>
                </a:lnTo>
                <a:lnTo>
                  <a:pt x="2165064" y="4300495"/>
                </a:lnTo>
                <a:close/>
                <a:moveTo>
                  <a:pt x="2169252" y="4295361"/>
                </a:moveTo>
                <a:cubicBezTo>
                  <a:pt x="2173950" y="4292501"/>
                  <a:pt x="2180079" y="4294009"/>
                  <a:pt x="2182939" y="4298707"/>
                </a:cubicBezTo>
                <a:cubicBezTo>
                  <a:pt x="2186005" y="4302793"/>
                  <a:pt x="2186005" y="4394983"/>
                  <a:pt x="2186005" y="4400857"/>
                </a:cubicBezTo>
                <a:cubicBezTo>
                  <a:pt x="2186005" y="4406731"/>
                  <a:pt x="2171448" y="4405709"/>
                  <a:pt x="2168384" y="4400857"/>
                </a:cubicBezTo>
                <a:lnTo>
                  <a:pt x="2165120" y="4300427"/>
                </a:lnTo>
                <a:close/>
                <a:moveTo>
                  <a:pt x="3042274" y="4291556"/>
                </a:moveTo>
                <a:cubicBezTo>
                  <a:pt x="3055299" y="4291556"/>
                  <a:pt x="3051467" y="4310199"/>
                  <a:pt x="3051467" y="4329862"/>
                </a:cubicBezTo>
                <a:cubicBezTo>
                  <a:pt x="3051467" y="4349526"/>
                  <a:pt x="3054787" y="4404176"/>
                  <a:pt x="3040742" y="4404176"/>
                </a:cubicBezTo>
                <a:cubicBezTo>
                  <a:pt x="3026697" y="4404176"/>
                  <a:pt x="3029761" y="4346717"/>
                  <a:pt x="3029761" y="4328841"/>
                </a:cubicBezTo>
                <a:cubicBezTo>
                  <a:pt x="3029761" y="4310965"/>
                  <a:pt x="3026697" y="4291556"/>
                  <a:pt x="3042274" y="4291556"/>
                </a:cubicBezTo>
                <a:close/>
                <a:moveTo>
                  <a:pt x="2610947" y="4291556"/>
                </a:moveTo>
                <a:cubicBezTo>
                  <a:pt x="2624227" y="4291556"/>
                  <a:pt x="2620142" y="4310199"/>
                  <a:pt x="2620142" y="4329862"/>
                </a:cubicBezTo>
                <a:cubicBezTo>
                  <a:pt x="2620142" y="4349526"/>
                  <a:pt x="2623460" y="4404176"/>
                  <a:pt x="2609415" y="4404176"/>
                </a:cubicBezTo>
                <a:cubicBezTo>
                  <a:pt x="2595370" y="4404176"/>
                  <a:pt x="2598434" y="4346717"/>
                  <a:pt x="2598434" y="4328841"/>
                </a:cubicBezTo>
                <a:cubicBezTo>
                  <a:pt x="2598434" y="4310965"/>
                  <a:pt x="2595370" y="4291556"/>
                  <a:pt x="2610947" y="4291556"/>
                </a:cubicBezTo>
                <a:close/>
                <a:moveTo>
                  <a:pt x="1921692" y="4283639"/>
                </a:moveTo>
                <a:lnTo>
                  <a:pt x="1922948" y="4284792"/>
                </a:lnTo>
                <a:lnTo>
                  <a:pt x="1920926" y="4284661"/>
                </a:lnTo>
                <a:close/>
                <a:moveTo>
                  <a:pt x="3813761" y="4269849"/>
                </a:moveTo>
                <a:lnTo>
                  <a:pt x="3670495" y="4362806"/>
                </a:lnTo>
                <a:lnTo>
                  <a:pt x="3807887" y="4574256"/>
                </a:lnTo>
                <a:lnTo>
                  <a:pt x="3954983" y="4477724"/>
                </a:lnTo>
                <a:lnTo>
                  <a:pt x="3942725" y="4458826"/>
                </a:lnTo>
                <a:lnTo>
                  <a:pt x="3930722" y="4440184"/>
                </a:lnTo>
                <a:lnTo>
                  <a:pt x="3823720" y="4509646"/>
                </a:lnTo>
                <a:lnTo>
                  <a:pt x="3787713" y="4454740"/>
                </a:lnTo>
                <a:lnTo>
                  <a:pt x="3883734" y="4393450"/>
                </a:lnTo>
                <a:lnTo>
                  <a:pt x="3871986" y="4375064"/>
                </a:lnTo>
                <a:lnTo>
                  <a:pt x="3860240" y="4356932"/>
                </a:lnTo>
                <a:lnTo>
                  <a:pt x="3764984" y="4418733"/>
                </a:lnTo>
                <a:lnTo>
                  <a:pt x="3735871" y="4373787"/>
                </a:lnTo>
                <a:lnTo>
                  <a:pt x="3838021" y="4307390"/>
                </a:lnTo>
                <a:lnTo>
                  <a:pt x="3826019" y="4288492"/>
                </a:lnTo>
                <a:close/>
                <a:moveTo>
                  <a:pt x="1311858" y="4244312"/>
                </a:moveTo>
                <a:cubicBezTo>
                  <a:pt x="1289896" y="4246560"/>
                  <a:pt x="1270130" y="4258562"/>
                  <a:pt x="1257975" y="4277000"/>
                </a:cubicBezTo>
                <a:cubicBezTo>
                  <a:pt x="1246048" y="4290637"/>
                  <a:pt x="1241069" y="4308999"/>
                  <a:pt x="1244440" y="4326798"/>
                </a:cubicBezTo>
                <a:cubicBezTo>
                  <a:pt x="1254016" y="4351748"/>
                  <a:pt x="1268521" y="4374502"/>
                  <a:pt x="1287087" y="4393706"/>
                </a:cubicBezTo>
                <a:cubicBezTo>
                  <a:pt x="1296817" y="4403665"/>
                  <a:pt x="1304785" y="4415259"/>
                  <a:pt x="1310582" y="4427926"/>
                </a:cubicBezTo>
                <a:cubicBezTo>
                  <a:pt x="1313058" y="4435715"/>
                  <a:pt x="1311322" y="4444219"/>
                  <a:pt x="1305985" y="4450399"/>
                </a:cubicBezTo>
                <a:cubicBezTo>
                  <a:pt x="1300622" y="4458060"/>
                  <a:pt x="1291505" y="4462172"/>
                  <a:pt x="1282236" y="4461124"/>
                </a:cubicBezTo>
                <a:cubicBezTo>
                  <a:pt x="1269671" y="4459439"/>
                  <a:pt x="1257821" y="4454332"/>
                  <a:pt x="1248015" y="4446313"/>
                </a:cubicBezTo>
                <a:cubicBezTo>
                  <a:pt x="1237315" y="4439571"/>
                  <a:pt x="1229475" y="4429126"/>
                  <a:pt x="1226053" y="4416945"/>
                </a:cubicBezTo>
                <a:cubicBezTo>
                  <a:pt x="1223473" y="4405453"/>
                  <a:pt x="1226103" y="4393400"/>
                  <a:pt x="1233203" y="4384002"/>
                </a:cubicBezTo>
                <a:lnTo>
                  <a:pt x="1195408" y="4356677"/>
                </a:lnTo>
                <a:cubicBezTo>
                  <a:pt x="1181209" y="4375677"/>
                  <a:pt x="1175566" y="4399733"/>
                  <a:pt x="1179830" y="4423074"/>
                </a:cubicBezTo>
                <a:cubicBezTo>
                  <a:pt x="1186291" y="4447181"/>
                  <a:pt x="1201511" y="4468020"/>
                  <a:pt x="1222477" y="4481555"/>
                </a:cubicBezTo>
                <a:cubicBezTo>
                  <a:pt x="1241937" y="4497209"/>
                  <a:pt x="1266197" y="4505688"/>
                  <a:pt x="1291173" y="4505560"/>
                </a:cubicBezTo>
                <a:cubicBezTo>
                  <a:pt x="1312956" y="4504360"/>
                  <a:pt x="1332901" y="4493021"/>
                  <a:pt x="1345057" y="4474915"/>
                </a:cubicBezTo>
                <a:cubicBezTo>
                  <a:pt x="1357290" y="4460844"/>
                  <a:pt x="1363189" y="4442380"/>
                  <a:pt x="1361401" y="4423840"/>
                </a:cubicBezTo>
                <a:cubicBezTo>
                  <a:pt x="1353894" y="4400167"/>
                  <a:pt x="1340869" y="4378613"/>
                  <a:pt x="1323350" y="4361018"/>
                </a:cubicBezTo>
                <a:cubicBezTo>
                  <a:pt x="1312395" y="4349246"/>
                  <a:pt x="1302895" y="4336221"/>
                  <a:pt x="1295004" y="4322202"/>
                </a:cubicBezTo>
                <a:cubicBezTo>
                  <a:pt x="1291327" y="4315715"/>
                  <a:pt x="1291939" y="4307645"/>
                  <a:pt x="1296536" y="4301771"/>
                </a:cubicBezTo>
                <a:cubicBezTo>
                  <a:pt x="1301643" y="4293983"/>
                  <a:pt x="1309994" y="4288926"/>
                  <a:pt x="1319264" y="4287981"/>
                </a:cubicBezTo>
                <a:cubicBezTo>
                  <a:pt x="1329658" y="4287675"/>
                  <a:pt x="1339822" y="4291122"/>
                  <a:pt x="1347866" y="4297685"/>
                </a:cubicBezTo>
                <a:cubicBezTo>
                  <a:pt x="1358209" y="4304504"/>
                  <a:pt x="1365895" y="4314694"/>
                  <a:pt x="1369573" y="4326543"/>
                </a:cubicBezTo>
                <a:cubicBezTo>
                  <a:pt x="1372689" y="4337294"/>
                  <a:pt x="1370927" y="4348888"/>
                  <a:pt x="1364721" y="4358209"/>
                </a:cubicBezTo>
                <a:lnTo>
                  <a:pt x="1402771" y="4386045"/>
                </a:lnTo>
                <a:lnTo>
                  <a:pt x="1402771" y="4385534"/>
                </a:lnTo>
                <a:cubicBezTo>
                  <a:pt x="1415617" y="4366713"/>
                  <a:pt x="1420494" y="4343576"/>
                  <a:pt x="1416307" y="4321180"/>
                </a:cubicBezTo>
                <a:cubicBezTo>
                  <a:pt x="1411021" y="4298503"/>
                  <a:pt x="1397332" y="4278711"/>
                  <a:pt x="1378001" y="4265763"/>
                </a:cubicBezTo>
                <a:cubicBezTo>
                  <a:pt x="1359384" y="4250620"/>
                  <a:pt x="1335813" y="4242984"/>
                  <a:pt x="1311858" y="4244312"/>
                </a:cubicBezTo>
                <a:close/>
                <a:moveTo>
                  <a:pt x="4008101" y="4130926"/>
                </a:moveTo>
                <a:cubicBezTo>
                  <a:pt x="3983023" y="4130441"/>
                  <a:pt x="3958711" y="4139584"/>
                  <a:pt x="3940171" y="4156463"/>
                </a:cubicBezTo>
                <a:cubicBezTo>
                  <a:pt x="3916600" y="4174800"/>
                  <a:pt x="3903142" y="4203222"/>
                  <a:pt x="3903908" y="4233076"/>
                </a:cubicBezTo>
                <a:cubicBezTo>
                  <a:pt x="3906385" y="4268062"/>
                  <a:pt x="3920813" y="4301159"/>
                  <a:pt x="3944769" y="4326798"/>
                </a:cubicBezTo>
                <a:cubicBezTo>
                  <a:pt x="3965504" y="4354328"/>
                  <a:pt x="3995229" y="4373761"/>
                  <a:pt x="4028786" y="4381703"/>
                </a:cubicBezTo>
                <a:cubicBezTo>
                  <a:pt x="4085377" y="4390412"/>
                  <a:pt x="4138368" y="4351697"/>
                  <a:pt x="4147280" y="4295131"/>
                </a:cubicBezTo>
                <a:lnTo>
                  <a:pt x="4146769" y="4294621"/>
                </a:lnTo>
                <a:cubicBezTo>
                  <a:pt x="4148557" y="4268853"/>
                  <a:pt x="4141049" y="4243290"/>
                  <a:pt x="4125573" y="4222605"/>
                </a:cubicBezTo>
                <a:lnTo>
                  <a:pt x="4088289" y="4253761"/>
                </a:lnTo>
                <a:cubicBezTo>
                  <a:pt x="4096435" y="4264793"/>
                  <a:pt x="4100342" y="4278379"/>
                  <a:pt x="4099270" y="4292067"/>
                </a:cubicBezTo>
                <a:cubicBezTo>
                  <a:pt x="4098911" y="4294953"/>
                  <a:pt x="4098299" y="4297813"/>
                  <a:pt x="4097431" y="4300597"/>
                </a:cubicBezTo>
                <a:cubicBezTo>
                  <a:pt x="4089182" y="4327564"/>
                  <a:pt x="4060605" y="4342733"/>
                  <a:pt x="4033638" y="4334459"/>
                </a:cubicBezTo>
                <a:cubicBezTo>
                  <a:pt x="4013209" y="4326721"/>
                  <a:pt x="3995485" y="4313238"/>
                  <a:pt x="3982564" y="4295643"/>
                </a:cubicBezTo>
                <a:cubicBezTo>
                  <a:pt x="3966986" y="4279145"/>
                  <a:pt x="3956515" y="4258460"/>
                  <a:pt x="3952430" y="4236140"/>
                </a:cubicBezTo>
                <a:cubicBezTo>
                  <a:pt x="3949798" y="4219056"/>
                  <a:pt x="3956414" y="4201869"/>
                  <a:pt x="3969795" y="4190939"/>
                </a:cubicBezTo>
                <a:cubicBezTo>
                  <a:pt x="3979295" y="4182307"/>
                  <a:pt x="3991680" y="4177558"/>
                  <a:pt x="4004525" y="4177660"/>
                </a:cubicBezTo>
                <a:cubicBezTo>
                  <a:pt x="4017014" y="4177940"/>
                  <a:pt x="4028939" y="4183073"/>
                  <a:pt x="4037724" y="4191961"/>
                </a:cubicBezTo>
                <a:lnTo>
                  <a:pt x="4075009" y="4160805"/>
                </a:lnTo>
                <a:cubicBezTo>
                  <a:pt x="4057312" y="4142724"/>
                  <a:pt x="4033383" y="4132050"/>
                  <a:pt x="4008101" y="4130926"/>
                </a:cubicBezTo>
                <a:close/>
                <a:moveTo>
                  <a:pt x="2673457" y="4121933"/>
                </a:moveTo>
                <a:lnTo>
                  <a:pt x="2673968" y="4121933"/>
                </a:lnTo>
                <a:lnTo>
                  <a:pt x="2673968" y="4190118"/>
                </a:lnTo>
                <a:lnTo>
                  <a:pt x="2615998" y="4190118"/>
                </a:lnTo>
                <a:close/>
                <a:moveTo>
                  <a:pt x="2815757" y="4109219"/>
                </a:moveTo>
                <a:cubicBezTo>
                  <a:pt x="2842827" y="4109219"/>
                  <a:pt x="2853552" y="4131692"/>
                  <a:pt x="2853552" y="4169488"/>
                </a:cubicBezTo>
                <a:cubicBezTo>
                  <a:pt x="2853552" y="4207284"/>
                  <a:pt x="2841806" y="4229756"/>
                  <a:pt x="2815757" y="4229756"/>
                </a:cubicBezTo>
                <a:cubicBezTo>
                  <a:pt x="2789709" y="4229756"/>
                  <a:pt x="2777962" y="4207028"/>
                  <a:pt x="2777962" y="4169488"/>
                </a:cubicBezTo>
                <a:cubicBezTo>
                  <a:pt x="2777962" y="4131948"/>
                  <a:pt x="2790220" y="4109219"/>
                  <a:pt x="2815757" y="4109219"/>
                </a:cubicBezTo>
                <a:close/>
                <a:moveTo>
                  <a:pt x="2501392" y="4109219"/>
                </a:moveTo>
                <a:cubicBezTo>
                  <a:pt x="2527441" y="4109219"/>
                  <a:pt x="2537910" y="4124287"/>
                  <a:pt x="2537910" y="4141397"/>
                </a:cubicBezTo>
                <a:cubicBezTo>
                  <a:pt x="2538089" y="4143363"/>
                  <a:pt x="2538063" y="4145329"/>
                  <a:pt x="2537859" y="4147296"/>
                </a:cubicBezTo>
                <a:cubicBezTo>
                  <a:pt x="2536122" y="4164687"/>
                  <a:pt x="2520570" y="4177379"/>
                  <a:pt x="2503180" y="4175617"/>
                </a:cubicBezTo>
                <a:cubicBezTo>
                  <a:pt x="2488112" y="4175617"/>
                  <a:pt x="2466661" y="4172042"/>
                  <a:pt x="2466661" y="4142929"/>
                </a:cubicBezTo>
                <a:cubicBezTo>
                  <a:pt x="2466610" y="4141703"/>
                  <a:pt x="2466635" y="4140477"/>
                  <a:pt x="2466711" y="4139252"/>
                </a:cubicBezTo>
                <a:cubicBezTo>
                  <a:pt x="2468014" y="4121375"/>
                  <a:pt x="2483515" y="4107943"/>
                  <a:pt x="2501392" y="4109219"/>
                </a:cubicBezTo>
                <a:close/>
                <a:moveTo>
                  <a:pt x="2494292" y="4093692"/>
                </a:moveTo>
                <a:cubicBezTo>
                  <a:pt x="2466074" y="4093948"/>
                  <a:pt x="2443421" y="4117008"/>
                  <a:pt x="2443677" y="4145227"/>
                </a:cubicBezTo>
                <a:cubicBezTo>
                  <a:pt x="2443728" y="4146376"/>
                  <a:pt x="2443805" y="4147525"/>
                  <a:pt x="2443933" y="4148649"/>
                </a:cubicBezTo>
                <a:cubicBezTo>
                  <a:pt x="2447073" y="4176689"/>
                  <a:pt x="2472330" y="4196889"/>
                  <a:pt x="2500371" y="4193748"/>
                </a:cubicBezTo>
                <a:cubicBezTo>
                  <a:pt x="2516254" y="4194897"/>
                  <a:pt x="2531705" y="4188232"/>
                  <a:pt x="2541741" y="4175872"/>
                </a:cubicBezTo>
                <a:cubicBezTo>
                  <a:pt x="2536122" y="4214944"/>
                  <a:pt x="2523865" y="4232054"/>
                  <a:pt x="2498327" y="4232054"/>
                </a:cubicBezTo>
                <a:cubicBezTo>
                  <a:pt x="2496565" y="4232386"/>
                  <a:pt x="2494777" y="4232539"/>
                  <a:pt x="2493015" y="4232513"/>
                </a:cubicBezTo>
                <a:cubicBezTo>
                  <a:pt x="2478894" y="4232259"/>
                  <a:pt x="2467682" y="4220613"/>
                  <a:pt x="2467938" y="4206517"/>
                </a:cubicBezTo>
                <a:lnTo>
                  <a:pt x="2445209" y="4206517"/>
                </a:lnTo>
                <a:cubicBezTo>
                  <a:pt x="2445209" y="4221328"/>
                  <a:pt x="2456701" y="4246866"/>
                  <a:pt x="2498839" y="4246866"/>
                </a:cubicBezTo>
                <a:lnTo>
                  <a:pt x="2498839" y="4247632"/>
                </a:lnTo>
                <a:cubicBezTo>
                  <a:pt x="2561915" y="4247632"/>
                  <a:pt x="2564469" y="4178170"/>
                  <a:pt x="2564980" y="4163869"/>
                </a:cubicBezTo>
                <a:cubicBezTo>
                  <a:pt x="2564980" y="4139608"/>
                  <a:pt x="2559107" y="4094152"/>
                  <a:pt x="2501647" y="4094152"/>
                </a:cubicBezTo>
                <a:cubicBezTo>
                  <a:pt x="2499196" y="4093820"/>
                  <a:pt x="2496744" y="4093667"/>
                  <a:pt x="2494292" y="4093692"/>
                </a:cubicBezTo>
                <a:close/>
                <a:moveTo>
                  <a:pt x="2815758" y="4093386"/>
                </a:moveTo>
                <a:cubicBezTo>
                  <a:pt x="2763916" y="4093386"/>
                  <a:pt x="2753957" y="4139354"/>
                  <a:pt x="2753957" y="4169998"/>
                </a:cubicBezTo>
                <a:cubicBezTo>
                  <a:pt x="2753957" y="4200643"/>
                  <a:pt x="2764683" y="4246610"/>
                  <a:pt x="2815758" y="4246610"/>
                </a:cubicBezTo>
                <a:lnTo>
                  <a:pt x="2815758" y="4247632"/>
                </a:lnTo>
                <a:cubicBezTo>
                  <a:pt x="2868365" y="4247632"/>
                  <a:pt x="2877558" y="4200643"/>
                  <a:pt x="2877558" y="4169998"/>
                </a:cubicBezTo>
                <a:cubicBezTo>
                  <a:pt x="2877558" y="4139354"/>
                  <a:pt x="2867598" y="4093386"/>
                  <a:pt x="2815758" y="4093386"/>
                </a:cubicBezTo>
                <a:close/>
                <a:moveTo>
                  <a:pt x="2678110" y="4092365"/>
                </a:moveTo>
                <a:lnTo>
                  <a:pt x="2595625" y="4187619"/>
                </a:lnTo>
                <a:lnTo>
                  <a:pt x="2595625" y="4206006"/>
                </a:lnTo>
                <a:lnTo>
                  <a:pt x="2674281" y="4206006"/>
                </a:lnTo>
                <a:lnTo>
                  <a:pt x="2674281" y="4242780"/>
                </a:lnTo>
                <a:lnTo>
                  <a:pt x="2697008" y="4242780"/>
                </a:lnTo>
                <a:lnTo>
                  <a:pt x="2697008" y="4206006"/>
                </a:lnTo>
                <a:lnTo>
                  <a:pt x="2722545" y="4206006"/>
                </a:lnTo>
                <a:lnTo>
                  <a:pt x="2722545" y="4189917"/>
                </a:lnTo>
                <a:lnTo>
                  <a:pt x="2697008" y="4189917"/>
                </a:lnTo>
                <a:lnTo>
                  <a:pt x="2697008" y="4092365"/>
                </a:lnTo>
                <a:close/>
                <a:moveTo>
                  <a:pt x="2350976" y="4091343"/>
                </a:moveTo>
                <a:cubicBezTo>
                  <a:pt x="2343826" y="4115859"/>
                  <a:pt x="2331567" y="4118413"/>
                  <a:pt x="2302456" y="4119945"/>
                </a:cubicBezTo>
                <a:lnTo>
                  <a:pt x="2302456" y="4136034"/>
                </a:lnTo>
                <a:lnTo>
                  <a:pt x="2344592" y="4136034"/>
                </a:lnTo>
                <a:lnTo>
                  <a:pt x="2344592" y="4242780"/>
                </a:lnTo>
                <a:lnTo>
                  <a:pt x="2368597" y="4242780"/>
                </a:lnTo>
                <a:lnTo>
                  <a:pt x="2368597" y="4091343"/>
                </a:lnTo>
                <a:close/>
                <a:moveTo>
                  <a:pt x="1108580" y="4047675"/>
                </a:moveTo>
                <a:lnTo>
                  <a:pt x="936458" y="4232055"/>
                </a:lnTo>
                <a:lnTo>
                  <a:pt x="953058" y="4247632"/>
                </a:lnTo>
                <a:lnTo>
                  <a:pt x="969657" y="4263976"/>
                </a:lnTo>
                <a:lnTo>
                  <a:pt x="1093513" y="4130926"/>
                </a:lnTo>
                <a:lnTo>
                  <a:pt x="1039630" y="4329352"/>
                </a:lnTo>
                <a:lnTo>
                  <a:pt x="1057250" y="4345696"/>
                </a:lnTo>
                <a:lnTo>
                  <a:pt x="1074871" y="4361274"/>
                </a:lnTo>
                <a:lnTo>
                  <a:pt x="1246738" y="4176638"/>
                </a:lnTo>
                <a:lnTo>
                  <a:pt x="1230139" y="4161316"/>
                </a:lnTo>
                <a:lnTo>
                  <a:pt x="1213795" y="4145993"/>
                </a:lnTo>
                <a:lnTo>
                  <a:pt x="1093003" y="4275468"/>
                </a:lnTo>
                <a:lnTo>
                  <a:pt x="1145610" y="4082405"/>
                </a:lnTo>
                <a:lnTo>
                  <a:pt x="1126967" y="4065040"/>
                </a:lnTo>
                <a:close/>
                <a:moveTo>
                  <a:pt x="1027116" y="3958804"/>
                </a:moveTo>
                <a:lnTo>
                  <a:pt x="839671" y="4127606"/>
                </a:lnTo>
                <a:lnTo>
                  <a:pt x="856016" y="4145483"/>
                </a:lnTo>
                <a:lnTo>
                  <a:pt x="872104" y="4163614"/>
                </a:lnTo>
                <a:lnTo>
                  <a:pt x="1059549" y="3994812"/>
                </a:lnTo>
                <a:lnTo>
                  <a:pt x="1043460" y="3976681"/>
                </a:lnTo>
                <a:close/>
                <a:moveTo>
                  <a:pt x="4194013" y="3909517"/>
                </a:moveTo>
                <a:lnTo>
                  <a:pt x="4177926" y="3927649"/>
                </a:lnTo>
                <a:lnTo>
                  <a:pt x="4161581" y="3945525"/>
                </a:lnTo>
                <a:lnTo>
                  <a:pt x="4231809" y="4008857"/>
                </a:lnTo>
                <a:lnTo>
                  <a:pt x="4171286" y="4076276"/>
                </a:lnTo>
                <a:lnTo>
                  <a:pt x="4101058" y="4012943"/>
                </a:lnTo>
                <a:lnTo>
                  <a:pt x="4084713" y="4031075"/>
                </a:lnTo>
                <a:lnTo>
                  <a:pt x="4068625" y="4048951"/>
                </a:lnTo>
                <a:lnTo>
                  <a:pt x="4255559" y="4218264"/>
                </a:lnTo>
                <a:lnTo>
                  <a:pt x="4271647" y="4200133"/>
                </a:lnTo>
                <a:lnTo>
                  <a:pt x="4287992" y="4182256"/>
                </a:lnTo>
                <a:lnTo>
                  <a:pt x="4202952" y="4105644"/>
                </a:lnTo>
                <a:lnTo>
                  <a:pt x="4263731" y="4038225"/>
                </a:lnTo>
                <a:lnTo>
                  <a:pt x="4348516" y="4114837"/>
                </a:lnTo>
                <a:lnTo>
                  <a:pt x="4364858" y="4096706"/>
                </a:lnTo>
                <a:lnTo>
                  <a:pt x="4381458" y="4078319"/>
                </a:lnTo>
                <a:close/>
                <a:moveTo>
                  <a:pt x="2588474" y="3783362"/>
                </a:moveTo>
                <a:cubicBezTo>
                  <a:pt x="2594066" y="3791662"/>
                  <a:pt x="2600298" y="3799527"/>
                  <a:pt x="2607117" y="3806856"/>
                </a:cubicBezTo>
                <a:cubicBezTo>
                  <a:pt x="2615034" y="3814773"/>
                  <a:pt x="2626780" y="3821923"/>
                  <a:pt x="2627547" y="3826521"/>
                </a:cubicBezTo>
                <a:cubicBezTo>
                  <a:pt x="2628312" y="3831117"/>
                  <a:pt x="2621928" y="3832649"/>
                  <a:pt x="2621928" y="3832649"/>
                </a:cubicBezTo>
                <a:lnTo>
                  <a:pt x="2621928" y="3989960"/>
                </a:lnTo>
                <a:cubicBezTo>
                  <a:pt x="2621928" y="3989960"/>
                  <a:pt x="2681686" y="3988938"/>
                  <a:pt x="2701095" y="4003750"/>
                </a:cubicBezTo>
                <a:cubicBezTo>
                  <a:pt x="2720503" y="4018561"/>
                  <a:pt x="2753957" y="4031074"/>
                  <a:pt x="2762639" y="4041290"/>
                </a:cubicBezTo>
                <a:cubicBezTo>
                  <a:pt x="2771323" y="4051505"/>
                  <a:pt x="2807585" y="4053803"/>
                  <a:pt x="2822398" y="4057889"/>
                </a:cubicBezTo>
                <a:cubicBezTo>
                  <a:pt x="2837210" y="4061975"/>
                  <a:pt x="2844359" y="4081128"/>
                  <a:pt x="2852787" y="4087513"/>
                </a:cubicBezTo>
                <a:cubicBezTo>
                  <a:pt x="2861213" y="4093897"/>
                  <a:pt x="2874238" y="4086747"/>
                  <a:pt x="2886751" y="4090577"/>
                </a:cubicBezTo>
                <a:cubicBezTo>
                  <a:pt x="2899265" y="4094407"/>
                  <a:pt x="2920460" y="4119434"/>
                  <a:pt x="2934252" y="4126074"/>
                </a:cubicBezTo>
                <a:cubicBezTo>
                  <a:pt x="2948041" y="4132714"/>
                  <a:pt x="2964897" y="4133990"/>
                  <a:pt x="2971026" y="4148802"/>
                </a:cubicBezTo>
                <a:cubicBezTo>
                  <a:pt x="2977154" y="4163614"/>
                  <a:pt x="2973579" y="4171786"/>
                  <a:pt x="2989412" y="4171786"/>
                </a:cubicBezTo>
                <a:cubicBezTo>
                  <a:pt x="3002283" y="4171250"/>
                  <a:pt x="3014745" y="4176254"/>
                  <a:pt x="3023633" y="4185576"/>
                </a:cubicBezTo>
                <a:cubicBezTo>
                  <a:pt x="3028995" y="4190173"/>
                  <a:pt x="3046360" y="4184554"/>
                  <a:pt x="3062449" y="4190173"/>
                </a:cubicBezTo>
                <a:cubicBezTo>
                  <a:pt x="3070621" y="4192471"/>
                  <a:pt x="3097181" y="4206006"/>
                  <a:pt x="3113523" y="4210602"/>
                </a:cubicBezTo>
                <a:cubicBezTo>
                  <a:pt x="3139444" y="4221762"/>
                  <a:pt x="3164190" y="4235553"/>
                  <a:pt x="3187327" y="4251718"/>
                </a:cubicBezTo>
                <a:cubicBezTo>
                  <a:pt x="3235772" y="4255038"/>
                  <a:pt x="3283756" y="4263159"/>
                  <a:pt x="3330592" y="4275978"/>
                </a:cubicBezTo>
                <a:lnTo>
                  <a:pt x="1866020" y="4277511"/>
                </a:lnTo>
                <a:cubicBezTo>
                  <a:pt x="1866020" y="4277511"/>
                  <a:pt x="1913264" y="4268061"/>
                  <a:pt x="2040951" y="4257081"/>
                </a:cubicBezTo>
                <a:cubicBezTo>
                  <a:pt x="2063451" y="4238362"/>
                  <a:pt x="2089524" y="4224367"/>
                  <a:pt x="2117563" y="4215966"/>
                </a:cubicBezTo>
                <a:cubicBezTo>
                  <a:pt x="2126758" y="4215200"/>
                  <a:pt x="2155104" y="4182512"/>
                  <a:pt x="2158680" y="4177148"/>
                </a:cubicBezTo>
                <a:cubicBezTo>
                  <a:pt x="2162254" y="4171786"/>
                  <a:pt x="2192899" y="4175872"/>
                  <a:pt x="2199795" y="4156463"/>
                </a:cubicBezTo>
                <a:cubicBezTo>
                  <a:pt x="2206690" y="4137055"/>
                  <a:pt x="2225843" y="4139608"/>
                  <a:pt x="2236569" y="4135778"/>
                </a:cubicBezTo>
                <a:cubicBezTo>
                  <a:pt x="2247294" y="4131947"/>
                  <a:pt x="2248826" y="4104878"/>
                  <a:pt x="2268491" y="4094663"/>
                </a:cubicBezTo>
                <a:cubicBezTo>
                  <a:pt x="2277428" y="4090066"/>
                  <a:pt x="2300157" y="4082661"/>
                  <a:pt x="2316501" y="4076276"/>
                </a:cubicBezTo>
                <a:cubicBezTo>
                  <a:pt x="2332845" y="4069892"/>
                  <a:pt x="2350211" y="4046141"/>
                  <a:pt x="2362212" y="4044354"/>
                </a:cubicBezTo>
                <a:cubicBezTo>
                  <a:pt x="2382974" y="4043333"/>
                  <a:pt x="2403278" y="4037842"/>
                  <a:pt x="2421715" y="4028266"/>
                </a:cubicBezTo>
                <a:cubicBezTo>
                  <a:pt x="2439080" y="4016519"/>
                  <a:pt x="2459254" y="4005027"/>
                  <a:pt x="2474322" y="3996344"/>
                </a:cubicBezTo>
                <a:cubicBezTo>
                  <a:pt x="2489388" y="3987661"/>
                  <a:pt x="2557830" y="3992258"/>
                  <a:pt x="2557830" y="3992258"/>
                </a:cubicBezTo>
                <a:lnTo>
                  <a:pt x="2557830" y="3835969"/>
                </a:lnTo>
                <a:lnTo>
                  <a:pt x="2550168" y="3828819"/>
                </a:lnTo>
                <a:cubicBezTo>
                  <a:pt x="2546848" y="3825754"/>
                  <a:pt x="2560894" y="3816305"/>
                  <a:pt x="2570343" y="3806856"/>
                </a:cubicBezTo>
                <a:cubicBezTo>
                  <a:pt x="2577187" y="3799681"/>
                  <a:pt x="2583265" y="3791815"/>
                  <a:pt x="2588474" y="3783362"/>
                </a:cubicBezTo>
                <a:close/>
                <a:moveTo>
                  <a:pt x="4348260" y="3698578"/>
                </a:moveTo>
                <a:lnTo>
                  <a:pt x="4335236" y="3717221"/>
                </a:lnTo>
                <a:lnTo>
                  <a:pt x="4322211" y="3735863"/>
                </a:lnTo>
                <a:lnTo>
                  <a:pt x="4467264" y="3838012"/>
                </a:lnTo>
                <a:lnTo>
                  <a:pt x="4268839" y="3812475"/>
                </a:lnTo>
                <a:lnTo>
                  <a:pt x="4254282" y="3833416"/>
                </a:lnTo>
                <a:lnTo>
                  <a:pt x="4239726" y="3854101"/>
                </a:lnTo>
                <a:lnTo>
                  <a:pt x="4446323" y="3998898"/>
                </a:lnTo>
                <a:lnTo>
                  <a:pt x="4459347" y="3980256"/>
                </a:lnTo>
                <a:lnTo>
                  <a:pt x="4472116" y="3961613"/>
                </a:lnTo>
                <a:lnTo>
                  <a:pt x="4323232" y="3857421"/>
                </a:lnTo>
                <a:lnTo>
                  <a:pt x="4527532" y="3882958"/>
                </a:lnTo>
                <a:lnTo>
                  <a:pt x="4541578" y="3863039"/>
                </a:lnTo>
                <a:lnTo>
                  <a:pt x="4554857" y="3843376"/>
                </a:lnTo>
                <a:close/>
                <a:moveTo>
                  <a:pt x="785022" y="3676361"/>
                </a:moveTo>
                <a:cubicBezTo>
                  <a:pt x="714002" y="3673629"/>
                  <a:pt x="648779" y="3715407"/>
                  <a:pt x="621581" y="3781064"/>
                </a:cubicBezTo>
                <a:cubicBezTo>
                  <a:pt x="612618" y="3810534"/>
                  <a:pt x="617802" y="3842507"/>
                  <a:pt x="635627" y="3867636"/>
                </a:cubicBezTo>
                <a:cubicBezTo>
                  <a:pt x="649749" y="3890415"/>
                  <a:pt x="674725" y="3904154"/>
                  <a:pt x="701514" y="3903899"/>
                </a:cubicBezTo>
                <a:lnTo>
                  <a:pt x="706366" y="3903899"/>
                </a:lnTo>
                <a:lnTo>
                  <a:pt x="680828" y="3925606"/>
                </a:lnTo>
                <a:lnTo>
                  <a:pt x="698449" y="3952930"/>
                </a:lnTo>
                <a:lnTo>
                  <a:pt x="812602" y="3878872"/>
                </a:lnTo>
                <a:lnTo>
                  <a:pt x="759739" y="3797152"/>
                </a:lnTo>
                <a:lnTo>
                  <a:pt x="723221" y="3820903"/>
                </a:lnTo>
                <a:lnTo>
                  <a:pt x="751567" y="3867636"/>
                </a:lnTo>
                <a:cubicBezTo>
                  <a:pt x="741071" y="3871747"/>
                  <a:pt x="729911" y="3873918"/>
                  <a:pt x="718624" y="3874020"/>
                </a:cubicBezTo>
                <a:cubicBezTo>
                  <a:pt x="700978" y="3874046"/>
                  <a:pt x="684557" y="3864980"/>
                  <a:pt x="675210" y="3850015"/>
                </a:cubicBezTo>
                <a:cubicBezTo>
                  <a:pt x="663591" y="3834386"/>
                  <a:pt x="660449" y="3814033"/>
                  <a:pt x="666783" y="3795620"/>
                </a:cubicBezTo>
                <a:cubicBezTo>
                  <a:pt x="676053" y="3774475"/>
                  <a:pt x="692039" y="3756982"/>
                  <a:pt x="712240" y="3745823"/>
                </a:cubicBezTo>
                <a:cubicBezTo>
                  <a:pt x="731035" y="3732007"/>
                  <a:pt x="753789" y="3724652"/>
                  <a:pt x="777104" y="3724882"/>
                </a:cubicBezTo>
                <a:cubicBezTo>
                  <a:pt x="796589" y="3725852"/>
                  <a:pt x="814262" y="3736629"/>
                  <a:pt x="824094" y="3753484"/>
                </a:cubicBezTo>
                <a:cubicBezTo>
                  <a:pt x="830733" y="3763776"/>
                  <a:pt x="833440" y="3776084"/>
                  <a:pt x="831755" y="3788215"/>
                </a:cubicBezTo>
                <a:cubicBezTo>
                  <a:pt x="831065" y="3799834"/>
                  <a:pt x="825728" y="3810688"/>
                  <a:pt x="816943" y="3818349"/>
                </a:cubicBezTo>
                <a:lnTo>
                  <a:pt x="845545" y="3858953"/>
                </a:lnTo>
                <a:cubicBezTo>
                  <a:pt x="864570" y="3844065"/>
                  <a:pt x="877033" y="3822358"/>
                  <a:pt x="880276" y="3798430"/>
                </a:cubicBezTo>
                <a:cubicBezTo>
                  <a:pt x="882778" y="3773301"/>
                  <a:pt x="876165" y="3748095"/>
                  <a:pt x="861634" y="3727436"/>
                </a:cubicBezTo>
                <a:cubicBezTo>
                  <a:pt x="845468" y="3699370"/>
                  <a:pt x="817122" y="3680498"/>
                  <a:pt x="785022" y="3676361"/>
                </a:cubicBezTo>
                <a:close/>
                <a:moveTo>
                  <a:pt x="4509911" y="3529521"/>
                </a:moveTo>
                <a:cubicBezTo>
                  <a:pt x="4532921" y="3528091"/>
                  <a:pt x="4555802" y="3533709"/>
                  <a:pt x="4575541" y="3545609"/>
                </a:cubicBezTo>
                <a:cubicBezTo>
                  <a:pt x="4596764" y="3554420"/>
                  <a:pt x="4614589" y="3569819"/>
                  <a:pt x="4626362" y="3589534"/>
                </a:cubicBezTo>
                <a:cubicBezTo>
                  <a:pt x="4628507" y="3594232"/>
                  <a:pt x="4630039" y="3599212"/>
                  <a:pt x="4630882" y="3604294"/>
                </a:cubicBezTo>
                <a:cubicBezTo>
                  <a:pt x="4636143" y="3636037"/>
                  <a:pt x="4614666" y="3665992"/>
                  <a:pt x="4582948" y="3671253"/>
                </a:cubicBezTo>
                <a:cubicBezTo>
                  <a:pt x="4560347" y="3672989"/>
                  <a:pt x="4537746" y="3667627"/>
                  <a:pt x="4518338" y="3655930"/>
                </a:cubicBezTo>
                <a:cubicBezTo>
                  <a:pt x="4497015" y="3646431"/>
                  <a:pt x="4479190" y="3630546"/>
                  <a:pt x="4467263" y="3610474"/>
                </a:cubicBezTo>
                <a:cubicBezTo>
                  <a:pt x="4458581" y="3594564"/>
                  <a:pt x="4458581" y="3575309"/>
                  <a:pt x="4467263" y="3559399"/>
                </a:cubicBezTo>
                <a:cubicBezTo>
                  <a:pt x="4475410" y="3542774"/>
                  <a:pt x="4491499" y="3531487"/>
                  <a:pt x="4509911" y="3529521"/>
                </a:cubicBezTo>
                <a:close/>
                <a:moveTo>
                  <a:pt x="4498676" y="3484064"/>
                </a:moveTo>
                <a:cubicBezTo>
                  <a:pt x="4494921" y="3484983"/>
                  <a:pt x="4491217" y="3486133"/>
                  <a:pt x="4487592" y="3487435"/>
                </a:cubicBezTo>
                <a:cubicBezTo>
                  <a:pt x="4430720" y="3508120"/>
                  <a:pt x="4401378" y="3570968"/>
                  <a:pt x="4422063" y="3627840"/>
                </a:cubicBezTo>
                <a:cubicBezTo>
                  <a:pt x="4436849" y="3659787"/>
                  <a:pt x="4462438" y="3685478"/>
                  <a:pt x="4494333" y="3700366"/>
                </a:cubicBezTo>
                <a:cubicBezTo>
                  <a:pt x="4524059" y="3718217"/>
                  <a:pt x="4559249" y="3724754"/>
                  <a:pt x="4593419" y="3718753"/>
                </a:cubicBezTo>
                <a:cubicBezTo>
                  <a:pt x="4623835" y="3712215"/>
                  <a:pt x="4649498" y="3691938"/>
                  <a:pt x="4662881" y="3663848"/>
                </a:cubicBezTo>
                <a:lnTo>
                  <a:pt x="4662370" y="3663337"/>
                </a:lnTo>
                <a:cubicBezTo>
                  <a:pt x="4678152" y="3636650"/>
                  <a:pt x="4680987" y="3604243"/>
                  <a:pt x="4670031" y="3575233"/>
                </a:cubicBezTo>
                <a:cubicBezTo>
                  <a:pt x="4655909" y="3543541"/>
                  <a:pt x="4630780" y="3518029"/>
                  <a:pt x="4599293" y="3503472"/>
                </a:cubicBezTo>
                <a:cubicBezTo>
                  <a:pt x="4569133" y="3485213"/>
                  <a:pt x="4533458" y="3478344"/>
                  <a:pt x="4498676" y="3484064"/>
                </a:cubicBezTo>
                <a:close/>
                <a:moveTo>
                  <a:pt x="681339" y="3404132"/>
                </a:moveTo>
                <a:lnTo>
                  <a:pt x="452779" y="3510878"/>
                </a:lnTo>
                <a:lnTo>
                  <a:pt x="462228" y="3531309"/>
                </a:lnTo>
                <a:lnTo>
                  <a:pt x="471932" y="3551738"/>
                </a:lnTo>
                <a:lnTo>
                  <a:pt x="636648" y="3475126"/>
                </a:lnTo>
                <a:lnTo>
                  <a:pt x="512281" y="3638821"/>
                </a:lnTo>
                <a:lnTo>
                  <a:pt x="522497" y="3660528"/>
                </a:lnTo>
                <a:lnTo>
                  <a:pt x="532712" y="3681979"/>
                </a:lnTo>
                <a:lnTo>
                  <a:pt x="761271" y="3575488"/>
                </a:lnTo>
                <a:lnTo>
                  <a:pt x="751567" y="3554803"/>
                </a:lnTo>
                <a:lnTo>
                  <a:pt x="742118" y="3534373"/>
                </a:lnTo>
                <a:lnTo>
                  <a:pt x="581743" y="3609197"/>
                </a:lnTo>
                <a:lnTo>
                  <a:pt x="702791" y="3450355"/>
                </a:lnTo>
                <a:lnTo>
                  <a:pt x="692065" y="3427371"/>
                </a:lnTo>
                <a:close/>
                <a:moveTo>
                  <a:pt x="4760434" y="3300706"/>
                </a:moveTo>
                <a:lnTo>
                  <a:pt x="4719062" y="3408474"/>
                </a:lnTo>
                <a:lnTo>
                  <a:pt x="4525490" y="3334160"/>
                </a:lnTo>
                <a:lnTo>
                  <a:pt x="4516806" y="3356888"/>
                </a:lnTo>
                <a:lnTo>
                  <a:pt x="4508124" y="3379361"/>
                </a:lnTo>
                <a:lnTo>
                  <a:pt x="4744090" y="3470018"/>
                </a:lnTo>
                <a:lnTo>
                  <a:pt x="4802315" y="3316794"/>
                </a:lnTo>
                <a:lnTo>
                  <a:pt x="4781374" y="3308878"/>
                </a:lnTo>
                <a:close/>
                <a:moveTo>
                  <a:pt x="636904" y="3292023"/>
                </a:moveTo>
                <a:lnTo>
                  <a:pt x="401449" y="3382425"/>
                </a:lnTo>
                <a:lnTo>
                  <a:pt x="410131" y="3405154"/>
                </a:lnTo>
                <a:lnTo>
                  <a:pt x="418814" y="3427627"/>
                </a:lnTo>
                <a:lnTo>
                  <a:pt x="654269" y="3337225"/>
                </a:lnTo>
                <a:lnTo>
                  <a:pt x="645587" y="3314751"/>
                </a:lnTo>
                <a:close/>
                <a:moveTo>
                  <a:pt x="421113" y="3120157"/>
                </a:moveTo>
                <a:lnTo>
                  <a:pt x="406557" y="3123987"/>
                </a:lnTo>
                <a:cubicBezTo>
                  <a:pt x="382960" y="3127639"/>
                  <a:pt x="361508" y="3139820"/>
                  <a:pt x="346288" y="3158207"/>
                </a:cubicBezTo>
                <a:cubicBezTo>
                  <a:pt x="335281" y="3176748"/>
                  <a:pt x="333137" y="3199221"/>
                  <a:pt x="340415" y="3219497"/>
                </a:cubicBezTo>
                <a:cubicBezTo>
                  <a:pt x="344296" y="3239697"/>
                  <a:pt x="356426" y="3257369"/>
                  <a:pt x="373869" y="3268273"/>
                </a:cubicBezTo>
                <a:lnTo>
                  <a:pt x="373869" y="3267763"/>
                </a:lnTo>
                <a:cubicBezTo>
                  <a:pt x="392868" y="3277160"/>
                  <a:pt x="414831" y="3278642"/>
                  <a:pt x="434903" y="3271849"/>
                </a:cubicBezTo>
                <a:lnTo>
                  <a:pt x="610090" y="3224860"/>
                </a:lnTo>
                <a:lnTo>
                  <a:pt x="603706" y="3201365"/>
                </a:lnTo>
                <a:lnTo>
                  <a:pt x="597576" y="3178126"/>
                </a:lnTo>
                <a:lnTo>
                  <a:pt x="422390" y="3225115"/>
                </a:lnTo>
                <a:cubicBezTo>
                  <a:pt x="413503" y="3227925"/>
                  <a:pt x="403951" y="3227925"/>
                  <a:pt x="395064" y="3225115"/>
                </a:cubicBezTo>
                <a:cubicBezTo>
                  <a:pt x="394171" y="3224579"/>
                  <a:pt x="393302" y="3223966"/>
                  <a:pt x="392460" y="3223328"/>
                </a:cubicBezTo>
                <a:cubicBezTo>
                  <a:pt x="379921" y="3213726"/>
                  <a:pt x="377546" y="3195773"/>
                  <a:pt x="387148" y="3183234"/>
                </a:cubicBezTo>
                <a:cubicBezTo>
                  <a:pt x="395984" y="3175547"/>
                  <a:pt x="406761" y="3170440"/>
                  <a:pt x="418304" y="3168422"/>
                </a:cubicBezTo>
                <a:lnTo>
                  <a:pt x="432860" y="3164592"/>
                </a:lnTo>
                <a:close/>
                <a:moveTo>
                  <a:pt x="4714338" y="3033814"/>
                </a:moveTo>
                <a:cubicBezTo>
                  <a:pt x="4725747" y="3033814"/>
                  <a:pt x="4737155" y="3035525"/>
                  <a:pt x="4748175" y="3038947"/>
                </a:cubicBezTo>
                <a:cubicBezTo>
                  <a:pt x="4770468" y="3043186"/>
                  <a:pt x="4790823" y="3054371"/>
                  <a:pt x="4806401" y="3070869"/>
                </a:cubicBezTo>
                <a:cubicBezTo>
                  <a:pt x="4809618" y="3074904"/>
                  <a:pt x="4812299" y="3079373"/>
                  <a:pt x="4814369" y="3084123"/>
                </a:cubicBezTo>
                <a:cubicBezTo>
                  <a:pt x="4827187" y="3113746"/>
                  <a:pt x="4813577" y="3148196"/>
                  <a:pt x="4783928" y="3161016"/>
                </a:cubicBezTo>
                <a:cubicBezTo>
                  <a:pt x="4762323" y="3167885"/>
                  <a:pt x="4739134" y="3167885"/>
                  <a:pt x="4717529" y="3161016"/>
                </a:cubicBezTo>
                <a:cubicBezTo>
                  <a:pt x="4694852" y="3156700"/>
                  <a:pt x="4674066" y="3145464"/>
                  <a:pt x="4658028" y="3128839"/>
                </a:cubicBezTo>
                <a:cubicBezTo>
                  <a:pt x="4654121" y="3124191"/>
                  <a:pt x="4650980" y="3118981"/>
                  <a:pt x="4648732" y="3113338"/>
                </a:cubicBezTo>
                <a:cubicBezTo>
                  <a:pt x="4636960" y="3084021"/>
                  <a:pt x="4651184" y="3050720"/>
                  <a:pt x="4680501" y="3038947"/>
                </a:cubicBezTo>
                <a:cubicBezTo>
                  <a:pt x="4691521" y="3035525"/>
                  <a:pt x="4702929" y="3033814"/>
                  <a:pt x="4714338" y="3033814"/>
                </a:cubicBezTo>
                <a:close/>
                <a:moveTo>
                  <a:pt x="4707839" y="2985651"/>
                </a:moveTo>
                <a:cubicBezTo>
                  <a:pt x="4690544" y="2986602"/>
                  <a:pt x="4673414" y="2990593"/>
                  <a:pt x="4657262" y="2997577"/>
                </a:cubicBezTo>
                <a:cubicBezTo>
                  <a:pt x="4653814" y="2999416"/>
                  <a:pt x="4650445" y="3001433"/>
                  <a:pt x="4647201" y="3003629"/>
                </a:cubicBezTo>
                <a:cubicBezTo>
                  <a:pt x="4597198" y="3037441"/>
                  <a:pt x="4584098" y="3105396"/>
                  <a:pt x="4617935" y="3155398"/>
                </a:cubicBezTo>
                <a:cubicBezTo>
                  <a:pt x="4640101" y="3182825"/>
                  <a:pt x="4671206" y="3201621"/>
                  <a:pt x="4705784" y="3208516"/>
                </a:cubicBezTo>
                <a:cubicBezTo>
                  <a:pt x="4738982" y="3218629"/>
                  <a:pt x="4774684" y="3216458"/>
                  <a:pt x="4806402" y="3202387"/>
                </a:cubicBezTo>
                <a:cubicBezTo>
                  <a:pt x="4834109" y="3188393"/>
                  <a:pt x="4853926" y="3162549"/>
                  <a:pt x="4860285" y="3132159"/>
                </a:cubicBezTo>
                <a:cubicBezTo>
                  <a:pt x="4869198" y="3102255"/>
                  <a:pt x="4863733" y="3069874"/>
                  <a:pt x="4845473" y="3044566"/>
                </a:cubicBezTo>
                <a:cubicBezTo>
                  <a:pt x="4824099" y="3017190"/>
                  <a:pt x="4793530" y="2998471"/>
                  <a:pt x="4759412" y="2991959"/>
                </a:cubicBezTo>
                <a:cubicBezTo>
                  <a:pt x="4742595" y="2986788"/>
                  <a:pt x="4725134" y="2984700"/>
                  <a:pt x="4707839" y="2985651"/>
                </a:cubicBezTo>
                <a:close/>
                <a:moveTo>
                  <a:pt x="549821" y="2975359"/>
                </a:moveTo>
                <a:lnTo>
                  <a:pt x="302363" y="3023625"/>
                </a:lnTo>
                <a:lnTo>
                  <a:pt x="306961" y="3047375"/>
                </a:lnTo>
                <a:lnTo>
                  <a:pt x="311557" y="3071125"/>
                </a:lnTo>
                <a:lnTo>
                  <a:pt x="559015" y="3023114"/>
                </a:lnTo>
                <a:lnTo>
                  <a:pt x="554419" y="2999109"/>
                </a:lnTo>
                <a:close/>
                <a:moveTo>
                  <a:pt x="1087128" y="2972805"/>
                </a:moveTo>
                <a:cubicBezTo>
                  <a:pt x="1181796" y="2995968"/>
                  <a:pt x="1278251" y="3011265"/>
                  <a:pt x="1375446" y="3018517"/>
                </a:cubicBezTo>
                <a:cubicBezTo>
                  <a:pt x="1561870" y="3025924"/>
                  <a:pt x="1825926" y="3010090"/>
                  <a:pt x="2067511" y="3012899"/>
                </a:cubicBezTo>
                <a:cubicBezTo>
                  <a:pt x="2106073" y="3020050"/>
                  <a:pt x="2140803" y="3025924"/>
                  <a:pt x="2167873" y="3029244"/>
                </a:cubicBezTo>
                <a:cubicBezTo>
                  <a:pt x="2232737" y="3038182"/>
                  <a:pt x="2340762" y="3049673"/>
                  <a:pt x="2388261" y="3054781"/>
                </a:cubicBezTo>
                <a:lnTo>
                  <a:pt x="2320586" y="3328286"/>
                </a:lnTo>
                <a:lnTo>
                  <a:pt x="2591538" y="3374253"/>
                </a:lnTo>
                <a:lnTo>
                  <a:pt x="2862236" y="3328286"/>
                </a:lnTo>
                <a:lnTo>
                  <a:pt x="2794561" y="3055036"/>
                </a:lnTo>
                <a:cubicBezTo>
                  <a:pt x="2842060" y="3049417"/>
                  <a:pt x="2950084" y="3037926"/>
                  <a:pt x="3014949" y="3029498"/>
                </a:cubicBezTo>
                <a:cubicBezTo>
                  <a:pt x="3042019" y="3026179"/>
                  <a:pt x="3076749" y="3020305"/>
                  <a:pt x="3115567" y="3013155"/>
                </a:cubicBezTo>
                <a:cubicBezTo>
                  <a:pt x="3357151" y="3010345"/>
                  <a:pt x="3620952" y="3026179"/>
                  <a:pt x="3807632" y="3018773"/>
                </a:cubicBezTo>
                <a:lnTo>
                  <a:pt x="3808653" y="3018517"/>
                </a:lnTo>
                <a:cubicBezTo>
                  <a:pt x="3905771" y="3011239"/>
                  <a:pt x="4002124" y="2995968"/>
                  <a:pt x="4096714" y="2972805"/>
                </a:cubicBezTo>
                <a:cubicBezTo>
                  <a:pt x="4096714" y="2972805"/>
                  <a:pt x="4012186" y="3108664"/>
                  <a:pt x="3915399" y="3175062"/>
                </a:cubicBezTo>
                <a:cubicBezTo>
                  <a:pt x="3542502" y="3282855"/>
                  <a:pt x="3159746" y="3353006"/>
                  <a:pt x="2772855" y="3384469"/>
                </a:cubicBezTo>
                <a:lnTo>
                  <a:pt x="2846147" y="3677637"/>
                </a:lnTo>
                <a:lnTo>
                  <a:pt x="2590773" y="3732798"/>
                </a:lnTo>
                <a:lnTo>
                  <a:pt x="2335398" y="3677637"/>
                </a:lnTo>
                <a:lnTo>
                  <a:pt x="2408691" y="3384469"/>
                </a:lnTo>
                <a:cubicBezTo>
                  <a:pt x="2022565" y="3352853"/>
                  <a:pt x="1640600" y="3282702"/>
                  <a:pt x="1268444" y="3175062"/>
                </a:cubicBezTo>
                <a:cubicBezTo>
                  <a:pt x="1171657" y="3108664"/>
                  <a:pt x="1087128" y="2972805"/>
                  <a:pt x="1087128" y="2972805"/>
                </a:cubicBezTo>
                <a:close/>
                <a:moveTo>
                  <a:pt x="520453" y="2736585"/>
                </a:moveTo>
                <a:lnTo>
                  <a:pt x="270187" y="2767486"/>
                </a:lnTo>
                <a:lnTo>
                  <a:pt x="291638" y="2943183"/>
                </a:lnTo>
                <a:lnTo>
                  <a:pt x="313856" y="2940629"/>
                </a:lnTo>
                <a:lnTo>
                  <a:pt x="336073" y="2937819"/>
                </a:lnTo>
                <a:lnTo>
                  <a:pt x="320496" y="2810133"/>
                </a:lnTo>
                <a:lnTo>
                  <a:pt x="385616" y="2801961"/>
                </a:lnTo>
                <a:lnTo>
                  <a:pt x="399406" y="2914580"/>
                </a:lnTo>
                <a:lnTo>
                  <a:pt x="421113" y="2912027"/>
                </a:lnTo>
                <a:lnTo>
                  <a:pt x="442565" y="2909473"/>
                </a:lnTo>
                <a:lnTo>
                  <a:pt x="428774" y="2796853"/>
                </a:lnTo>
                <a:lnTo>
                  <a:pt x="481892" y="2790213"/>
                </a:lnTo>
                <a:lnTo>
                  <a:pt x="496704" y="2911516"/>
                </a:lnTo>
                <a:lnTo>
                  <a:pt x="519177" y="2908962"/>
                </a:lnTo>
                <a:lnTo>
                  <a:pt x="541139" y="2906153"/>
                </a:lnTo>
                <a:close/>
                <a:moveTo>
                  <a:pt x="4741026" y="2693938"/>
                </a:moveTo>
                <a:cubicBezTo>
                  <a:pt x="4716969" y="2693580"/>
                  <a:pt x="4693731" y="2702774"/>
                  <a:pt x="4676415" y="2719475"/>
                </a:cubicBezTo>
                <a:cubicBezTo>
                  <a:pt x="4637854" y="2763272"/>
                  <a:pt x="4637854" y="2828903"/>
                  <a:pt x="4676415" y="2872699"/>
                </a:cubicBezTo>
                <a:cubicBezTo>
                  <a:pt x="4730709" y="2918360"/>
                  <a:pt x="4807627" y="2925587"/>
                  <a:pt x="4869478" y="2890831"/>
                </a:cubicBezTo>
                <a:cubicBezTo>
                  <a:pt x="4894760" y="2873287"/>
                  <a:pt x="4910440" y="2844966"/>
                  <a:pt x="4911871" y="2814219"/>
                </a:cubicBezTo>
                <a:cubicBezTo>
                  <a:pt x="4914781" y="2787557"/>
                  <a:pt x="4903545" y="2761305"/>
                  <a:pt x="4882247" y="2745012"/>
                </a:cubicBezTo>
                <a:lnTo>
                  <a:pt x="4878417" y="2742969"/>
                </a:lnTo>
                <a:lnTo>
                  <a:pt x="4911360" y="2740926"/>
                </a:lnTo>
                <a:lnTo>
                  <a:pt x="4913659" y="2709005"/>
                </a:lnTo>
                <a:lnTo>
                  <a:pt x="4778055" y="2697258"/>
                </a:lnTo>
                <a:lnTo>
                  <a:pt x="4769628" y="2794044"/>
                </a:lnTo>
                <a:lnTo>
                  <a:pt x="4813041" y="2797875"/>
                </a:lnTo>
                <a:lnTo>
                  <a:pt x="4817638" y="2743225"/>
                </a:lnTo>
                <a:cubicBezTo>
                  <a:pt x="4828466" y="2746443"/>
                  <a:pt x="4838579" y="2751652"/>
                  <a:pt x="4847516" y="2758547"/>
                </a:cubicBezTo>
                <a:cubicBezTo>
                  <a:pt x="4861460" y="2769400"/>
                  <a:pt x="4868789" y="2786689"/>
                  <a:pt x="4866925" y="2804259"/>
                </a:cubicBezTo>
                <a:cubicBezTo>
                  <a:pt x="4866645" y="2823437"/>
                  <a:pt x="4857144" y="2841314"/>
                  <a:pt x="4841388" y="2852269"/>
                </a:cubicBezTo>
                <a:cubicBezTo>
                  <a:pt x="4820983" y="2863123"/>
                  <a:pt x="4797590" y="2867081"/>
                  <a:pt x="4774735" y="2863506"/>
                </a:cubicBezTo>
                <a:cubicBezTo>
                  <a:pt x="4751394" y="2862817"/>
                  <a:pt x="4728895" y="2854568"/>
                  <a:pt x="4710636" y="2840012"/>
                </a:cubicBezTo>
                <a:cubicBezTo>
                  <a:pt x="4696131" y="2827243"/>
                  <a:pt x="4688852" y="2808116"/>
                  <a:pt x="4691227" y="2788937"/>
                </a:cubicBezTo>
                <a:cubicBezTo>
                  <a:pt x="4692248" y="2776628"/>
                  <a:pt x="4697688" y="2765110"/>
                  <a:pt x="4706549" y="2756504"/>
                </a:cubicBezTo>
                <a:cubicBezTo>
                  <a:pt x="4714365" y="2747873"/>
                  <a:pt x="4725320" y="2742740"/>
                  <a:pt x="4736939" y="2742203"/>
                </a:cubicBezTo>
                <a:close/>
                <a:moveTo>
                  <a:pt x="1252866" y="2615537"/>
                </a:moveTo>
                <a:cubicBezTo>
                  <a:pt x="1305627" y="2625369"/>
                  <a:pt x="1359076" y="2631166"/>
                  <a:pt x="1412731" y="2632903"/>
                </a:cubicBezTo>
                <a:cubicBezTo>
                  <a:pt x="1450781" y="2634435"/>
                  <a:pt x="1497771" y="2632903"/>
                  <a:pt x="1551399" y="2632903"/>
                </a:cubicBezTo>
                <a:cubicBezTo>
                  <a:pt x="1599154" y="2631370"/>
                  <a:pt x="1653293" y="2631370"/>
                  <a:pt x="1710243" y="2631370"/>
                </a:cubicBezTo>
                <a:cubicBezTo>
                  <a:pt x="1776384" y="2631370"/>
                  <a:pt x="1859892" y="2632136"/>
                  <a:pt x="1950038" y="2637500"/>
                </a:cubicBezTo>
                <a:cubicBezTo>
                  <a:pt x="2035130" y="2662909"/>
                  <a:pt x="2121675" y="2683033"/>
                  <a:pt x="2209244" y="2697768"/>
                </a:cubicBezTo>
                <a:cubicBezTo>
                  <a:pt x="2269895" y="2706374"/>
                  <a:pt x="2331083" y="2710562"/>
                  <a:pt x="2392347" y="2710281"/>
                </a:cubicBezTo>
                <a:lnTo>
                  <a:pt x="2330546" y="2973061"/>
                </a:lnTo>
                <a:lnTo>
                  <a:pt x="2585921" y="3003195"/>
                </a:lnTo>
                <a:lnTo>
                  <a:pt x="2588729" y="3003195"/>
                </a:lnTo>
                <a:lnTo>
                  <a:pt x="2592049" y="3003195"/>
                </a:lnTo>
                <a:lnTo>
                  <a:pt x="2849212" y="2972550"/>
                </a:lnTo>
                <a:lnTo>
                  <a:pt x="2787411" y="2709770"/>
                </a:lnTo>
                <a:cubicBezTo>
                  <a:pt x="2848675" y="2710051"/>
                  <a:pt x="2909863" y="2705864"/>
                  <a:pt x="2970514" y="2697257"/>
                </a:cubicBezTo>
                <a:cubicBezTo>
                  <a:pt x="3058415" y="2682829"/>
                  <a:pt x="3145317" y="2662935"/>
                  <a:pt x="3230741" y="2637755"/>
                </a:cubicBezTo>
                <a:cubicBezTo>
                  <a:pt x="3320887" y="2631626"/>
                  <a:pt x="3404395" y="2631626"/>
                  <a:pt x="3470538" y="2631626"/>
                </a:cubicBezTo>
                <a:cubicBezTo>
                  <a:pt x="3527230" y="2631626"/>
                  <a:pt x="3581625" y="2633158"/>
                  <a:pt x="3629380" y="2633158"/>
                </a:cubicBezTo>
                <a:cubicBezTo>
                  <a:pt x="3683264" y="2633158"/>
                  <a:pt x="3730253" y="2633158"/>
                  <a:pt x="3768048" y="2633158"/>
                </a:cubicBezTo>
                <a:lnTo>
                  <a:pt x="3768048" y="2632903"/>
                </a:lnTo>
                <a:cubicBezTo>
                  <a:pt x="3821703" y="2631166"/>
                  <a:pt x="3875153" y="2625369"/>
                  <a:pt x="3927913" y="2615537"/>
                </a:cubicBezTo>
                <a:cubicBezTo>
                  <a:pt x="3884602" y="2673150"/>
                  <a:pt x="3832964" y="2724021"/>
                  <a:pt x="3774688" y="2766463"/>
                </a:cubicBezTo>
                <a:cubicBezTo>
                  <a:pt x="3703516" y="2807017"/>
                  <a:pt x="3628920" y="2841186"/>
                  <a:pt x="3551747" y="2868613"/>
                </a:cubicBezTo>
                <a:cubicBezTo>
                  <a:pt x="3373086" y="2920224"/>
                  <a:pt x="3191311" y="2960394"/>
                  <a:pt x="3007544" y="2988894"/>
                </a:cubicBezTo>
                <a:cubicBezTo>
                  <a:pt x="2923780" y="2999620"/>
                  <a:pt x="2766215" y="3016219"/>
                  <a:pt x="2764683" y="3016219"/>
                </a:cubicBezTo>
                <a:lnTo>
                  <a:pt x="2741189" y="3018517"/>
                </a:lnTo>
                <a:lnTo>
                  <a:pt x="2809373" y="3295088"/>
                </a:lnTo>
                <a:lnTo>
                  <a:pt x="2589496" y="3332372"/>
                </a:lnTo>
                <a:lnTo>
                  <a:pt x="2369364" y="3295088"/>
                </a:lnTo>
                <a:lnTo>
                  <a:pt x="2437804" y="3018517"/>
                </a:lnTo>
                <a:lnTo>
                  <a:pt x="2414054" y="3016219"/>
                </a:lnTo>
                <a:cubicBezTo>
                  <a:pt x="2412522" y="3015963"/>
                  <a:pt x="2254955" y="2999620"/>
                  <a:pt x="2171193" y="2988894"/>
                </a:cubicBezTo>
                <a:cubicBezTo>
                  <a:pt x="1988115" y="2960266"/>
                  <a:pt x="1807029" y="2920096"/>
                  <a:pt x="1629032" y="2868613"/>
                </a:cubicBezTo>
                <a:cubicBezTo>
                  <a:pt x="1551859" y="2841186"/>
                  <a:pt x="1477264" y="2807017"/>
                  <a:pt x="1406091" y="2766463"/>
                </a:cubicBezTo>
                <a:cubicBezTo>
                  <a:pt x="1347815" y="2724021"/>
                  <a:pt x="1296178" y="2673150"/>
                  <a:pt x="1252866" y="2615537"/>
                </a:cubicBezTo>
                <a:close/>
                <a:moveTo>
                  <a:pt x="417282" y="2522070"/>
                </a:moveTo>
                <a:lnTo>
                  <a:pt x="472698" y="2522070"/>
                </a:lnTo>
                <a:lnTo>
                  <a:pt x="472698" y="2575699"/>
                </a:lnTo>
                <a:cubicBezTo>
                  <a:pt x="473209" y="2585608"/>
                  <a:pt x="470809" y="2595465"/>
                  <a:pt x="465804" y="2604046"/>
                </a:cubicBezTo>
                <a:cubicBezTo>
                  <a:pt x="461436" y="2610353"/>
                  <a:pt x="454056" y="2613877"/>
                  <a:pt x="446395" y="2613239"/>
                </a:cubicBezTo>
                <a:cubicBezTo>
                  <a:pt x="438095" y="2613929"/>
                  <a:pt x="429924" y="2610839"/>
                  <a:pt x="424178" y="2604812"/>
                </a:cubicBezTo>
                <a:cubicBezTo>
                  <a:pt x="418763" y="2596793"/>
                  <a:pt x="416337" y="2587114"/>
                  <a:pt x="417282" y="2577487"/>
                </a:cubicBezTo>
                <a:close/>
                <a:moveTo>
                  <a:pt x="307727" y="2518750"/>
                </a:moveTo>
                <a:lnTo>
                  <a:pt x="374889" y="2520028"/>
                </a:lnTo>
                <a:lnTo>
                  <a:pt x="374889" y="2577742"/>
                </a:lnTo>
                <a:cubicBezTo>
                  <a:pt x="375401" y="2588085"/>
                  <a:pt x="372515" y="2598300"/>
                  <a:pt x="366718" y="2606855"/>
                </a:cubicBezTo>
                <a:cubicBezTo>
                  <a:pt x="360691" y="2613495"/>
                  <a:pt x="351881" y="2616917"/>
                  <a:pt x="342968" y="2616048"/>
                </a:cubicBezTo>
                <a:cubicBezTo>
                  <a:pt x="333034" y="2616610"/>
                  <a:pt x="323304" y="2612983"/>
                  <a:pt x="316154" y="2606089"/>
                </a:cubicBezTo>
                <a:cubicBezTo>
                  <a:pt x="309719" y="2598018"/>
                  <a:pt x="306705" y="2587753"/>
                  <a:pt x="307727" y="2577487"/>
                </a:cubicBezTo>
                <a:close/>
                <a:moveTo>
                  <a:pt x="265590" y="2471507"/>
                </a:moveTo>
                <a:lnTo>
                  <a:pt x="265590" y="2494746"/>
                </a:lnTo>
                <a:lnTo>
                  <a:pt x="265335" y="2576721"/>
                </a:lnTo>
                <a:cubicBezTo>
                  <a:pt x="263189" y="2599960"/>
                  <a:pt x="269957" y="2623122"/>
                  <a:pt x="284232" y="2641586"/>
                </a:cubicBezTo>
                <a:cubicBezTo>
                  <a:pt x="299555" y="2657266"/>
                  <a:pt x="320828" y="2665617"/>
                  <a:pt x="342713" y="2664570"/>
                </a:cubicBezTo>
                <a:cubicBezTo>
                  <a:pt x="361508" y="2665923"/>
                  <a:pt x="379793" y="2657904"/>
                  <a:pt x="391490" y="2643119"/>
                </a:cubicBezTo>
                <a:cubicBezTo>
                  <a:pt x="394937" y="2638751"/>
                  <a:pt x="397772" y="2633950"/>
                  <a:pt x="399917" y="2628817"/>
                </a:cubicBezTo>
                <a:cubicBezTo>
                  <a:pt x="409851" y="2647715"/>
                  <a:pt x="429668" y="2659284"/>
                  <a:pt x="450992" y="2658696"/>
                </a:cubicBezTo>
                <a:cubicBezTo>
                  <a:pt x="468638" y="2659948"/>
                  <a:pt x="485953" y="2653308"/>
                  <a:pt x="498236" y="2640565"/>
                </a:cubicBezTo>
                <a:cubicBezTo>
                  <a:pt x="510417" y="2625906"/>
                  <a:pt x="516699" y="2607239"/>
                  <a:pt x="515857" y="2588213"/>
                </a:cubicBezTo>
                <a:lnTo>
                  <a:pt x="517645" y="2499087"/>
                </a:lnTo>
                <a:lnTo>
                  <a:pt x="517645" y="2476104"/>
                </a:lnTo>
                <a:close/>
                <a:moveTo>
                  <a:pt x="4665434" y="2426561"/>
                </a:moveTo>
                <a:lnTo>
                  <a:pt x="4665434" y="2454141"/>
                </a:lnTo>
                <a:lnTo>
                  <a:pt x="4665434" y="2481467"/>
                </a:lnTo>
                <a:lnTo>
                  <a:pt x="4776012" y="2522837"/>
                </a:lnTo>
                <a:lnTo>
                  <a:pt x="4668499" y="2573912"/>
                </a:lnTo>
                <a:lnTo>
                  <a:pt x="4668499" y="2602769"/>
                </a:lnTo>
                <a:lnTo>
                  <a:pt x="4668499" y="2631626"/>
                </a:lnTo>
                <a:lnTo>
                  <a:pt x="4821723" y="2545054"/>
                </a:lnTo>
                <a:lnTo>
                  <a:pt x="4916468" y="2541735"/>
                </a:lnTo>
                <a:lnTo>
                  <a:pt x="4916468" y="2517474"/>
                </a:lnTo>
                <a:lnTo>
                  <a:pt x="4916468" y="2493469"/>
                </a:lnTo>
                <a:lnTo>
                  <a:pt x="4820702" y="2496789"/>
                </a:lnTo>
                <a:close/>
                <a:moveTo>
                  <a:pt x="3773923" y="2217410"/>
                </a:moveTo>
                <a:cubicBezTo>
                  <a:pt x="3732015" y="2279747"/>
                  <a:pt x="3681170" y="2335597"/>
                  <a:pt x="3622996" y="2383148"/>
                </a:cubicBezTo>
                <a:cubicBezTo>
                  <a:pt x="3555475" y="2440684"/>
                  <a:pt x="3480676" y="2489103"/>
                  <a:pt x="3400566" y="2527179"/>
                </a:cubicBezTo>
                <a:cubicBezTo>
                  <a:pt x="3260774" y="2589465"/>
                  <a:pt x="3113319" y="2632827"/>
                  <a:pt x="2962087" y="2656142"/>
                </a:cubicBezTo>
                <a:cubicBezTo>
                  <a:pt x="2899394" y="2664698"/>
                  <a:pt x="2836136" y="2668707"/>
                  <a:pt x="2772855" y="2668145"/>
                </a:cubicBezTo>
                <a:lnTo>
                  <a:pt x="2733782" y="2668145"/>
                </a:lnTo>
                <a:lnTo>
                  <a:pt x="2797116" y="2937054"/>
                </a:lnTo>
                <a:lnTo>
                  <a:pt x="2592816" y="2962591"/>
                </a:lnTo>
                <a:lnTo>
                  <a:pt x="2590262" y="2962591"/>
                </a:lnTo>
                <a:lnTo>
                  <a:pt x="2587453" y="2962591"/>
                </a:lnTo>
                <a:lnTo>
                  <a:pt x="2383154" y="2937054"/>
                </a:lnTo>
                <a:lnTo>
                  <a:pt x="2446742" y="2668656"/>
                </a:lnTo>
                <a:lnTo>
                  <a:pt x="2407670" y="2668656"/>
                </a:lnTo>
                <a:cubicBezTo>
                  <a:pt x="2344388" y="2669243"/>
                  <a:pt x="2281132" y="2665234"/>
                  <a:pt x="2218437" y="2656654"/>
                </a:cubicBezTo>
                <a:cubicBezTo>
                  <a:pt x="2067179" y="2633415"/>
                  <a:pt x="1919726" y="2590026"/>
                  <a:pt x="1779959" y="2527689"/>
                </a:cubicBezTo>
                <a:cubicBezTo>
                  <a:pt x="1699619" y="2489613"/>
                  <a:pt x="1624667" y="2441092"/>
                  <a:pt x="1557018" y="2383403"/>
                </a:cubicBezTo>
                <a:cubicBezTo>
                  <a:pt x="1498945" y="2336006"/>
                  <a:pt x="1448253" y="2280232"/>
                  <a:pt x="1406602" y="2217921"/>
                </a:cubicBezTo>
                <a:cubicBezTo>
                  <a:pt x="1462274" y="2226349"/>
                  <a:pt x="1544249" y="2235797"/>
                  <a:pt x="1564423" y="2235797"/>
                </a:cubicBezTo>
                <a:lnTo>
                  <a:pt x="1625714" y="2238606"/>
                </a:lnTo>
                <a:cubicBezTo>
                  <a:pt x="1700027" y="2241926"/>
                  <a:pt x="1796559" y="2246523"/>
                  <a:pt x="1913775" y="2253674"/>
                </a:cubicBezTo>
                <a:cubicBezTo>
                  <a:pt x="1924247" y="2259547"/>
                  <a:pt x="1934972" y="2265165"/>
                  <a:pt x="1945953" y="2270783"/>
                </a:cubicBezTo>
                <a:cubicBezTo>
                  <a:pt x="2048179" y="2322548"/>
                  <a:pt x="2158016" y="2357636"/>
                  <a:pt x="2271299" y="2374721"/>
                </a:cubicBezTo>
                <a:cubicBezTo>
                  <a:pt x="2290580" y="2377427"/>
                  <a:pt x="2310041" y="2378705"/>
                  <a:pt x="2329526" y="2378551"/>
                </a:cubicBezTo>
                <a:cubicBezTo>
                  <a:pt x="2356340" y="2378551"/>
                  <a:pt x="2382133" y="2376509"/>
                  <a:pt x="2401030" y="2374721"/>
                </a:cubicBezTo>
                <a:lnTo>
                  <a:pt x="2344847" y="2608388"/>
                </a:lnTo>
                <a:lnTo>
                  <a:pt x="2591538" y="2623966"/>
                </a:lnTo>
                <a:lnTo>
                  <a:pt x="2837975" y="2608388"/>
                </a:lnTo>
                <a:lnTo>
                  <a:pt x="2782048" y="2374721"/>
                </a:lnTo>
                <a:cubicBezTo>
                  <a:pt x="2800690" y="2376509"/>
                  <a:pt x="2827760" y="2378551"/>
                  <a:pt x="2853297" y="2378551"/>
                </a:cubicBezTo>
                <a:cubicBezTo>
                  <a:pt x="2872782" y="2378730"/>
                  <a:pt x="2892242" y="2377453"/>
                  <a:pt x="2911523" y="2374721"/>
                </a:cubicBezTo>
                <a:cubicBezTo>
                  <a:pt x="3024884" y="2357585"/>
                  <a:pt x="3134796" y="2322496"/>
                  <a:pt x="3237125" y="2270783"/>
                </a:cubicBezTo>
                <a:lnTo>
                  <a:pt x="3269303" y="2253674"/>
                </a:lnTo>
                <a:cubicBezTo>
                  <a:pt x="3386519" y="2246523"/>
                  <a:pt x="3482795" y="2241926"/>
                  <a:pt x="3557364" y="2238606"/>
                </a:cubicBezTo>
                <a:lnTo>
                  <a:pt x="3618399" y="2235797"/>
                </a:lnTo>
                <a:lnTo>
                  <a:pt x="3615846" y="2235287"/>
                </a:lnTo>
                <a:cubicBezTo>
                  <a:pt x="3636276" y="2234265"/>
                  <a:pt x="3717996" y="2225837"/>
                  <a:pt x="3773923" y="2217410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4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5"/>
                </a:cubicBezTo>
                <a:cubicBezTo>
                  <a:pt x="1798397" y="1628850"/>
                  <a:pt x="1863032" y="1669250"/>
                  <a:pt x="1935227" y="1687254"/>
                </a:cubicBezTo>
                <a:lnTo>
                  <a:pt x="1950549" y="1690318"/>
                </a:lnTo>
                <a:lnTo>
                  <a:pt x="1950549" y="1705896"/>
                </a:lnTo>
                <a:lnTo>
                  <a:pt x="1951570" y="1705896"/>
                </a:lnTo>
                <a:cubicBezTo>
                  <a:pt x="1957214" y="1757941"/>
                  <a:pt x="1981194" y="1806284"/>
                  <a:pt x="2019245" y="1842266"/>
                </a:cubicBezTo>
                <a:cubicBezTo>
                  <a:pt x="2060514" y="1872732"/>
                  <a:pt x="2110719" y="1888616"/>
                  <a:pt x="2162000" y="1887467"/>
                </a:cubicBezTo>
                <a:cubicBezTo>
                  <a:pt x="2173746" y="1887467"/>
                  <a:pt x="2181153" y="1887467"/>
                  <a:pt x="2181153" y="1887467"/>
                </a:cubicBezTo>
                <a:lnTo>
                  <a:pt x="2197240" y="1885424"/>
                </a:lnTo>
                <a:lnTo>
                  <a:pt x="2202859" y="1900491"/>
                </a:lnTo>
                <a:cubicBezTo>
                  <a:pt x="2224157" y="1943853"/>
                  <a:pt x="2263026" y="1976031"/>
                  <a:pt x="2309605" y="1988850"/>
                </a:cubicBezTo>
                <a:cubicBezTo>
                  <a:pt x="2327303" y="1994341"/>
                  <a:pt x="2345740" y="1997099"/>
                  <a:pt x="2364256" y="1997022"/>
                </a:cubicBezTo>
                <a:cubicBezTo>
                  <a:pt x="2388362" y="1996997"/>
                  <a:pt x="2412291" y="1992834"/>
                  <a:pt x="2434995" y="1984765"/>
                </a:cubicBezTo>
                <a:lnTo>
                  <a:pt x="2472534" y="1969187"/>
                </a:lnTo>
                <a:lnTo>
                  <a:pt x="2417374" y="2194681"/>
                </a:lnTo>
                <a:lnTo>
                  <a:pt x="2764683" y="2194681"/>
                </a:lnTo>
                <a:lnTo>
                  <a:pt x="2709267" y="1968931"/>
                </a:lnTo>
                <a:lnTo>
                  <a:pt x="2747062" y="1984765"/>
                </a:lnTo>
                <a:cubicBezTo>
                  <a:pt x="2769687" y="1992860"/>
                  <a:pt x="2793513" y="1997022"/>
                  <a:pt x="2817545" y="1997022"/>
                </a:cubicBezTo>
                <a:cubicBezTo>
                  <a:pt x="2836059" y="1997074"/>
                  <a:pt x="2854497" y="1994341"/>
                  <a:pt x="2872196" y="1988850"/>
                </a:cubicBezTo>
                <a:cubicBezTo>
                  <a:pt x="2918800" y="1976056"/>
                  <a:pt x="2957669" y="1943879"/>
                  <a:pt x="2978942" y="1900491"/>
                </a:cubicBezTo>
                <a:lnTo>
                  <a:pt x="2984559" y="1885424"/>
                </a:lnTo>
                <a:lnTo>
                  <a:pt x="3000648" y="1887467"/>
                </a:lnTo>
                <a:cubicBezTo>
                  <a:pt x="3000648" y="1887467"/>
                  <a:pt x="3008053" y="1887467"/>
                  <a:pt x="3019801" y="1887467"/>
                </a:cubicBezTo>
                <a:cubicBezTo>
                  <a:pt x="3071080" y="1888616"/>
                  <a:pt x="3121287" y="1872732"/>
                  <a:pt x="3162556" y="1842266"/>
                </a:cubicBezTo>
                <a:cubicBezTo>
                  <a:pt x="3200862" y="1806386"/>
                  <a:pt x="3224917" y="1757865"/>
                  <a:pt x="3230229" y="1705641"/>
                </a:cubicBezTo>
                <a:lnTo>
                  <a:pt x="3230229" y="1690318"/>
                </a:lnTo>
                <a:lnTo>
                  <a:pt x="3245553" y="1687254"/>
                </a:lnTo>
                <a:cubicBezTo>
                  <a:pt x="3317542" y="1668969"/>
                  <a:pt x="3382025" y="1628594"/>
                  <a:pt x="3429932" y="1571825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4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79"/>
                </a:moveTo>
                <a:cubicBezTo>
                  <a:pt x="2954720" y="1186256"/>
                  <a:pt x="2972979" y="1188063"/>
                  <a:pt x="2990688" y="1192851"/>
                </a:cubicBezTo>
                <a:cubicBezTo>
                  <a:pt x="3028689" y="1206053"/>
                  <a:pt x="3062935" y="1228220"/>
                  <a:pt x="3090540" y="1257460"/>
                </a:cubicBezTo>
                <a:cubicBezTo>
                  <a:pt x="3051647" y="1265887"/>
                  <a:pt x="3011629" y="1268058"/>
                  <a:pt x="2972046" y="1263844"/>
                </a:cubicBezTo>
                <a:cubicBezTo>
                  <a:pt x="2923015" y="1258737"/>
                  <a:pt x="2883686" y="1199490"/>
                  <a:pt x="2883686" y="1199490"/>
                </a:cubicBezTo>
                <a:cubicBezTo>
                  <a:pt x="2900669" y="1192557"/>
                  <a:pt x="2918565" y="1188503"/>
                  <a:pt x="2936642" y="1187379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3"/>
                </a:moveTo>
                <a:lnTo>
                  <a:pt x="3202395" y="1092999"/>
                </a:lnTo>
                <a:cubicBezTo>
                  <a:pt x="3176014" y="1120222"/>
                  <a:pt x="3142304" y="1139196"/>
                  <a:pt x="3105353" y="1147649"/>
                </a:cubicBezTo>
                <a:cubicBezTo>
                  <a:pt x="3059895" y="1157353"/>
                  <a:pt x="3001669" y="1114961"/>
                  <a:pt x="3001669" y="1114961"/>
                </a:cubicBezTo>
                <a:cubicBezTo>
                  <a:pt x="3015498" y="1103316"/>
                  <a:pt x="3031165" y="1094308"/>
                  <a:pt x="3047896" y="1088214"/>
                </a:cubicBezTo>
                <a:close/>
                <a:moveTo>
                  <a:pt x="3100245" y="1078953"/>
                </a:moveTo>
                <a:lnTo>
                  <a:pt x="3100501" y="1078953"/>
                </a:lnTo>
                <a:lnTo>
                  <a:pt x="3100389" y="1078973"/>
                </a:lnTo>
                <a:close/>
                <a:moveTo>
                  <a:pt x="4310496" y="958450"/>
                </a:moveTo>
                <a:cubicBezTo>
                  <a:pt x="4307592" y="959375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6"/>
                </a:moveTo>
                <a:cubicBezTo>
                  <a:pt x="2913004" y="990008"/>
                  <a:pt x="2919848" y="1029947"/>
                  <a:pt x="2921993" y="1070271"/>
                </a:cubicBezTo>
                <a:lnTo>
                  <a:pt x="2922760" y="1070271"/>
                </a:lnTo>
                <a:cubicBezTo>
                  <a:pt x="2924037" y="1120324"/>
                  <a:pt x="2871685" y="1169357"/>
                  <a:pt x="2871685" y="1169357"/>
                </a:cubicBezTo>
                <a:cubicBezTo>
                  <a:pt x="2851637" y="1136157"/>
                  <a:pt x="2842700" y="1097418"/>
                  <a:pt x="2846148" y="1058780"/>
                </a:cubicBezTo>
                <a:cubicBezTo>
                  <a:pt x="2853911" y="1018354"/>
                  <a:pt x="2873141" y="981043"/>
                  <a:pt x="2901563" y="951266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0"/>
                </a:moveTo>
                <a:cubicBezTo>
                  <a:pt x="3166386" y="876289"/>
                  <a:pt x="3159746" y="914851"/>
                  <a:pt x="3147489" y="951778"/>
                </a:cubicBezTo>
                <a:cubicBezTo>
                  <a:pt x="3138576" y="980992"/>
                  <a:pt x="3116282" y="1004232"/>
                  <a:pt x="3087476" y="1014344"/>
                </a:cubicBezTo>
                <a:cubicBezTo>
                  <a:pt x="3082011" y="1028364"/>
                  <a:pt x="3074145" y="1041312"/>
                  <a:pt x="3064236" y="1052650"/>
                </a:cubicBezTo>
                <a:cubicBezTo>
                  <a:pt x="3002436" y="1126198"/>
                  <a:pt x="2890071" y="1206130"/>
                  <a:pt x="2762384" y="1261291"/>
                </a:cubicBezTo>
                <a:cubicBezTo>
                  <a:pt x="2791905" y="1252404"/>
                  <a:pt x="2823649" y="1254472"/>
                  <a:pt x="2851765" y="1267164"/>
                </a:cubicBezTo>
                <a:lnTo>
                  <a:pt x="2852787" y="1266398"/>
                </a:lnTo>
                <a:cubicBezTo>
                  <a:pt x="2889153" y="1284198"/>
                  <a:pt x="2922223" y="1308024"/>
                  <a:pt x="2950594" y="1336882"/>
                </a:cubicBezTo>
                <a:cubicBezTo>
                  <a:pt x="2950594" y="1336882"/>
                  <a:pt x="2913311" y="1356545"/>
                  <a:pt x="2835166" y="1338925"/>
                </a:cubicBezTo>
                <a:cubicBezTo>
                  <a:pt x="2797600" y="1328684"/>
                  <a:pt x="2767211" y="1301053"/>
                  <a:pt x="2753446" y="1264611"/>
                </a:cubicBezTo>
                <a:lnTo>
                  <a:pt x="2689367" y="1288146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5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6"/>
                </a:cubicBezTo>
                <a:cubicBezTo>
                  <a:pt x="3413435" y="1657324"/>
                  <a:pt x="3345760" y="1701402"/>
                  <a:pt x="3269812" y="1723007"/>
                </a:cubicBezTo>
                <a:cubicBezTo>
                  <a:pt x="3261514" y="1781078"/>
                  <a:pt x="3232834" y="1834324"/>
                  <a:pt x="3188859" y="1873166"/>
                </a:cubicBezTo>
                <a:cubicBezTo>
                  <a:pt x="3177317" y="1882922"/>
                  <a:pt x="3164829" y="1891476"/>
                  <a:pt x="3151575" y="1898703"/>
                </a:cubicBezTo>
                <a:cubicBezTo>
                  <a:pt x="3327017" y="1878784"/>
                  <a:pt x="3460578" y="1853758"/>
                  <a:pt x="3524421" y="1841755"/>
                </a:cubicBezTo>
                <a:lnTo>
                  <a:pt x="3553790" y="1836137"/>
                </a:lnTo>
                <a:lnTo>
                  <a:pt x="3552258" y="1836137"/>
                </a:lnTo>
                <a:cubicBezTo>
                  <a:pt x="3581114" y="1831285"/>
                  <a:pt x="3609206" y="1825156"/>
                  <a:pt x="3632188" y="1819538"/>
                </a:cubicBezTo>
                <a:cubicBezTo>
                  <a:pt x="3597713" y="1884684"/>
                  <a:pt x="3556190" y="1945820"/>
                  <a:pt x="3508332" y="2001874"/>
                </a:cubicBezTo>
                <a:cubicBezTo>
                  <a:pt x="3427557" y="2097921"/>
                  <a:pt x="3328395" y="2176831"/>
                  <a:pt x="3216695" y="2234009"/>
                </a:cubicBezTo>
                <a:cubicBezTo>
                  <a:pt x="3118402" y="2283756"/>
                  <a:pt x="3012804" y="2317465"/>
                  <a:pt x="2903862" y="2333860"/>
                </a:cubicBezTo>
                <a:cubicBezTo>
                  <a:pt x="2886930" y="2336236"/>
                  <a:pt x="2869872" y="2337334"/>
                  <a:pt x="2852787" y="2337180"/>
                </a:cubicBezTo>
                <a:cubicBezTo>
                  <a:pt x="2820917" y="2337053"/>
                  <a:pt x="2789096" y="2334754"/>
                  <a:pt x="2757531" y="2330286"/>
                </a:cubicBezTo>
                <a:lnTo>
                  <a:pt x="2727397" y="2325944"/>
                </a:lnTo>
                <a:lnTo>
                  <a:pt x="2785879" y="2570337"/>
                </a:lnTo>
                <a:lnTo>
                  <a:pt x="2591028" y="2582850"/>
                </a:lnTo>
                <a:lnTo>
                  <a:pt x="2395922" y="2570337"/>
                </a:lnTo>
                <a:lnTo>
                  <a:pt x="2454402" y="2325944"/>
                </a:lnTo>
                <a:lnTo>
                  <a:pt x="2424268" y="2330286"/>
                </a:lnTo>
                <a:cubicBezTo>
                  <a:pt x="2392705" y="2334754"/>
                  <a:pt x="2360884" y="2337053"/>
                  <a:pt x="2329014" y="2337180"/>
                </a:cubicBezTo>
                <a:cubicBezTo>
                  <a:pt x="2311929" y="2337359"/>
                  <a:pt x="2294845" y="2336236"/>
                  <a:pt x="2277939" y="2333860"/>
                </a:cubicBezTo>
                <a:cubicBezTo>
                  <a:pt x="2168920" y="2317517"/>
                  <a:pt x="2063220" y="2283807"/>
                  <a:pt x="1964850" y="2234009"/>
                </a:cubicBezTo>
                <a:cubicBezTo>
                  <a:pt x="1853124" y="2176856"/>
                  <a:pt x="1753987" y="2097921"/>
                  <a:pt x="1673213" y="2001874"/>
                </a:cubicBezTo>
                <a:cubicBezTo>
                  <a:pt x="1625355" y="1945820"/>
                  <a:pt x="1583832" y="1884684"/>
                  <a:pt x="1549355" y="1819538"/>
                </a:cubicBezTo>
                <a:cubicBezTo>
                  <a:pt x="1572595" y="1825156"/>
                  <a:pt x="1601197" y="1831285"/>
                  <a:pt x="1629288" y="1836137"/>
                </a:cubicBezTo>
                <a:lnTo>
                  <a:pt x="1658912" y="1841755"/>
                </a:lnTo>
                <a:cubicBezTo>
                  <a:pt x="1722500" y="1853758"/>
                  <a:pt x="1855805" y="1878784"/>
                  <a:pt x="2031502" y="1898448"/>
                </a:cubicBezTo>
                <a:cubicBezTo>
                  <a:pt x="2018249" y="1891732"/>
                  <a:pt x="2005736" y="1883586"/>
                  <a:pt x="1994219" y="1874187"/>
                </a:cubicBezTo>
                <a:cubicBezTo>
                  <a:pt x="1950370" y="1835269"/>
                  <a:pt x="1921692" y="1782074"/>
                  <a:pt x="1913264" y="1724028"/>
                </a:cubicBezTo>
                <a:cubicBezTo>
                  <a:pt x="1837342" y="1702346"/>
                  <a:pt x="1769694" y="1658294"/>
                  <a:pt x="1719180" y="1597618"/>
                </a:cubicBezTo>
                <a:cubicBezTo>
                  <a:pt x="1668948" y="1534719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2"/>
                  <a:pt x="2679017" y="1237829"/>
                </a:cubicBezTo>
                <a:lnTo>
                  <a:pt x="2683449" y="1256438"/>
                </a:lnTo>
                <a:lnTo>
                  <a:pt x="2744253" y="1234221"/>
                </a:lnTo>
                <a:cubicBezTo>
                  <a:pt x="2723593" y="1201737"/>
                  <a:pt x="2714604" y="1163202"/>
                  <a:pt x="2718716" y="1124921"/>
                </a:cubicBezTo>
                <a:cubicBezTo>
                  <a:pt x="2728036" y="1084725"/>
                  <a:pt x="2749105" y="1048181"/>
                  <a:pt x="2779239" y="1019962"/>
                </a:cubicBezTo>
                <a:cubicBezTo>
                  <a:pt x="2790756" y="1058218"/>
                  <a:pt x="2797370" y="1097775"/>
                  <a:pt x="2798903" y="1137690"/>
                </a:cubicBezTo>
                <a:cubicBezTo>
                  <a:pt x="2800436" y="1182125"/>
                  <a:pt x="2754723" y="1225283"/>
                  <a:pt x="2745785" y="1233200"/>
                </a:cubicBezTo>
                <a:cubicBezTo>
                  <a:pt x="2831234" y="1197039"/>
                  <a:pt x="2911523" y="1149743"/>
                  <a:pt x="2984560" y="1092489"/>
                </a:cubicBezTo>
                <a:cubicBezTo>
                  <a:pt x="2965714" y="1060439"/>
                  <a:pt x="2957311" y="1023308"/>
                  <a:pt x="2960554" y="986253"/>
                </a:cubicBezTo>
                <a:cubicBezTo>
                  <a:pt x="2967654" y="948075"/>
                  <a:pt x="2985351" y="912680"/>
                  <a:pt x="3011629" y="884103"/>
                </a:cubicBezTo>
                <a:cubicBezTo>
                  <a:pt x="3022228" y="921311"/>
                  <a:pt x="3028485" y="959617"/>
                  <a:pt x="3030273" y="998256"/>
                </a:cubicBezTo>
                <a:cubicBezTo>
                  <a:pt x="3032570" y="1041159"/>
                  <a:pt x="2992220" y="1085083"/>
                  <a:pt x="2985326" y="1092233"/>
                </a:cubicBezTo>
                <a:cubicBezTo>
                  <a:pt x="3011578" y="1071344"/>
                  <a:pt x="3036325" y="1048666"/>
                  <a:pt x="3059384" y="1024304"/>
                </a:cubicBezTo>
                <a:cubicBezTo>
                  <a:pt x="3065003" y="1018175"/>
                  <a:pt x="3071387" y="1010258"/>
                  <a:pt x="3075984" y="1004385"/>
                </a:cubicBezTo>
                <a:cubicBezTo>
                  <a:pt x="3069829" y="973076"/>
                  <a:pt x="3074988" y="940567"/>
                  <a:pt x="3090541" y="912706"/>
                </a:cubicBezTo>
                <a:cubicBezTo>
                  <a:pt x="3107753" y="880324"/>
                  <a:pt x="3134491" y="854021"/>
                  <a:pt x="3167153" y="837370"/>
                </a:cubicBezTo>
                <a:close/>
                <a:moveTo>
                  <a:pt x="1526596" y="823229"/>
                </a:moveTo>
                <a:cubicBezTo>
                  <a:pt x="1525096" y="823516"/>
                  <a:pt x="1523819" y="824091"/>
                  <a:pt x="1523819" y="824091"/>
                </a:cubicBezTo>
                <a:cubicBezTo>
                  <a:pt x="1523819" y="824091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5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1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2"/>
                </a:moveTo>
                <a:cubicBezTo>
                  <a:pt x="2147528" y="711128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2"/>
                  <a:pt x="695895" y="2592044"/>
                </a:cubicBezTo>
                <a:cubicBezTo>
                  <a:pt x="695845" y="2688651"/>
                  <a:pt x="703123" y="2785106"/>
                  <a:pt x="717602" y="2880616"/>
                </a:cubicBezTo>
                <a:cubicBezTo>
                  <a:pt x="718879" y="2888532"/>
                  <a:pt x="720667" y="2896193"/>
                  <a:pt x="721944" y="2904111"/>
                </a:cubicBezTo>
                <a:cubicBezTo>
                  <a:pt x="727817" y="2939607"/>
                  <a:pt x="734713" y="2974593"/>
                  <a:pt x="742374" y="3009325"/>
                </a:cubicBezTo>
                <a:cubicBezTo>
                  <a:pt x="753610" y="3058356"/>
                  <a:pt x="765869" y="3107132"/>
                  <a:pt x="780680" y="3154632"/>
                </a:cubicBezTo>
                <a:cubicBezTo>
                  <a:pt x="797024" y="3205707"/>
                  <a:pt x="815922" y="3256782"/>
                  <a:pt x="836351" y="3307857"/>
                </a:cubicBezTo>
                <a:cubicBezTo>
                  <a:pt x="839161" y="3314496"/>
                  <a:pt x="841715" y="3321646"/>
                  <a:pt x="844523" y="3328286"/>
                </a:cubicBezTo>
                <a:cubicBezTo>
                  <a:pt x="903617" y="3468818"/>
                  <a:pt x="979413" y="3601715"/>
                  <a:pt x="1070274" y="3724116"/>
                </a:cubicBezTo>
                <a:lnTo>
                  <a:pt x="1071552" y="3725648"/>
                </a:lnTo>
                <a:cubicBezTo>
                  <a:pt x="1072190" y="3726516"/>
                  <a:pt x="1072828" y="3727359"/>
                  <a:pt x="1073466" y="3728228"/>
                </a:cubicBezTo>
                <a:cubicBezTo>
                  <a:pt x="1308791" y="4042482"/>
                  <a:pt x="1622942" y="4262886"/>
                  <a:pt x="1967899" y="4382544"/>
                </a:cubicBezTo>
                <a:lnTo>
                  <a:pt x="2049026" y="4406397"/>
                </a:lnTo>
                <a:lnTo>
                  <a:pt x="2043825" y="4382054"/>
                </a:lnTo>
                <a:cubicBezTo>
                  <a:pt x="2037249" y="4358783"/>
                  <a:pt x="2025629" y="4332543"/>
                  <a:pt x="2005455" y="4320668"/>
                </a:cubicBezTo>
                <a:cubicBezTo>
                  <a:pt x="1983032" y="4308793"/>
                  <a:pt x="1959053" y="4300213"/>
                  <a:pt x="1934205" y="4295131"/>
                </a:cubicBezTo>
                <a:lnTo>
                  <a:pt x="1922948" y="4284792"/>
                </a:lnTo>
                <a:lnTo>
                  <a:pt x="1977702" y="4288344"/>
                </a:lnTo>
                <a:cubicBezTo>
                  <a:pt x="1996402" y="4291511"/>
                  <a:pt x="2014776" y="4296599"/>
                  <a:pt x="2032525" y="4303558"/>
                </a:cubicBezTo>
                <a:cubicBezTo>
                  <a:pt x="2086920" y="4326286"/>
                  <a:pt x="2104029" y="4414391"/>
                  <a:pt x="2104029" y="4414391"/>
                </a:cubicBezTo>
                <a:cubicBezTo>
                  <a:pt x="2104029" y="4414391"/>
                  <a:pt x="2126247" y="4413369"/>
                  <a:pt x="2136462" y="4414391"/>
                </a:cubicBezTo>
                <a:cubicBezTo>
                  <a:pt x="2146676" y="4415412"/>
                  <a:pt x="2146676" y="4427415"/>
                  <a:pt x="2146676" y="4427415"/>
                </a:cubicBezTo>
                <a:lnTo>
                  <a:pt x="2232737" y="4427415"/>
                </a:lnTo>
                <a:cubicBezTo>
                  <a:pt x="2232737" y="4427415"/>
                  <a:pt x="2234206" y="4433991"/>
                  <a:pt x="2234717" y="4441365"/>
                </a:cubicBezTo>
                <a:lnTo>
                  <a:pt x="2232722" y="4451288"/>
                </a:lnTo>
                <a:lnTo>
                  <a:pt x="2321347" y="4468365"/>
                </a:lnTo>
                <a:cubicBezTo>
                  <a:pt x="2501426" y="4494229"/>
                  <a:pt x="2685206" y="4494331"/>
                  <a:pt x="2866682" y="4467810"/>
                </a:cubicBezTo>
                <a:lnTo>
                  <a:pt x="3008460" y="4439980"/>
                </a:lnTo>
                <a:lnTo>
                  <a:pt x="2998861" y="4439418"/>
                </a:lnTo>
                <a:lnTo>
                  <a:pt x="3013417" y="4434820"/>
                </a:lnTo>
                <a:lnTo>
                  <a:pt x="2921993" y="4434820"/>
                </a:lnTo>
                <a:cubicBezTo>
                  <a:pt x="2921993" y="4434820"/>
                  <a:pt x="2926591" y="4340333"/>
                  <a:pt x="2870918" y="4318881"/>
                </a:cubicBezTo>
                <a:cubicBezTo>
                  <a:pt x="2829446" y="4301975"/>
                  <a:pt x="2783376" y="4300060"/>
                  <a:pt x="2740678" y="4313518"/>
                </a:cubicBezTo>
                <a:cubicBezTo>
                  <a:pt x="2694199" y="4329352"/>
                  <a:pt x="2682452" y="4408517"/>
                  <a:pt x="2675558" y="4413114"/>
                </a:cubicBezTo>
                <a:lnTo>
                  <a:pt x="2669667" y="4426708"/>
                </a:lnTo>
                <a:lnTo>
                  <a:pt x="2669683" y="4426393"/>
                </a:lnTo>
                <a:lnTo>
                  <a:pt x="2668918" y="4428436"/>
                </a:lnTo>
                <a:lnTo>
                  <a:pt x="2669667" y="4426708"/>
                </a:lnTo>
                <a:lnTo>
                  <a:pt x="2667641" y="4465976"/>
                </a:lnTo>
                <a:cubicBezTo>
                  <a:pt x="2652216" y="4468045"/>
                  <a:pt x="2636587" y="4468045"/>
                  <a:pt x="2621163" y="4465976"/>
                </a:cubicBezTo>
                <a:cubicBezTo>
                  <a:pt x="2614523" y="4463678"/>
                  <a:pt x="2646700" y="4462146"/>
                  <a:pt x="2640827" y="4458826"/>
                </a:cubicBezTo>
                <a:cubicBezTo>
                  <a:pt x="2634952" y="4455506"/>
                  <a:pt x="2627036" y="4457294"/>
                  <a:pt x="2624483" y="4456017"/>
                </a:cubicBezTo>
                <a:cubicBezTo>
                  <a:pt x="2617587" y="4452441"/>
                  <a:pt x="2631123" y="4452441"/>
                  <a:pt x="2631632" y="4448355"/>
                </a:cubicBezTo>
                <a:cubicBezTo>
                  <a:pt x="2632144" y="4444270"/>
                  <a:pt x="2609159" y="4448355"/>
                  <a:pt x="2606095" y="4448355"/>
                </a:cubicBezTo>
                <a:cubicBezTo>
                  <a:pt x="2603031" y="4448355"/>
                  <a:pt x="2616055" y="4441716"/>
                  <a:pt x="2616055" y="4441716"/>
                </a:cubicBezTo>
                <a:lnTo>
                  <a:pt x="2572131" y="4441716"/>
                </a:lnTo>
                <a:lnTo>
                  <a:pt x="2581069" y="4434820"/>
                </a:lnTo>
                <a:lnTo>
                  <a:pt x="2490921" y="4434820"/>
                </a:lnTo>
                <a:cubicBezTo>
                  <a:pt x="2490921" y="4434820"/>
                  <a:pt x="2495773" y="4340333"/>
                  <a:pt x="2439846" y="4318881"/>
                </a:cubicBezTo>
                <a:cubicBezTo>
                  <a:pt x="2398374" y="4301975"/>
                  <a:pt x="2352304" y="4300060"/>
                  <a:pt x="2309606" y="4313518"/>
                </a:cubicBezTo>
                <a:cubicBezTo>
                  <a:pt x="2263127" y="4329352"/>
                  <a:pt x="2251381" y="4408517"/>
                  <a:pt x="2244485" y="4413114"/>
                </a:cubicBezTo>
                <a:cubicBezTo>
                  <a:pt x="2237590" y="4417711"/>
                  <a:pt x="2232993" y="4409539"/>
                  <a:pt x="2232993" y="4409539"/>
                </a:cubicBezTo>
                <a:cubicBezTo>
                  <a:pt x="2232993" y="4409539"/>
                  <a:pt x="2242953" y="4346206"/>
                  <a:pt x="2261595" y="4327308"/>
                </a:cubicBezTo>
                <a:cubicBezTo>
                  <a:pt x="2290376" y="4298196"/>
                  <a:pt x="2329959" y="4282286"/>
                  <a:pt x="2370896" y="4283384"/>
                </a:cubicBezTo>
                <a:cubicBezTo>
                  <a:pt x="2436782" y="4278787"/>
                  <a:pt x="2496540" y="4295642"/>
                  <a:pt x="2524121" y="4323478"/>
                </a:cubicBezTo>
                <a:cubicBezTo>
                  <a:pt x="2551700" y="4351314"/>
                  <a:pt x="2553488" y="4422563"/>
                  <a:pt x="2553488" y="4422563"/>
                </a:cubicBezTo>
                <a:lnTo>
                  <a:pt x="2655638" y="4420009"/>
                </a:lnTo>
                <a:cubicBezTo>
                  <a:pt x="2655638" y="4420009"/>
                  <a:pt x="2675302" y="4346206"/>
                  <a:pt x="2693944" y="4327308"/>
                </a:cubicBezTo>
                <a:cubicBezTo>
                  <a:pt x="2722700" y="4298145"/>
                  <a:pt x="2762283" y="4282235"/>
                  <a:pt x="2803245" y="4283384"/>
                </a:cubicBezTo>
                <a:cubicBezTo>
                  <a:pt x="2869132" y="4278787"/>
                  <a:pt x="2928888" y="4295642"/>
                  <a:pt x="2956469" y="4323478"/>
                </a:cubicBezTo>
                <a:cubicBezTo>
                  <a:pt x="2984050" y="4351314"/>
                  <a:pt x="2985836" y="4422563"/>
                  <a:pt x="2985836" y="4422563"/>
                </a:cubicBezTo>
                <a:lnTo>
                  <a:pt x="3087986" y="4420009"/>
                </a:lnTo>
                <a:cubicBezTo>
                  <a:pt x="3087986" y="4420009"/>
                  <a:pt x="3109694" y="4332416"/>
                  <a:pt x="3146978" y="4302537"/>
                </a:cubicBezTo>
                <a:cubicBezTo>
                  <a:pt x="3174942" y="4280129"/>
                  <a:pt x="3221148" y="4277687"/>
                  <a:pt x="3242503" y="4277866"/>
                </a:cubicBezTo>
                <a:cubicBezTo>
                  <a:pt x="3249622" y="4277926"/>
                  <a:pt x="3253979" y="4278277"/>
                  <a:pt x="3253979" y="4278277"/>
                </a:cubicBezTo>
                <a:lnTo>
                  <a:pt x="3253979" y="4316072"/>
                </a:lnTo>
                <a:cubicBezTo>
                  <a:pt x="3253979" y="4316072"/>
                  <a:pt x="3177367" y="4309687"/>
                  <a:pt x="3147744" y="4331394"/>
                </a:cubicBezTo>
                <a:cubicBezTo>
                  <a:pt x="3125528" y="4347675"/>
                  <a:pt x="3112647" y="4384928"/>
                  <a:pt x="3107271" y="4407169"/>
                </a:cubicBezTo>
                <a:lnTo>
                  <a:pt x="3105871" y="4414744"/>
                </a:lnTo>
                <a:lnTo>
                  <a:pt x="3224786" y="4379013"/>
                </a:lnTo>
                <a:cubicBezTo>
                  <a:pt x="3400525" y="4316610"/>
                  <a:pt x="3569959" y="4227009"/>
                  <a:pt x="3727086" y="4109347"/>
                </a:cubicBezTo>
                <a:cubicBezTo>
                  <a:pt x="4565124" y="3481843"/>
                  <a:pt x="4735765" y="2293767"/>
                  <a:pt x="4108234" y="1455758"/>
                </a:cubicBezTo>
                <a:cubicBezTo>
                  <a:pt x="3755247" y="984364"/>
                  <a:pt x="3224908" y="724137"/>
                  <a:pt x="2679273" y="698353"/>
                </a:cubicBezTo>
                <a:cubicBezTo>
                  <a:pt x="2626225" y="695846"/>
                  <a:pt x="2573033" y="695555"/>
                  <a:pt x="2519845" y="697502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2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4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6"/>
                  <a:pt x="1539651" y="681081"/>
                </a:cubicBezTo>
                <a:cubicBezTo>
                  <a:pt x="1535822" y="688487"/>
                  <a:pt x="1535566" y="693595"/>
                  <a:pt x="1532502" y="699469"/>
                </a:cubicBezTo>
                <a:cubicBezTo>
                  <a:pt x="1529334" y="704373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4"/>
                </a:cubicBezTo>
                <a:cubicBezTo>
                  <a:pt x="1505432" y="705214"/>
                  <a:pt x="1505432" y="700108"/>
                  <a:pt x="1507985" y="696148"/>
                </a:cubicBezTo>
                <a:cubicBezTo>
                  <a:pt x="1512097" y="689433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6"/>
                  <a:pt x="1542462" y="652224"/>
                </a:cubicBezTo>
                <a:close/>
                <a:moveTo>
                  <a:pt x="1564424" y="581486"/>
                </a:moveTo>
                <a:cubicBezTo>
                  <a:pt x="1560848" y="581486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7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7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2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7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4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29"/>
                  <a:pt x="1561104" y="799575"/>
                </a:cubicBezTo>
                <a:cubicBezTo>
                  <a:pt x="1563581" y="804887"/>
                  <a:pt x="1566569" y="809918"/>
                  <a:pt x="1570041" y="814643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6"/>
                </a:cubicBezTo>
                <a:cubicBezTo>
                  <a:pt x="1581457" y="580643"/>
                  <a:pt x="1572928" y="580643"/>
                  <a:pt x="1564424" y="581486"/>
                </a:cubicBezTo>
                <a:close/>
                <a:moveTo>
                  <a:pt x="3745927" y="547010"/>
                </a:moveTo>
                <a:cubicBezTo>
                  <a:pt x="3744491" y="547266"/>
                  <a:pt x="3743150" y="548160"/>
                  <a:pt x="3742001" y="550331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3"/>
                  <a:pt x="3614824" y="589403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7"/>
                  <a:pt x="3643172" y="660397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6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2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6"/>
                  <a:pt x="3481519" y="751054"/>
                </a:cubicBezTo>
                <a:cubicBezTo>
                  <a:pt x="3485375" y="753251"/>
                  <a:pt x="3489640" y="754732"/>
                  <a:pt x="3494032" y="755396"/>
                </a:cubicBezTo>
                <a:cubicBezTo>
                  <a:pt x="3501540" y="758128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1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59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5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8"/>
                  <a:pt x="3841087" y="660397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7"/>
                  <a:pt x="3775455" y="628475"/>
                </a:cubicBezTo>
                <a:cubicBezTo>
                  <a:pt x="3783116" y="622091"/>
                  <a:pt x="3790012" y="616983"/>
                  <a:pt x="3793842" y="614174"/>
                </a:cubicBezTo>
                <a:cubicBezTo>
                  <a:pt x="3797673" y="611365"/>
                  <a:pt x="3795118" y="608300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1"/>
                  <a:pt x="3750428" y="547521"/>
                </a:cubicBezTo>
                <a:cubicBezTo>
                  <a:pt x="3748896" y="547138"/>
                  <a:pt x="3747363" y="546755"/>
                  <a:pt x="3745927" y="547010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0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7"/>
                  <a:pt x="1456911" y="462737"/>
                </a:cubicBezTo>
                <a:cubicBezTo>
                  <a:pt x="1452314" y="462737"/>
                  <a:pt x="1450782" y="460950"/>
                  <a:pt x="1447718" y="462737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4"/>
                  <a:pt x="1413242" y="486487"/>
                  <a:pt x="1411965" y="488019"/>
                </a:cubicBezTo>
                <a:cubicBezTo>
                  <a:pt x="1410689" y="489551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2"/>
                  <a:pt x="1392634" y="514170"/>
                  <a:pt x="1394855" y="516877"/>
                </a:cubicBezTo>
                <a:cubicBezTo>
                  <a:pt x="1398686" y="519941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2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6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6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7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59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0"/>
                  <a:pt x="1397154" y="693084"/>
                </a:cubicBezTo>
                <a:cubicBezTo>
                  <a:pt x="1401495" y="690020"/>
                  <a:pt x="1406858" y="687211"/>
                  <a:pt x="1406858" y="683125"/>
                </a:cubicBezTo>
                <a:cubicBezTo>
                  <a:pt x="1408901" y="681235"/>
                  <a:pt x="1411225" y="679677"/>
                  <a:pt x="1413753" y="678528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2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4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6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0"/>
                  <a:pt x="1544786" y="477064"/>
                  <a:pt x="1539142" y="483423"/>
                </a:cubicBezTo>
                <a:cubicBezTo>
                  <a:pt x="1534290" y="489041"/>
                  <a:pt x="1510285" y="511258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3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09"/>
                </a:cubicBezTo>
                <a:cubicBezTo>
                  <a:pt x="2265911" y="390441"/>
                  <a:pt x="2271351" y="388730"/>
                  <a:pt x="2276918" y="387402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39"/>
                  <a:pt x="2333355" y="367738"/>
                </a:cubicBezTo>
                <a:cubicBezTo>
                  <a:pt x="2334199" y="371339"/>
                  <a:pt x="2334632" y="375016"/>
                  <a:pt x="2334632" y="378719"/>
                </a:cubicBezTo>
                <a:cubicBezTo>
                  <a:pt x="2332564" y="384950"/>
                  <a:pt x="2327610" y="389777"/>
                  <a:pt x="2321353" y="391743"/>
                </a:cubicBezTo>
                <a:cubicBezTo>
                  <a:pt x="2319566" y="392509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6"/>
                  <a:pt x="2327674" y="364354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39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8"/>
                </a:cubicBezTo>
                <a:cubicBezTo>
                  <a:pt x="2964131" y="333008"/>
                  <a:pt x="2962343" y="343222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2"/>
                  <a:pt x="2969748" y="404768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3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2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8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3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79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3"/>
                  <a:pt x="3173666" y="563508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3"/>
                  <a:pt x="3160769" y="332752"/>
                </a:cubicBezTo>
                <a:cubicBezTo>
                  <a:pt x="3157705" y="332752"/>
                  <a:pt x="3155150" y="334540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1"/>
                </a:cubicBezTo>
                <a:lnTo>
                  <a:pt x="3078793" y="338881"/>
                </a:lnTo>
                <a:lnTo>
                  <a:pt x="3067557" y="338881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0"/>
                </a:moveTo>
                <a:cubicBezTo>
                  <a:pt x="2168639" y="307215"/>
                  <a:pt x="2164042" y="308491"/>
                  <a:pt x="2152550" y="308491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2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19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4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0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3"/>
                  <a:pt x="2118842" y="608300"/>
                </a:cubicBezTo>
                <a:cubicBezTo>
                  <a:pt x="2130079" y="599617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1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3"/>
                  <a:pt x="2181408" y="430815"/>
                  <a:pt x="2177578" y="430815"/>
                </a:cubicBezTo>
                <a:cubicBezTo>
                  <a:pt x="2173747" y="430815"/>
                  <a:pt x="2169406" y="435923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0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1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7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5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7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1"/>
                  <a:pt x="2258531" y="528241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3"/>
                  <a:pt x="2221502" y="618260"/>
                  <a:pt x="2226354" y="616983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1"/>
                </a:cubicBezTo>
                <a:cubicBezTo>
                  <a:pt x="2285217" y="594204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6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5"/>
                  <a:pt x="2391070" y="519175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8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4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0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4"/>
                  <a:pt x="2349444" y="440264"/>
                  <a:pt x="2350977" y="438477"/>
                </a:cubicBezTo>
                <a:cubicBezTo>
                  <a:pt x="2354424" y="435923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7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5"/>
                </a:moveTo>
                <a:cubicBezTo>
                  <a:pt x="3971634" y="92496"/>
                  <a:pt x="5090122" y="1211442"/>
                  <a:pt x="5090122" y="2591533"/>
                </a:cubicBezTo>
                <a:cubicBezTo>
                  <a:pt x="5090122" y="2591865"/>
                  <a:pt x="5090122" y="2592222"/>
                  <a:pt x="5090122" y="2592554"/>
                </a:cubicBezTo>
                <a:cubicBezTo>
                  <a:pt x="5089561" y="3973054"/>
                  <a:pt x="3969999" y="5091694"/>
                  <a:pt x="2589497" y="5091132"/>
                </a:cubicBezTo>
                <a:cubicBezTo>
                  <a:pt x="1208994" y="5090570"/>
                  <a:pt x="90352" y="3971011"/>
                  <a:pt x="90914" y="2590511"/>
                </a:cubicBezTo>
                <a:cubicBezTo>
                  <a:pt x="91475" y="1210012"/>
                  <a:pt x="1211036" y="91373"/>
                  <a:pt x="2591539" y="91935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92"/>
                  <a:pt x="57971" y="2591532"/>
                </a:cubicBezTo>
                <a:cubicBezTo>
                  <a:pt x="57971" y="3990776"/>
                  <a:pt x="1192293" y="5125096"/>
                  <a:pt x="2591539" y="5125096"/>
                </a:cubicBezTo>
                <a:cubicBezTo>
                  <a:pt x="3990097" y="5123411"/>
                  <a:pt x="5123423" y="3990087"/>
                  <a:pt x="5125108" y="2591532"/>
                </a:cubicBezTo>
                <a:cubicBezTo>
                  <a:pt x="5125108" y="1192292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7"/>
                  <a:pt x="5181392" y="1160982"/>
                  <a:pt x="5183079" y="2591532"/>
                </a:cubicBezTo>
                <a:cubicBezTo>
                  <a:pt x="5183079" y="4022801"/>
                  <a:pt x="4022810" y="5183066"/>
                  <a:pt x="2591539" y="5183066"/>
                </a:cubicBezTo>
                <a:cubicBezTo>
                  <a:pt x="1160269" y="5183066"/>
                  <a:pt x="0" y="4022801"/>
                  <a:pt x="0" y="2591532"/>
                </a:cubicBezTo>
                <a:cubicBezTo>
                  <a:pt x="0" y="1160268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660400" y="6054314"/>
            <a:ext cx="2014538" cy="14384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6" name="文本占位符 15"/>
          <p:cNvSpPr>
            <a:spLocks noGrp="1"/>
          </p:cNvSpPr>
          <p:nvPr>
            <p:ph type="body" sz="quarter" idx="12" hasCustomPrompt="1"/>
          </p:nvPr>
        </p:nvSpPr>
        <p:spPr>
          <a:xfrm>
            <a:off x="510342" y="982400"/>
            <a:ext cx="3551237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spc="1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第几部分 </a:t>
            </a:r>
            <a:endParaRPr lang="zh-CN" altLang="en-US" dirty="0"/>
          </a:p>
        </p:txBody>
      </p:sp>
      <p:sp>
        <p:nvSpPr>
          <p:cNvPr id="122" name="文本占位符 15"/>
          <p:cNvSpPr>
            <a:spLocks noGrp="1"/>
          </p:cNvSpPr>
          <p:nvPr>
            <p:ph type="body" sz="quarter" idx="13" hasCustomPrompt="1"/>
          </p:nvPr>
        </p:nvSpPr>
        <p:spPr>
          <a:xfrm>
            <a:off x="510342" y="2742089"/>
            <a:ext cx="7197752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400" spc="100" baseline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请在此处添加你的标题</a:t>
            </a:r>
            <a:endParaRPr lang="zh-CN" altLang="en-US" dirty="0"/>
          </a:p>
        </p:txBody>
      </p:sp>
      <p:sp>
        <p:nvSpPr>
          <p:cNvPr id="123" name="文本占位符 15"/>
          <p:cNvSpPr>
            <a:spLocks noGrp="1"/>
          </p:cNvSpPr>
          <p:nvPr>
            <p:ph type="body" sz="quarter" idx="14" hasCustomPrompt="1"/>
          </p:nvPr>
        </p:nvSpPr>
        <p:spPr>
          <a:xfrm>
            <a:off x="561172" y="3837713"/>
            <a:ext cx="7146922" cy="1522912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20000"/>
              </a:lnSpc>
              <a:buFont typeface="Arial" panose="020B0604020202020204" pitchFamily="34" charset="0"/>
              <a:buChar char="•"/>
              <a:defRPr sz="1400" spc="100" baseline="0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这里可以写一点点文字，介绍此章节主要内容</a:t>
            </a:r>
            <a:endParaRPr lang="en-US" altLang="zh-CN" dirty="0"/>
          </a:p>
          <a:p>
            <a:pPr lvl="0"/>
            <a:r>
              <a:rPr lang="zh-CN" altLang="en-US" dirty="0"/>
              <a:t>国外现状</a:t>
            </a:r>
            <a:endParaRPr lang="en-US" altLang="zh-CN" dirty="0"/>
          </a:p>
          <a:p>
            <a:pPr lvl="0"/>
            <a:r>
              <a:rPr lang="zh-CN" altLang="en-US" dirty="0"/>
              <a:t>国内现状</a:t>
            </a:r>
            <a:endParaRPr lang="en-US" altLang="zh-CN" dirty="0"/>
          </a:p>
          <a:p>
            <a:pPr lvl="0"/>
            <a:r>
              <a:rPr lang="en-US" altLang="zh-CN" dirty="0"/>
              <a:t>…</a:t>
            </a:r>
            <a:endParaRPr lang="en-US" altLang="zh-CN" dirty="0"/>
          </a:p>
          <a:p>
            <a:pPr lvl="0"/>
            <a:endParaRPr lang="zh-CN" altLang="en-US" dirty="0"/>
          </a:p>
        </p:txBody>
      </p:sp>
      <p:sp>
        <p:nvSpPr>
          <p:cNvPr id="2" name="矩形 1"/>
          <p:cNvSpPr/>
          <p:nvPr/>
        </p:nvSpPr>
        <p:spPr>
          <a:xfrm>
            <a:off x="0" y="6167300"/>
            <a:ext cx="12192000" cy="6907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grpSp>
        <p:nvGrpSpPr>
          <p:cNvPr id="229" name="组合 228"/>
          <p:cNvGrpSpPr/>
          <p:nvPr/>
        </p:nvGrpSpPr>
        <p:grpSpPr>
          <a:xfrm>
            <a:off x="692525" y="6395102"/>
            <a:ext cx="1933343" cy="238230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31" name="组合 230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2" name="任意多边形: 形状 251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3" name="任意多边形: 形状 252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2" name="组合 231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9" name="任意多边形: 形状 248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0" name="任意多边形: 形状 249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33" name="任意多边形: 形状 232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34" name="任意多边形: 形状 233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6" name="任意多边形: 形状 245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7" name="任意多边形: 形状 246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6" name="组合 235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7" name="组合 236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8" name="组合 237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9" name="任意多边形: 形状 238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0" name="任意多边形: 形状 239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9" name="组合 118"/>
          <p:cNvGrpSpPr>
            <a:grpSpLocks noChangeAspect="1"/>
          </p:cNvGrpSpPr>
          <p:nvPr/>
        </p:nvGrpSpPr>
        <p:grpSpPr>
          <a:xfrm>
            <a:off x="9982800" y="6361200"/>
            <a:ext cx="1534482" cy="3384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4" name="组合 123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/>
          <a:srcRect t="-74" b="196"/>
          <a:stretch>
            <a:fillRect/>
          </a:stretch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10" name="矩形 9"/>
          <p:cNvSpPr/>
          <p:nvPr userDrawn="1"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2041996" y="3927615"/>
            <a:ext cx="8108006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 userDrawn="1"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/>
          <a:srcRect t="-74" b="196"/>
          <a:stretch>
            <a:fillRect/>
          </a:stretch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5" name="矩形 4"/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1473992" y="3927615"/>
            <a:ext cx="9244014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 userDrawn="1"/>
        </p:nvSpPr>
        <p:spPr>
          <a:xfrm>
            <a:off x="0" y="4330696"/>
            <a:ext cx="12192001" cy="2527304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/>
          <a:srcRect l="1" t="13078" r="-1" b="115"/>
          <a:stretch>
            <a:fillRect/>
          </a:stretch>
        </p:blipFill>
        <p:spPr>
          <a:xfrm>
            <a:off x="0" y="-1"/>
            <a:ext cx="12191999" cy="4362681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0" y="0"/>
            <a:ext cx="12192001" cy="4346687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936" y="4356278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1828800" y="2524126"/>
            <a:ext cx="8494006" cy="356807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/>
        </p:nvSpPr>
        <p:spPr>
          <a:xfrm>
            <a:off x="4759765" y="961283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7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7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0 h 601039"/>
              <a:gd name="connsiteX308" fmla="*/ 758561 w 2671650"/>
              <a:gd name="connsiteY308" fmla="*/ 486160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7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7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7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7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8 h 601039"/>
              <a:gd name="connsiteX354" fmla="*/ 2635597 w 2671650"/>
              <a:gd name="connsiteY354" fmla="*/ 489508 h 601039"/>
              <a:gd name="connsiteX355" fmla="*/ 2635700 w 2671650"/>
              <a:gd name="connsiteY355" fmla="*/ 489508 h 601039"/>
              <a:gd name="connsiteX356" fmla="*/ 2635647 w 2671650"/>
              <a:gd name="connsiteY356" fmla="*/ 489388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8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8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8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8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8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8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8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8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5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5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1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8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3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8 h 601039"/>
              <a:gd name="connsiteX711" fmla="*/ 1133745 w 2671650"/>
              <a:gd name="connsiteY711" fmla="*/ 491528 h 601039"/>
              <a:gd name="connsiteX712" fmla="*/ 1133745 w 2671650"/>
              <a:gd name="connsiteY712" fmla="*/ 532825 h 601039"/>
              <a:gd name="connsiteX713" fmla="*/ 1123420 w 2671650"/>
              <a:gd name="connsiteY713" fmla="*/ 532825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7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7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2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0"/>
                </a:lnTo>
                <a:lnTo>
                  <a:pt x="758561" y="486160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7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5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7"/>
                </a:cubicBezTo>
                <a:cubicBezTo>
                  <a:pt x="2312364" y="501535"/>
                  <a:pt x="2314133" y="508396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6"/>
                  <a:pt x="2351795" y="501534"/>
                  <a:pt x="2351386" y="494627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7"/>
                </a:cubicBezTo>
                <a:cubicBezTo>
                  <a:pt x="1773954" y="501535"/>
                  <a:pt x="1775723" y="508396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6"/>
                  <a:pt x="1813385" y="501534"/>
                  <a:pt x="1812976" y="494627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8"/>
                </a:lnTo>
                <a:lnTo>
                  <a:pt x="2635597" y="489508"/>
                </a:lnTo>
                <a:lnTo>
                  <a:pt x="2635700" y="489508"/>
                </a:lnTo>
                <a:lnTo>
                  <a:pt x="2635647" y="489388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8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8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8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8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8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8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8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8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7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6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5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8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3"/>
                  <a:pt x="1562408" y="504435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1"/>
                  <a:pt x="2307727" y="525252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1"/>
                  <a:pt x="1769317" y="525252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59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5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1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6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4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8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5"/>
                  <a:pt x="2131227" y="521695"/>
                  <a:pt x="2125492" y="527353"/>
                </a:cubicBezTo>
                <a:cubicBezTo>
                  <a:pt x="2119912" y="532598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2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2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2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2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2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0"/>
                  <a:pt x="1082329" y="494626"/>
                </a:cubicBezTo>
                <a:cubicBezTo>
                  <a:pt x="1081848" y="501699"/>
                  <a:pt x="1083697" y="508734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8"/>
                </a:lnTo>
                <a:lnTo>
                  <a:pt x="1133745" y="491528"/>
                </a:lnTo>
                <a:lnTo>
                  <a:pt x="1133745" y="532825"/>
                </a:lnTo>
                <a:lnTo>
                  <a:pt x="1123420" y="532825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7" name="任意多边形: 形状 96"/>
          <p:cNvSpPr/>
          <p:nvPr/>
        </p:nvSpPr>
        <p:spPr>
          <a:xfrm>
            <a:off x="6984436" y="1198950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6873735" y="-1"/>
            <a:ext cx="5318265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2">
                  <a:lumMod val="95000"/>
                  <a:alpha val="39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5" name="文本框 44"/>
          <p:cNvSpPr txBox="1"/>
          <p:nvPr/>
        </p:nvSpPr>
        <p:spPr>
          <a:xfrm>
            <a:off x="-2647787" y="-2281727"/>
            <a:ext cx="6031920" cy="111722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7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40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0</a:t>
            </a:r>
            <a:endParaRPr kumimoji="0" lang="zh-CN" altLang="en-US" sz="720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40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sp>
        <p:nvSpPr>
          <p:cNvPr id="122" name="任意多边形: 形状 121"/>
          <p:cNvSpPr/>
          <p:nvPr userDrawn="1"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5" name="任意多边形: 形状 144"/>
          <p:cNvSpPr/>
          <p:nvPr/>
        </p:nvSpPr>
        <p:spPr>
          <a:xfrm>
            <a:off x="5321049" y="687917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147220" y="0"/>
            <a:ext cx="4044780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39000"/>
                  <a:lumMod val="9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" name="Group 6"/>
          <p:cNvGrpSpPr/>
          <p:nvPr/>
        </p:nvGrpSpPr>
        <p:grpSpPr bwMode="auto">
          <a:xfrm>
            <a:off x="778934" y="687917"/>
            <a:ext cx="3299884" cy="5425016"/>
            <a:chOff x="0" y="0"/>
            <a:chExt cx="2476153" cy="4069266"/>
          </a:xfrm>
          <a:solidFill>
            <a:schemeClr val="bg1">
              <a:alpha val="25000"/>
            </a:schemeClr>
          </a:solidFill>
        </p:grpSpPr>
        <p:sp>
          <p:nvSpPr>
            <p:cNvPr id="10" name="矩形 3"/>
            <p:cNvSpPr>
              <a:spLocks noChangeArrowheads="1"/>
            </p:cNvSpPr>
            <p:nvPr/>
          </p:nvSpPr>
          <p:spPr bwMode="auto">
            <a:xfrm>
              <a:off x="0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3" name="矩形 4"/>
            <p:cNvSpPr>
              <a:spLocks noChangeArrowheads="1"/>
            </p:cNvSpPr>
            <p:nvPr/>
          </p:nvSpPr>
          <p:spPr bwMode="auto">
            <a:xfrm>
              <a:off x="437624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4" name="矩形 5"/>
            <p:cNvSpPr>
              <a:spLocks noChangeArrowheads="1"/>
            </p:cNvSpPr>
            <p:nvPr/>
          </p:nvSpPr>
          <p:spPr bwMode="auto">
            <a:xfrm>
              <a:off x="875248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5" name="矩形 6"/>
            <p:cNvSpPr>
              <a:spLocks noChangeArrowheads="1"/>
            </p:cNvSpPr>
            <p:nvPr/>
          </p:nvSpPr>
          <p:spPr bwMode="auto">
            <a:xfrm>
              <a:off x="1312872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6" name="矩形 7"/>
            <p:cNvSpPr>
              <a:spLocks noChangeArrowheads="1"/>
            </p:cNvSpPr>
            <p:nvPr/>
          </p:nvSpPr>
          <p:spPr bwMode="auto">
            <a:xfrm>
              <a:off x="1750496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7" name="矩形 8"/>
            <p:cNvSpPr>
              <a:spLocks noChangeArrowheads="1"/>
            </p:cNvSpPr>
            <p:nvPr/>
          </p:nvSpPr>
          <p:spPr bwMode="auto">
            <a:xfrm>
              <a:off x="2188121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8" name="矩形 59"/>
            <p:cNvSpPr>
              <a:spLocks noChangeArrowheads="1"/>
            </p:cNvSpPr>
            <p:nvPr/>
          </p:nvSpPr>
          <p:spPr bwMode="auto">
            <a:xfrm>
              <a:off x="0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9" name="矩形 60"/>
            <p:cNvSpPr>
              <a:spLocks noChangeArrowheads="1"/>
            </p:cNvSpPr>
            <p:nvPr/>
          </p:nvSpPr>
          <p:spPr bwMode="auto">
            <a:xfrm>
              <a:off x="437624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0" name="矩形 61"/>
            <p:cNvSpPr>
              <a:spLocks noChangeArrowheads="1"/>
            </p:cNvSpPr>
            <p:nvPr/>
          </p:nvSpPr>
          <p:spPr bwMode="auto">
            <a:xfrm>
              <a:off x="875248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1" name="矩形 62"/>
            <p:cNvSpPr>
              <a:spLocks noChangeArrowheads="1"/>
            </p:cNvSpPr>
            <p:nvPr/>
          </p:nvSpPr>
          <p:spPr bwMode="auto">
            <a:xfrm>
              <a:off x="1312872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2" name="矩形 63"/>
            <p:cNvSpPr>
              <a:spLocks noChangeArrowheads="1"/>
            </p:cNvSpPr>
            <p:nvPr/>
          </p:nvSpPr>
          <p:spPr bwMode="auto">
            <a:xfrm>
              <a:off x="1750496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3" name="矩形 64"/>
            <p:cNvSpPr>
              <a:spLocks noChangeArrowheads="1"/>
            </p:cNvSpPr>
            <p:nvPr/>
          </p:nvSpPr>
          <p:spPr bwMode="auto">
            <a:xfrm>
              <a:off x="2188121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4" name="矩形 66"/>
            <p:cNvSpPr>
              <a:spLocks noChangeArrowheads="1"/>
            </p:cNvSpPr>
            <p:nvPr/>
          </p:nvSpPr>
          <p:spPr bwMode="auto">
            <a:xfrm>
              <a:off x="0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5" name="矩形 67"/>
            <p:cNvSpPr>
              <a:spLocks noChangeArrowheads="1"/>
            </p:cNvSpPr>
            <p:nvPr/>
          </p:nvSpPr>
          <p:spPr bwMode="auto">
            <a:xfrm>
              <a:off x="437624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6" name="矩形 68"/>
            <p:cNvSpPr>
              <a:spLocks noChangeArrowheads="1"/>
            </p:cNvSpPr>
            <p:nvPr/>
          </p:nvSpPr>
          <p:spPr bwMode="auto">
            <a:xfrm>
              <a:off x="875248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7" name="矩形 69"/>
            <p:cNvSpPr>
              <a:spLocks noChangeArrowheads="1"/>
            </p:cNvSpPr>
            <p:nvPr/>
          </p:nvSpPr>
          <p:spPr bwMode="auto">
            <a:xfrm>
              <a:off x="1312872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8" name="矩形 70"/>
            <p:cNvSpPr>
              <a:spLocks noChangeArrowheads="1"/>
            </p:cNvSpPr>
            <p:nvPr/>
          </p:nvSpPr>
          <p:spPr bwMode="auto">
            <a:xfrm>
              <a:off x="1750496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9" name="矩形 71"/>
            <p:cNvSpPr>
              <a:spLocks noChangeArrowheads="1"/>
            </p:cNvSpPr>
            <p:nvPr/>
          </p:nvSpPr>
          <p:spPr bwMode="auto">
            <a:xfrm>
              <a:off x="2188121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0" name="矩形 73"/>
            <p:cNvSpPr>
              <a:spLocks noChangeArrowheads="1"/>
            </p:cNvSpPr>
            <p:nvPr/>
          </p:nvSpPr>
          <p:spPr bwMode="auto">
            <a:xfrm>
              <a:off x="0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1" name="矩形 74"/>
            <p:cNvSpPr>
              <a:spLocks noChangeArrowheads="1"/>
            </p:cNvSpPr>
            <p:nvPr/>
          </p:nvSpPr>
          <p:spPr bwMode="auto">
            <a:xfrm>
              <a:off x="437624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2" name="矩形 75"/>
            <p:cNvSpPr>
              <a:spLocks noChangeArrowheads="1"/>
            </p:cNvSpPr>
            <p:nvPr/>
          </p:nvSpPr>
          <p:spPr bwMode="auto">
            <a:xfrm>
              <a:off x="875248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3" name="矩形 76"/>
            <p:cNvSpPr>
              <a:spLocks noChangeArrowheads="1"/>
            </p:cNvSpPr>
            <p:nvPr/>
          </p:nvSpPr>
          <p:spPr bwMode="auto">
            <a:xfrm>
              <a:off x="1312872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4" name="矩形 77"/>
            <p:cNvSpPr>
              <a:spLocks noChangeArrowheads="1"/>
            </p:cNvSpPr>
            <p:nvPr/>
          </p:nvSpPr>
          <p:spPr bwMode="auto">
            <a:xfrm>
              <a:off x="1750496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5" name="矩形 78"/>
            <p:cNvSpPr>
              <a:spLocks noChangeArrowheads="1"/>
            </p:cNvSpPr>
            <p:nvPr/>
          </p:nvSpPr>
          <p:spPr bwMode="auto">
            <a:xfrm>
              <a:off x="2188121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6" name="矩形 80"/>
            <p:cNvSpPr>
              <a:spLocks noChangeArrowheads="1"/>
            </p:cNvSpPr>
            <p:nvPr/>
          </p:nvSpPr>
          <p:spPr bwMode="auto">
            <a:xfrm>
              <a:off x="0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7" name="矩形 81"/>
            <p:cNvSpPr>
              <a:spLocks noChangeArrowheads="1"/>
            </p:cNvSpPr>
            <p:nvPr/>
          </p:nvSpPr>
          <p:spPr bwMode="auto">
            <a:xfrm>
              <a:off x="437624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8" name="矩形 82"/>
            <p:cNvSpPr>
              <a:spLocks noChangeArrowheads="1"/>
            </p:cNvSpPr>
            <p:nvPr/>
          </p:nvSpPr>
          <p:spPr bwMode="auto">
            <a:xfrm>
              <a:off x="875248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9" name="矩形 83"/>
            <p:cNvSpPr>
              <a:spLocks noChangeArrowheads="1"/>
            </p:cNvSpPr>
            <p:nvPr/>
          </p:nvSpPr>
          <p:spPr bwMode="auto">
            <a:xfrm>
              <a:off x="1312872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0" name="矩形 84"/>
            <p:cNvSpPr>
              <a:spLocks noChangeArrowheads="1"/>
            </p:cNvSpPr>
            <p:nvPr/>
          </p:nvSpPr>
          <p:spPr bwMode="auto">
            <a:xfrm>
              <a:off x="1750496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1" name="矩形 85"/>
            <p:cNvSpPr>
              <a:spLocks noChangeArrowheads="1"/>
            </p:cNvSpPr>
            <p:nvPr/>
          </p:nvSpPr>
          <p:spPr bwMode="auto">
            <a:xfrm>
              <a:off x="2188121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2" name="矩形 87"/>
            <p:cNvSpPr>
              <a:spLocks noChangeArrowheads="1"/>
            </p:cNvSpPr>
            <p:nvPr/>
          </p:nvSpPr>
          <p:spPr bwMode="auto">
            <a:xfrm>
              <a:off x="0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7" name="矩形 88"/>
            <p:cNvSpPr>
              <a:spLocks noChangeArrowheads="1"/>
            </p:cNvSpPr>
            <p:nvPr/>
          </p:nvSpPr>
          <p:spPr bwMode="auto">
            <a:xfrm>
              <a:off x="437624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8" name="矩形 89"/>
            <p:cNvSpPr>
              <a:spLocks noChangeArrowheads="1"/>
            </p:cNvSpPr>
            <p:nvPr/>
          </p:nvSpPr>
          <p:spPr bwMode="auto">
            <a:xfrm>
              <a:off x="875248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9" name="矩形 90"/>
            <p:cNvSpPr>
              <a:spLocks noChangeArrowheads="1"/>
            </p:cNvSpPr>
            <p:nvPr/>
          </p:nvSpPr>
          <p:spPr bwMode="auto">
            <a:xfrm>
              <a:off x="1312872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0" name="矩形 91"/>
            <p:cNvSpPr>
              <a:spLocks noChangeArrowheads="1"/>
            </p:cNvSpPr>
            <p:nvPr/>
          </p:nvSpPr>
          <p:spPr bwMode="auto">
            <a:xfrm>
              <a:off x="1750496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1" name="矩形 92"/>
            <p:cNvSpPr>
              <a:spLocks noChangeArrowheads="1"/>
            </p:cNvSpPr>
            <p:nvPr/>
          </p:nvSpPr>
          <p:spPr bwMode="auto">
            <a:xfrm>
              <a:off x="2188121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2" name="矩形 94"/>
            <p:cNvSpPr>
              <a:spLocks noChangeArrowheads="1"/>
            </p:cNvSpPr>
            <p:nvPr/>
          </p:nvSpPr>
          <p:spPr bwMode="auto">
            <a:xfrm>
              <a:off x="0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3" name="矩形 95"/>
            <p:cNvSpPr>
              <a:spLocks noChangeArrowheads="1"/>
            </p:cNvSpPr>
            <p:nvPr/>
          </p:nvSpPr>
          <p:spPr bwMode="auto">
            <a:xfrm>
              <a:off x="437624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4" name="矩形 96"/>
            <p:cNvSpPr>
              <a:spLocks noChangeArrowheads="1"/>
            </p:cNvSpPr>
            <p:nvPr/>
          </p:nvSpPr>
          <p:spPr bwMode="auto">
            <a:xfrm>
              <a:off x="875248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5" name="矩形 97"/>
            <p:cNvSpPr>
              <a:spLocks noChangeArrowheads="1"/>
            </p:cNvSpPr>
            <p:nvPr/>
          </p:nvSpPr>
          <p:spPr bwMode="auto">
            <a:xfrm>
              <a:off x="1312872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6" name="矩形 98"/>
            <p:cNvSpPr>
              <a:spLocks noChangeArrowheads="1"/>
            </p:cNvSpPr>
            <p:nvPr/>
          </p:nvSpPr>
          <p:spPr bwMode="auto">
            <a:xfrm>
              <a:off x="1750496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7" name="矩形 99"/>
            <p:cNvSpPr>
              <a:spLocks noChangeArrowheads="1"/>
            </p:cNvSpPr>
            <p:nvPr/>
          </p:nvSpPr>
          <p:spPr bwMode="auto">
            <a:xfrm>
              <a:off x="2188121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8" name="矩形 101"/>
            <p:cNvSpPr>
              <a:spLocks noChangeArrowheads="1"/>
            </p:cNvSpPr>
            <p:nvPr/>
          </p:nvSpPr>
          <p:spPr bwMode="auto">
            <a:xfrm>
              <a:off x="0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9" name="矩形 102"/>
            <p:cNvSpPr>
              <a:spLocks noChangeArrowheads="1"/>
            </p:cNvSpPr>
            <p:nvPr/>
          </p:nvSpPr>
          <p:spPr bwMode="auto">
            <a:xfrm>
              <a:off x="437624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0" name="矩形 103"/>
            <p:cNvSpPr>
              <a:spLocks noChangeArrowheads="1"/>
            </p:cNvSpPr>
            <p:nvPr/>
          </p:nvSpPr>
          <p:spPr bwMode="auto">
            <a:xfrm>
              <a:off x="875248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1" name="矩形 104"/>
            <p:cNvSpPr>
              <a:spLocks noChangeArrowheads="1"/>
            </p:cNvSpPr>
            <p:nvPr/>
          </p:nvSpPr>
          <p:spPr bwMode="auto">
            <a:xfrm>
              <a:off x="1312872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2" name="矩形 105"/>
            <p:cNvSpPr>
              <a:spLocks noChangeArrowheads="1"/>
            </p:cNvSpPr>
            <p:nvPr/>
          </p:nvSpPr>
          <p:spPr bwMode="auto">
            <a:xfrm>
              <a:off x="1750496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3" name="矩形 106"/>
            <p:cNvSpPr>
              <a:spLocks noChangeArrowheads="1"/>
            </p:cNvSpPr>
            <p:nvPr/>
          </p:nvSpPr>
          <p:spPr bwMode="auto">
            <a:xfrm>
              <a:off x="2188121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4" name="矩形 108"/>
            <p:cNvSpPr>
              <a:spLocks noChangeArrowheads="1"/>
            </p:cNvSpPr>
            <p:nvPr/>
          </p:nvSpPr>
          <p:spPr bwMode="auto">
            <a:xfrm>
              <a:off x="0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5" name="矩形 109"/>
            <p:cNvSpPr>
              <a:spLocks noChangeArrowheads="1"/>
            </p:cNvSpPr>
            <p:nvPr/>
          </p:nvSpPr>
          <p:spPr bwMode="auto">
            <a:xfrm>
              <a:off x="437624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6" name="矩形 110"/>
            <p:cNvSpPr>
              <a:spLocks noChangeArrowheads="1"/>
            </p:cNvSpPr>
            <p:nvPr/>
          </p:nvSpPr>
          <p:spPr bwMode="auto">
            <a:xfrm>
              <a:off x="875248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7" name="矩形 111"/>
            <p:cNvSpPr>
              <a:spLocks noChangeArrowheads="1"/>
            </p:cNvSpPr>
            <p:nvPr/>
          </p:nvSpPr>
          <p:spPr bwMode="auto">
            <a:xfrm>
              <a:off x="1312872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8" name="矩形 112"/>
            <p:cNvSpPr>
              <a:spLocks noChangeArrowheads="1"/>
            </p:cNvSpPr>
            <p:nvPr/>
          </p:nvSpPr>
          <p:spPr bwMode="auto">
            <a:xfrm>
              <a:off x="1750496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9" name="矩形 113"/>
            <p:cNvSpPr>
              <a:spLocks noChangeArrowheads="1"/>
            </p:cNvSpPr>
            <p:nvPr/>
          </p:nvSpPr>
          <p:spPr bwMode="auto">
            <a:xfrm>
              <a:off x="2188121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0" name="矩形 115"/>
            <p:cNvSpPr>
              <a:spLocks noChangeArrowheads="1"/>
            </p:cNvSpPr>
            <p:nvPr/>
          </p:nvSpPr>
          <p:spPr bwMode="auto">
            <a:xfrm>
              <a:off x="0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1" name="矩形 116"/>
            <p:cNvSpPr>
              <a:spLocks noChangeArrowheads="1"/>
            </p:cNvSpPr>
            <p:nvPr/>
          </p:nvSpPr>
          <p:spPr bwMode="auto">
            <a:xfrm>
              <a:off x="437624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2" name="矩形 117"/>
            <p:cNvSpPr>
              <a:spLocks noChangeArrowheads="1"/>
            </p:cNvSpPr>
            <p:nvPr/>
          </p:nvSpPr>
          <p:spPr bwMode="auto">
            <a:xfrm>
              <a:off x="875248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3" name="矩形 118"/>
            <p:cNvSpPr>
              <a:spLocks noChangeArrowheads="1"/>
            </p:cNvSpPr>
            <p:nvPr/>
          </p:nvSpPr>
          <p:spPr bwMode="auto">
            <a:xfrm>
              <a:off x="1312872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4" name="矩形 119"/>
            <p:cNvSpPr>
              <a:spLocks noChangeArrowheads="1"/>
            </p:cNvSpPr>
            <p:nvPr/>
          </p:nvSpPr>
          <p:spPr bwMode="auto">
            <a:xfrm>
              <a:off x="1750496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5" name="矩形 120"/>
            <p:cNvSpPr>
              <a:spLocks noChangeArrowheads="1"/>
            </p:cNvSpPr>
            <p:nvPr/>
          </p:nvSpPr>
          <p:spPr bwMode="auto">
            <a:xfrm>
              <a:off x="2188121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</p:grpSp>
      <p:sp>
        <p:nvSpPr>
          <p:cNvPr id="182" name="任意多边形: 形状 181"/>
          <p:cNvSpPr/>
          <p:nvPr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59251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/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1606550" y="304843"/>
            <a:ext cx="7880414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5" name="矩形 4"/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sp>
        <p:nvSpPr>
          <p:cNvPr id="25" name="矩形 24"/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72298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10" name="任意多边形: 形状 20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9" name="组合 18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7" name="任意多边形: 形状 20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8" name="任意多边形: 形状 20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90" name="任意多边形: 形状 18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91" name="任意多边形: 形状 19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92" name="组合 19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4" name="任意多边形: 形状 20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5" name="任意多边形: 形状 20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3" name="组合 19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2" name="任意多边形: 形状 20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4" name="组合 19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5" name="组合 19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 userDrawn="1"/>
        </p:nvGrpSpPr>
        <p:grpSpPr>
          <a:xfrm>
            <a:off x="9838800" y="350453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8" name="文本占位符 7"/>
          <p:cNvSpPr>
            <a:spLocks noGrp="1"/>
          </p:cNvSpPr>
          <p:nvPr>
            <p:ph type="body" sz="quarter" idx="10" hasCustomPrompt="1"/>
          </p:nvPr>
        </p:nvSpPr>
        <p:spPr>
          <a:xfrm>
            <a:off x="314533" y="304843"/>
            <a:ext cx="1046703" cy="523220"/>
          </a:xfrm>
        </p:spPr>
        <p:txBody>
          <a:bodyPr anchor="ctr" anchorCtr="0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zh-CN" altLang="en-US" dirty="0"/>
              <a:t>序号</a:t>
            </a:r>
            <a:endParaRPr lang="zh-CN" altLang="en-US" dirty="0"/>
          </a:p>
        </p:txBody>
      </p:sp>
    </p:spTree>
  </p:cSld>
  <p:clrMapOvr>
    <a:masterClrMapping/>
  </p:clrMapOvr>
  <p:transition spd="med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577850" y="210469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/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86" name="任意多边形: 形状 57"/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5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dirty="0"/>
            </a:p>
          </p:txBody>
        </p:sp>
      </p:grpSp>
      <p:cxnSp>
        <p:nvCxnSpPr>
          <p:cNvPr id="87" name="直接连接符 86"/>
          <p:cNvCxnSpPr/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/>
          <p:cNvSpPr/>
          <p:nvPr userDrawn="1"/>
        </p:nvSpPr>
        <p:spPr>
          <a:xfrm>
            <a:off x="12146281" y="339090"/>
            <a:ext cx="45719" cy="26597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5" name="任意多边形: 形状 23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6" name="任意多边形: 形状 23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18" name="任意多边形: 形状 21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19" name="任意多边形: 形状 21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20" name="组合 21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2" name="任意多边形: 形状 23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3" name="任意多边形: 形状 23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0" name="任意多边形: 形状 22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2" name="组合 22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8" name="任意多边形: 形状 22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3" name="组合 22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5" name="任意多边形: 形状 22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6" name="任意多边形: 形状 22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9" name="组合 118"/>
          <p:cNvGrpSpPr>
            <a:grpSpLocks noChangeAspect="1"/>
          </p:cNvGrpSpPr>
          <p:nvPr userDrawn="1"/>
        </p:nvGrpSpPr>
        <p:grpSpPr>
          <a:xfrm>
            <a:off x="9793418" y="256079"/>
            <a:ext cx="1958913" cy="432000"/>
            <a:chOff x="468000" y="514800"/>
            <a:chExt cx="2301723" cy="507600"/>
          </a:xfrm>
        </p:grpSpPr>
        <p:sp>
          <p:nvSpPr>
            <p:cNvPr id="120" name="任意多边形: 形状 119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1" name="组合 120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2" name="任意多边形: 形状 121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/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>
              <a:lnSpc>
                <a:spcPct val="12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0" name="任意多边形: 形状 109"/>
          <p:cNvSpPr/>
          <p:nvPr/>
        </p:nvSpPr>
        <p:spPr>
          <a:xfrm>
            <a:off x="10362852" y="317682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4" name="平行四边形 3"/>
          <p:cNvSpPr/>
          <p:nvPr userDrawn="1"/>
        </p:nvSpPr>
        <p:spPr>
          <a:xfrm>
            <a:off x="198120" y="325757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2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96" name="直接连接符 95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949325" y="235211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grpSp>
        <p:nvGrpSpPr>
          <p:cNvPr id="128" name="组合 127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0" name="组合 12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31" name="任意多边形: 形状 13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32" name="任意多边形: 形状 13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1366474" y="859251"/>
            <a:ext cx="922494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1368806" y="30484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5" name="矩形 4"/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/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/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7" name="任意多边形: 形状 56"/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1" name="任意多边形: 形状 60"/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2" name="任意多边形: 形状 61"/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3" name="任意多边形: 形状 62"/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5" name="任意多边形: 形状 64"/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6" name="任意多边形: 形状 65"/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7" name="任意多边形: 形状 66"/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8" name="任意多边形: 形状 67"/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9" name="任意多边形: 形状 68"/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0" name="任意多边形: 形状 69"/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1" name="任意多边形: 形状 70"/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2" name="任意多边形: 形状 71"/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3" name="任意多边形: 形状 72"/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4" name="任意多边形: 形状 73"/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5" name="任意多边形: 形状 74"/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7" name="任意多边形: 形状 76"/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9" name="任意多边形: 形状 78"/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0" name="任意多边形: 形状 79"/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1" name="任意多边形: 形状 80"/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2" name="任意多边形: 形状 81"/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3" name="任意多边形: 形状 82"/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4" name="任意多边形: 形状 83"/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7" name="任意多边形: 形状 86"/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8" name="任意多边形: 形状 87"/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9" name="任意多边形: 形状 88"/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0" name="任意多边形: 形状 89"/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1" name="任意多边形: 形状 90"/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2" name="任意多边形: 形状 91"/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3" name="任意多边形: 形状 92"/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4" name="任意多边形: 形状 93"/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5" name="任意多边形: 形状 94"/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pic>
          <p:nvPicPr>
            <p:cNvPr id="97" name="Graphic 3_1_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474" name="组合 473"/>
          <p:cNvGrpSpPr/>
          <p:nvPr/>
        </p:nvGrpSpPr>
        <p:grpSpPr>
          <a:xfrm>
            <a:off x="10256399" y="252035"/>
            <a:ext cx="1559655" cy="633598"/>
            <a:chOff x="2006986" y="1548987"/>
            <a:chExt cx="8314954" cy="3377886"/>
          </a:xfrm>
        </p:grpSpPr>
        <p:sp>
          <p:nvSpPr>
            <p:cNvPr id="475" name="任意多边形: 形状 474"/>
            <p:cNvSpPr/>
            <p:nvPr/>
          </p:nvSpPr>
          <p:spPr>
            <a:xfrm>
              <a:off x="2006986" y="1548987"/>
              <a:ext cx="8314954" cy="3377886"/>
            </a:xfrm>
            <a:custGeom>
              <a:avLst/>
              <a:gdLst>
                <a:gd name="connsiteX0" fmla="*/ 2484722 w 8314954"/>
                <a:gd name="connsiteY0" fmla="*/ 3166922 h 3377886"/>
                <a:gd name="connsiteX1" fmla="*/ 2517965 w 8314954"/>
                <a:gd name="connsiteY1" fmla="*/ 3204013 h 3377886"/>
                <a:gd name="connsiteX2" fmla="*/ 2727018 w 8314954"/>
                <a:gd name="connsiteY2" fmla="*/ 3242415 h 3377886"/>
                <a:gd name="connsiteX3" fmla="*/ 2713582 w 8314954"/>
                <a:gd name="connsiteY3" fmla="*/ 3296177 h 3377886"/>
                <a:gd name="connsiteX4" fmla="*/ 2760402 w 8314954"/>
                <a:gd name="connsiteY4" fmla="*/ 3306293 h 3377886"/>
                <a:gd name="connsiteX5" fmla="*/ 2807223 w 8314954"/>
                <a:gd name="connsiteY5" fmla="*/ 3296177 h 3377886"/>
                <a:gd name="connsiteX6" fmla="*/ 2793785 w 8314954"/>
                <a:gd name="connsiteY6" fmla="*/ 3242415 h 3377886"/>
                <a:gd name="connsiteX7" fmla="*/ 3003260 w 8314954"/>
                <a:gd name="connsiteY7" fmla="*/ 3204013 h 3377886"/>
                <a:gd name="connsiteX8" fmla="*/ 3036503 w 8314954"/>
                <a:gd name="connsiteY8" fmla="*/ 3166922 h 3377886"/>
                <a:gd name="connsiteX9" fmla="*/ 2983689 w 8314954"/>
                <a:gd name="connsiteY9" fmla="*/ 3175305 h 3377886"/>
                <a:gd name="connsiteX10" fmla="*/ 2983502 w 8314954"/>
                <a:gd name="connsiteY10" fmla="*/ 3175352 h 3377886"/>
                <a:gd name="connsiteX11" fmla="*/ 2856618 w 8314954"/>
                <a:gd name="connsiteY11" fmla="*/ 3174322 h 3377886"/>
                <a:gd name="connsiteX12" fmla="*/ 2838171 w 8314954"/>
                <a:gd name="connsiteY12" fmla="*/ 3177319 h 3377886"/>
                <a:gd name="connsiteX13" fmla="*/ 2797764 w 8314954"/>
                <a:gd name="connsiteY13" fmla="*/ 3182002 h 3377886"/>
                <a:gd name="connsiteX14" fmla="*/ 2810172 w 8314954"/>
                <a:gd name="connsiteY14" fmla="*/ 3232112 h 3377886"/>
                <a:gd name="connsiteX15" fmla="*/ 2760542 w 8314954"/>
                <a:gd name="connsiteY15" fmla="*/ 3240541 h 3377886"/>
                <a:gd name="connsiteX16" fmla="*/ 2710866 w 8314954"/>
                <a:gd name="connsiteY16" fmla="*/ 3232112 h 3377886"/>
                <a:gd name="connsiteX17" fmla="*/ 2723273 w 8314954"/>
                <a:gd name="connsiteY17" fmla="*/ 3181955 h 3377886"/>
                <a:gd name="connsiteX18" fmla="*/ 2682868 w 8314954"/>
                <a:gd name="connsiteY18" fmla="*/ 3177272 h 3377886"/>
                <a:gd name="connsiteX19" fmla="*/ 2664466 w 8314954"/>
                <a:gd name="connsiteY19" fmla="*/ 3174275 h 3377886"/>
                <a:gd name="connsiteX20" fmla="*/ 2537584 w 8314954"/>
                <a:gd name="connsiteY20" fmla="*/ 3175305 h 3377886"/>
                <a:gd name="connsiteX21" fmla="*/ 2484722 w 8314954"/>
                <a:gd name="connsiteY21" fmla="*/ 3166922 h 3377886"/>
                <a:gd name="connsiteX22" fmla="*/ 3713837 w 8314954"/>
                <a:gd name="connsiteY22" fmla="*/ 3143809 h 3377886"/>
                <a:gd name="connsiteX23" fmla="*/ 3702615 w 8314954"/>
                <a:gd name="connsiteY23" fmla="*/ 3149842 h 3377886"/>
                <a:gd name="connsiteX24" fmla="*/ 3687325 w 8314954"/>
                <a:gd name="connsiteY24" fmla="*/ 3176079 h 3377886"/>
                <a:gd name="connsiteX25" fmla="*/ 3681293 w 8314954"/>
                <a:gd name="connsiteY25" fmla="*/ 3187585 h 3377886"/>
                <a:gd name="connsiteX26" fmla="*/ 3684239 w 8314954"/>
                <a:gd name="connsiteY26" fmla="*/ 3197405 h 3377886"/>
                <a:gd name="connsiteX27" fmla="*/ 3682134 w 8314954"/>
                <a:gd name="connsiteY27" fmla="*/ 3209754 h 3377886"/>
                <a:gd name="connsiteX28" fmla="*/ 3702054 w 8314954"/>
                <a:gd name="connsiteY28" fmla="*/ 3226169 h 3377886"/>
                <a:gd name="connsiteX29" fmla="*/ 3718747 w 8314954"/>
                <a:gd name="connsiteY29" fmla="*/ 3219153 h 3377886"/>
                <a:gd name="connsiteX30" fmla="*/ 3731370 w 8314954"/>
                <a:gd name="connsiteY30" fmla="*/ 3218031 h 3377886"/>
                <a:gd name="connsiteX31" fmla="*/ 3742313 w 8314954"/>
                <a:gd name="connsiteY31" fmla="*/ 3210595 h 3377886"/>
                <a:gd name="connsiteX32" fmla="*/ 3747782 w 8314954"/>
                <a:gd name="connsiteY32" fmla="*/ 3195021 h 3377886"/>
                <a:gd name="connsiteX33" fmla="*/ 3755498 w 8314954"/>
                <a:gd name="connsiteY33" fmla="*/ 3189268 h 3377886"/>
                <a:gd name="connsiteX34" fmla="*/ 3762955 w 8314954"/>
                <a:gd name="connsiteY34" fmla="*/ 3181119 h 3377886"/>
                <a:gd name="connsiteX35" fmla="*/ 3762932 w 8314954"/>
                <a:gd name="connsiteY35" fmla="*/ 3181271 h 3377886"/>
                <a:gd name="connsiteX36" fmla="*/ 3763073 w 8314954"/>
                <a:gd name="connsiteY36" fmla="*/ 3180990 h 3377886"/>
                <a:gd name="connsiteX37" fmla="*/ 3762955 w 8314954"/>
                <a:gd name="connsiteY37" fmla="*/ 3181119 h 3377886"/>
                <a:gd name="connsiteX38" fmla="*/ 3764615 w 8314954"/>
                <a:gd name="connsiteY38" fmla="*/ 3170327 h 3377886"/>
                <a:gd name="connsiteX39" fmla="*/ 3766018 w 8314954"/>
                <a:gd name="connsiteY39" fmla="*/ 3160506 h 3377886"/>
                <a:gd name="connsiteX40" fmla="*/ 3759986 w 8314954"/>
                <a:gd name="connsiteY40" fmla="*/ 3157700 h 3377886"/>
                <a:gd name="connsiteX41" fmla="*/ 3742732 w 8314954"/>
                <a:gd name="connsiteY41" fmla="*/ 3157700 h 3377886"/>
                <a:gd name="connsiteX42" fmla="*/ 3727864 w 8314954"/>
                <a:gd name="connsiteY42" fmla="*/ 3161347 h 3377886"/>
                <a:gd name="connsiteX43" fmla="*/ 3713837 w 8314954"/>
                <a:gd name="connsiteY43" fmla="*/ 3143809 h 3377886"/>
                <a:gd name="connsiteX44" fmla="*/ 3900962 w 8314954"/>
                <a:gd name="connsiteY44" fmla="*/ 3109292 h 3377886"/>
                <a:gd name="connsiteX45" fmla="*/ 3897176 w 8314954"/>
                <a:gd name="connsiteY45" fmla="*/ 3124165 h 3377886"/>
                <a:gd name="connsiteX46" fmla="*/ 3896334 w 8314954"/>
                <a:gd name="connsiteY46" fmla="*/ 3134267 h 3377886"/>
                <a:gd name="connsiteX47" fmla="*/ 3900683 w 8314954"/>
                <a:gd name="connsiteY47" fmla="*/ 3150683 h 3377886"/>
                <a:gd name="connsiteX48" fmla="*/ 3908117 w 8314954"/>
                <a:gd name="connsiteY48" fmla="*/ 3165415 h 3377886"/>
                <a:gd name="connsiteX49" fmla="*/ 3917376 w 8314954"/>
                <a:gd name="connsiteY49" fmla="*/ 3182393 h 3377886"/>
                <a:gd name="connsiteX50" fmla="*/ 3917376 w 8314954"/>
                <a:gd name="connsiteY50" fmla="*/ 3195020 h 3377886"/>
                <a:gd name="connsiteX51" fmla="*/ 3926353 w 8314954"/>
                <a:gd name="connsiteY51" fmla="*/ 3204561 h 3377886"/>
                <a:gd name="connsiteX52" fmla="*/ 3937855 w 8314954"/>
                <a:gd name="connsiteY52" fmla="*/ 3199089 h 3377886"/>
                <a:gd name="connsiteX53" fmla="*/ 3948797 w 8314954"/>
                <a:gd name="connsiteY53" fmla="*/ 3199089 h 3377886"/>
                <a:gd name="connsiteX54" fmla="*/ 3961702 w 8314954"/>
                <a:gd name="connsiteY54" fmla="*/ 3193898 h 3377886"/>
                <a:gd name="connsiteX55" fmla="*/ 3969136 w 8314954"/>
                <a:gd name="connsiteY55" fmla="*/ 3185199 h 3377886"/>
                <a:gd name="connsiteX56" fmla="*/ 3975448 w 8314954"/>
                <a:gd name="connsiteY56" fmla="*/ 3172291 h 3377886"/>
                <a:gd name="connsiteX57" fmla="*/ 3983585 w 8314954"/>
                <a:gd name="connsiteY57" fmla="*/ 3161626 h 3377886"/>
                <a:gd name="connsiteX58" fmla="*/ 3983585 w 8314954"/>
                <a:gd name="connsiteY58" fmla="*/ 3150122 h 3377886"/>
                <a:gd name="connsiteX59" fmla="*/ 3977553 w 8314954"/>
                <a:gd name="connsiteY59" fmla="*/ 3141282 h 3377886"/>
                <a:gd name="connsiteX60" fmla="*/ 3978815 w 8314954"/>
                <a:gd name="connsiteY60" fmla="*/ 3141002 h 3377886"/>
                <a:gd name="connsiteX61" fmla="*/ 3955810 w 8314954"/>
                <a:gd name="connsiteY61" fmla="*/ 3120658 h 3377886"/>
                <a:gd name="connsiteX62" fmla="*/ 3946131 w 8314954"/>
                <a:gd name="connsiteY62" fmla="*/ 3122200 h 3377886"/>
                <a:gd name="connsiteX63" fmla="*/ 3934909 w 8314954"/>
                <a:gd name="connsiteY63" fmla="*/ 3118693 h 3377886"/>
                <a:gd name="connsiteX64" fmla="*/ 3923548 w 8314954"/>
                <a:gd name="connsiteY64" fmla="*/ 3117710 h 3377886"/>
                <a:gd name="connsiteX65" fmla="*/ 3912186 w 8314954"/>
                <a:gd name="connsiteY65" fmla="*/ 3111818 h 3377886"/>
                <a:gd name="connsiteX66" fmla="*/ 3900962 w 8314954"/>
                <a:gd name="connsiteY66" fmla="*/ 3109292 h 3377886"/>
                <a:gd name="connsiteX67" fmla="*/ 2515108 w 8314954"/>
                <a:gd name="connsiteY67" fmla="*/ 3101405 h 3377886"/>
                <a:gd name="connsiteX68" fmla="*/ 2543201 w 8314954"/>
                <a:gd name="connsiteY68" fmla="*/ 3129082 h 3377886"/>
                <a:gd name="connsiteX69" fmla="*/ 2584075 w 8314954"/>
                <a:gd name="connsiteY69" fmla="*/ 3147815 h 3377886"/>
                <a:gd name="connsiteX70" fmla="*/ 2683476 w 8314954"/>
                <a:gd name="connsiteY70" fmla="*/ 3169872 h 3377886"/>
                <a:gd name="connsiteX71" fmla="*/ 2728003 w 8314954"/>
                <a:gd name="connsiteY71" fmla="*/ 3174883 h 3377886"/>
                <a:gd name="connsiteX72" fmla="*/ 2732356 w 8314954"/>
                <a:gd name="connsiteY72" fmla="*/ 3175305 h 3377886"/>
                <a:gd name="connsiteX73" fmla="*/ 2719809 w 8314954"/>
                <a:gd name="connsiteY73" fmla="*/ 3226023 h 3377886"/>
                <a:gd name="connsiteX74" fmla="*/ 2760167 w 8314954"/>
                <a:gd name="connsiteY74" fmla="*/ 3232861 h 3377886"/>
                <a:gd name="connsiteX75" fmla="*/ 2800480 w 8314954"/>
                <a:gd name="connsiteY75" fmla="*/ 3226023 h 3377886"/>
                <a:gd name="connsiteX76" fmla="*/ 2787979 w 8314954"/>
                <a:gd name="connsiteY76" fmla="*/ 3175305 h 3377886"/>
                <a:gd name="connsiteX77" fmla="*/ 2792286 w 8314954"/>
                <a:gd name="connsiteY77" fmla="*/ 3174883 h 3377886"/>
                <a:gd name="connsiteX78" fmla="*/ 2836813 w 8314954"/>
                <a:gd name="connsiteY78" fmla="*/ 3169872 h 3377886"/>
                <a:gd name="connsiteX79" fmla="*/ 2936588 w 8314954"/>
                <a:gd name="connsiteY79" fmla="*/ 3147815 h 3377886"/>
                <a:gd name="connsiteX80" fmla="*/ 2977463 w 8314954"/>
                <a:gd name="connsiteY80" fmla="*/ 3129082 h 3377886"/>
                <a:gd name="connsiteX81" fmla="*/ 3005554 w 8314954"/>
                <a:gd name="connsiteY81" fmla="*/ 3101405 h 3377886"/>
                <a:gd name="connsiteX82" fmla="*/ 2976245 w 8314954"/>
                <a:gd name="connsiteY82" fmla="*/ 3104590 h 3377886"/>
                <a:gd name="connsiteX83" fmla="*/ 2976245 w 8314954"/>
                <a:gd name="connsiteY83" fmla="*/ 3104637 h 3377886"/>
                <a:gd name="connsiteX84" fmla="*/ 2950821 w 8314954"/>
                <a:gd name="connsiteY84" fmla="*/ 3104637 h 3377886"/>
                <a:gd name="connsiteX85" fmla="*/ 2921699 w 8314954"/>
                <a:gd name="connsiteY85" fmla="*/ 3104356 h 3377886"/>
                <a:gd name="connsiteX86" fmla="*/ 2877734 w 8314954"/>
                <a:gd name="connsiteY86" fmla="*/ 3105479 h 3377886"/>
                <a:gd name="connsiteX87" fmla="*/ 2830024 w 8314954"/>
                <a:gd name="connsiteY87" fmla="*/ 3116392 h 3377886"/>
                <a:gd name="connsiteX88" fmla="*/ 2796453 w 8314954"/>
                <a:gd name="connsiteY88" fmla="*/ 3118686 h 3377886"/>
                <a:gd name="connsiteX89" fmla="*/ 2807784 w 8314954"/>
                <a:gd name="connsiteY89" fmla="*/ 3166875 h 3377886"/>
                <a:gd name="connsiteX90" fmla="*/ 2760636 w 8314954"/>
                <a:gd name="connsiteY90" fmla="*/ 3172495 h 3377886"/>
                <a:gd name="connsiteX91" fmla="*/ 2760027 w 8314954"/>
                <a:gd name="connsiteY91" fmla="*/ 3172495 h 3377886"/>
                <a:gd name="connsiteX92" fmla="*/ 2759512 w 8314954"/>
                <a:gd name="connsiteY92" fmla="*/ 3172495 h 3377886"/>
                <a:gd name="connsiteX93" fmla="*/ 2712691 w 8314954"/>
                <a:gd name="connsiteY93" fmla="*/ 3166968 h 3377886"/>
                <a:gd name="connsiteX94" fmla="*/ 2724022 w 8314954"/>
                <a:gd name="connsiteY94" fmla="*/ 3118779 h 3377886"/>
                <a:gd name="connsiteX95" fmla="*/ 2690451 w 8314954"/>
                <a:gd name="connsiteY95" fmla="*/ 3116484 h 3377886"/>
                <a:gd name="connsiteX96" fmla="*/ 2642928 w 8314954"/>
                <a:gd name="connsiteY96" fmla="*/ 3105433 h 3377886"/>
                <a:gd name="connsiteX97" fmla="*/ 2598964 w 8314954"/>
                <a:gd name="connsiteY97" fmla="*/ 3104309 h 3377886"/>
                <a:gd name="connsiteX98" fmla="*/ 2569842 w 8314954"/>
                <a:gd name="connsiteY98" fmla="*/ 3104590 h 3377886"/>
                <a:gd name="connsiteX99" fmla="*/ 2544419 w 8314954"/>
                <a:gd name="connsiteY99" fmla="*/ 3104590 h 3377886"/>
                <a:gd name="connsiteX100" fmla="*/ 2515108 w 8314954"/>
                <a:gd name="connsiteY100" fmla="*/ 3101405 h 3377886"/>
                <a:gd name="connsiteX101" fmla="*/ 2977322 w 8314954"/>
                <a:gd name="connsiteY101" fmla="*/ 3028396 h 3377886"/>
                <a:gd name="connsiteX102" fmla="*/ 2948340 w 8314954"/>
                <a:gd name="connsiteY102" fmla="*/ 3031675 h 3377886"/>
                <a:gd name="connsiteX103" fmla="*/ 2948809 w 8314954"/>
                <a:gd name="connsiteY103" fmla="*/ 3031767 h 3377886"/>
                <a:gd name="connsiteX104" fmla="*/ 2937618 w 8314954"/>
                <a:gd name="connsiteY104" fmla="*/ 3032283 h 3377886"/>
                <a:gd name="connsiteX105" fmla="*/ 2884805 w 8314954"/>
                <a:gd name="connsiteY105" fmla="*/ 3035046 h 3377886"/>
                <a:gd name="connsiteX106" fmla="*/ 2878905 w 8314954"/>
                <a:gd name="connsiteY106" fmla="*/ 3038184 h 3377886"/>
                <a:gd name="connsiteX107" fmla="*/ 2819209 w 8314954"/>
                <a:gd name="connsiteY107" fmla="*/ 3057244 h 3377886"/>
                <a:gd name="connsiteX108" fmla="*/ 2808534 w 8314954"/>
                <a:gd name="connsiteY108" fmla="*/ 3057947 h 3377886"/>
                <a:gd name="connsiteX109" fmla="*/ 2795470 w 8314954"/>
                <a:gd name="connsiteY109" fmla="*/ 3057244 h 3377886"/>
                <a:gd name="connsiteX110" fmla="*/ 2805724 w 8314954"/>
                <a:gd name="connsiteY110" fmla="*/ 3100096 h 3377886"/>
                <a:gd name="connsiteX111" fmla="*/ 2760543 w 8314954"/>
                <a:gd name="connsiteY111" fmla="*/ 3102951 h 3377886"/>
                <a:gd name="connsiteX112" fmla="*/ 2715314 w 8314954"/>
                <a:gd name="connsiteY112" fmla="*/ 3100096 h 3377886"/>
                <a:gd name="connsiteX113" fmla="*/ 2725615 w 8314954"/>
                <a:gd name="connsiteY113" fmla="*/ 3057244 h 3377886"/>
                <a:gd name="connsiteX114" fmla="*/ 2712505 w 8314954"/>
                <a:gd name="connsiteY114" fmla="*/ 3057947 h 3377886"/>
                <a:gd name="connsiteX115" fmla="*/ 2701829 w 8314954"/>
                <a:gd name="connsiteY115" fmla="*/ 3057244 h 3377886"/>
                <a:gd name="connsiteX116" fmla="*/ 2642181 w 8314954"/>
                <a:gd name="connsiteY116" fmla="*/ 3038184 h 3377886"/>
                <a:gd name="connsiteX117" fmla="*/ 2636281 w 8314954"/>
                <a:gd name="connsiteY117" fmla="*/ 3035046 h 3377886"/>
                <a:gd name="connsiteX118" fmla="*/ 2583468 w 8314954"/>
                <a:gd name="connsiteY118" fmla="*/ 3032283 h 3377886"/>
                <a:gd name="connsiteX119" fmla="*/ 2572231 w 8314954"/>
                <a:gd name="connsiteY119" fmla="*/ 3031767 h 3377886"/>
                <a:gd name="connsiteX120" fmla="*/ 2543295 w 8314954"/>
                <a:gd name="connsiteY120" fmla="*/ 3028490 h 3377886"/>
                <a:gd name="connsiteX121" fmla="*/ 2570873 w 8314954"/>
                <a:gd name="connsiteY121" fmla="*/ 3058836 h 3377886"/>
                <a:gd name="connsiteX122" fmla="*/ 2611747 w 8314954"/>
                <a:gd name="connsiteY122" fmla="*/ 3085296 h 3377886"/>
                <a:gd name="connsiteX123" fmla="*/ 2692138 w 8314954"/>
                <a:gd name="connsiteY123" fmla="*/ 3108947 h 3377886"/>
                <a:gd name="connsiteX124" fmla="*/ 2726832 w 8314954"/>
                <a:gd name="connsiteY124" fmla="*/ 3111147 h 3377886"/>
                <a:gd name="connsiteX125" fmla="*/ 2733995 w 8314954"/>
                <a:gd name="connsiteY125" fmla="*/ 3111147 h 3377886"/>
                <a:gd name="connsiteX126" fmla="*/ 2722337 w 8314954"/>
                <a:gd name="connsiteY126" fmla="*/ 3160367 h 3377886"/>
                <a:gd name="connsiteX127" fmla="*/ 2759794 w 8314954"/>
                <a:gd name="connsiteY127" fmla="*/ 3165050 h 3377886"/>
                <a:gd name="connsiteX128" fmla="*/ 2760308 w 8314954"/>
                <a:gd name="connsiteY128" fmla="*/ 3165050 h 3377886"/>
                <a:gd name="connsiteX129" fmla="*/ 2760777 w 8314954"/>
                <a:gd name="connsiteY129" fmla="*/ 3165050 h 3377886"/>
                <a:gd name="connsiteX130" fmla="*/ 2798233 w 8314954"/>
                <a:gd name="connsiteY130" fmla="*/ 3160367 h 3377886"/>
                <a:gd name="connsiteX131" fmla="*/ 2786621 w 8314954"/>
                <a:gd name="connsiteY131" fmla="*/ 3111053 h 3377886"/>
                <a:gd name="connsiteX132" fmla="*/ 2793785 w 8314954"/>
                <a:gd name="connsiteY132" fmla="*/ 3111053 h 3377886"/>
                <a:gd name="connsiteX133" fmla="*/ 2828480 w 8314954"/>
                <a:gd name="connsiteY133" fmla="*/ 3108853 h 3377886"/>
                <a:gd name="connsiteX134" fmla="*/ 2908871 w 8314954"/>
                <a:gd name="connsiteY134" fmla="*/ 3085202 h 3377886"/>
                <a:gd name="connsiteX135" fmla="*/ 2949651 w 8314954"/>
                <a:gd name="connsiteY135" fmla="*/ 3058789 h 3377886"/>
                <a:gd name="connsiteX136" fmla="*/ 2977322 w 8314954"/>
                <a:gd name="connsiteY136" fmla="*/ 3028396 h 3377886"/>
                <a:gd name="connsiteX137" fmla="*/ 3860703 w 8314954"/>
                <a:gd name="connsiteY137" fmla="*/ 3027917 h 3377886"/>
                <a:gd name="connsiteX138" fmla="*/ 3856635 w 8314954"/>
                <a:gd name="connsiteY138" fmla="*/ 3039142 h 3377886"/>
                <a:gd name="connsiteX139" fmla="*/ 3844291 w 8314954"/>
                <a:gd name="connsiteY139" fmla="*/ 3050085 h 3377886"/>
                <a:gd name="connsiteX140" fmla="*/ 3829422 w 8314954"/>
                <a:gd name="connsiteY140" fmla="*/ 3061591 h 3377886"/>
                <a:gd name="connsiteX141" fmla="*/ 3813571 w 8314954"/>
                <a:gd name="connsiteY141" fmla="*/ 3066501 h 3377886"/>
                <a:gd name="connsiteX142" fmla="*/ 3804594 w 8314954"/>
                <a:gd name="connsiteY142" fmla="*/ 3057521 h 3377886"/>
                <a:gd name="connsiteX143" fmla="*/ 3810906 w 8314954"/>
                <a:gd name="connsiteY143" fmla="*/ 3046858 h 3377886"/>
                <a:gd name="connsiteX144" fmla="*/ 3831666 w 8314954"/>
                <a:gd name="connsiteY144" fmla="*/ 3037878 h 3377886"/>
                <a:gd name="connsiteX145" fmla="*/ 3839663 w 8314954"/>
                <a:gd name="connsiteY145" fmla="*/ 3032827 h 3377886"/>
                <a:gd name="connsiteX146" fmla="*/ 3850322 w 8314954"/>
                <a:gd name="connsiteY146" fmla="*/ 3029320 h 3377886"/>
                <a:gd name="connsiteX147" fmla="*/ 3860703 w 8314954"/>
                <a:gd name="connsiteY147" fmla="*/ 3027917 h 3377886"/>
                <a:gd name="connsiteX148" fmla="*/ 4353487 w 8314954"/>
                <a:gd name="connsiteY148" fmla="*/ 3005328 h 3377886"/>
                <a:gd name="connsiteX149" fmla="*/ 4358008 w 8314954"/>
                <a:gd name="connsiteY149" fmla="*/ 3009496 h 3377886"/>
                <a:gd name="connsiteX150" fmla="*/ 4357976 w 8314954"/>
                <a:gd name="connsiteY150" fmla="*/ 3010237 h 3377886"/>
                <a:gd name="connsiteX151" fmla="*/ 4348577 w 8314954"/>
                <a:gd name="connsiteY151" fmla="*/ 3026513 h 3377886"/>
                <a:gd name="connsiteX152" fmla="*/ 4348437 w 8314954"/>
                <a:gd name="connsiteY152" fmla="*/ 3026513 h 3377886"/>
                <a:gd name="connsiteX153" fmla="*/ 4334410 w 8314954"/>
                <a:gd name="connsiteY153" fmla="*/ 3024971 h 3377886"/>
                <a:gd name="connsiteX154" fmla="*/ 4333147 w 8314954"/>
                <a:gd name="connsiteY154" fmla="*/ 3016832 h 3377886"/>
                <a:gd name="connsiteX155" fmla="*/ 4337074 w 8314954"/>
                <a:gd name="connsiteY155" fmla="*/ 3008134 h 3377886"/>
                <a:gd name="connsiteX156" fmla="*/ 4353487 w 8314954"/>
                <a:gd name="connsiteY156" fmla="*/ 3005328 h 3377886"/>
                <a:gd name="connsiteX157" fmla="*/ 4402582 w 8314954"/>
                <a:gd name="connsiteY157" fmla="*/ 2990734 h 3377886"/>
                <a:gd name="connsiteX158" fmla="*/ 4410719 w 8314954"/>
                <a:gd name="connsiteY158" fmla="*/ 2993682 h 3377886"/>
                <a:gd name="connsiteX159" fmla="*/ 4410719 w 8314954"/>
                <a:gd name="connsiteY159" fmla="*/ 3004345 h 3377886"/>
                <a:gd name="connsiteX160" fmla="*/ 4410156 w 8314954"/>
                <a:gd name="connsiteY160" fmla="*/ 3004345 h 3377886"/>
                <a:gd name="connsiteX161" fmla="*/ 4396129 w 8314954"/>
                <a:gd name="connsiteY161" fmla="*/ 3014867 h 3377886"/>
                <a:gd name="connsiteX162" fmla="*/ 4388274 w 8314954"/>
                <a:gd name="connsiteY162" fmla="*/ 3007713 h 3377886"/>
                <a:gd name="connsiteX163" fmla="*/ 4389819 w 8314954"/>
                <a:gd name="connsiteY163" fmla="*/ 2994944 h 3377886"/>
                <a:gd name="connsiteX164" fmla="*/ 4402582 w 8314954"/>
                <a:gd name="connsiteY164" fmla="*/ 2990734 h 3377886"/>
                <a:gd name="connsiteX165" fmla="*/ 3889600 w 8314954"/>
                <a:gd name="connsiteY165" fmla="*/ 2974599 h 3377886"/>
                <a:gd name="connsiteX166" fmla="*/ 3881603 w 8314954"/>
                <a:gd name="connsiteY166" fmla="*/ 2977265 h 3377886"/>
                <a:gd name="connsiteX167" fmla="*/ 3874591 w 8314954"/>
                <a:gd name="connsiteY167" fmla="*/ 2980914 h 3377886"/>
                <a:gd name="connsiteX168" fmla="*/ 3866594 w 8314954"/>
                <a:gd name="connsiteY168" fmla="*/ 2986105 h 3377886"/>
                <a:gd name="connsiteX169" fmla="*/ 3852566 w 8314954"/>
                <a:gd name="connsiteY169" fmla="*/ 2991577 h 3377886"/>
                <a:gd name="connsiteX170" fmla="*/ 3842467 w 8314954"/>
                <a:gd name="connsiteY170" fmla="*/ 2994523 h 3377886"/>
                <a:gd name="connsiteX171" fmla="*/ 3829562 w 8314954"/>
                <a:gd name="connsiteY171" fmla="*/ 2999153 h 3377886"/>
                <a:gd name="connsiteX172" fmla="*/ 3811888 w 8314954"/>
                <a:gd name="connsiteY172" fmla="*/ 3003924 h 3377886"/>
                <a:gd name="connsiteX173" fmla="*/ 3788041 w 8314954"/>
                <a:gd name="connsiteY173" fmla="*/ 3010939 h 3377886"/>
                <a:gd name="connsiteX174" fmla="*/ 3782569 w 8314954"/>
                <a:gd name="connsiteY174" fmla="*/ 3003643 h 3377886"/>
                <a:gd name="connsiteX175" fmla="*/ 3771068 w 8314954"/>
                <a:gd name="connsiteY175" fmla="*/ 2997611 h 3377886"/>
                <a:gd name="connsiteX176" fmla="*/ 3758163 w 8314954"/>
                <a:gd name="connsiteY176" fmla="*/ 3003363 h 3377886"/>
                <a:gd name="connsiteX177" fmla="*/ 3744135 w 8314954"/>
                <a:gd name="connsiteY177" fmla="*/ 3028758 h 3377886"/>
                <a:gd name="connsiteX178" fmla="*/ 3745257 w 8314954"/>
                <a:gd name="connsiteY178" fmla="*/ 3051208 h 3377886"/>
                <a:gd name="connsiteX179" fmla="*/ 3748904 w 8314954"/>
                <a:gd name="connsiteY179" fmla="*/ 3073377 h 3377886"/>
                <a:gd name="connsiteX180" fmla="*/ 3752692 w 8314954"/>
                <a:gd name="connsiteY180" fmla="*/ 3090634 h 3377886"/>
                <a:gd name="connsiteX181" fmla="*/ 3754095 w 8314954"/>
                <a:gd name="connsiteY181" fmla="*/ 3102420 h 3377886"/>
                <a:gd name="connsiteX182" fmla="*/ 3756759 w 8314954"/>
                <a:gd name="connsiteY182" fmla="*/ 3108453 h 3377886"/>
                <a:gd name="connsiteX183" fmla="*/ 3759846 w 8314954"/>
                <a:gd name="connsiteY183" fmla="*/ 3119678 h 3377886"/>
                <a:gd name="connsiteX184" fmla="*/ 3765317 w 8314954"/>
                <a:gd name="connsiteY184" fmla="*/ 3124589 h 3377886"/>
                <a:gd name="connsiteX185" fmla="*/ 3780606 w 8314954"/>
                <a:gd name="connsiteY185" fmla="*/ 3125991 h 3377886"/>
                <a:gd name="connsiteX186" fmla="*/ 3790145 w 8314954"/>
                <a:gd name="connsiteY186" fmla="*/ 3124308 h 3377886"/>
                <a:gd name="connsiteX187" fmla="*/ 3802209 w 8314954"/>
                <a:gd name="connsiteY187" fmla="*/ 3127675 h 3377886"/>
                <a:gd name="connsiteX188" fmla="*/ 3806277 w 8314954"/>
                <a:gd name="connsiteY188" fmla="*/ 3135252 h 3377886"/>
                <a:gd name="connsiteX189" fmla="*/ 3803611 w 8314954"/>
                <a:gd name="connsiteY189" fmla="*/ 3157562 h 3377886"/>
                <a:gd name="connsiteX190" fmla="*/ 3803611 w 8314954"/>
                <a:gd name="connsiteY190" fmla="*/ 3174257 h 3377886"/>
                <a:gd name="connsiteX191" fmla="*/ 3803611 w 8314954"/>
                <a:gd name="connsiteY191" fmla="*/ 3186464 h 3377886"/>
                <a:gd name="connsiteX192" fmla="*/ 3788602 w 8314954"/>
                <a:gd name="connsiteY192" fmla="*/ 3204002 h 3377886"/>
                <a:gd name="connsiteX193" fmla="*/ 3769946 w 8314954"/>
                <a:gd name="connsiteY193" fmla="*/ 3197549 h 3377886"/>
                <a:gd name="connsiteX194" fmla="*/ 3757322 w 8314954"/>
                <a:gd name="connsiteY194" fmla="*/ 3202740 h 3377886"/>
                <a:gd name="connsiteX195" fmla="*/ 3777100 w 8314954"/>
                <a:gd name="connsiteY195" fmla="*/ 3222944 h 3377886"/>
                <a:gd name="connsiteX196" fmla="*/ 3784113 w 8314954"/>
                <a:gd name="connsiteY196" fmla="*/ 3236134 h 3377886"/>
                <a:gd name="connsiteX197" fmla="*/ 3797018 w 8314954"/>
                <a:gd name="connsiteY197" fmla="*/ 3242447 h 3377886"/>
                <a:gd name="connsiteX198" fmla="*/ 3804733 w 8314954"/>
                <a:gd name="connsiteY198" fmla="*/ 3248481 h 3377886"/>
                <a:gd name="connsiteX199" fmla="*/ 3814553 w 8314954"/>
                <a:gd name="connsiteY199" fmla="*/ 3252829 h 3377886"/>
                <a:gd name="connsiteX200" fmla="*/ 3820865 w 8314954"/>
                <a:gd name="connsiteY200" fmla="*/ 3257179 h 3377886"/>
                <a:gd name="connsiteX201" fmla="*/ 3834893 w 8314954"/>
                <a:gd name="connsiteY201" fmla="*/ 3250023 h 3377886"/>
                <a:gd name="connsiteX202" fmla="*/ 3849902 w 8314954"/>
                <a:gd name="connsiteY202" fmla="*/ 3235011 h 3377886"/>
                <a:gd name="connsiteX203" fmla="*/ 3863930 w 8314954"/>
                <a:gd name="connsiteY203" fmla="*/ 3213965 h 3377886"/>
                <a:gd name="connsiteX204" fmla="*/ 3863930 w 8314954"/>
                <a:gd name="connsiteY204" fmla="*/ 3139742 h 3377886"/>
                <a:gd name="connsiteX205" fmla="*/ 3861264 w 8314954"/>
                <a:gd name="connsiteY205" fmla="*/ 3123045 h 3377886"/>
                <a:gd name="connsiteX206" fmla="*/ 3869399 w 8314954"/>
                <a:gd name="connsiteY206" fmla="*/ 3113926 h 3377886"/>
                <a:gd name="connsiteX207" fmla="*/ 3877956 w 8314954"/>
                <a:gd name="connsiteY207" fmla="*/ 3112803 h 3377886"/>
                <a:gd name="connsiteX208" fmla="*/ 3889459 w 8314954"/>
                <a:gd name="connsiteY208" fmla="*/ 3098071 h 3377886"/>
                <a:gd name="connsiteX209" fmla="*/ 3915690 w 8314954"/>
                <a:gd name="connsiteY209" fmla="*/ 3052330 h 3377886"/>
                <a:gd name="connsiteX210" fmla="*/ 3923686 w 8314954"/>
                <a:gd name="connsiteY210" fmla="*/ 3038299 h 3377886"/>
                <a:gd name="connsiteX211" fmla="*/ 3924247 w 8314954"/>
                <a:gd name="connsiteY211" fmla="*/ 3038299 h 3377886"/>
                <a:gd name="connsiteX212" fmla="*/ 3940940 w 8314954"/>
                <a:gd name="connsiteY212" fmla="*/ 3021322 h 3377886"/>
                <a:gd name="connsiteX213" fmla="*/ 3940940 w 8314954"/>
                <a:gd name="connsiteY213" fmla="*/ 3008554 h 3377886"/>
                <a:gd name="connsiteX214" fmla="*/ 3935469 w 8314954"/>
                <a:gd name="connsiteY214" fmla="*/ 2992138 h 3377886"/>
                <a:gd name="connsiteX215" fmla="*/ 3915690 w 8314954"/>
                <a:gd name="connsiteY215" fmla="*/ 2979230 h 3377886"/>
                <a:gd name="connsiteX216" fmla="*/ 3901663 w 8314954"/>
                <a:gd name="connsiteY216" fmla="*/ 2979230 h 3377886"/>
                <a:gd name="connsiteX217" fmla="*/ 3889600 w 8314954"/>
                <a:gd name="connsiteY217" fmla="*/ 2974599 h 3377886"/>
                <a:gd name="connsiteX218" fmla="*/ 4349278 w 8314954"/>
                <a:gd name="connsiteY218" fmla="*/ 2951590 h 3377886"/>
                <a:gd name="connsiteX219" fmla="*/ 4359518 w 8314954"/>
                <a:gd name="connsiteY219" fmla="*/ 2963375 h 3377886"/>
                <a:gd name="connsiteX220" fmla="*/ 4358817 w 8314954"/>
                <a:gd name="connsiteY220" fmla="*/ 2963797 h 3377886"/>
                <a:gd name="connsiteX221" fmla="*/ 4342825 w 8314954"/>
                <a:gd name="connsiteY221" fmla="*/ 2978950 h 3377886"/>
                <a:gd name="connsiteX222" fmla="*/ 4336794 w 8314954"/>
                <a:gd name="connsiteY222" fmla="*/ 2975301 h 3377886"/>
                <a:gd name="connsiteX223" fmla="*/ 4335251 w 8314954"/>
                <a:gd name="connsiteY223" fmla="*/ 2961271 h 3377886"/>
                <a:gd name="connsiteX224" fmla="*/ 4349278 w 8314954"/>
                <a:gd name="connsiteY224" fmla="*/ 2951590 h 3377886"/>
                <a:gd name="connsiteX225" fmla="*/ 4425026 w 8314954"/>
                <a:gd name="connsiteY225" fmla="*/ 2930964 h 3377886"/>
                <a:gd name="connsiteX226" fmla="*/ 4426288 w 8314954"/>
                <a:gd name="connsiteY226" fmla="*/ 2943311 h 3377886"/>
                <a:gd name="connsiteX227" fmla="*/ 4414787 w 8314954"/>
                <a:gd name="connsiteY227" fmla="*/ 2959727 h 3377886"/>
                <a:gd name="connsiteX228" fmla="*/ 4397533 w 8314954"/>
                <a:gd name="connsiteY228" fmla="*/ 2958744 h 3377886"/>
                <a:gd name="connsiteX229" fmla="*/ 4392904 w 8314954"/>
                <a:gd name="connsiteY229" fmla="*/ 2943591 h 3377886"/>
                <a:gd name="connsiteX230" fmla="*/ 4425026 w 8314954"/>
                <a:gd name="connsiteY230" fmla="*/ 2930964 h 3377886"/>
                <a:gd name="connsiteX231" fmla="*/ 4883443 w 8314954"/>
                <a:gd name="connsiteY231" fmla="*/ 2927736 h 3377886"/>
                <a:gd name="connsiteX232" fmla="*/ 4872642 w 8314954"/>
                <a:gd name="connsiteY232" fmla="*/ 2929280 h 3377886"/>
                <a:gd name="connsiteX233" fmla="*/ 4860158 w 8314954"/>
                <a:gd name="connsiteY233" fmla="*/ 2930823 h 3377886"/>
                <a:gd name="connsiteX234" fmla="*/ 4815971 w 8314954"/>
                <a:gd name="connsiteY234" fmla="*/ 2949484 h 3377886"/>
                <a:gd name="connsiteX235" fmla="*/ 4808677 w 8314954"/>
                <a:gd name="connsiteY235" fmla="*/ 2952290 h 3377886"/>
                <a:gd name="connsiteX236" fmla="*/ 4798437 w 8314954"/>
                <a:gd name="connsiteY236" fmla="*/ 2955096 h 3377886"/>
                <a:gd name="connsiteX237" fmla="*/ 4739522 w 8314954"/>
                <a:gd name="connsiteY237" fmla="*/ 2964917 h 3377886"/>
                <a:gd name="connsiteX238" fmla="*/ 4714834 w 8314954"/>
                <a:gd name="connsiteY238" fmla="*/ 2959025 h 3377886"/>
                <a:gd name="connsiteX239" fmla="*/ 4700806 w 8314954"/>
                <a:gd name="connsiteY239" fmla="*/ 2970671 h 3377886"/>
                <a:gd name="connsiteX240" fmla="*/ 4702208 w 8314954"/>
                <a:gd name="connsiteY240" fmla="*/ 2986243 h 3377886"/>
                <a:gd name="connsiteX241" fmla="*/ 4705014 w 8314954"/>
                <a:gd name="connsiteY241" fmla="*/ 3002379 h 3377886"/>
                <a:gd name="connsiteX242" fmla="*/ 4715956 w 8314954"/>
                <a:gd name="connsiteY242" fmla="*/ 3022443 h 3377886"/>
                <a:gd name="connsiteX243" fmla="*/ 4721567 w 8314954"/>
                <a:gd name="connsiteY243" fmla="*/ 3039140 h 3377886"/>
                <a:gd name="connsiteX244" fmla="*/ 4739942 w 8314954"/>
                <a:gd name="connsiteY244" fmla="*/ 3037876 h 3377886"/>
                <a:gd name="connsiteX245" fmla="*/ 4753969 w 8314954"/>
                <a:gd name="connsiteY245" fmla="*/ 3035631 h 3377886"/>
                <a:gd name="connsiteX246" fmla="*/ 4756916 w 8314954"/>
                <a:gd name="connsiteY246" fmla="*/ 3048681 h 3377886"/>
                <a:gd name="connsiteX247" fmla="*/ 4753969 w 8314954"/>
                <a:gd name="connsiteY247" fmla="*/ 3065237 h 3377886"/>
                <a:gd name="connsiteX248" fmla="*/ 4725074 w 8314954"/>
                <a:gd name="connsiteY248" fmla="*/ 3114625 h 3377886"/>
                <a:gd name="connsiteX249" fmla="*/ 4688181 w 8314954"/>
                <a:gd name="connsiteY249" fmla="*/ 3130059 h 3377886"/>
                <a:gd name="connsiteX250" fmla="*/ 4674154 w 8314954"/>
                <a:gd name="connsiteY250" fmla="*/ 3132724 h 3377886"/>
                <a:gd name="connsiteX251" fmla="*/ 4640488 w 8314954"/>
                <a:gd name="connsiteY251" fmla="*/ 3145492 h 3377886"/>
                <a:gd name="connsiteX252" fmla="*/ 4624216 w 8314954"/>
                <a:gd name="connsiteY252" fmla="*/ 3143948 h 3377886"/>
                <a:gd name="connsiteX253" fmla="*/ 4596161 w 8314954"/>
                <a:gd name="connsiteY253" fmla="*/ 3159243 h 3377886"/>
                <a:gd name="connsiteX254" fmla="*/ 4597705 w 8314954"/>
                <a:gd name="connsiteY254" fmla="*/ 3176360 h 3377886"/>
                <a:gd name="connsiteX255" fmla="*/ 4597705 w 8314954"/>
                <a:gd name="connsiteY255" fmla="*/ 3190390 h 3377886"/>
                <a:gd name="connsiteX256" fmla="*/ 4622954 w 8314954"/>
                <a:gd name="connsiteY256" fmla="*/ 3214243 h 3377886"/>
                <a:gd name="connsiteX257" fmla="*/ 4689163 w 8314954"/>
                <a:gd name="connsiteY257" fmla="*/ 3188988 h 3377886"/>
                <a:gd name="connsiteX258" fmla="*/ 4743169 w 8314954"/>
                <a:gd name="connsiteY258" fmla="*/ 3177903 h 3377886"/>
                <a:gd name="connsiteX259" fmla="*/ 4773608 w 8314954"/>
                <a:gd name="connsiteY259" fmla="*/ 3178604 h 3377886"/>
                <a:gd name="connsiteX260" fmla="*/ 4800400 w 8314954"/>
                <a:gd name="connsiteY260" fmla="*/ 3174816 h 3377886"/>
                <a:gd name="connsiteX261" fmla="*/ 4828455 w 8314954"/>
                <a:gd name="connsiteY261" fmla="*/ 3172571 h 3377886"/>
                <a:gd name="connsiteX262" fmla="*/ 4856510 w 8314954"/>
                <a:gd name="connsiteY262" fmla="*/ 3172571 h 3377886"/>
                <a:gd name="connsiteX263" fmla="*/ 4886669 w 8314954"/>
                <a:gd name="connsiteY263" fmla="*/ 3175097 h 3377886"/>
                <a:gd name="connsiteX264" fmla="*/ 4904904 w 8314954"/>
                <a:gd name="connsiteY264" fmla="*/ 3173553 h 3377886"/>
                <a:gd name="connsiteX265" fmla="*/ 4922719 w 8314954"/>
                <a:gd name="connsiteY265" fmla="*/ 3176641 h 3377886"/>
                <a:gd name="connsiteX266" fmla="*/ 4939131 w 8314954"/>
                <a:gd name="connsiteY266" fmla="*/ 3175658 h 3377886"/>
                <a:gd name="connsiteX267" fmla="*/ 4947548 w 8314954"/>
                <a:gd name="connsiteY267" fmla="*/ 3167100 h 3377886"/>
                <a:gd name="connsiteX268" fmla="*/ 4951757 w 8314954"/>
                <a:gd name="connsiteY268" fmla="*/ 3157138 h 3377886"/>
                <a:gd name="connsiteX269" fmla="*/ 4950633 w 8314954"/>
                <a:gd name="connsiteY269" fmla="*/ 3150964 h 3377886"/>
                <a:gd name="connsiteX270" fmla="*/ 4948950 w 8314954"/>
                <a:gd name="connsiteY270" fmla="*/ 3146754 h 3377886"/>
                <a:gd name="connsiteX271" fmla="*/ 4951335 w 8314954"/>
                <a:gd name="connsiteY271" fmla="*/ 3146475 h 3377886"/>
                <a:gd name="connsiteX272" fmla="*/ 4949792 w 8314954"/>
                <a:gd name="connsiteY272" fmla="*/ 3134969 h 3377886"/>
                <a:gd name="connsiteX273" fmla="*/ 4932959 w 8314954"/>
                <a:gd name="connsiteY273" fmla="*/ 3120938 h 3377886"/>
                <a:gd name="connsiteX274" fmla="*/ 4920055 w 8314954"/>
                <a:gd name="connsiteY274" fmla="*/ 3113783 h 3377886"/>
                <a:gd name="connsiteX275" fmla="*/ 4906869 w 8314954"/>
                <a:gd name="connsiteY275" fmla="*/ 3110275 h 3377886"/>
                <a:gd name="connsiteX276" fmla="*/ 4894806 w 8314954"/>
                <a:gd name="connsiteY276" fmla="*/ 3111539 h 3377886"/>
                <a:gd name="connsiteX277" fmla="*/ 4882181 w 8314954"/>
                <a:gd name="connsiteY277" fmla="*/ 3116448 h 3377886"/>
                <a:gd name="connsiteX278" fmla="*/ 4833645 w 8314954"/>
                <a:gd name="connsiteY278" fmla="*/ 3117571 h 3377886"/>
                <a:gd name="connsiteX279" fmla="*/ 4832243 w 8314954"/>
                <a:gd name="connsiteY279" fmla="*/ 3090632 h 3377886"/>
                <a:gd name="connsiteX280" fmla="*/ 4834066 w 8314954"/>
                <a:gd name="connsiteY280" fmla="*/ 3080250 h 3377886"/>
                <a:gd name="connsiteX281" fmla="*/ 4836732 w 8314954"/>
                <a:gd name="connsiteY281" fmla="*/ 3070428 h 3377886"/>
                <a:gd name="connsiteX282" fmla="*/ 4840238 w 8314954"/>
                <a:gd name="connsiteY282" fmla="*/ 3061168 h 3377886"/>
                <a:gd name="connsiteX283" fmla="*/ 4844587 w 8314954"/>
                <a:gd name="connsiteY283" fmla="*/ 3051066 h 3377886"/>
                <a:gd name="connsiteX284" fmla="*/ 4838275 w 8314954"/>
                <a:gd name="connsiteY284" fmla="*/ 3029178 h 3377886"/>
                <a:gd name="connsiteX285" fmla="*/ 4864505 w 8314954"/>
                <a:gd name="connsiteY285" fmla="*/ 3010798 h 3377886"/>
                <a:gd name="connsiteX286" fmla="*/ 4877692 w 8314954"/>
                <a:gd name="connsiteY286" fmla="*/ 3001958 h 3377886"/>
                <a:gd name="connsiteX287" fmla="*/ 4894805 w 8314954"/>
                <a:gd name="connsiteY287" fmla="*/ 2987927 h 3377886"/>
                <a:gd name="connsiteX288" fmla="*/ 4916547 w 8314954"/>
                <a:gd name="connsiteY288" fmla="*/ 2967723 h 3377886"/>
                <a:gd name="connsiteX289" fmla="*/ 4911076 w 8314954"/>
                <a:gd name="connsiteY289" fmla="*/ 2959165 h 3377886"/>
                <a:gd name="connsiteX290" fmla="*/ 4906869 w 8314954"/>
                <a:gd name="connsiteY290" fmla="*/ 2946256 h 3377886"/>
                <a:gd name="connsiteX291" fmla="*/ 4892841 w 8314954"/>
                <a:gd name="connsiteY291" fmla="*/ 2933208 h 3377886"/>
                <a:gd name="connsiteX292" fmla="*/ 4883443 w 8314954"/>
                <a:gd name="connsiteY292" fmla="*/ 2927736 h 3377886"/>
                <a:gd name="connsiteX293" fmla="*/ 4262869 w 8314954"/>
                <a:gd name="connsiteY293" fmla="*/ 2911460 h 3377886"/>
                <a:gd name="connsiteX294" fmla="*/ 4243090 w 8314954"/>
                <a:gd name="connsiteY294" fmla="*/ 2912864 h 3377886"/>
                <a:gd name="connsiteX295" fmla="*/ 4173795 w 8314954"/>
                <a:gd name="connsiteY295" fmla="*/ 2945976 h 3377886"/>
                <a:gd name="connsiteX296" fmla="*/ 4157803 w 8314954"/>
                <a:gd name="connsiteY296" fmla="*/ 2947800 h 3377886"/>
                <a:gd name="connsiteX297" fmla="*/ 4145599 w 8314954"/>
                <a:gd name="connsiteY297" fmla="*/ 2954956 h 3377886"/>
                <a:gd name="connsiteX298" fmla="*/ 4139848 w 8314954"/>
                <a:gd name="connsiteY298" fmla="*/ 2963794 h 3377886"/>
                <a:gd name="connsiteX299" fmla="*/ 4132273 w 8314954"/>
                <a:gd name="connsiteY299" fmla="*/ 2968565 h 3377886"/>
                <a:gd name="connsiteX300" fmla="*/ 4136202 w 8314954"/>
                <a:gd name="connsiteY300" fmla="*/ 2984981 h 3377886"/>
                <a:gd name="connsiteX301" fmla="*/ 4143496 w 8314954"/>
                <a:gd name="connsiteY301" fmla="*/ 2989892 h 3377886"/>
                <a:gd name="connsiteX302" fmla="*/ 4152332 w 8314954"/>
                <a:gd name="connsiteY302" fmla="*/ 2999573 h 3377886"/>
                <a:gd name="connsiteX303" fmla="*/ 4166360 w 8314954"/>
                <a:gd name="connsiteY303" fmla="*/ 3004624 h 3377886"/>
                <a:gd name="connsiteX304" fmla="*/ 4178143 w 8314954"/>
                <a:gd name="connsiteY304" fmla="*/ 3015569 h 3377886"/>
                <a:gd name="connsiteX305" fmla="*/ 4174778 w 8314954"/>
                <a:gd name="connsiteY305" fmla="*/ 3038579 h 3377886"/>
                <a:gd name="connsiteX306" fmla="*/ 4159627 w 8314954"/>
                <a:gd name="connsiteY306" fmla="*/ 3051066 h 3377886"/>
                <a:gd name="connsiteX307" fmla="*/ 4148826 w 8314954"/>
                <a:gd name="connsiteY307" fmla="*/ 3051066 h 3377886"/>
                <a:gd name="connsiteX308" fmla="*/ 4132694 w 8314954"/>
                <a:gd name="connsiteY308" fmla="*/ 3067763 h 3377886"/>
                <a:gd name="connsiteX309" fmla="*/ 4142794 w 8314954"/>
                <a:gd name="connsiteY309" fmla="*/ 3085301 h 3377886"/>
                <a:gd name="connsiteX310" fmla="*/ 4147843 w 8314954"/>
                <a:gd name="connsiteY310" fmla="*/ 3093440 h 3377886"/>
                <a:gd name="connsiteX311" fmla="*/ 4152051 w 8314954"/>
                <a:gd name="connsiteY311" fmla="*/ 3102839 h 3377886"/>
                <a:gd name="connsiteX312" fmla="*/ 4149387 w 8314954"/>
                <a:gd name="connsiteY312" fmla="*/ 3114625 h 3377886"/>
                <a:gd name="connsiteX313" fmla="*/ 4147003 w 8314954"/>
                <a:gd name="connsiteY313" fmla="*/ 3123745 h 3377886"/>
                <a:gd name="connsiteX314" fmla="*/ 4137885 w 8314954"/>
                <a:gd name="connsiteY314" fmla="*/ 3133146 h 3377886"/>
                <a:gd name="connsiteX315" fmla="*/ 4125120 w 8314954"/>
                <a:gd name="connsiteY315" fmla="*/ 3142547 h 3377886"/>
                <a:gd name="connsiteX316" fmla="*/ 4102816 w 8314954"/>
                <a:gd name="connsiteY316" fmla="*/ 3164013 h 3377886"/>
                <a:gd name="connsiteX317" fmla="*/ 4106743 w 8314954"/>
                <a:gd name="connsiteY317" fmla="*/ 3186744 h 3377886"/>
                <a:gd name="connsiteX318" fmla="*/ 4115441 w 8314954"/>
                <a:gd name="connsiteY318" fmla="*/ 3199231 h 3377886"/>
                <a:gd name="connsiteX319" fmla="*/ 4121473 w 8314954"/>
                <a:gd name="connsiteY319" fmla="*/ 3211578 h 3377886"/>
                <a:gd name="connsiteX320" fmla="*/ 4135501 w 8314954"/>
                <a:gd name="connsiteY320" fmla="*/ 3215507 h 3377886"/>
                <a:gd name="connsiteX321" fmla="*/ 4145459 w 8314954"/>
                <a:gd name="connsiteY321" fmla="*/ 3215507 h 3377886"/>
                <a:gd name="connsiteX322" fmla="*/ 4170569 w 8314954"/>
                <a:gd name="connsiteY322" fmla="*/ 3193057 h 3377886"/>
                <a:gd name="connsiteX323" fmla="*/ 4222050 w 8314954"/>
                <a:gd name="connsiteY323" fmla="*/ 3167381 h 3377886"/>
                <a:gd name="connsiteX324" fmla="*/ 4253611 w 8314954"/>
                <a:gd name="connsiteY324" fmla="*/ 3129499 h 3377886"/>
                <a:gd name="connsiteX325" fmla="*/ 4250245 w 8314954"/>
                <a:gd name="connsiteY325" fmla="*/ 3117431 h 3377886"/>
                <a:gd name="connsiteX326" fmla="*/ 4239023 w 8314954"/>
                <a:gd name="connsiteY326" fmla="*/ 3110135 h 3377886"/>
                <a:gd name="connsiteX327" fmla="*/ 4239444 w 8314954"/>
                <a:gd name="connsiteY327" fmla="*/ 3109294 h 3377886"/>
                <a:gd name="connsiteX328" fmla="*/ 4227100 w 8314954"/>
                <a:gd name="connsiteY328" fmla="*/ 3109294 h 3377886"/>
                <a:gd name="connsiteX329" fmla="*/ 4225556 w 8314954"/>
                <a:gd name="connsiteY329" fmla="*/ 3096526 h 3377886"/>
                <a:gd name="connsiteX330" fmla="*/ 4257960 w 8314954"/>
                <a:gd name="connsiteY330" fmla="*/ 3065377 h 3377886"/>
                <a:gd name="connsiteX331" fmla="*/ 4260344 w 8314954"/>
                <a:gd name="connsiteY331" fmla="*/ 3058784 h 3377886"/>
                <a:gd name="connsiteX332" fmla="*/ 4253471 w 8314954"/>
                <a:gd name="connsiteY332" fmla="*/ 3042366 h 3377886"/>
                <a:gd name="connsiteX333" fmla="*/ 4249823 w 8314954"/>
                <a:gd name="connsiteY333" fmla="*/ 3032124 h 3377886"/>
                <a:gd name="connsiteX334" fmla="*/ 4238601 w 8314954"/>
                <a:gd name="connsiteY334" fmla="*/ 3032124 h 3377886"/>
                <a:gd name="connsiteX335" fmla="*/ 4237339 w 8314954"/>
                <a:gd name="connsiteY335" fmla="*/ 3018094 h 3377886"/>
                <a:gd name="connsiteX336" fmla="*/ 4239164 w 8314954"/>
                <a:gd name="connsiteY336" fmla="*/ 2996907 h 3377886"/>
                <a:gd name="connsiteX337" fmla="*/ 4256417 w 8314954"/>
                <a:gd name="connsiteY337" fmla="*/ 2977825 h 3377886"/>
                <a:gd name="connsiteX338" fmla="*/ 4266796 w 8314954"/>
                <a:gd name="connsiteY338" fmla="*/ 2963794 h 3377886"/>
                <a:gd name="connsiteX339" fmla="*/ 4272547 w 8314954"/>
                <a:gd name="connsiteY339" fmla="*/ 2944712 h 3377886"/>
                <a:gd name="connsiteX340" fmla="*/ 4275494 w 8314954"/>
                <a:gd name="connsiteY340" fmla="*/ 2928017 h 3377886"/>
                <a:gd name="connsiteX341" fmla="*/ 4262869 w 8314954"/>
                <a:gd name="connsiteY341" fmla="*/ 2911460 h 3377886"/>
                <a:gd name="connsiteX342" fmla="*/ 5242686 w 8314954"/>
                <a:gd name="connsiteY342" fmla="*/ 2910740 h 3377886"/>
                <a:gd name="connsiteX343" fmla="*/ 5231043 w 8314954"/>
                <a:gd name="connsiteY343" fmla="*/ 2910898 h 3377886"/>
                <a:gd name="connsiteX344" fmla="*/ 5220102 w 8314954"/>
                <a:gd name="connsiteY344" fmla="*/ 2914406 h 3377886"/>
                <a:gd name="connsiteX345" fmla="*/ 5206075 w 8314954"/>
                <a:gd name="connsiteY345" fmla="*/ 2913283 h 3377886"/>
                <a:gd name="connsiteX346" fmla="*/ 5200464 w 8314954"/>
                <a:gd name="connsiteY346" fmla="*/ 2919737 h 3377886"/>
                <a:gd name="connsiteX347" fmla="*/ 5201445 w 8314954"/>
                <a:gd name="connsiteY347" fmla="*/ 2937837 h 3377886"/>
                <a:gd name="connsiteX348" fmla="*/ 5199060 w 8314954"/>
                <a:gd name="connsiteY348" fmla="*/ 2958883 h 3377886"/>
                <a:gd name="connsiteX349" fmla="*/ 5192187 w 8314954"/>
                <a:gd name="connsiteY349" fmla="*/ 2992135 h 3377886"/>
                <a:gd name="connsiteX350" fmla="*/ 5156137 w 8314954"/>
                <a:gd name="connsiteY350" fmla="*/ 3004904 h 3377886"/>
                <a:gd name="connsiteX351" fmla="*/ 5134253 w 8314954"/>
                <a:gd name="connsiteY351" fmla="*/ 3004904 h 3377886"/>
                <a:gd name="connsiteX352" fmla="*/ 5125277 w 8314954"/>
                <a:gd name="connsiteY352" fmla="*/ 3010797 h 3377886"/>
                <a:gd name="connsiteX353" fmla="*/ 5114616 w 8314954"/>
                <a:gd name="connsiteY353" fmla="*/ 3014866 h 3377886"/>
                <a:gd name="connsiteX354" fmla="*/ 5106198 w 8314954"/>
                <a:gd name="connsiteY354" fmla="*/ 3023564 h 3377886"/>
                <a:gd name="connsiteX355" fmla="*/ 5101428 w 8314954"/>
                <a:gd name="connsiteY355" fmla="*/ 3037595 h 3377886"/>
                <a:gd name="connsiteX356" fmla="*/ 5119243 w 8314954"/>
                <a:gd name="connsiteY356" fmla="*/ 3059765 h 3377886"/>
                <a:gd name="connsiteX357" fmla="*/ 5134534 w 8314954"/>
                <a:gd name="connsiteY357" fmla="*/ 3066921 h 3377886"/>
                <a:gd name="connsiteX358" fmla="*/ 5144494 w 8314954"/>
                <a:gd name="connsiteY358" fmla="*/ 3066921 h 3377886"/>
                <a:gd name="connsiteX359" fmla="*/ 5154874 w 8314954"/>
                <a:gd name="connsiteY359" fmla="*/ 3064114 h 3377886"/>
                <a:gd name="connsiteX360" fmla="*/ 5162589 w 8314954"/>
                <a:gd name="connsiteY360" fmla="*/ 3064114 h 3377886"/>
                <a:gd name="connsiteX361" fmla="*/ 5172689 w 8314954"/>
                <a:gd name="connsiteY361" fmla="*/ 3064114 h 3377886"/>
                <a:gd name="connsiteX362" fmla="*/ 5168621 w 8314954"/>
                <a:gd name="connsiteY362" fmla="*/ 3078145 h 3377886"/>
                <a:gd name="connsiteX363" fmla="*/ 5149123 w 8314954"/>
                <a:gd name="connsiteY363" fmla="*/ 3112380 h 3377886"/>
                <a:gd name="connsiteX364" fmla="*/ 5098626 w 8314954"/>
                <a:gd name="connsiteY364" fmla="*/ 3160786 h 3377886"/>
                <a:gd name="connsiteX365" fmla="*/ 5091050 w 8314954"/>
                <a:gd name="connsiteY365" fmla="*/ 3164154 h 3377886"/>
                <a:gd name="connsiteX366" fmla="*/ 5080248 w 8314954"/>
                <a:gd name="connsiteY366" fmla="*/ 3172151 h 3377886"/>
                <a:gd name="connsiteX367" fmla="*/ 5064537 w 8314954"/>
                <a:gd name="connsiteY367" fmla="*/ 3181412 h 3377886"/>
                <a:gd name="connsiteX368" fmla="*/ 5057664 w 8314954"/>
                <a:gd name="connsiteY368" fmla="*/ 3189409 h 3377886"/>
                <a:gd name="connsiteX369" fmla="*/ 5068325 w 8314954"/>
                <a:gd name="connsiteY369" fmla="*/ 3193056 h 3377886"/>
                <a:gd name="connsiteX370" fmla="*/ 5074637 w 8314954"/>
                <a:gd name="connsiteY370" fmla="*/ 3205685 h 3377886"/>
                <a:gd name="connsiteX371" fmla="*/ 5082913 w 8314954"/>
                <a:gd name="connsiteY371" fmla="*/ 3212841 h 3377886"/>
                <a:gd name="connsiteX372" fmla="*/ 5095118 w 8314954"/>
                <a:gd name="connsiteY372" fmla="*/ 3210596 h 3377886"/>
                <a:gd name="connsiteX373" fmla="*/ 5117422 w 8314954"/>
                <a:gd name="connsiteY373" fmla="*/ 3204842 h 3377886"/>
                <a:gd name="connsiteX374" fmla="*/ 5141689 w 8314954"/>
                <a:gd name="connsiteY374" fmla="*/ 3191654 h 3377886"/>
                <a:gd name="connsiteX375" fmla="*/ 5174372 w 8314954"/>
                <a:gd name="connsiteY375" fmla="*/ 3171729 h 3377886"/>
                <a:gd name="connsiteX376" fmla="*/ 5206215 w 8314954"/>
                <a:gd name="connsiteY376" fmla="*/ 3140582 h 3377886"/>
                <a:gd name="connsiteX377" fmla="*/ 5228237 w 8314954"/>
                <a:gd name="connsiteY377" fmla="*/ 3107188 h 3377886"/>
                <a:gd name="connsiteX378" fmla="*/ 5260080 w 8314954"/>
                <a:gd name="connsiteY378" fmla="*/ 3135249 h 3377886"/>
                <a:gd name="connsiteX379" fmla="*/ 5274108 w 8314954"/>
                <a:gd name="connsiteY379" fmla="*/ 3151105 h 3377886"/>
                <a:gd name="connsiteX380" fmla="*/ 5296973 w 8314954"/>
                <a:gd name="connsiteY380" fmla="*/ 3180148 h 3377886"/>
                <a:gd name="connsiteX381" fmla="*/ 5317172 w 8314954"/>
                <a:gd name="connsiteY381" fmla="*/ 3216208 h 3377886"/>
                <a:gd name="connsiteX382" fmla="*/ 5330357 w 8314954"/>
                <a:gd name="connsiteY382" fmla="*/ 3225328 h 3377886"/>
                <a:gd name="connsiteX383" fmla="*/ 5353642 w 8314954"/>
                <a:gd name="connsiteY383" fmla="*/ 3228555 h 3377886"/>
                <a:gd name="connsiteX384" fmla="*/ 5368512 w 8314954"/>
                <a:gd name="connsiteY384" fmla="*/ 3231361 h 3377886"/>
                <a:gd name="connsiteX385" fmla="*/ 5385485 w 8314954"/>
                <a:gd name="connsiteY385" fmla="*/ 3231361 h 3377886"/>
                <a:gd name="connsiteX386" fmla="*/ 5401896 w 8314954"/>
                <a:gd name="connsiteY386" fmla="*/ 3232342 h 3377886"/>
                <a:gd name="connsiteX387" fmla="*/ 5409192 w 8314954"/>
                <a:gd name="connsiteY387" fmla="*/ 3230800 h 3377886"/>
                <a:gd name="connsiteX388" fmla="*/ 5416486 w 8314954"/>
                <a:gd name="connsiteY388" fmla="*/ 3224767 h 3377886"/>
                <a:gd name="connsiteX389" fmla="*/ 5434301 w 8314954"/>
                <a:gd name="connsiteY389" fmla="*/ 3215505 h 3377886"/>
                <a:gd name="connsiteX390" fmla="*/ 5435843 w 8314954"/>
                <a:gd name="connsiteY390" fmla="*/ 3204001 h 3377886"/>
                <a:gd name="connsiteX391" fmla="*/ 5439210 w 8314954"/>
                <a:gd name="connsiteY391" fmla="*/ 3195862 h 3377886"/>
                <a:gd name="connsiteX392" fmla="*/ 5440332 w 8314954"/>
                <a:gd name="connsiteY392" fmla="*/ 3194460 h 3377886"/>
                <a:gd name="connsiteX393" fmla="*/ 5429671 w 8314954"/>
                <a:gd name="connsiteY393" fmla="*/ 3189549 h 3377886"/>
                <a:gd name="connsiteX394" fmla="*/ 5398671 w 8314954"/>
                <a:gd name="connsiteY394" fmla="*/ 3178044 h 3377886"/>
                <a:gd name="connsiteX395" fmla="*/ 5384644 w 8314954"/>
                <a:gd name="connsiteY395" fmla="*/ 3169205 h 3377886"/>
                <a:gd name="connsiteX396" fmla="*/ 5366689 w 8314954"/>
                <a:gd name="connsiteY396" fmla="*/ 3162189 h 3377886"/>
                <a:gd name="connsiteX397" fmla="*/ 5335407 w 8314954"/>
                <a:gd name="connsiteY397" fmla="*/ 3140722 h 3377886"/>
                <a:gd name="connsiteX398" fmla="*/ 5304968 w 8314954"/>
                <a:gd name="connsiteY398" fmla="*/ 3106347 h 3377886"/>
                <a:gd name="connsiteX399" fmla="*/ 5263727 w 8314954"/>
                <a:gd name="connsiteY399" fmla="*/ 3064254 h 3377886"/>
                <a:gd name="connsiteX400" fmla="*/ 5260781 w 8314954"/>
                <a:gd name="connsiteY400" fmla="*/ 3044891 h 3377886"/>
                <a:gd name="connsiteX401" fmla="*/ 5269058 w 8314954"/>
                <a:gd name="connsiteY401" fmla="*/ 3032825 h 3377886"/>
                <a:gd name="connsiteX402" fmla="*/ 5294027 w 8314954"/>
                <a:gd name="connsiteY402" fmla="*/ 3023284 h 3377886"/>
                <a:gd name="connsiteX403" fmla="*/ 5310298 w 8314954"/>
                <a:gd name="connsiteY403" fmla="*/ 3021180 h 3377886"/>
                <a:gd name="connsiteX404" fmla="*/ 5324325 w 8314954"/>
                <a:gd name="connsiteY404" fmla="*/ 3015146 h 3377886"/>
                <a:gd name="connsiteX405" fmla="*/ 5348594 w 8314954"/>
                <a:gd name="connsiteY405" fmla="*/ 3004764 h 3377886"/>
                <a:gd name="connsiteX406" fmla="*/ 5359113 w 8314954"/>
                <a:gd name="connsiteY406" fmla="*/ 2996907 h 3377886"/>
                <a:gd name="connsiteX407" fmla="*/ 5364163 w 8314954"/>
                <a:gd name="connsiteY407" fmla="*/ 2990593 h 3377886"/>
                <a:gd name="connsiteX408" fmla="*/ 5350978 w 8314954"/>
                <a:gd name="connsiteY408" fmla="*/ 2965478 h 3377886"/>
                <a:gd name="connsiteX409" fmla="*/ 5331901 w 8314954"/>
                <a:gd name="connsiteY409" fmla="*/ 2959304 h 3377886"/>
                <a:gd name="connsiteX410" fmla="*/ 5310018 w 8314954"/>
                <a:gd name="connsiteY410" fmla="*/ 2959304 h 3377886"/>
                <a:gd name="connsiteX411" fmla="*/ 5295990 w 8314954"/>
                <a:gd name="connsiteY411" fmla="*/ 2969406 h 3377886"/>
                <a:gd name="connsiteX412" fmla="*/ 5283786 w 8314954"/>
                <a:gd name="connsiteY412" fmla="*/ 2973615 h 3377886"/>
                <a:gd name="connsiteX413" fmla="*/ 5273407 w 8314954"/>
                <a:gd name="connsiteY413" fmla="*/ 2978246 h 3377886"/>
                <a:gd name="connsiteX414" fmla="*/ 5265130 w 8314954"/>
                <a:gd name="connsiteY414" fmla="*/ 2980350 h 3377886"/>
                <a:gd name="connsiteX415" fmla="*/ 5265130 w 8314954"/>
                <a:gd name="connsiteY415" fmla="*/ 2968284 h 3377886"/>
                <a:gd name="connsiteX416" fmla="*/ 5273686 w 8314954"/>
                <a:gd name="connsiteY416" fmla="*/ 2947658 h 3377886"/>
                <a:gd name="connsiteX417" fmla="*/ 5271442 w 8314954"/>
                <a:gd name="connsiteY417" fmla="*/ 2936574 h 3377886"/>
                <a:gd name="connsiteX418" fmla="*/ 5267654 w 8314954"/>
                <a:gd name="connsiteY418" fmla="*/ 2925069 h 3377886"/>
                <a:gd name="connsiteX419" fmla="*/ 5251382 w 8314954"/>
                <a:gd name="connsiteY419" fmla="*/ 2911739 h 3377886"/>
                <a:gd name="connsiteX420" fmla="*/ 5242686 w 8314954"/>
                <a:gd name="connsiteY420" fmla="*/ 2910740 h 3377886"/>
                <a:gd name="connsiteX421" fmla="*/ 3289367 w 8314954"/>
                <a:gd name="connsiteY421" fmla="*/ 2906409 h 3377886"/>
                <a:gd name="connsiteX422" fmla="*/ 3282914 w 8314954"/>
                <a:gd name="connsiteY422" fmla="*/ 2909215 h 3377886"/>
                <a:gd name="connsiteX423" fmla="*/ 3272393 w 8314954"/>
                <a:gd name="connsiteY423" fmla="*/ 2917354 h 3377886"/>
                <a:gd name="connsiteX424" fmla="*/ 3272393 w 8314954"/>
                <a:gd name="connsiteY424" fmla="*/ 2924089 h 3377886"/>
                <a:gd name="connsiteX425" fmla="*/ 3281791 w 8314954"/>
                <a:gd name="connsiteY425" fmla="*/ 2947940 h 3377886"/>
                <a:gd name="connsiteX426" fmla="*/ 3276041 w 8314954"/>
                <a:gd name="connsiteY426" fmla="*/ 2984842 h 3377886"/>
                <a:gd name="connsiteX427" fmla="*/ 3266923 w 8314954"/>
                <a:gd name="connsiteY427" fmla="*/ 3001960 h 3377886"/>
                <a:gd name="connsiteX428" fmla="*/ 3248126 w 8314954"/>
                <a:gd name="connsiteY428" fmla="*/ 3010518 h 3377886"/>
                <a:gd name="connsiteX429" fmla="*/ 3234098 w 8314954"/>
                <a:gd name="connsiteY429" fmla="*/ 3011501 h 3377886"/>
                <a:gd name="connsiteX430" fmla="*/ 3215442 w 8314954"/>
                <a:gd name="connsiteY430" fmla="*/ 3017393 h 3377886"/>
                <a:gd name="connsiteX431" fmla="*/ 3201415 w 8314954"/>
                <a:gd name="connsiteY431" fmla="*/ 3030722 h 3377886"/>
                <a:gd name="connsiteX432" fmla="*/ 3200151 w 8314954"/>
                <a:gd name="connsiteY432" fmla="*/ 3053733 h 3377886"/>
                <a:gd name="connsiteX433" fmla="*/ 3202958 w 8314954"/>
                <a:gd name="connsiteY433" fmla="*/ 3065097 h 3377886"/>
                <a:gd name="connsiteX434" fmla="*/ 3205904 w 8314954"/>
                <a:gd name="connsiteY434" fmla="*/ 3081373 h 3377886"/>
                <a:gd name="connsiteX435" fmla="*/ 3212355 w 8314954"/>
                <a:gd name="connsiteY435" fmla="*/ 3086845 h 3377886"/>
                <a:gd name="connsiteX436" fmla="*/ 3222315 w 8314954"/>
                <a:gd name="connsiteY436" fmla="*/ 3085581 h 3377886"/>
                <a:gd name="connsiteX437" fmla="*/ 3235502 w 8314954"/>
                <a:gd name="connsiteY437" fmla="*/ 3080812 h 3377886"/>
                <a:gd name="connsiteX438" fmla="*/ 3249529 w 8314954"/>
                <a:gd name="connsiteY438" fmla="*/ 3078988 h 3377886"/>
                <a:gd name="connsiteX439" fmla="*/ 3256963 w 8314954"/>
                <a:gd name="connsiteY439" fmla="*/ 3083478 h 3377886"/>
                <a:gd name="connsiteX440" fmla="*/ 3257804 w 8314954"/>
                <a:gd name="connsiteY440" fmla="*/ 3115186 h 3377886"/>
                <a:gd name="connsiteX441" fmla="*/ 3243777 w 8314954"/>
                <a:gd name="connsiteY441" fmla="*/ 3129217 h 3377886"/>
                <a:gd name="connsiteX442" fmla="*/ 3213899 w 8314954"/>
                <a:gd name="connsiteY442" fmla="*/ 3145774 h 3377886"/>
                <a:gd name="connsiteX443" fmla="*/ 3196645 w 8314954"/>
                <a:gd name="connsiteY443" fmla="*/ 3152367 h 3377886"/>
                <a:gd name="connsiteX444" fmla="*/ 3180514 w 8314954"/>
                <a:gd name="connsiteY444" fmla="*/ 3161908 h 3377886"/>
                <a:gd name="connsiteX445" fmla="*/ 3170133 w 8314954"/>
                <a:gd name="connsiteY445" fmla="*/ 3162891 h 3377886"/>
                <a:gd name="connsiteX446" fmla="*/ 3163400 w 8314954"/>
                <a:gd name="connsiteY446" fmla="*/ 3172152 h 3377886"/>
                <a:gd name="connsiteX447" fmla="*/ 3167328 w 8314954"/>
                <a:gd name="connsiteY447" fmla="*/ 3184359 h 3377886"/>
                <a:gd name="connsiteX448" fmla="*/ 3170415 w 8314954"/>
                <a:gd name="connsiteY448" fmla="*/ 3198390 h 3377886"/>
                <a:gd name="connsiteX449" fmla="*/ 3181495 w 8314954"/>
                <a:gd name="connsiteY449" fmla="*/ 3206948 h 3377886"/>
                <a:gd name="connsiteX450" fmla="*/ 3198749 w 8314954"/>
                <a:gd name="connsiteY450" fmla="*/ 3222522 h 3377886"/>
                <a:gd name="connsiteX451" fmla="*/ 3225682 w 8314954"/>
                <a:gd name="connsiteY451" fmla="*/ 3203159 h 3377886"/>
                <a:gd name="connsiteX452" fmla="*/ 3242936 w 8314954"/>
                <a:gd name="connsiteY452" fmla="*/ 3195863 h 3377886"/>
                <a:gd name="connsiteX453" fmla="*/ 3270991 w 8314954"/>
                <a:gd name="connsiteY453" fmla="*/ 3179166 h 3377886"/>
                <a:gd name="connsiteX454" fmla="*/ 3293013 w 8314954"/>
                <a:gd name="connsiteY454" fmla="*/ 3169204 h 3377886"/>
                <a:gd name="connsiteX455" fmla="*/ 3313914 w 8314954"/>
                <a:gd name="connsiteY455" fmla="*/ 3149421 h 3377886"/>
                <a:gd name="connsiteX456" fmla="*/ 3337761 w 8314954"/>
                <a:gd name="connsiteY456" fmla="*/ 3135391 h 3377886"/>
                <a:gd name="connsiteX457" fmla="*/ 3345756 w 8314954"/>
                <a:gd name="connsiteY457" fmla="*/ 3123044 h 3377886"/>
                <a:gd name="connsiteX458" fmla="*/ 3352068 w 8314954"/>
                <a:gd name="connsiteY458" fmla="*/ 3100455 h 3377886"/>
                <a:gd name="connsiteX459" fmla="*/ 3349824 w 8314954"/>
                <a:gd name="connsiteY459" fmla="*/ 3089931 h 3377886"/>
                <a:gd name="connsiteX460" fmla="*/ 3348702 w 8314954"/>
                <a:gd name="connsiteY460" fmla="*/ 3083196 h 3377886"/>
                <a:gd name="connsiteX461" fmla="*/ 3344774 w 8314954"/>
                <a:gd name="connsiteY461" fmla="*/ 3071551 h 3377886"/>
                <a:gd name="connsiteX462" fmla="*/ 3346036 w 8314954"/>
                <a:gd name="connsiteY462" fmla="*/ 3054434 h 3377886"/>
                <a:gd name="connsiteX463" fmla="*/ 3348983 w 8314954"/>
                <a:gd name="connsiteY463" fmla="*/ 3034230 h 3377886"/>
                <a:gd name="connsiteX464" fmla="*/ 3350806 w 8314954"/>
                <a:gd name="connsiteY464" fmla="*/ 3001117 h 3377886"/>
                <a:gd name="connsiteX465" fmla="*/ 3353191 w 8314954"/>
                <a:gd name="connsiteY465" fmla="*/ 2982878 h 3377886"/>
                <a:gd name="connsiteX466" fmla="*/ 3361467 w 8314954"/>
                <a:gd name="connsiteY466" fmla="*/ 2965199 h 3377886"/>
                <a:gd name="connsiteX467" fmla="*/ 3361467 w 8314954"/>
                <a:gd name="connsiteY467" fmla="*/ 2948923 h 3377886"/>
                <a:gd name="connsiteX468" fmla="*/ 3362308 w 8314954"/>
                <a:gd name="connsiteY468" fmla="*/ 2938260 h 3377886"/>
                <a:gd name="connsiteX469" fmla="*/ 3364133 w 8314954"/>
                <a:gd name="connsiteY469" fmla="*/ 2937558 h 3377886"/>
                <a:gd name="connsiteX470" fmla="*/ 3353752 w 8314954"/>
                <a:gd name="connsiteY470" fmla="*/ 2921423 h 3377886"/>
                <a:gd name="connsiteX471" fmla="*/ 3344073 w 8314954"/>
                <a:gd name="connsiteY471" fmla="*/ 2916793 h 3377886"/>
                <a:gd name="connsiteX472" fmla="*/ 3333133 w 8314954"/>
                <a:gd name="connsiteY472" fmla="*/ 2913987 h 3377886"/>
                <a:gd name="connsiteX473" fmla="*/ 3316298 w 8314954"/>
                <a:gd name="connsiteY473" fmla="*/ 2913987 h 3377886"/>
                <a:gd name="connsiteX474" fmla="*/ 3299747 w 8314954"/>
                <a:gd name="connsiteY474" fmla="*/ 2912162 h 3377886"/>
                <a:gd name="connsiteX475" fmla="*/ 3289367 w 8314954"/>
                <a:gd name="connsiteY475" fmla="*/ 2906409 h 3377886"/>
                <a:gd name="connsiteX476" fmla="*/ 3488557 w 8314954"/>
                <a:gd name="connsiteY476" fmla="*/ 2887748 h 3377886"/>
                <a:gd name="connsiteX477" fmla="*/ 3474529 w 8314954"/>
                <a:gd name="connsiteY477" fmla="*/ 2890415 h 3377886"/>
                <a:gd name="connsiteX478" fmla="*/ 3463307 w 8314954"/>
                <a:gd name="connsiteY478" fmla="*/ 2888170 h 3377886"/>
                <a:gd name="connsiteX479" fmla="*/ 3450821 w 8314954"/>
                <a:gd name="connsiteY479" fmla="*/ 2890836 h 3377886"/>
                <a:gd name="connsiteX480" fmla="*/ 3436794 w 8314954"/>
                <a:gd name="connsiteY480" fmla="*/ 2887888 h 3377886"/>
                <a:gd name="connsiteX481" fmla="*/ 3425713 w 8314954"/>
                <a:gd name="connsiteY481" fmla="*/ 2895746 h 3377886"/>
                <a:gd name="connsiteX482" fmla="*/ 3425012 w 8314954"/>
                <a:gd name="connsiteY482" fmla="*/ 2914968 h 3377886"/>
                <a:gd name="connsiteX483" fmla="*/ 3418980 w 8314954"/>
                <a:gd name="connsiteY483" fmla="*/ 2943029 h 3377886"/>
                <a:gd name="connsiteX484" fmla="*/ 3414773 w 8314954"/>
                <a:gd name="connsiteY484" fmla="*/ 2960708 h 3377886"/>
                <a:gd name="connsiteX485" fmla="*/ 3413088 w 8314954"/>
                <a:gd name="connsiteY485" fmla="*/ 2989752 h 3377886"/>
                <a:gd name="connsiteX486" fmla="*/ 3409160 w 8314954"/>
                <a:gd name="connsiteY486" fmla="*/ 3008413 h 3377886"/>
                <a:gd name="connsiteX487" fmla="*/ 3404953 w 8314954"/>
                <a:gd name="connsiteY487" fmla="*/ 3026652 h 3377886"/>
                <a:gd name="connsiteX488" fmla="*/ 3400043 w 8314954"/>
                <a:gd name="connsiteY488" fmla="*/ 3037737 h 3377886"/>
                <a:gd name="connsiteX489" fmla="*/ 3394150 w 8314954"/>
                <a:gd name="connsiteY489" fmla="*/ 3073235 h 3377886"/>
                <a:gd name="connsiteX490" fmla="*/ 3396396 w 8314954"/>
                <a:gd name="connsiteY490" fmla="*/ 3095263 h 3377886"/>
                <a:gd name="connsiteX491" fmla="*/ 3398219 w 8314954"/>
                <a:gd name="connsiteY491" fmla="*/ 3109294 h 3377886"/>
                <a:gd name="connsiteX492" fmla="*/ 3399200 w 8314954"/>
                <a:gd name="connsiteY492" fmla="*/ 3124166 h 3377886"/>
                <a:gd name="connsiteX493" fmla="*/ 3404110 w 8314954"/>
                <a:gd name="connsiteY493" fmla="*/ 3147877 h 3377886"/>
                <a:gd name="connsiteX494" fmla="*/ 3405514 w 8314954"/>
                <a:gd name="connsiteY494" fmla="*/ 3167801 h 3377886"/>
                <a:gd name="connsiteX495" fmla="*/ 3416175 w 8314954"/>
                <a:gd name="connsiteY495" fmla="*/ 3184918 h 3377886"/>
                <a:gd name="connsiteX496" fmla="*/ 3427676 w 8314954"/>
                <a:gd name="connsiteY496" fmla="*/ 3191233 h 3377886"/>
                <a:gd name="connsiteX497" fmla="*/ 3450402 w 8314954"/>
                <a:gd name="connsiteY497" fmla="*/ 3192495 h 3377886"/>
                <a:gd name="connsiteX498" fmla="*/ 3465971 w 8314954"/>
                <a:gd name="connsiteY498" fmla="*/ 3196985 h 3377886"/>
                <a:gd name="connsiteX499" fmla="*/ 3484348 w 8314954"/>
                <a:gd name="connsiteY499" fmla="*/ 3196985 h 3377886"/>
                <a:gd name="connsiteX500" fmla="*/ 3503004 w 8314954"/>
                <a:gd name="connsiteY500" fmla="*/ 3198809 h 3377886"/>
                <a:gd name="connsiteX501" fmla="*/ 3515068 w 8314954"/>
                <a:gd name="connsiteY501" fmla="*/ 3204000 h 3377886"/>
                <a:gd name="connsiteX502" fmla="*/ 3532322 w 8314954"/>
                <a:gd name="connsiteY502" fmla="*/ 3199931 h 3377886"/>
                <a:gd name="connsiteX503" fmla="*/ 3549856 w 8314954"/>
                <a:gd name="connsiteY503" fmla="*/ 3197267 h 3377886"/>
                <a:gd name="connsiteX504" fmla="*/ 3556590 w 8314954"/>
                <a:gd name="connsiteY504" fmla="*/ 3181972 h 3377886"/>
                <a:gd name="connsiteX505" fmla="*/ 3564725 w 8314954"/>
                <a:gd name="connsiteY505" fmla="*/ 3158682 h 3377886"/>
                <a:gd name="connsiteX506" fmla="*/ 3555607 w 8314954"/>
                <a:gd name="connsiteY506" fmla="*/ 3137775 h 3377886"/>
                <a:gd name="connsiteX507" fmla="*/ 3554906 w 8314954"/>
                <a:gd name="connsiteY507" fmla="*/ 3137495 h 3377886"/>
                <a:gd name="connsiteX508" fmla="*/ 3538634 w 8314954"/>
                <a:gd name="connsiteY508" fmla="*/ 3135811 h 3377886"/>
                <a:gd name="connsiteX509" fmla="*/ 3528253 w 8314954"/>
                <a:gd name="connsiteY509" fmla="*/ 3131743 h 3377886"/>
                <a:gd name="connsiteX510" fmla="*/ 3517734 w 8314954"/>
                <a:gd name="connsiteY510" fmla="*/ 3129498 h 3377886"/>
                <a:gd name="connsiteX511" fmla="*/ 3502864 w 8314954"/>
                <a:gd name="connsiteY511" fmla="*/ 3127533 h 3377886"/>
                <a:gd name="connsiteX512" fmla="*/ 3482103 w 8314954"/>
                <a:gd name="connsiteY512" fmla="*/ 3118274 h 3377886"/>
                <a:gd name="connsiteX513" fmla="*/ 3474529 w 8314954"/>
                <a:gd name="connsiteY513" fmla="*/ 3093438 h 3377886"/>
                <a:gd name="connsiteX514" fmla="*/ 3473547 w 8314954"/>
                <a:gd name="connsiteY514" fmla="*/ 3079407 h 3377886"/>
                <a:gd name="connsiteX515" fmla="*/ 3482946 w 8314954"/>
                <a:gd name="connsiteY515" fmla="*/ 3049382 h 3377886"/>
                <a:gd name="connsiteX516" fmla="*/ 3510158 w 8314954"/>
                <a:gd name="connsiteY516" fmla="*/ 3036193 h 3377886"/>
                <a:gd name="connsiteX517" fmla="*/ 3527272 w 8314954"/>
                <a:gd name="connsiteY517" fmla="*/ 3026652 h 3377886"/>
                <a:gd name="connsiteX518" fmla="*/ 3539475 w 8314954"/>
                <a:gd name="connsiteY518" fmla="*/ 3018094 h 3377886"/>
                <a:gd name="connsiteX519" fmla="*/ 3553503 w 8314954"/>
                <a:gd name="connsiteY519" fmla="*/ 3014446 h 3377886"/>
                <a:gd name="connsiteX520" fmla="*/ 3560376 w 8314954"/>
                <a:gd name="connsiteY520" fmla="*/ 3006589 h 3377886"/>
                <a:gd name="connsiteX521" fmla="*/ 3557992 w 8314954"/>
                <a:gd name="connsiteY521" fmla="*/ 2991436 h 3377886"/>
                <a:gd name="connsiteX522" fmla="*/ 3546630 w 8314954"/>
                <a:gd name="connsiteY522" fmla="*/ 2970249 h 3377886"/>
                <a:gd name="connsiteX523" fmla="*/ 3526290 w 8314954"/>
                <a:gd name="connsiteY523" fmla="*/ 2963093 h 3377886"/>
                <a:gd name="connsiteX524" fmla="*/ 3513665 w 8314954"/>
                <a:gd name="connsiteY524" fmla="*/ 2970249 h 3377886"/>
                <a:gd name="connsiteX525" fmla="*/ 3501041 w 8314954"/>
                <a:gd name="connsiteY525" fmla="*/ 2965899 h 3377886"/>
                <a:gd name="connsiteX526" fmla="*/ 3503986 w 8314954"/>
                <a:gd name="connsiteY526" fmla="*/ 2951869 h 3377886"/>
                <a:gd name="connsiteX527" fmla="*/ 3519276 w 8314954"/>
                <a:gd name="connsiteY527" fmla="*/ 2923807 h 3377886"/>
                <a:gd name="connsiteX528" fmla="*/ 3513946 w 8314954"/>
                <a:gd name="connsiteY528" fmla="*/ 2903181 h 3377886"/>
                <a:gd name="connsiteX529" fmla="*/ 3507353 w 8314954"/>
                <a:gd name="connsiteY529" fmla="*/ 2895746 h 3377886"/>
                <a:gd name="connsiteX530" fmla="*/ 3498796 w 8314954"/>
                <a:gd name="connsiteY530" fmla="*/ 2893782 h 3377886"/>
                <a:gd name="connsiteX531" fmla="*/ 3488557 w 8314954"/>
                <a:gd name="connsiteY531" fmla="*/ 2887748 h 3377886"/>
                <a:gd name="connsiteX532" fmla="*/ 4445365 w 8314954"/>
                <a:gd name="connsiteY532" fmla="*/ 2883820 h 3377886"/>
                <a:gd name="connsiteX533" fmla="*/ 4382804 w 8314954"/>
                <a:gd name="connsiteY533" fmla="*/ 2904165 h 3377886"/>
                <a:gd name="connsiteX534" fmla="*/ 4361902 w 8314954"/>
                <a:gd name="connsiteY534" fmla="*/ 2906270 h 3377886"/>
                <a:gd name="connsiteX535" fmla="*/ 4335532 w 8314954"/>
                <a:gd name="connsiteY535" fmla="*/ 2917073 h 3377886"/>
                <a:gd name="connsiteX536" fmla="*/ 4320101 w 8314954"/>
                <a:gd name="connsiteY536" fmla="*/ 2921984 h 3377886"/>
                <a:gd name="connsiteX537" fmla="*/ 4308318 w 8314954"/>
                <a:gd name="connsiteY537" fmla="*/ 2923247 h 3377886"/>
                <a:gd name="connsiteX538" fmla="*/ 4295834 w 8314954"/>
                <a:gd name="connsiteY538" fmla="*/ 2915671 h 3377886"/>
                <a:gd name="connsiteX539" fmla="*/ 4286156 w 8314954"/>
                <a:gd name="connsiteY539" fmla="*/ 2935594 h 3377886"/>
                <a:gd name="connsiteX540" fmla="*/ 4282227 w 8314954"/>
                <a:gd name="connsiteY540" fmla="*/ 2955237 h 3377886"/>
                <a:gd name="connsiteX541" fmla="*/ 4280404 w 8314954"/>
                <a:gd name="connsiteY541" fmla="*/ 2966743 h 3377886"/>
                <a:gd name="connsiteX542" fmla="*/ 4284892 w 8314954"/>
                <a:gd name="connsiteY542" fmla="*/ 2981896 h 3377886"/>
                <a:gd name="connsiteX543" fmla="*/ 4288540 w 8314954"/>
                <a:gd name="connsiteY543" fmla="*/ 3017393 h 3377886"/>
                <a:gd name="connsiteX544" fmla="*/ 4280965 w 8314954"/>
                <a:gd name="connsiteY544" fmla="*/ 3039421 h 3377886"/>
                <a:gd name="connsiteX545" fmla="*/ 4284894 w 8314954"/>
                <a:gd name="connsiteY545" fmla="*/ 3053452 h 3377886"/>
                <a:gd name="connsiteX546" fmla="*/ 4291907 w 8314954"/>
                <a:gd name="connsiteY546" fmla="*/ 3066500 h 3377886"/>
                <a:gd name="connsiteX547" fmla="*/ 4294992 w 8314954"/>
                <a:gd name="connsiteY547" fmla="*/ 3075480 h 3377886"/>
                <a:gd name="connsiteX548" fmla="*/ 4298920 w 8314954"/>
                <a:gd name="connsiteY548" fmla="*/ 3081653 h 3377886"/>
                <a:gd name="connsiteX549" fmla="*/ 4306775 w 8314954"/>
                <a:gd name="connsiteY549" fmla="*/ 3082776 h 3377886"/>
                <a:gd name="connsiteX550" fmla="*/ 4316454 w 8314954"/>
                <a:gd name="connsiteY550" fmla="*/ 3080672 h 3377886"/>
                <a:gd name="connsiteX551" fmla="*/ 4326975 w 8314954"/>
                <a:gd name="connsiteY551" fmla="*/ 3077725 h 3377886"/>
                <a:gd name="connsiteX552" fmla="*/ 4335251 w 8314954"/>
                <a:gd name="connsiteY552" fmla="*/ 3078847 h 3377886"/>
                <a:gd name="connsiteX553" fmla="*/ 4333709 w 8314954"/>
                <a:gd name="connsiteY553" fmla="*/ 3092878 h 3377886"/>
                <a:gd name="connsiteX554" fmla="*/ 4327677 w 8314954"/>
                <a:gd name="connsiteY554" fmla="*/ 3098350 h 3377886"/>
                <a:gd name="connsiteX555" fmla="*/ 4320944 w 8314954"/>
                <a:gd name="connsiteY555" fmla="*/ 3098350 h 3377886"/>
                <a:gd name="connsiteX556" fmla="*/ 4314069 w 8314954"/>
                <a:gd name="connsiteY556" fmla="*/ 3099613 h 3377886"/>
                <a:gd name="connsiteX557" fmla="*/ 4307617 w 8314954"/>
                <a:gd name="connsiteY557" fmla="*/ 3097509 h 3377886"/>
                <a:gd name="connsiteX558" fmla="*/ 4301306 w 8314954"/>
                <a:gd name="connsiteY558" fmla="*/ 3105928 h 3377886"/>
                <a:gd name="connsiteX559" fmla="*/ 4300042 w 8314954"/>
                <a:gd name="connsiteY559" fmla="*/ 3117432 h 3377886"/>
                <a:gd name="connsiteX560" fmla="*/ 4300042 w 8314954"/>
                <a:gd name="connsiteY560" fmla="*/ 3126833 h 3377886"/>
                <a:gd name="connsiteX561" fmla="*/ 4309722 w 8314954"/>
                <a:gd name="connsiteY561" fmla="*/ 3131744 h 3377886"/>
                <a:gd name="connsiteX562" fmla="*/ 4321224 w 8314954"/>
                <a:gd name="connsiteY562" fmla="*/ 3133288 h 3377886"/>
                <a:gd name="connsiteX563" fmla="*/ 4325854 w 8314954"/>
                <a:gd name="connsiteY563" fmla="*/ 3141145 h 3377886"/>
                <a:gd name="connsiteX564" fmla="*/ 4297799 w 8314954"/>
                <a:gd name="connsiteY564" fmla="*/ 3153492 h 3377886"/>
                <a:gd name="connsiteX565" fmla="*/ 4275635 w 8314954"/>
                <a:gd name="connsiteY565" fmla="*/ 3161068 h 3377886"/>
                <a:gd name="connsiteX566" fmla="*/ 4268060 w 8314954"/>
                <a:gd name="connsiteY566" fmla="*/ 3157421 h 3377886"/>
                <a:gd name="connsiteX567" fmla="*/ 4262027 w 8314954"/>
                <a:gd name="connsiteY567" fmla="*/ 3162330 h 3377886"/>
                <a:gd name="connsiteX568" fmla="*/ 4256556 w 8314954"/>
                <a:gd name="connsiteY568" fmla="*/ 3173836 h 3377886"/>
                <a:gd name="connsiteX569" fmla="*/ 4255717 w 8314954"/>
                <a:gd name="connsiteY569" fmla="*/ 3183797 h 3377886"/>
                <a:gd name="connsiteX570" fmla="*/ 4259363 w 8314954"/>
                <a:gd name="connsiteY570" fmla="*/ 3205545 h 3377886"/>
                <a:gd name="connsiteX571" fmla="*/ 4275635 w 8314954"/>
                <a:gd name="connsiteY571" fmla="*/ 3214103 h 3377886"/>
                <a:gd name="connsiteX572" fmla="*/ 4301445 w 8314954"/>
                <a:gd name="connsiteY572" fmla="*/ 3206246 h 3377886"/>
                <a:gd name="connsiteX573" fmla="*/ 4326555 w 8314954"/>
                <a:gd name="connsiteY573" fmla="*/ 3203721 h 3377886"/>
                <a:gd name="connsiteX574" fmla="*/ 4350822 w 8314954"/>
                <a:gd name="connsiteY574" fmla="*/ 3198952 h 3377886"/>
                <a:gd name="connsiteX575" fmla="*/ 4370740 w 8314954"/>
                <a:gd name="connsiteY575" fmla="*/ 3195584 h 3377886"/>
                <a:gd name="connsiteX576" fmla="*/ 4388555 w 8314954"/>
                <a:gd name="connsiteY576" fmla="*/ 3193759 h 3377886"/>
                <a:gd name="connsiteX577" fmla="*/ 4408894 w 8314954"/>
                <a:gd name="connsiteY577" fmla="*/ 3195022 h 3377886"/>
                <a:gd name="connsiteX578" fmla="*/ 4446208 w 8314954"/>
                <a:gd name="connsiteY578" fmla="*/ 3193479 h 3377886"/>
                <a:gd name="connsiteX579" fmla="*/ 4468792 w 8314954"/>
                <a:gd name="connsiteY579" fmla="*/ 3197408 h 3377886"/>
                <a:gd name="connsiteX580" fmla="*/ 4493620 w 8314954"/>
                <a:gd name="connsiteY580" fmla="*/ 3161629 h 3377886"/>
                <a:gd name="connsiteX581" fmla="*/ 4479592 w 8314954"/>
                <a:gd name="connsiteY581" fmla="*/ 3139601 h 3377886"/>
                <a:gd name="connsiteX582" fmla="*/ 4462620 w 8314954"/>
                <a:gd name="connsiteY582" fmla="*/ 3139601 h 3377886"/>
                <a:gd name="connsiteX583" fmla="*/ 4443262 w 8314954"/>
                <a:gd name="connsiteY583" fmla="*/ 3143530 h 3377886"/>
                <a:gd name="connsiteX584" fmla="*/ 4427552 w 8314954"/>
                <a:gd name="connsiteY584" fmla="*/ 3143530 h 3377886"/>
                <a:gd name="connsiteX585" fmla="*/ 4406650 w 8314954"/>
                <a:gd name="connsiteY585" fmla="*/ 3147459 h 3377886"/>
                <a:gd name="connsiteX586" fmla="*/ 4399076 w 8314954"/>
                <a:gd name="connsiteY586" fmla="*/ 3141425 h 3377886"/>
                <a:gd name="connsiteX587" fmla="*/ 4403984 w 8314954"/>
                <a:gd name="connsiteY587" fmla="*/ 3132305 h 3377886"/>
                <a:gd name="connsiteX588" fmla="*/ 4419697 w 8314954"/>
                <a:gd name="connsiteY588" fmla="*/ 3126552 h 3377886"/>
                <a:gd name="connsiteX589" fmla="*/ 4433724 w 8314954"/>
                <a:gd name="connsiteY589" fmla="*/ 3116871 h 3377886"/>
                <a:gd name="connsiteX590" fmla="*/ 4436108 w 8314954"/>
                <a:gd name="connsiteY590" fmla="*/ 3109014 h 3377886"/>
                <a:gd name="connsiteX591" fmla="*/ 4432180 w 8314954"/>
                <a:gd name="connsiteY591" fmla="*/ 3089932 h 3377886"/>
                <a:gd name="connsiteX592" fmla="*/ 4426148 w 8314954"/>
                <a:gd name="connsiteY592" fmla="*/ 3082917 h 3377886"/>
                <a:gd name="connsiteX593" fmla="*/ 4410999 w 8314954"/>
                <a:gd name="connsiteY593" fmla="*/ 3078146 h 3377886"/>
                <a:gd name="connsiteX594" fmla="*/ 4400057 w 8314954"/>
                <a:gd name="connsiteY594" fmla="*/ 3083197 h 3377886"/>
                <a:gd name="connsiteX595" fmla="*/ 4386031 w 8314954"/>
                <a:gd name="connsiteY595" fmla="*/ 3085723 h 3377886"/>
                <a:gd name="connsiteX596" fmla="*/ 4386031 w 8314954"/>
                <a:gd name="connsiteY596" fmla="*/ 3071693 h 3377886"/>
                <a:gd name="connsiteX597" fmla="*/ 4403984 w 8314954"/>
                <a:gd name="connsiteY597" fmla="*/ 3066220 h 3377886"/>
                <a:gd name="connsiteX598" fmla="*/ 4416049 w 8314954"/>
                <a:gd name="connsiteY598" fmla="*/ 3062292 h 3377886"/>
                <a:gd name="connsiteX599" fmla="*/ 4427552 w 8314954"/>
                <a:gd name="connsiteY599" fmla="*/ 3062292 h 3377886"/>
                <a:gd name="connsiteX600" fmla="*/ 4436949 w 8314954"/>
                <a:gd name="connsiteY600" fmla="*/ 3052891 h 3377886"/>
                <a:gd name="connsiteX601" fmla="*/ 4465004 w 8314954"/>
                <a:gd name="connsiteY601" fmla="*/ 2994243 h 3377886"/>
                <a:gd name="connsiteX602" fmla="*/ 4477629 w 8314954"/>
                <a:gd name="connsiteY602" fmla="*/ 2980212 h 3377886"/>
                <a:gd name="connsiteX603" fmla="*/ 4491657 w 8314954"/>
                <a:gd name="connsiteY603" fmla="*/ 2955377 h 3377886"/>
                <a:gd name="connsiteX604" fmla="*/ 4495303 w 8314954"/>
                <a:gd name="connsiteY604" fmla="*/ 2939944 h 3377886"/>
                <a:gd name="connsiteX605" fmla="*/ 4503158 w 8314954"/>
                <a:gd name="connsiteY605" fmla="*/ 2923247 h 3377886"/>
                <a:gd name="connsiteX606" fmla="*/ 4493480 w 8314954"/>
                <a:gd name="connsiteY606" fmla="*/ 2903603 h 3377886"/>
                <a:gd name="connsiteX607" fmla="*/ 4488711 w 8314954"/>
                <a:gd name="connsiteY607" fmla="*/ 2892099 h 3377886"/>
                <a:gd name="connsiteX608" fmla="*/ 4487448 w 8314954"/>
                <a:gd name="connsiteY608" fmla="*/ 2891396 h 3377886"/>
                <a:gd name="connsiteX609" fmla="*/ 4459393 w 8314954"/>
                <a:gd name="connsiteY609" fmla="*/ 2889293 h 3377886"/>
                <a:gd name="connsiteX610" fmla="*/ 4445365 w 8314954"/>
                <a:gd name="connsiteY610" fmla="*/ 2883820 h 3377886"/>
                <a:gd name="connsiteX611" fmla="*/ 2760074 w 8314954"/>
                <a:gd name="connsiteY611" fmla="*/ 2842147 h 3377886"/>
                <a:gd name="connsiteX612" fmla="*/ 2760683 w 8314954"/>
                <a:gd name="connsiteY612" fmla="*/ 2842147 h 3377886"/>
                <a:gd name="connsiteX613" fmla="*/ 2770047 w 8314954"/>
                <a:gd name="connsiteY613" fmla="*/ 2855400 h 3377886"/>
                <a:gd name="connsiteX614" fmla="*/ 2770047 w 8314954"/>
                <a:gd name="connsiteY614" fmla="*/ 2856055 h 3377886"/>
                <a:gd name="connsiteX615" fmla="*/ 2777959 w 8314954"/>
                <a:gd name="connsiteY615" fmla="*/ 2896938 h 3377886"/>
                <a:gd name="connsiteX616" fmla="*/ 2778569 w 8314954"/>
                <a:gd name="connsiteY616" fmla="*/ 2899982 h 3377886"/>
                <a:gd name="connsiteX617" fmla="*/ 2784374 w 8314954"/>
                <a:gd name="connsiteY617" fmla="*/ 2899982 h 3377886"/>
                <a:gd name="connsiteX618" fmla="*/ 2926661 w 8314954"/>
                <a:gd name="connsiteY618" fmla="*/ 2879423 h 3377886"/>
                <a:gd name="connsiteX619" fmla="*/ 2914255 w 8314954"/>
                <a:gd name="connsiteY619" fmla="*/ 2910005 h 3377886"/>
                <a:gd name="connsiteX620" fmla="*/ 2880451 w 8314954"/>
                <a:gd name="connsiteY620" fmla="*/ 2931172 h 3377886"/>
                <a:gd name="connsiteX621" fmla="*/ 2877641 w 8314954"/>
                <a:gd name="connsiteY621" fmla="*/ 2931734 h 3377886"/>
                <a:gd name="connsiteX622" fmla="*/ 2877641 w 8314954"/>
                <a:gd name="connsiteY622" fmla="*/ 2934544 h 3377886"/>
                <a:gd name="connsiteX623" fmla="*/ 2865233 w 8314954"/>
                <a:gd name="connsiteY623" fmla="*/ 2959599 h 3377886"/>
                <a:gd name="connsiteX624" fmla="*/ 2839061 w 8314954"/>
                <a:gd name="connsiteY624" fmla="*/ 2967889 h 3377886"/>
                <a:gd name="connsiteX625" fmla="*/ 2835549 w 8314954"/>
                <a:gd name="connsiteY625" fmla="*/ 2967889 h 3377886"/>
                <a:gd name="connsiteX626" fmla="*/ 2832598 w 8314954"/>
                <a:gd name="connsiteY626" fmla="*/ 2967514 h 3377886"/>
                <a:gd name="connsiteX627" fmla="*/ 2831570 w 8314954"/>
                <a:gd name="connsiteY627" fmla="*/ 2970277 h 3377886"/>
                <a:gd name="connsiteX628" fmla="*/ 2811998 w 8314954"/>
                <a:gd name="connsiteY628" fmla="*/ 2986480 h 3377886"/>
                <a:gd name="connsiteX629" fmla="*/ 2801978 w 8314954"/>
                <a:gd name="connsiteY629" fmla="*/ 2987979 h 3377886"/>
                <a:gd name="connsiteX630" fmla="*/ 2789056 w 8314954"/>
                <a:gd name="connsiteY630" fmla="*/ 2985731 h 3377886"/>
                <a:gd name="connsiteX631" fmla="*/ 2782126 w 8314954"/>
                <a:gd name="connsiteY631" fmla="*/ 2982828 h 3377886"/>
                <a:gd name="connsiteX632" fmla="*/ 2792286 w 8314954"/>
                <a:gd name="connsiteY632" fmla="*/ 3024227 h 3377886"/>
                <a:gd name="connsiteX633" fmla="*/ 2728611 w 8314954"/>
                <a:gd name="connsiteY633" fmla="*/ 3024227 h 3377886"/>
                <a:gd name="connsiteX634" fmla="*/ 2738724 w 8314954"/>
                <a:gd name="connsiteY634" fmla="*/ 2982875 h 3377886"/>
                <a:gd name="connsiteX635" fmla="*/ 2731841 w 8314954"/>
                <a:gd name="connsiteY635" fmla="*/ 2985731 h 3377886"/>
                <a:gd name="connsiteX636" fmla="*/ 2718872 w 8314954"/>
                <a:gd name="connsiteY636" fmla="*/ 2987979 h 3377886"/>
                <a:gd name="connsiteX637" fmla="*/ 2708853 w 8314954"/>
                <a:gd name="connsiteY637" fmla="*/ 2986480 h 3377886"/>
                <a:gd name="connsiteX638" fmla="*/ 2689282 w 8314954"/>
                <a:gd name="connsiteY638" fmla="*/ 2970277 h 3377886"/>
                <a:gd name="connsiteX639" fmla="*/ 2688252 w 8314954"/>
                <a:gd name="connsiteY639" fmla="*/ 2967514 h 3377886"/>
                <a:gd name="connsiteX640" fmla="*/ 2685302 w 8314954"/>
                <a:gd name="connsiteY640" fmla="*/ 2967889 h 3377886"/>
                <a:gd name="connsiteX641" fmla="*/ 2681790 w 8314954"/>
                <a:gd name="connsiteY641" fmla="*/ 2967889 h 3377886"/>
                <a:gd name="connsiteX642" fmla="*/ 2655617 w 8314954"/>
                <a:gd name="connsiteY642" fmla="*/ 2959599 h 3377886"/>
                <a:gd name="connsiteX643" fmla="*/ 2643211 w 8314954"/>
                <a:gd name="connsiteY643" fmla="*/ 2934591 h 3377886"/>
                <a:gd name="connsiteX644" fmla="*/ 2643023 w 8314954"/>
                <a:gd name="connsiteY644" fmla="*/ 2934591 h 3377886"/>
                <a:gd name="connsiteX645" fmla="*/ 2643023 w 8314954"/>
                <a:gd name="connsiteY645" fmla="*/ 2931734 h 3377886"/>
                <a:gd name="connsiteX646" fmla="*/ 2640214 w 8314954"/>
                <a:gd name="connsiteY646" fmla="*/ 2931172 h 3377886"/>
                <a:gd name="connsiteX647" fmla="*/ 2606362 w 8314954"/>
                <a:gd name="connsiteY647" fmla="*/ 2910005 h 3377886"/>
                <a:gd name="connsiteX648" fmla="*/ 2593955 w 8314954"/>
                <a:gd name="connsiteY648" fmla="*/ 2879423 h 3377886"/>
                <a:gd name="connsiteX649" fmla="*/ 2736383 w 8314954"/>
                <a:gd name="connsiteY649" fmla="*/ 2899982 h 3377886"/>
                <a:gd name="connsiteX650" fmla="*/ 2742189 w 8314954"/>
                <a:gd name="connsiteY650" fmla="*/ 2899982 h 3377886"/>
                <a:gd name="connsiteX651" fmla="*/ 2742797 w 8314954"/>
                <a:gd name="connsiteY651" fmla="*/ 2896938 h 3377886"/>
                <a:gd name="connsiteX652" fmla="*/ 2750710 w 8314954"/>
                <a:gd name="connsiteY652" fmla="*/ 2856055 h 3377886"/>
                <a:gd name="connsiteX653" fmla="*/ 2750710 w 8314954"/>
                <a:gd name="connsiteY653" fmla="*/ 2855400 h 3377886"/>
                <a:gd name="connsiteX654" fmla="*/ 2760074 w 8314954"/>
                <a:gd name="connsiteY654" fmla="*/ 2842147 h 3377886"/>
                <a:gd name="connsiteX655" fmla="*/ 2833723 w 8314954"/>
                <a:gd name="connsiteY655" fmla="*/ 2840507 h 3377886"/>
                <a:gd name="connsiteX656" fmla="*/ 2814104 w 8314954"/>
                <a:gd name="connsiteY656" fmla="*/ 2841725 h 3377886"/>
                <a:gd name="connsiteX657" fmla="*/ 2830305 w 8314954"/>
                <a:gd name="connsiteY657" fmla="*/ 2853526 h 3377886"/>
                <a:gd name="connsiteX658" fmla="*/ 2852031 w 8314954"/>
                <a:gd name="connsiteY658" fmla="*/ 2852356 h 3377886"/>
                <a:gd name="connsiteX659" fmla="*/ 2833723 w 8314954"/>
                <a:gd name="connsiteY659" fmla="*/ 2840507 h 3377886"/>
                <a:gd name="connsiteX660" fmla="*/ 3853409 w 8314954"/>
                <a:gd name="connsiteY660" fmla="*/ 2823907 h 3377886"/>
                <a:gd name="connsiteX661" fmla="*/ 3844433 w 8314954"/>
                <a:gd name="connsiteY661" fmla="*/ 2827275 h 3377886"/>
                <a:gd name="connsiteX662" fmla="*/ 3835595 w 8314954"/>
                <a:gd name="connsiteY662" fmla="*/ 2828257 h 3377886"/>
                <a:gd name="connsiteX663" fmla="*/ 3826338 w 8314954"/>
                <a:gd name="connsiteY663" fmla="*/ 2831905 h 3377886"/>
                <a:gd name="connsiteX664" fmla="*/ 3810485 w 8314954"/>
                <a:gd name="connsiteY664" fmla="*/ 2834571 h 3377886"/>
                <a:gd name="connsiteX665" fmla="*/ 3807400 w 8314954"/>
                <a:gd name="connsiteY665" fmla="*/ 2843411 h 3377886"/>
                <a:gd name="connsiteX666" fmla="*/ 3817920 w 8314954"/>
                <a:gd name="connsiteY666" fmla="*/ 2869367 h 3377886"/>
                <a:gd name="connsiteX667" fmla="*/ 3814554 w 8314954"/>
                <a:gd name="connsiteY667" fmla="*/ 2879749 h 3377886"/>
                <a:gd name="connsiteX668" fmla="*/ 3811328 w 8314954"/>
                <a:gd name="connsiteY668" fmla="*/ 2888028 h 3377886"/>
                <a:gd name="connsiteX669" fmla="*/ 3809363 w 8314954"/>
                <a:gd name="connsiteY669" fmla="*/ 2896727 h 3377886"/>
                <a:gd name="connsiteX670" fmla="*/ 3817640 w 8314954"/>
                <a:gd name="connsiteY670" fmla="*/ 2903041 h 3377886"/>
                <a:gd name="connsiteX671" fmla="*/ 3826338 w 8314954"/>
                <a:gd name="connsiteY671" fmla="*/ 2905847 h 3377886"/>
                <a:gd name="connsiteX672" fmla="*/ 3827740 w 8314954"/>
                <a:gd name="connsiteY672" fmla="*/ 2914266 h 3377886"/>
                <a:gd name="connsiteX673" fmla="*/ 3815395 w 8314954"/>
                <a:gd name="connsiteY673" fmla="*/ 2921422 h 3377886"/>
                <a:gd name="connsiteX674" fmla="*/ 3785236 w 8314954"/>
                <a:gd name="connsiteY674" fmla="*/ 2930682 h 3377886"/>
                <a:gd name="connsiteX675" fmla="*/ 3768824 w 8314954"/>
                <a:gd name="connsiteY675" fmla="*/ 2932927 h 3377886"/>
                <a:gd name="connsiteX676" fmla="*/ 3730249 w 8314954"/>
                <a:gd name="connsiteY676" fmla="*/ 2940644 h 3377886"/>
                <a:gd name="connsiteX677" fmla="*/ 3714118 w 8314954"/>
                <a:gd name="connsiteY677" fmla="*/ 2946116 h 3377886"/>
                <a:gd name="connsiteX678" fmla="*/ 3706682 w 8314954"/>
                <a:gd name="connsiteY678" fmla="*/ 2941906 h 3377886"/>
                <a:gd name="connsiteX679" fmla="*/ 3678628 w 8314954"/>
                <a:gd name="connsiteY679" fmla="*/ 2955937 h 3377886"/>
                <a:gd name="connsiteX680" fmla="*/ 3675963 w 8314954"/>
                <a:gd name="connsiteY680" fmla="*/ 2965759 h 3377886"/>
                <a:gd name="connsiteX681" fmla="*/ 3676664 w 8314954"/>
                <a:gd name="connsiteY681" fmla="*/ 2978106 h 3377886"/>
                <a:gd name="connsiteX682" fmla="*/ 3680311 w 8314954"/>
                <a:gd name="connsiteY682" fmla="*/ 2993120 h 3377886"/>
                <a:gd name="connsiteX683" fmla="*/ 3694338 w 8314954"/>
                <a:gd name="connsiteY683" fmla="*/ 2993961 h 3377886"/>
                <a:gd name="connsiteX684" fmla="*/ 3702054 w 8314954"/>
                <a:gd name="connsiteY684" fmla="*/ 2999433 h 3377886"/>
                <a:gd name="connsiteX685" fmla="*/ 3711592 w 8314954"/>
                <a:gd name="connsiteY685" fmla="*/ 2993961 h 3377886"/>
                <a:gd name="connsiteX686" fmla="*/ 3722533 w 8314954"/>
                <a:gd name="connsiteY686" fmla="*/ 2990172 h 3377886"/>
                <a:gd name="connsiteX687" fmla="*/ 3735438 w 8314954"/>
                <a:gd name="connsiteY687" fmla="*/ 2986665 h 3377886"/>
                <a:gd name="connsiteX688" fmla="*/ 3743435 w 8314954"/>
                <a:gd name="connsiteY688" fmla="*/ 2986665 h 3377886"/>
                <a:gd name="connsiteX689" fmla="*/ 3753535 w 8314954"/>
                <a:gd name="connsiteY689" fmla="*/ 2986665 h 3377886"/>
                <a:gd name="connsiteX690" fmla="*/ 3765037 w 8314954"/>
                <a:gd name="connsiteY690" fmla="*/ 2983577 h 3377886"/>
                <a:gd name="connsiteX691" fmla="*/ 3775697 w 8314954"/>
                <a:gd name="connsiteY691" fmla="*/ 2982175 h 3377886"/>
                <a:gd name="connsiteX692" fmla="*/ 3788323 w 8314954"/>
                <a:gd name="connsiteY692" fmla="*/ 2978947 h 3377886"/>
                <a:gd name="connsiteX693" fmla="*/ 3802350 w 8314954"/>
                <a:gd name="connsiteY693" fmla="*/ 2975440 h 3377886"/>
                <a:gd name="connsiteX694" fmla="*/ 3816378 w 8314954"/>
                <a:gd name="connsiteY694" fmla="*/ 2971791 h 3377886"/>
                <a:gd name="connsiteX695" fmla="*/ 3866174 w 8314954"/>
                <a:gd name="connsiteY695" fmla="*/ 2959444 h 3377886"/>
                <a:gd name="connsiteX696" fmla="*/ 3887496 w 8314954"/>
                <a:gd name="connsiteY696" fmla="*/ 2950466 h 3377886"/>
                <a:gd name="connsiteX697" fmla="*/ 3901523 w 8314954"/>
                <a:gd name="connsiteY697" fmla="*/ 2950466 h 3377886"/>
                <a:gd name="connsiteX698" fmla="*/ 3916814 w 8314954"/>
                <a:gd name="connsiteY698" fmla="*/ 2944994 h 3377886"/>
                <a:gd name="connsiteX699" fmla="*/ 3932104 w 8314954"/>
                <a:gd name="connsiteY699" fmla="*/ 2940364 h 3377886"/>
                <a:gd name="connsiteX700" fmla="*/ 3948797 w 8314954"/>
                <a:gd name="connsiteY700" fmla="*/ 2938399 h 3377886"/>
                <a:gd name="connsiteX701" fmla="*/ 3969697 w 8314954"/>
                <a:gd name="connsiteY701" fmla="*/ 2936997 h 3377886"/>
                <a:gd name="connsiteX702" fmla="*/ 3982041 w 8314954"/>
                <a:gd name="connsiteY702" fmla="*/ 2940644 h 3377886"/>
                <a:gd name="connsiteX703" fmla="*/ 4005046 w 8314954"/>
                <a:gd name="connsiteY703" fmla="*/ 2921141 h 3377886"/>
                <a:gd name="connsiteX704" fmla="*/ 4005747 w 8314954"/>
                <a:gd name="connsiteY704" fmla="*/ 2908232 h 3377886"/>
                <a:gd name="connsiteX705" fmla="*/ 3999996 w 8314954"/>
                <a:gd name="connsiteY705" fmla="*/ 2901918 h 3377886"/>
                <a:gd name="connsiteX706" fmla="*/ 4000276 w 8314954"/>
                <a:gd name="connsiteY706" fmla="*/ 2901918 h 3377886"/>
                <a:gd name="connsiteX707" fmla="*/ 3987512 w 8314954"/>
                <a:gd name="connsiteY707" fmla="*/ 2890694 h 3377886"/>
                <a:gd name="connsiteX708" fmla="*/ 3976851 w 8314954"/>
                <a:gd name="connsiteY708" fmla="*/ 2887187 h 3377886"/>
                <a:gd name="connsiteX709" fmla="*/ 3966612 w 8314954"/>
                <a:gd name="connsiteY709" fmla="*/ 2882837 h 3377886"/>
                <a:gd name="connsiteX710" fmla="*/ 3942625 w 8314954"/>
                <a:gd name="connsiteY710" fmla="*/ 2888309 h 3377886"/>
                <a:gd name="connsiteX711" fmla="*/ 3900542 w 8314954"/>
                <a:gd name="connsiteY711" fmla="*/ 2898130 h 3377886"/>
                <a:gd name="connsiteX712" fmla="*/ 3898298 w 8314954"/>
                <a:gd name="connsiteY712" fmla="*/ 2890975 h 3377886"/>
                <a:gd name="connsiteX713" fmla="*/ 3910081 w 8314954"/>
                <a:gd name="connsiteY713" fmla="*/ 2869367 h 3377886"/>
                <a:gd name="connsiteX714" fmla="*/ 3900542 w 8314954"/>
                <a:gd name="connsiteY714" fmla="*/ 2848320 h 3377886"/>
                <a:gd name="connsiteX715" fmla="*/ 3896475 w 8314954"/>
                <a:gd name="connsiteY715" fmla="*/ 2834289 h 3377886"/>
                <a:gd name="connsiteX716" fmla="*/ 3884129 w 8314954"/>
                <a:gd name="connsiteY716" fmla="*/ 2830502 h 3377886"/>
                <a:gd name="connsiteX717" fmla="*/ 3877256 w 8314954"/>
                <a:gd name="connsiteY717" fmla="*/ 2825030 h 3377886"/>
                <a:gd name="connsiteX718" fmla="*/ 3864071 w 8314954"/>
                <a:gd name="connsiteY718" fmla="*/ 2825030 h 3377886"/>
                <a:gd name="connsiteX719" fmla="*/ 3853409 w 8314954"/>
                <a:gd name="connsiteY719" fmla="*/ 2823907 h 3377886"/>
                <a:gd name="connsiteX720" fmla="*/ 5704750 w 8314954"/>
                <a:gd name="connsiteY720" fmla="*/ 2821382 h 3377886"/>
                <a:gd name="connsiteX721" fmla="*/ 5696894 w 8314954"/>
                <a:gd name="connsiteY721" fmla="*/ 2823066 h 3377886"/>
                <a:gd name="connsiteX722" fmla="*/ 5689039 w 8314954"/>
                <a:gd name="connsiteY722" fmla="*/ 2823066 h 3377886"/>
                <a:gd name="connsiteX723" fmla="*/ 5679360 w 8314954"/>
                <a:gd name="connsiteY723" fmla="*/ 2841025 h 3377886"/>
                <a:gd name="connsiteX724" fmla="*/ 5666315 w 8314954"/>
                <a:gd name="connsiteY724" fmla="*/ 2858283 h 3377886"/>
                <a:gd name="connsiteX725" fmla="*/ 5655513 w 8314954"/>
                <a:gd name="connsiteY725" fmla="*/ 2849444 h 3377886"/>
                <a:gd name="connsiteX726" fmla="*/ 5645694 w 8314954"/>
                <a:gd name="connsiteY726" fmla="*/ 2859266 h 3377886"/>
                <a:gd name="connsiteX727" fmla="*/ 5651585 w 8314954"/>
                <a:gd name="connsiteY727" fmla="*/ 2874840 h 3377886"/>
                <a:gd name="connsiteX728" fmla="*/ 5646256 w 8314954"/>
                <a:gd name="connsiteY728" fmla="*/ 2888871 h 3377886"/>
                <a:gd name="connsiteX729" fmla="*/ 5646256 w 8314954"/>
                <a:gd name="connsiteY729" fmla="*/ 2906409 h 3377886"/>
                <a:gd name="connsiteX730" fmla="*/ 5654953 w 8314954"/>
                <a:gd name="connsiteY730" fmla="*/ 2902339 h 3377886"/>
                <a:gd name="connsiteX731" fmla="*/ 5667296 w 8314954"/>
                <a:gd name="connsiteY731" fmla="*/ 2897569 h 3377886"/>
                <a:gd name="connsiteX732" fmla="*/ 5674732 w 8314954"/>
                <a:gd name="connsiteY732" fmla="*/ 2915248 h 3377886"/>
                <a:gd name="connsiteX733" fmla="*/ 5660704 w 8314954"/>
                <a:gd name="connsiteY733" fmla="*/ 2928298 h 3377886"/>
                <a:gd name="connsiteX734" fmla="*/ 5654953 w 8314954"/>
                <a:gd name="connsiteY734" fmla="*/ 2921002 h 3377886"/>
                <a:gd name="connsiteX735" fmla="*/ 5639662 w 8314954"/>
                <a:gd name="connsiteY735" fmla="*/ 2921002 h 3377886"/>
                <a:gd name="connsiteX736" fmla="*/ 5635735 w 8314954"/>
                <a:gd name="connsiteY736" fmla="*/ 2914125 h 3377886"/>
                <a:gd name="connsiteX737" fmla="*/ 5631526 w 8314954"/>
                <a:gd name="connsiteY737" fmla="*/ 2884521 h 3377886"/>
                <a:gd name="connsiteX738" fmla="*/ 5628580 w 8314954"/>
                <a:gd name="connsiteY738" fmla="*/ 2875681 h 3377886"/>
                <a:gd name="connsiteX739" fmla="*/ 5624233 w 8314954"/>
                <a:gd name="connsiteY739" fmla="*/ 2861651 h 3377886"/>
                <a:gd name="connsiteX740" fmla="*/ 5615255 w 8314954"/>
                <a:gd name="connsiteY740" fmla="*/ 2866702 h 3377886"/>
                <a:gd name="connsiteX741" fmla="*/ 5609924 w 8314954"/>
                <a:gd name="connsiteY741" fmla="*/ 2879470 h 3377886"/>
                <a:gd name="connsiteX742" fmla="*/ 5611889 w 8314954"/>
                <a:gd name="connsiteY742" fmla="*/ 2888310 h 3377886"/>
                <a:gd name="connsiteX743" fmla="*/ 5611889 w 8314954"/>
                <a:gd name="connsiteY743" fmla="*/ 2914547 h 3377886"/>
                <a:gd name="connsiteX744" fmla="*/ 5614974 w 8314954"/>
                <a:gd name="connsiteY744" fmla="*/ 2933067 h 3377886"/>
                <a:gd name="connsiteX745" fmla="*/ 5613992 w 8314954"/>
                <a:gd name="connsiteY745" fmla="*/ 2960288 h 3377886"/>
                <a:gd name="connsiteX746" fmla="*/ 5621006 w 8314954"/>
                <a:gd name="connsiteY746" fmla="*/ 2973476 h 3377886"/>
                <a:gd name="connsiteX747" fmla="*/ 5627879 w 8314954"/>
                <a:gd name="connsiteY747" fmla="*/ 2969829 h 3377886"/>
                <a:gd name="connsiteX748" fmla="*/ 5632789 w 8314954"/>
                <a:gd name="connsiteY748" fmla="*/ 2962954 h 3377886"/>
                <a:gd name="connsiteX749" fmla="*/ 5636857 w 8314954"/>
                <a:gd name="connsiteY749" fmla="*/ 2951448 h 3377886"/>
                <a:gd name="connsiteX750" fmla="*/ 5643029 w 8314954"/>
                <a:gd name="connsiteY750" fmla="*/ 2959165 h 3377886"/>
                <a:gd name="connsiteX751" fmla="*/ 5645974 w 8314954"/>
                <a:gd name="connsiteY751" fmla="*/ 2968565 h 3377886"/>
                <a:gd name="connsiteX752" fmla="*/ 5656214 w 8314954"/>
                <a:gd name="connsiteY752" fmla="*/ 2964356 h 3377886"/>
                <a:gd name="connsiteX753" fmla="*/ 5667436 w 8314954"/>
                <a:gd name="connsiteY753" fmla="*/ 2965479 h 3377886"/>
                <a:gd name="connsiteX754" fmla="*/ 5666314 w 8314954"/>
                <a:gd name="connsiteY754" fmla="*/ 2971512 h 3377886"/>
                <a:gd name="connsiteX755" fmla="*/ 5658318 w 8314954"/>
                <a:gd name="connsiteY755" fmla="*/ 2976843 h 3377886"/>
                <a:gd name="connsiteX756" fmla="*/ 5648079 w 8314954"/>
                <a:gd name="connsiteY756" fmla="*/ 2980350 h 3377886"/>
                <a:gd name="connsiteX757" fmla="*/ 5629281 w 8314954"/>
                <a:gd name="connsiteY757" fmla="*/ 2983718 h 3377886"/>
                <a:gd name="connsiteX758" fmla="*/ 5617778 w 8314954"/>
                <a:gd name="connsiteY758" fmla="*/ 2984420 h 3377886"/>
                <a:gd name="connsiteX759" fmla="*/ 5604453 w 8314954"/>
                <a:gd name="connsiteY759" fmla="*/ 2988068 h 3377886"/>
                <a:gd name="connsiteX760" fmla="*/ 5597720 w 8314954"/>
                <a:gd name="connsiteY760" fmla="*/ 2981193 h 3377886"/>
                <a:gd name="connsiteX761" fmla="*/ 5602490 w 8314954"/>
                <a:gd name="connsiteY761" fmla="*/ 2967162 h 3377886"/>
                <a:gd name="connsiteX762" fmla="*/ 5602490 w 8314954"/>
                <a:gd name="connsiteY762" fmla="*/ 2955376 h 3377886"/>
                <a:gd name="connsiteX763" fmla="*/ 5599403 w 8314954"/>
                <a:gd name="connsiteY763" fmla="*/ 2939381 h 3377886"/>
                <a:gd name="connsiteX764" fmla="*/ 5598001 w 8314954"/>
                <a:gd name="connsiteY764" fmla="*/ 2915529 h 3377886"/>
                <a:gd name="connsiteX765" fmla="*/ 5598001 w 8314954"/>
                <a:gd name="connsiteY765" fmla="*/ 2903322 h 3377886"/>
                <a:gd name="connsiteX766" fmla="*/ 5598001 w 8314954"/>
                <a:gd name="connsiteY766" fmla="*/ 2893641 h 3377886"/>
                <a:gd name="connsiteX767" fmla="*/ 5598001 w 8314954"/>
                <a:gd name="connsiteY767" fmla="*/ 2884801 h 3377886"/>
                <a:gd name="connsiteX768" fmla="*/ 5596739 w 8314954"/>
                <a:gd name="connsiteY768" fmla="*/ 2870770 h 3377886"/>
                <a:gd name="connsiteX769" fmla="*/ 5595056 w 8314954"/>
                <a:gd name="connsiteY769" fmla="*/ 2859266 h 3377886"/>
                <a:gd name="connsiteX770" fmla="*/ 5590847 w 8314954"/>
                <a:gd name="connsiteY770" fmla="*/ 2852951 h 3377886"/>
                <a:gd name="connsiteX771" fmla="*/ 5585937 w 8314954"/>
                <a:gd name="connsiteY771" fmla="*/ 2856178 h 3377886"/>
                <a:gd name="connsiteX772" fmla="*/ 5576258 w 8314954"/>
                <a:gd name="connsiteY772" fmla="*/ 2856178 h 3377886"/>
                <a:gd name="connsiteX773" fmla="*/ 5569525 w 8314954"/>
                <a:gd name="connsiteY773" fmla="*/ 2867824 h 3377886"/>
                <a:gd name="connsiteX774" fmla="*/ 5572752 w 8314954"/>
                <a:gd name="connsiteY774" fmla="*/ 2888029 h 3377886"/>
                <a:gd name="connsiteX775" fmla="*/ 5575136 w 8314954"/>
                <a:gd name="connsiteY775" fmla="*/ 2923386 h 3377886"/>
                <a:gd name="connsiteX776" fmla="*/ 5572610 w 8314954"/>
                <a:gd name="connsiteY776" fmla="*/ 2956779 h 3377886"/>
                <a:gd name="connsiteX777" fmla="*/ 5575416 w 8314954"/>
                <a:gd name="connsiteY777" fmla="*/ 2973056 h 3377886"/>
                <a:gd name="connsiteX778" fmla="*/ 5579625 w 8314954"/>
                <a:gd name="connsiteY778" fmla="*/ 2984281 h 3377886"/>
                <a:gd name="connsiteX779" fmla="*/ 5574154 w 8314954"/>
                <a:gd name="connsiteY779" fmla="*/ 2989751 h 3377886"/>
                <a:gd name="connsiteX780" fmla="*/ 5558022 w 8314954"/>
                <a:gd name="connsiteY780" fmla="*/ 2996065 h 3377886"/>
                <a:gd name="connsiteX781" fmla="*/ 5550109 w 8314954"/>
                <a:gd name="connsiteY781" fmla="*/ 2992382 h 3377886"/>
                <a:gd name="connsiteX782" fmla="*/ 5549747 w 8314954"/>
                <a:gd name="connsiteY782" fmla="*/ 2989891 h 3377886"/>
                <a:gd name="connsiteX783" fmla="*/ 5545959 w 8314954"/>
                <a:gd name="connsiteY783" fmla="*/ 2965758 h 3377886"/>
                <a:gd name="connsiteX784" fmla="*/ 5540629 w 8314954"/>
                <a:gd name="connsiteY784" fmla="*/ 2965758 h 3377886"/>
                <a:gd name="connsiteX785" fmla="*/ 5521831 w 8314954"/>
                <a:gd name="connsiteY785" fmla="*/ 2996907 h 3377886"/>
                <a:gd name="connsiteX786" fmla="*/ 5514116 w 8314954"/>
                <a:gd name="connsiteY786" fmla="*/ 3001958 h 3377886"/>
                <a:gd name="connsiteX787" fmla="*/ 5509908 w 8314954"/>
                <a:gd name="connsiteY787" fmla="*/ 3012902 h 3377886"/>
                <a:gd name="connsiteX788" fmla="*/ 5509908 w 8314954"/>
                <a:gd name="connsiteY788" fmla="*/ 3039841 h 3377886"/>
                <a:gd name="connsiteX789" fmla="*/ 5518465 w 8314954"/>
                <a:gd name="connsiteY789" fmla="*/ 3066640 h 3377886"/>
                <a:gd name="connsiteX790" fmla="*/ 5529827 w 8314954"/>
                <a:gd name="connsiteY790" fmla="*/ 3071271 h 3377886"/>
                <a:gd name="connsiteX791" fmla="*/ 5559004 w 8314954"/>
                <a:gd name="connsiteY791" fmla="*/ 3048962 h 3377886"/>
                <a:gd name="connsiteX792" fmla="*/ 5565737 w 8314954"/>
                <a:gd name="connsiteY792" fmla="*/ 3040963 h 3377886"/>
                <a:gd name="connsiteX793" fmla="*/ 5579765 w 8314954"/>
                <a:gd name="connsiteY793" fmla="*/ 3022303 h 3377886"/>
                <a:gd name="connsiteX794" fmla="*/ 5602630 w 8314954"/>
                <a:gd name="connsiteY794" fmla="*/ 3013043 h 3377886"/>
                <a:gd name="connsiteX795" fmla="*/ 5621987 w 8314954"/>
                <a:gd name="connsiteY795" fmla="*/ 3009115 h 3377886"/>
                <a:gd name="connsiteX796" fmla="*/ 5647236 w 8314954"/>
                <a:gd name="connsiteY796" fmla="*/ 3005887 h 3377886"/>
                <a:gd name="connsiteX797" fmla="*/ 5662807 w 8314954"/>
                <a:gd name="connsiteY797" fmla="*/ 3002660 h 3377886"/>
                <a:gd name="connsiteX798" fmla="*/ 5678378 w 8314954"/>
                <a:gd name="connsiteY798" fmla="*/ 2999012 h 3377886"/>
                <a:gd name="connsiteX799" fmla="*/ 5709239 w 8314954"/>
                <a:gd name="connsiteY799" fmla="*/ 2995785 h 3377886"/>
                <a:gd name="connsiteX800" fmla="*/ 5728877 w 8314954"/>
                <a:gd name="connsiteY800" fmla="*/ 2992979 h 3377886"/>
                <a:gd name="connsiteX801" fmla="*/ 5747533 w 8314954"/>
                <a:gd name="connsiteY801" fmla="*/ 2990874 h 3377886"/>
                <a:gd name="connsiteX802" fmla="*/ 5739678 w 8314954"/>
                <a:gd name="connsiteY802" fmla="*/ 3005887 h 3377886"/>
                <a:gd name="connsiteX803" fmla="*/ 5725650 w 8314954"/>
                <a:gd name="connsiteY803" fmla="*/ 3012762 h 3377886"/>
                <a:gd name="connsiteX804" fmla="*/ 5712747 w 8314954"/>
                <a:gd name="connsiteY804" fmla="*/ 3009676 h 3377886"/>
                <a:gd name="connsiteX805" fmla="*/ 5700261 w 8314954"/>
                <a:gd name="connsiteY805" fmla="*/ 3009676 h 3377886"/>
                <a:gd name="connsiteX806" fmla="*/ 5684971 w 8314954"/>
                <a:gd name="connsiteY806" fmla="*/ 3009676 h 3377886"/>
                <a:gd name="connsiteX807" fmla="*/ 5678518 w 8314954"/>
                <a:gd name="connsiteY807" fmla="*/ 3014306 h 3377886"/>
                <a:gd name="connsiteX808" fmla="*/ 5667577 w 8314954"/>
                <a:gd name="connsiteY808" fmla="*/ 3018234 h 3377886"/>
                <a:gd name="connsiteX809" fmla="*/ 5654532 w 8314954"/>
                <a:gd name="connsiteY809" fmla="*/ 3020479 h 3377886"/>
                <a:gd name="connsiteX810" fmla="*/ 5637138 w 8314954"/>
                <a:gd name="connsiteY810" fmla="*/ 3024829 h 3377886"/>
                <a:gd name="connsiteX811" fmla="*/ 5621847 w 8314954"/>
                <a:gd name="connsiteY811" fmla="*/ 3026231 h 3377886"/>
                <a:gd name="connsiteX812" fmla="*/ 5615675 w 8314954"/>
                <a:gd name="connsiteY812" fmla="*/ 3030300 h 3377886"/>
                <a:gd name="connsiteX813" fmla="*/ 5599123 w 8314954"/>
                <a:gd name="connsiteY813" fmla="*/ 3031422 h 3377886"/>
                <a:gd name="connsiteX814" fmla="*/ 5587340 w 8314954"/>
                <a:gd name="connsiteY814" fmla="*/ 3059484 h 3377886"/>
                <a:gd name="connsiteX815" fmla="*/ 5584255 w 8314954"/>
                <a:gd name="connsiteY815" fmla="*/ 3074778 h 3377886"/>
                <a:gd name="connsiteX816" fmla="*/ 5588462 w 8314954"/>
                <a:gd name="connsiteY816" fmla="*/ 3085020 h 3377886"/>
                <a:gd name="connsiteX817" fmla="*/ 5599683 w 8314954"/>
                <a:gd name="connsiteY817" fmla="*/ 3085020 h 3377886"/>
                <a:gd name="connsiteX818" fmla="*/ 5613009 w 8314954"/>
                <a:gd name="connsiteY818" fmla="*/ 3078146 h 3377886"/>
                <a:gd name="connsiteX819" fmla="*/ 5624794 w 8314954"/>
                <a:gd name="connsiteY819" fmla="*/ 3070428 h 3377886"/>
                <a:gd name="connsiteX820" fmla="*/ 5635455 w 8314954"/>
                <a:gd name="connsiteY820" fmla="*/ 3071411 h 3377886"/>
                <a:gd name="connsiteX821" fmla="*/ 5630263 w 8314954"/>
                <a:gd name="connsiteY821" fmla="*/ 3085442 h 3377886"/>
                <a:gd name="connsiteX822" fmla="*/ 5628300 w 8314954"/>
                <a:gd name="connsiteY822" fmla="*/ 3099472 h 3377886"/>
                <a:gd name="connsiteX823" fmla="*/ 5624373 w 8314954"/>
                <a:gd name="connsiteY823" fmla="*/ 3105926 h 3377886"/>
                <a:gd name="connsiteX824" fmla="*/ 5613291 w 8314954"/>
                <a:gd name="connsiteY824" fmla="*/ 3111538 h 3377886"/>
                <a:gd name="connsiteX825" fmla="*/ 5594914 w 8314954"/>
                <a:gd name="connsiteY825" fmla="*/ 3116449 h 3377886"/>
                <a:gd name="connsiteX826" fmla="*/ 5580046 w 8314954"/>
                <a:gd name="connsiteY826" fmla="*/ 3125709 h 3377886"/>
                <a:gd name="connsiteX827" fmla="*/ 5564755 w 8314954"/>
                <a:gd name="connsiteY827" fmla="*/ 3121780 h 3377886"/>
                <a:gd name="connsiteX828" fmla="*/ 5543714 w 8314954"/>
                <a:gd name="connsiteY828" fmla="*/ 3134830 h 3377886"/>
                <a:gd name="connsiteX829" fmla="*/ 5540208 w 8314954"/>
                <a:gd name="connsiteY829" fmla="*/ 3152228 h 3377886"/>
                <a:gd name="connsiteX830" fmla="*/ 5542031 w 8314954"/>
                <a:gd name="connsiteY830" fmla="*/ 3164855 h 3377886"/>
                <a:gd name="connsiteX831" fmla="*/ 5549886 w 8314954"/>
                <a:gd name="connsiteY831" fmla="*/ 3168364 h 3377886"/>
                <a:gd name="connsiteX832" fmla="*/ 5567141 w 8314954"/>
                <a:gd name="connsiteY832" fmla="*/ 3172572 h 3377886"/>
                <a:gd name="connsiteX833" fmla="*/ 5586358 w 8314954"/>
                <a:gd name="connsiteY833" fmla="*/ 3165697 h 3377886"/>
                <a:gd name="connsiteX834" fmla="*/ 5609784 w 8314954"/>
                <a:gd name="connsiteY834" fmla="*/ 3161629 h 3377886"/>
                <a:gd name="connsiteX835" fmla="*/ 5632508 w 8314954"/>
                <a:gd name="connsiteY835" fmla="*/ 3157559 h 3377886"/>
                <a:gd name="connsiteX836" fmla="*/ 5639241 w 8314954"/>
                <a:gd name="connsiteY836" fmla="*/ 3167100 h 3377886"/>
                <a:gd name="connsiteX837" fmla="*/ 5614974 w 8314954"/>
                <a:gd name="connsiteY837" fmla="*/ 3209192 h 3377886"/>
                <a:gd name="connsiteX838" fmla="*/ 5584113 w 8314954"/>
                <a:gd name="connsiteY838" fmla="*/ 3214804 h 3377886"/>
                <a:gd name="connsiteX839" fmla="*/ 5571348 w 8314954"/>
                <a:gd name="connsiteY839" fmla="*/ 3221118 h 3377886"/>
                <a:gd name="connsiteX840" fmla="*/ 5595196 w 8314954"/>
                <a:gd name="connsiteY840" fmla="*/ 3243708 h 3377886"/>
                <a:gd name="connsiteX841" fmla="*/ 5596739 w 8314954"/>
                <a:gd name="connsiteY841" fmla="*/ 3258580 h 3377886"/>
                <a:gd name="connsiteX842" fmla="*/ 5621427 w 8314954"/>
                <a:gd name="connsiteY842" fmla="*/ 3258580 h 3377886"/>
                <a:gd name="connsiteX843" fmla="*/ 5637839 w 8314954"/>
                <a:gd name="connsiteY843" fmla="*/ 3254090 h 3377886"/>
                <a:gd name="connsiteX844" fmla="*/ 5658318 w 8314954"/>
                <a:gd name="connsiteY844" fmla="*/ 3246794 h 3377886"/>
                <a:gd name="connsiteX845" fmla="*/ 5672346 w 8314954"/>
                <a:gd name="connsiteY845" fmla="*/ 3219575 h 3377886"/>
                <a:gd name="connsiteX846" fmla="*/ 5679640 w 8314954"/>
                <a:gd name="connsiteY846" fmla="*/ 3206947 h 3377886"/>
                <a:gd name="connsiteX847" fmla="*/ 5683568 w 8314954"/>
                <a:gd name="connsiteY847" fmla="*/ 3188005 h 3377886"/>
                <a:gd name="connsiteX848" fmla="*/ 5685672 w 8314954"/>
                <a:gd name="connsiteY848" fmla="*/ 3171450 h 3377886"/>
                <a:gd name="connsiteX849" fmla="*/ 5684410 w 8314954"/>
                <a:gd name="connsiteY849" fmla="*/ 3152087 h 3377886"/>
                <a:gd name="connsiteX850" fmla="*/ 5712465 w 8314954"/>
                <a:gd name="connsiteY850" fmla="*/ 3139460 h 3377886"/>
                <a:gd name="connsiteX851" fmla="*/ 5724528 w 8314954"/>
                <a:gd name="connsiteY851" fmla="*/ 3135391 h 3377886"/>
                <a:gd name="connsiteX852" fmla="*/ 5742343 w 8314954"/>
                <a:gd name="connsiteY852" fmla="*/ 3132024 h 3377886"/>
                <a:gd name="connsiteX853" fmla="*/ 5752443 w 8314954"/>
                <a:gd name="connsiteY853" fmla="*/ 3123324 h 3377886"/>
                <a:gd name="connsiteX854" fmla="*/ 5756792 w 8314954"/>
                <a:gd name="connsiteY854" fmla="*/ 3105646 h 3377886"/>
                <a:gd name="connsiteX855" fmla="*/ 5750199 w 8314954"/>
                <a:gd name="connsiteY855" fmla="*/ 3098911 h 3377886"/>
                <a:gd name="connsiteX856" fmla="*/ 5733226 w 8314954"/>
                <a:gd name="connsiteY856" fmla="*/ 3091895 h 3377886"/>
                <a:gd name="connsiteX857" fmla="*/ 5715832 w 8314954"/>
                <a:gd name="connsiteY857" fmla="*/ 3083055 h 3377886"/>
                <a:gd name="connsiteX858" fmla="*/ 5705872 w 8314954"/>
                <a:gd name="connsiteY858" fmla="*/ 3088388 h 3377886"/>
                <a:gd name="connsiteX859" fmla="*/ 5690722 w 8314954"/>
                <a:gd name="connsiteY859" fmla="*/ 3094421 h 3377886"/>
                <a:gd name="connsiteX860" fmla="*/ 5682306 w 8314954"/>
                <a:gd name="connsiteY860" fmla="*/ 3092738 h 3377886"/>
                <a:gd name="connsiteX861" fmla="*/ 5685111 w 8314954"/>
                <a:gd name="connsiteY861" fmla="*/ 3076041 h 3377886"/>
                <a:gd name="connsiteX862" fmla="*/ 5702787 w 8314954"/>
                <a:gd name="connsiteY862" fmla="*/ 3059765 h 3377886"/>
                <a:gd name="connsiteX863" fmla="*/ 5713867 w 8314954"/>
                <a:gd name="connsiteY863" fmla="*/ 3047979 h 3377886"/>
                <a:gd name="connsiteX864" fmla="*/ 5744027 w 8314954"/>
                <a:gd name="connsiteY864" fmla="*/ 3026513 h 3377886"/>
                <a:gd name="connsiteX865" fmla="*/ 5761561 w 8314954"/>
                <a:gd name="connsiteY865" fmla="*/ 3026513 h 3377886"/>
                <a:gd name="connsiteX866" fmla="*/ 5775588 w 8314954"/>
                <a:gd name="connsiteY866" fmla="*/ 3027775 h 3377886"/>
                <a:gd name="connsiteX867" fmla="*/ 5786530 w 8314954"/>
                <a:gd name="connsiteY867" fmla="*/ 3023145 h 3377886"/>
                <a:gd name="connsiteX868" fmla="*/ 5821880 w 8314954"/>
                <a:gd name="connsiteY868" fmla="*/ 3013744 h 3377886"/>
                <a:gd name="connsiteX869" fmla="*/ 5828333 w 8314954"/>
                <a:gd name="connsiteY869" fmla="*/ 2990313 h 3377886"/>
                <a:gd name="connsiteX870" fmla="*/ 5822301 w 8314954"/>
                <a:gd name="connsiteY870" fmla="*/ 2964356 h 3377886"/>
                <a:gd name="connsiteX871" fmla="*/ 5821458 w 8314954"/>
                <a:gd name="connsiteY871" fmla="*/ 2964496 h 3377886"/>
                <a:gd name="connsiteX872" fmla="*/ 5810096 w 8314954"/>
                <a:gd name="connsiteY872" fmla="*/ 2960428 h 3377886"/>
                <a:gd name="connsiteX873" fmla="*/ 5800137 w 8314954"/>
                <a:gd name="connsiteY873" fmla="*/ 2957481 h 3377886"/>
                <a:gd name="connsiteX874" fmla="*/ 5791299 w 8314954"/>
                <a:gd name="connsiteY874" fmla="*/ 2951027 h 3377886"/>
                <a:gd name="connsiteX875" fmla="*/ 5780358 w 8314954"/>
                <a:gd name="connsiteY875" fmla="*/ 2951027 h 3377886"/>
                <a:gd name="connsiteX876" fmla="*/ 5764506 w 8314954"/>
                <a:gd name="connsiteY876" fmla="*/ 2959726 h 3377886"/>
                <a:gd name="connsiteX877" fmla="*/ 5756371 w 8314954"/>
                <a:gd name="connsiteY877" fmla="*/ 2957200 h 3377886"/>
                <a:gd name="connsiteX878" fmla="*/ 5759176 w 8314954"/>
                <a:gd name="connsiteY878" fmla="*/ 2939522 h 3377886"/>
                <a:gd name="connsiteX879" fmla="*/ 5762683 w 8314954"/>
                <a:gd name="connsiteY879" fmla="*/ 2925491 h 3377886"/>
                <a:gd name="connsiteX880" fmla="*/ 5766892 w 8314954"/>
                <a:gd name="connsiteY880" fmla="*/ 2913706 h 3377886"/>
                <a:gd name="connsiteX881" fmla="*/ 5780919 w 8314954"/>
                <a:gd name="connsiteY881" fmla="*/ 2879750 h 3377886"/>
                <a:gd name="connsiteX882" fmla="*/ 5798874 w 8314954"/>
                <a:gd name="connsiteY882" fmla="*/ 2865719 h 3377886"/>
                <a:gd name="connsiteX883" fmla="*/ 5800418 w 8314954"/>
                <a:gd name="connsiteY883" fmla="*/ 2848742 h 3377886"/>
                <a:gd name="connsiteX884" fmla="*/ 5797051 w 8314954"/>
                <a:gd name="connsiteY884" fmla="*/ 2839062 h 3377886"/>
                <a:gd name="connsiteX885" fmla="*/ 5783865 w 8314954"/>
                <a:gd name="connsiteY885" fmla="*/ 2830783 h 3377886"/>
                <a:gd name="connsiteX886" fmla="*/ 5771662 w 8314954"/>
                <a:gd name="connsiteY886" fmla="*/ 2832187 h 3377886"/>
                <a:gd name="connsiteX887" fmla="*/ 5768014 w 8314954"/>
                <a:gd name="connsiteY887" fmla="*/ 2837378 h 3377886"/>
                <a:gd name="connsiteX888" fmla="*/ 5727194 w 8314954"/>
                <a:gd name="connsiteY888" fmla="*/ 2858985 h 3377886"/>
                <a:gd name="connsiteX889" fmla="*/ 5735330 w 8314954"/>
                <a:gd name="connsiteY889" fmla="*/ 2878628 h 3377886"/>
                <a:gd name="connsiteX890" fmla="*/ 5732384 w 8314954"/>
                <a:gd name="connsiteY890" fmla="*/ 2889291 h 3377886"/>
                <a:gd name="connsiteX891" fmla="*/ 5725932 w 8314954"/>
                <a:gd name="connsiteY891" fmla="*/ 2898972 h 3377886"/>
                <a:gd name="connsiteX892" fmla="*/ 5714570 w 8314954"/>
                <a:gd name="connsiteY892" fmla="*/ 2904725 h 3377886"/>
                <a:gd name="connsiteX893" fmla="*/ 5715690 w 8314954"/>
                <a:gd name="connsiteY893" fmla="*/ 2918054 h 3377886"/>
                <a:gd name="connsiteX894" fmla="*/ 5709239 w 8314954"/>
                <a:gd name="connsiteY894" fmla="*/ 2925631 h 3377886"/>
                <a:gd name="connsiteX895" fmla="*/ 5701243 w 8314954"/>
                <a:gd name="connsiteY895" fmla="*/ 2931945 h 3377886"/>
                <a:gd name="connsiteX896" fmla="*/ 5704049 w 8314954"/>
                <a:gd name="connsiteY896" fmla="*/ 2945976 h 3377886"/>
                <a:gd name="connsiteX897" fmla="*/ 5716253 w 8314954"/>
                <a:gd name="connsiteY897" fmla="*/ 2950044 h 3377886"/>
                <a:gd name="connsiteX898" fmla="*/ 5702226 w 8314954"/>
                <a:gd name="connsiteY898" fmla="*/ 2964075 h 3377886"/>
                <a:gd name="connsiteX899" fmla="*/ 5694790 w 8314954"/>
                <a:gd name="connsiteY899" fmla="*/ 2952149 h 3377886"/>
                <a:gd name="connsiteX900" fmla="*/ 5679640 w 8314954"/>
                <a:gd name="connsiteY900" fmla="*/ 2944152 h 3377886"/>
                <a:gd name="connsiteX901" fmla="*/ 5692124 w 8314954"/>
                <a:gd name="connsiteY901" fmla="*/ 2926053 h 3377886"/>
                <a:gd name="connsiteX902" fmla="*/ 5708677 w 8314954"/>
                <a:gd name="connsiteY902" fmla="*/ 2892518 h 3377886"/>
                <a:gd name="connsiteX903" fmla="*/ 5701103 w 8314954"/>
                <a:gd name="connsiteY903" fmla="*/ 2881154 h 3377886"/>
                <a:gd name="connsiteX904" fmla="*/ 5701103 w 8314954"/>
                <a:gd name="connsiteY904" fmla="*/ 2867123 h 3377886"/>
                <a:gd name="connsiteX905" fmla="*/ 5713306 w 8314954"/>
                <a:gd name="connsiteY905" fmla="*/ 2851127 h 3377886"/>
                <a:gd name="connsiteX906" fmla="*/ 5719620 w 8314954"/>
                <a:gd name="connsiteY906" fmla="*/ 2832888 h 3377886"/>
                <a:gd name="connsiteX907" fmla="*/ 5704750 w 8314954"/>
                <a:gd name="connsiteY907" fmla="*/ 2821382 h 3377886"/>
                <a:gd name="connsiteX908" fmla="*/ 2853810 w 8314954"/>
                <a:gd name="connsiteY908" fmla="*/ 2819619 h 3377886"/>
                <a:gd name="connsiteX909" fmla="*/ 2853844 w 8314954"/>
                <a:gd name="connsiteY909" fmla="*/ 2819624 h 3377886"/>
                <a:gd name="connsiteX910" fmla="*/ 2835735 w 8314954"/>
                <a:gd name="connsiteY910" fmla="*/ 2826223 h 3377886"/>
                <a:gd name="connsiteX911" fmla="*/ 2854746 w 8314954"/>
                <a:gd name="connsiteY911" fmla="*/ 2832217 h 3377886"/>
                <a:gd name="connsiteX912" fmla="*/ 2872538 w 8314954"/>
                <a:gd name="connsiteY912" fmla="*/ 2822196 h 3377886"/>
                <a:gd name="connsiteX913" fmla="*/ 2853844 w 8314954"/>
                <a:gd name="connsiteY913" fmla="*/ 2819624 h 3377886"/>
                <a:gd name="connsiteX914" fmla="*/ 2853857 w 8314954"/>
                <a:gd name="connsiteY914" fmla="*/ 2819619 h 3377886"/>
                <a:gd name="connsiteX915" fmla="*/ 2866077 w 8314954"/>
                <a:gd name="connsiteY915" fmla="*/ 2775317 h 3377886"/>
                <a:gd name="connsiteX916" fmla="*/ 2852031 w 8314954"/>
                <a:gd name="connsiteY916" fmla="*/ 2789133 h 3377886"/>
                <a:gd name="connsiteX917" fmla="*/ 2849362 w 8314954"/>
                <a:gd name="connsiteY917" fmla="*/ 2805946 h 3377886"/>
                <a:gd name="connsiteX918" fmla="*/ 2846318 w 8314954"/>
                <a:gd name="connsiteY918" fmla="*/ 2809598 h 3377886"/>
                <a:gd name="connsiteX919" fmla="*/ 2832740 w 8314954"/>
                <a:gd name="connsiteY919" fmla="*/ 2822057 h 3377886"/>
                <a:gd name="connsiteX920" fmla="*/ 2840981 w 8314954"/>
                <a:gd name="connsiteY920" fmla="*/ 2804821 h 3377886"/>
                <a:gd name="connsiteX921" fmla="*/ 2837563 w 8314954"/>
                <a:gd name="connsiteY921" fmla="*/ 2783887 h 3377886"/>
                <a:gd name="connsiteX922" fmla="*/ 2828198 w 8314954"/>
                <a:gd name="connsiteY922" fmla="*/ 2802620 h 3377886"/>
                <a:gd name="connsiteX923" fmla="*/ 2832600 w 8314954"/>
                <a:gd name="connsiteY923" fmla="*/ 2822102 h 3377886"/>
                <a:gd name="connsiteX924" fmla="*/ 2815100 w 8314954"/>
                <a:gd name="connsiteY924" fmla="*/ 2832418 h 3377886"/>
                <a:gd name="connsiteX925" fmla="*/ 2816674 w 8314954"/>
                <a:gd name="connsiteY925" fmla="*/ 2830556 h 3377886"/>
                <a:gd name="connsiteX926" fmla="*/ 2821268 w 8314954"/>
                <a:gd name="connsiteY926" fmla="*/ 2818027 h 3377886"/>
                <a:gd name="connsiteX927" fmla="*/ 2821128 w 8314954"/>
                <a:gd name="connsiteY927" fmla="*/ 2818027 h 3377886"/>
                <a:gd name="connsiteX928" fmla="*/ 2817382 w 8314954"/>
                <a:gd name="connsiteY928" fmla="*/ 2796204 h 3377886"/>
                <a:gd name="connsiteX929" fmla="*/ 2807223 w 8314954"/>
                <a:gd name="connsiteY929" fmla="*/ 2815921 h 3377886"/>
                <a:gd name="connsiteX930" fmla="*/ 2811519 w 8314954"/>
                <a:gd name="connsiteY930" fmla="*/ 2834529 h 3377886"/>
                <a:gd name="connsiteX931" fmla="*/ 2788823 w 8314954"/>
                <a:gd name="connsiteY931" fmla="*/ 2847907 h 3377886"/>
                <a:gd name="connsiteX932" fmla="*/ 2798561 w 8314954"/>
                <a:gd name="connsiteY932" fmla="*/ 2830392 h 3377886"/>
                <a:gd name="connsiteX933" fmla="*/ 2794956 w 8314954"/>
                <a:gd name="connsiteY933" fmla="*/ 2808802 h 3377886"/>
                <a:gd name="connsiteX934" fmla="*/ 2783859 w 8314954"/>
                <a:gd name="connsiteY934" fmla="*/ 2828050 h 3377886"/>
                <a:gd name="connsiteX935" fmla="*/ 2788542 w 8314954"/>
                <a:gd name="connsiteY935" fmla="*/ 2848094 h 3377886"/>
                <a:gd name="connsiteX936" fmla="*/ 2777251 w 8314954"/>
                <a:gd name="connsiteY936" fmla="*/ 2852221 h 3377886"/>
                <a:gd name="connsiteX937" fmla="*/ 2773892 w 8314954"/>
                <a:gd name="connsiteY937" fmla="*/ 2842310 h 3377886"/>
                <a:gd name="connsiteX938" fmla="*/ 2760917 w 8314954"/>
                <a:gd name="connsiteY938" fmla="*/ 2834372 h 3377886"/>
                <a:gd name="connsiteX939" fmla="*/ 2760308 w 8314954"/>
                <a:gd name="connsiteY939" fmla="*/ 2834372 h 3377886"/>
                <a:gd name="connsiteX940" fmla="*/ 2743499 w 8314954"/>
                <a:gd name="connsiteY940" fmla="*/ 2853761 h 3377886"/>
                <a:gd name="connsiteX941" fmla="*/ 2743499 w 8314954"/>
                <a:gd name="connsiteY941" fmla="*/ 2854369 h 3377886"/>
                <a:gd name="connsiteX942" fmla="*/ 2736149 w 8314954"/>
                <a:gd name="connsiteY942" fmla="*/ 2892209 h 3377886"/>
                <a:gd name="connsiteX943" fmla="*/ 2591240 w 8314954"/>
                <a:gd name="connsiteY943" fmla="*/ 2870572 h 3377886"/>
                <a:gd name="connsiteX944" fmla="*/ 2586276 w 8314954"/>
                <a:gd name="connsiteY944" fmla="*/ 2868886 h 3377886"/>
                <a:gd name="connsiteX945" fmla="*/ 2586276 w 8314954"/>
                <a:gd name="connsiteY945" fmla="*/ 2874132 h 3377886"/>
                <a:gd name="connsiteX946" fmla="*/ 2600603 w 8314954"/>
                <a:gd name="connsiteY946" fmla="*/ 2914735 h 3377886"/>
                <a:gd name="connsiteX947" fmla="*/ 2636187 w 8314954"/>
                <a:gd name="connsiteY947" fmla="*/ 2937916 h 3377886"/>
                <a:gd name="connsiteX948" fmla="*/ 2651029 w 8314954"/>
                <a:gd name="connsiteY948" fmla="*/ 2965453 h 3377886"/>
                <a:gd name="connsiteX949" fmla="*/ 2657865 w 8314954"/>
                <a:gd name="connsiteY949" fmla="*/ 2969902 h 3377886"/>
                <a:gd name="connsiteX950" fmla="*/ 2589554 w 8314954"/>
                <a:gd name="connsiteY950" fmla="*/ 2959505 h 3377886"/>
                <a:gd name="connsiteX951" fmla="*/ 2584122 w 8314954"/>
                <a:gd name="connsiteY951" fmla="*/ 2958475 h 3377886"/>
                <a:gd name="connsiteX952" fmla="*/ 2569467 w 8314954"/>
                <a:gd name="connsiteY952" fmla="*/ 2955431 h 3377886"/>
                <a:gd name="connsiteX953" fmla="*/ 2592176 w 8314954"/>
                <a:gd name="connsiteY953" fmla="*/ 2988869 h 3377886"/>
                <a:gd name="connsiteX954" fmla="*/ 2645645 w 8314954"/>
                <a:gd name="connsiteY954" fmla="*/ 3031439 h 3377886"/>
                <a:gd name="connsiteX955" fmla="*/ 2703047 w 8314954"/>
                <a:gd name="connsiteY955" fmla="*/ 3049750 h 3377886"/>
                <a:gd name="connsiteX956" fmla="*/ 2712411 w 8314954"/>
                <a:gd name="connsiteY956" fmla="*/ 3050358 h 3377886"/>
                <a:gd name="connsiteX957" fmla="*/ 2729875 w 8314954"/>
                <a:gd name="connsiteY957" fmla="*/ 3049094 h 3377886"/>
                <a:gd name="connsiteX958" fmla="*/ 2735400 w 8314954"/>
                <a:gd name="connsiteY958" fmla="*/ 3048297 h 3377886"/>
                <a:gd name="connsiteX959" fmla="*/ 2724677 w 8314954"/>
                <a:gd name="connsiteY959" fmla="*/ 3093115 h 3377886"/>
                <a:gd name="connsiteX960" fmla="*/ 2760449 w 8314954"/>
                <a:gd name="connsiteY960" fmla="*/ 3095410 h 3377886"/>
                <a:gd name="connsiteX961" fmla="*/ 2796173 w 8314954"/>
                <a:gd name="connsiteY961" fmla="*/ 3093115 h 3377886"/>
                <a:gd name="connsiteX962" fmla="*/ 2785450 w 8314954"/>
                <a:gd name="connsiteY962" fmla="*/ 3048297 h 3377886"/>
                <a:gd name="connsiteX963" fmla="*/ 2790975 w 8314954"/>
                <a:gd name="connsiteY963" fmla="*/ 3049094 h 3377886"/>
                <a:gd name="connsiteX964" fmla="*/ 2808439 w 8314954"/>
                <a:gd name="connsiteY964" fmla="*/ 3050358 h 3377886"/>
                <a:gd name="connsiteX965" fmla="*/ 2817804 w 8314954"/>
                <a:gd name="connsiteY965" fmla="*/ 3049750 h 3377886"/>
                <a:gd name="connsiteX966" fmla="*/ 2875159 w 8314954"/>
                <a:gd name="connsiteY966" fmla="*/ 3031439 h 3377886"/>
                <a:gd name="connsiteX967" fmla="*/ 2928629 w 8314954"/>
                <a:gd name="connsiteY967" fmla="*/ 2988869 h 3377886"/>
                <a:gd name="connsiteX968" fmla="*/ 2951336 w 8314954"/>
                <a:gd name="connsiteY968" fmla="*/ 2955431 h 3377886"/>
                <a:gd name="connsiteX969" fmla="*/ 2936681 w 8314954"/>
                <a:gd name="connsiteY969" fmla="*/ 2958475 h 3377886"/>
                <a:gd name="connsiteX970" fmla="*/ 2936962 w 8314954"/>
                <a:gd name="connsiteY970" fmla="*/ 2958475 h 3377886"/>
                <a:gd name="connsiteX971" fmla="*/ 2931578 w 8314954"/>
                <a:gd name="connsiteY971" fmla="*/ 2959505 h 3377886"/>
                <a:gd name="connsiteX972" fmla="*/ 2863220 w 8314954"/>
                <a:gd name="connsiteY972" fmla="*/ 2969949 h 3377886"/>
                <a:gd name="connsiteX973" fmla="*/ 2870056 w 8314954"/>
                <a:gd name="connsiteY973" fmla="*/ 2965265 h 3377886"/>
                <a:gd name="connsiteX974" fmla="*/ 2884897 w 8314954"/>
                <a:gd name="connsiteY974" fmla="*/ 2937729 h 3377886"/>
                <a:gd name="connsiteX975" fmla="*/ 2920481 w 8314954"/>
                <a:gd name="connsiteY975" fmla="*/ 2914548 h 3377886"/>
                <a:gd name="connsiteX976" fmla="*/ 2934808 w 8314954"/>
                <a:gd name="connsiteY976" fmla="*/ 2873945 h 3377886"/>
                <a:gd name="connsiteX977" fmla="*/ 2934808 w 8314954"/>
                <a:gd name="connsiteY977" fmla="*/ 2868700 h 3377886"/>
                <a:gd name="connsiteX978" fmla="*/ 2929799 w 8314954"/>
                <a:gd name="connsiteY978" fmla="*/ 2870385 h 3377886"/>
                <a:gd name="connsiteX979" fmla="*/ 2785122 w 8314954"/>
                <a:gd name="connsiteY979" fmla="*/ 2892209 h 3377886"/>
                <a:gd name="connsiteX980" fmla="*/ 2778894 w 8314954"/>
                <a:gd name="connsiteY980" fmla="*/ 2860117 h 3377886"/>
                <a:gd name="connsiteX981" fmla="*/ 2778478 w 8314954"/>
                <a:gd name="connsiteY981" fmla="*/ 2857984 h 3377886"/>
                <a:gd name="connsiteX982" fmla="*/ 2790228 w 8314954"/>
                <a:gd name="connsiteY982" fmla="*/ 2853667 h 3377886"/>
                <a:gd name="connsiteX983" fmla="*/ 2805210 w 8314954"/>
                <a:gd name="connsiteY983" fmla="*/ 2867295 h 3377886"/>
                <a:gd name="connsiteX984" fmla="*/ 2826373 w 8314954"/>
                <a:gd name="connsiteY984" fmla="*/ 2866920 h 3377886"/>
                <a:gd name="connsiteX985" fmla="*/ 2808440 w 8314954"/>
                <a:gd name="connsiteY985" fmla="*/ 2853995 h 3377886"/>
                <a:gd name="connsiteX986" fmla="*/ 2808253 w 8314954"/>
                <a:gd name="connsiteY986" fmla="*/ 2854136 h 3377886"/>
                <a:gd name="connsiteX987" fmla="*/ 2791866 w 8314954"/>
                <a:gd name="connsiteY987" fmla="*/ 2853059 h 3377886"/>
                <a:gd name="connsiteX988" fmla="*/ 2847208 w 8314954"/>
                <a:gd name="connsiteY988" fmla="*/ 2814797 h 3377886"/>
                <a:gd name="connsiteX989" fmla="*/ 2851468 w 8314954"/>
                <a:gd name="connsiteY989" fmla="*/ 2807771 h 3377886"/>
                <a:gd name="connsiteX990" fmla="*/ 2862471 w 8314954"/>
                <a:gd name="connsiteY990" fmla="*/ 2796298 h 3377886"/>
                <a:gd name="connsiteX991" fmla="*/ 2866077 w 8314954"/>
                <a:gd name="connsiteY991" fmla="*/ 2775317 h 3377886"/>
                <a:gd name="connsiteX992" fmla="*/ 6538500 w 8314954"/>
                <a:gd name="connsiteY992" fmla="*/ 2657687 h 3377886"/>
                <a:gd name="connsiteX993" fmla="*/ 6538500 w 8314954"/>
                <a:gd name="connsiteY993" fmla="*/ 2700647 h 3377886"/>
                <a:gd name="connsiteX994" fmla="*/ 6627491 w 8314954"/>
                <a:gd name="connsiteY994" fmla="*/ 2700647 h 3377886"/>
                <a:gd name="connsiteX995" fmla="*/ 6639669 w 8314954"/>
                <a:gd name="connsiteY995" fmla="*/ 2787465 h 3377886"/>
                <a:gd name="connsiteX996" fmla="*/ 6639751 w 8314954"/>
                <a:gd name="connsiteY996" fmla="*/ 2787465 h 3377886"/>
                <a:gd name="connsiteX997" fmla="*/ 6639751 w 8314954"/>
                <a:gd name="connsiteY997" fmla="*/ 2657687 h 3377886"/>
                <a:gd name="connsiteX998" fmla="*/ 7850927 w 8314954"/>
                <a:gd name="connsiteY998" fmla="*/ 2657605 h 3377886"/>
                <a:gd name="connsiteX999" fmla="*/ 7850927 w 8314954"/>
                <a:gd name="connsiteY999" fmla="*/ 2845776 h 3377886"/>
                <a:gd name="connsiteX1000" fmla="*/ 7952177 w 8314954"/>
                <a:gd name="connsiteY1000" fmla="*/ 2845776 h 3377886"/>
                <a:gd name="connsiteX1001" fmla="*/ 7952177 w 8314954"/>
                <a:gd name="connsiteY1001" fmla="*/ 2657605 h 3377886"/>
                <a:gd name="connsiteX1002" fmla="*/ 7404438 w 8314954"/>
                <a:gd name="connsiteY1002" fmla="*/ 2657605 h 3377886"/>
                <a:gd name="connsiteX1003" fmla="*/ 7404438 w 8314954"/>
                <a:gd name="connsiteY1003" fmla="*/ 2845776 h 3377886"/>
                <a:gd name="connsiteX1004" fmla="*/ 7505686 w 8314954"/>
                <a:gd name="connsiteY1004" fmla="*/ 2845776 h 3377886"/>
                <a:gd name="connsiteX1005" fmla="*/ 7505686 w 8314954"/>
                <a:gd name="connsiteY1005" fmla="*/ 2657605 h 3377886"/>
                <a:gd name="connsiteX1006" fmla="*/ 6972971 w 8314954"/>
                <a:gd name="connsiteY1006" fmla="*/ 2657605 h 3377886"/>
                <a:gd name="connsiteX1007" fmla="*/ 6972971 w 8314954"/>
                <a:gd name="connsiteY1007" fmla="*/ 2845776 h 3377886"/>
                <a:gd name="connsiteX1008" fmla="*/ 7074139 w 8314954"/>
                <a:gd name="connsiteY1008" fmla="*/ 2845776 h 3377886"/>
                <a:gd name="connsiteX1009" fmla="*/ 7074221 w 8314954"/>
                <a:gd name="connsiteY1009" fmla="*/ 2845776 h 3377886"/>
                <a:gd name="connsiteX1010" fmla="*/ 7074221 w 8314954"/>
                <a:gd name="connsiteY1010" fmla="*/ 2657605 h 3377886"/>
                <a:gd name="connsiteX1011" fmla="*/ 6106873 w 8314954"/>
                <a:gd name="connsiteY1011" fmla="*/ 2657605 h 3377886"/>
                <a:gd name="connsiteX1012" fmla="*/ 6106873 w 8314954"/>
                <a:gd name="connsiteY1012" fmla="*/ 2700567 h 3377886"/>
                <a:gd name="connsiteX1013" fmla="*/ 6208121 w 8314954"/>
                <a:gd name="connsiteY1013" fmla="*/ 2700567 h 3377886"/>
                <a:gd name="connsiteX1014" fmla="*/ 6208121 w 8314954"/>
                <a:gd name="connsiteY1014" fmla="*/ 2657605 h 3377886"/>
                <a:gd name="connsiteX1015" fmla="*/ 2106994 w 8314954"/>
                <a:gd name="connsiteY1015" fmla="*/ 2657605 h 3377886"/>
                <a:gd name="connsiteX1016" fmla="*/ 2106994 w 8314954"/>
                <a:gd name="connsiteY1016" fmla="*/ 2700567 h 3377886"/>
                <a:gd name="connsiteX1017" fmla="*/ 2208160 w 8314954"/>
                <a:gd name="connsiteY1017" fmla="*/ 2700567 h 3377886"/>
                <a:gd name="connsiteX1018" fmla="*/ 2208242 w 8314954"/>
                <a:gd name="connsiteY1018" fmla="*/ 2700567 h 3377886"/>
                <a:gd name="connsiteX1019" fmla="*/ 2208242 w 8314954"/>
                <a:gd name="connsiteY1019" fmla="*/ 2657605 h 3377886"/>
                <a:gd name="connsiteX1020" fmla="*/ 1240894 w 8314954"/>
                <a:gd name="connsiteY1020" fmla="*/ 2657605 h 3377886"/>
                <a:gd name="connsiteX1021" fmla="*/ 1240894 w 8314954"/>
                <a:gd name="connsiteY1021" fmla="*/ 2845776 h 3377886"/>
                <a:gd name="connsiteX1022" fmla="*/ 1342143 w 8314954"/>
                <a:gd name="connsiteY1022" fmla="*/ 2845776 h 3377886"/>
                <a:gd name="connsiteX1023" fmla="*/ 1342143 w 8314954"/>
                <a:gd name="connsiteY1023" fmla="*/ 2657605 h 3377886"/>
                <a:gd name="connsiteX1024" fmla="*/ 809426 w 8314954"/>
                <a:gd name="connsiteY1024" fmla="*/ 2657605 h 3377886"/>
                <a:gd name="connsiteX1025" fmla="*/ 809426 w 8314954"/>
                <a:gd name="connsiteY1025" fmla="*/ 2845776 h 3377886"/>
                <a:gd name="connsiteX1026" fmla="*/ 910676 w 8314954"/>
                <a:gd name="connsiteY1026" fmla="*/ 2845776 h 3377886"/>
                <a:gd name="connsiteX1027" fmla="*/ 910676 w 8314954"/>
                <a:gd name="connsiteY1027" fmla="*/ 2657605 h 3377886"/>
                <a:gd name="connsiteX1028" fmla="*/ 362938 w 8314954"/>
                <a:gd name="connsiteY1028" fmla="*/ 2657605 h 3377886"/>
                <a:gd name="connsiteX1029" fmla="*/ 362938 w 8314954"/>
                <a:gd name="connsiteY1029" fmla="*/ 2845776 h 3377886"/>
                <a:gd name="connsiteX1030" fmla="*/ 464187 w 8314954"/>
                <a:gd name="connsiteY1030" fmla="*/ 2845776 h 3377886"/>
                <a:gd name="connsiteX1031" fmla="*/ 464187 w 8314954"/>
                <a:gd name="connsiteY1031" fmla="*/ 2657605 h 3377886"/>
                <a:gd name="connsiteX1032" fmla="*/ 7823646 w 8314954"/>
                <a:gd name="connsiteY1032" fmla="*/ 2631454 h 3377886"/>
                <a:gd name="connsiteX1033" fmla="*/ 7979458 w 8314954"/>
                <a:gd name="connsiteY1033" fmla="*/ 2631454 h 3377886"/>
                <a:gd name="connsiteX1034" fmla="*/ 7979458 w 8314954"/>
                <a:gd name="connsiteY1034" fmla="*/ 2871277 h 3377886"/>
                <a:gd name="connsiteX1035" fmla="*/ 7823646 w 8314954"/>
                <a:gd name="connsiteY1035" fmla="*/ 2871277 h 3377886"/>
                <a:gd name="connsiteX1036" fmla="*/ 7377157 w 8314954"/>
                <a:gd name="connsiteY1036" fmla="*/ 2631454 h 3377886"/>
                <a:gd name="connsiteX1037" fmla="*/ 7532969 w 8314954"/>
                <a:gd name="connsiteY1037" fmla="*/ 2631454 h 3377886"/>
                <a:gd name="connsiteX1038" fmla="*/ 7532969 w 8314954"/>
                <a:gd name="connsiteY1038" fmla="*/ 2871277 h 3377886"/>
                <a:gd name="connsiteX1039" fmla="*/ 7377157 w 8314954"/>
                <a:gd name="connsiteY1039" fmla="*/ 2871277 h 3377886"/>
                <a:gd name="connsiteX1040" fmla="*/ 6945690 w 8314954"/>
                <a:gd name="connsiteY1040" fmla="*/ 2631454 h 3377886"/>
                <a:gd name="connsiteX1041" fmla="*/ 7101502 w 8314954"/>
                <a:gd name="connsiteY1041" fmla="*/ 2631454 h 3377886"/>
                <a:gd name="connsiteX1042" fmla="*/ 7101502 w 8314954"/>
                <a:gd name="connsiteY1042" fmla="*/ 2871277 h 3377886"/>
                <a:gd name="connsiteX1043" fmla="*/ 6945690 w 8314954"/>
                <a:gd name="connsiteY1043" fmla="*/ 2871277 h 3377886"/>
                <a:gd name="connsiteX1044" fmla="*/ 1213613 w 8314954"/>
                <a:gd name="connsiteY1044" fmla="*/ 2631454 h 3377886"/>
                <a:gd name="connsiteX1045" fmla="*/ 1369425 w 8314954"/>
                <a:gd name="connsiteY1045" fmla="*/ 2631454 h 3377886"/>
                <a:gd name="connsiteX1046" fmla="*/ 1369425 w 8314954"/>
                <a:gd name="connsiteY1046" fmla="*/ 2871277 h 3377886"/>
                <a:gd name="connsiteX1047" fmla="*/ 1213613 w 8314954"/>
                <a:gd name="connsiteY1047" fmla="*/ 2871277 h 3377886"/>
                <a:gd name="connsiteX1048" fmla="*/ 782145 w 8314954"/>
                <a:gd name="connsiteY1048" fmla="*/ 2631454 h 3377886"/>
                <a:gd name="connsiteX1049" fmla="*/ 937956 w 8314954"/>
                <a:gd name="connsiteY1049" fmla="*/ 2631454 h 3377886"/>
                <a:gd name="connsiteX1050" fmla="*/ 937956 w 8314954"/>
                <a:gd name="connsiteY1050" fmla="*/ 2871277 h 3377886"/>
                <a:gd name="connsiteX1051" fmla="*/ 782145 w 8314954"/>
                <a:gd name="connsiteY1051" fmla="*/ 2871277 h 3377886"/>
                <a:gd name="connsiteX1052" fmla="*/ 335657 w 8314954"/>
                <a:gd name="connsiteY1052" fmla="*/ 2631454 h 3377886"/>
                <a:gd name="connsiteX1053" fmla="*/ 491469 w 8314954"/>
                <a:gd name="connsiteY1053" fmla="*/ 2631454 h 3377886"/>
                <a:gd name="connsiteX1054" fmla="*/ 491469 w 8314954"/>
                <a:gd name="connsiteY1054" fmla="*/ 2871277 h 3377886"/>
                <a:gd name="connsiteX1055" fmla="*/ 335657 w 8314954"/>
                <a:gd name="connsiteY1055" fmla="*/ 2871277 h 3377886"/>
                <a:gd name="connsiteX1056" fmla="*/ 4608268 w 8314954"/>
                <a:gd name="connsiteY1056" fmla="*/ 2579883 h 3377886"/>
                <a:gd name="connsiteX1057" fmla="*/ 4608268 w 8314954"/>
                <a:gd name="connsiteY1057" fmla="*/ 2700567 h 3377886"/>
                <a:gd name="connsiteX1058" fmla="*/ 4723158 w 8314954"/>
                <a:gd name="connsiteY1058" fmla="*/ 2700567 h 3377886"/>
                <a:gd name="connsiteX1059" fmla="*/ 4723158 w 8314954"/>
                <a:gd name="connsiteY1059" fmla="*/ 2579883 h 3377886"/>
                <a:gd name="connsiteX1060" fmla="*/ 4098529 w 8314954"/>
                <a:gd name="connsiteY1060" fmla="*/ 2579883 h 3377886"/>
                <a:gd name="connsiteX1061" fmla="*/ 4098529 w 8314954"/>
                <a:gd name="connsiteY1061" fmla="*/ 2700567 h 3377886"/>
                <a:gd name="connsiteX1062" fmla="*/ 4213419 w 8314954"/>
                <a:gd name="connsiteY1062" fmla="*/ 2700567 h 3377886"/>
                <a:gd name="connsiteX1063" fmla="*/ 4213419 w 8314954"/>
                <a:gd name="connsiteY1063" fmla="*/ 2579883 h 3377886"/>
                <a:gd name="connsiteX1064" fmla="*/ 3588545 w 8314954"/>
                <a:gd name="connsiteY1064" fmla="*/ 2579883 h 3377886"/>
                <a:gd name="connsiteX1065" fmla="*/ 3588545 w 8314954"/>
                <a:gd name="connsiteY1065" fmla="*/ 2700567 h 3377886"/>
                <a:gd name="connsiteX1066" fmla="*/ 3703436 w 8314954"/>
                <a:gd name="connsiteY1066" fmla="*/ 2700567 h 3377886"/>
                <a:gd name="connsiteX1067" fmla="*/ 3703436 w 8314954"/>
                <a:gd name="connsiteY1067" fmla="*/ 2579883 h 3377886"/>
                <a:gd name="connsiteX1068" fmla="*/ 4482984 w 8314954"/>
                <a:gd name="connsiteY1068" fmla="*/ 2415265 h 3377886"/>
                <a:gd name="connsiteX1069" fmla="*/ 4482984 w 8314954"/>
                <a:gd name="connsiteY1069" fmla="*/ 2700567 h 3377886"/>
                <a:gd name="connsiteX1070" fmla="*/ 4569861 w 8314954"/>
                <a:gd name="connsiteY1070" fmla="*/ 2700567 h 3377886"/>
                <a:gd name="connsiteX1071" fmla="*/ 4569861 w 8314954"/>
                <a:gd name="connsiteY1071" fmla="*/ 2541144 h 3377886"/>
                <a:gd name="connsiteX1072" fmla="*/ 4761644 w 8314954"/>
                <a:gd name="connsiteY1072" fmla="*/ 2541144 h 3377886"/>
                <a:gd name="connsiteX1073" fmla="*/ 4761644 w 8314954"/>
                <a:gd name="connsiteY1073" fmla="*/ 2700567 h 3377886"/>
                <a:gd name="connsiteX1074" fmla="*/ 4852256 w 8314954"/>
                <a:gd name="connsiteY1074" fmla="*/ 2700567 h 3377886"/>
                <a:gd name="connsiteX1075" fmla="*/ 4852256 w 8314954"/>
                <a:gd name="connsiteY1075" fmla="*/ 2415265 h 3377886"/>
                <a:gd name="connsiteX1076" fmla="*/ 3973245 w 8314954"/>
                <a:gd name="connsiteY1076" fmla="*/ 2415265 h 3377886"/>
                <a:gd name="connsiteX1077" fmla="*/ 3973245 w 8314954"/>
                <a:gd name="connsiteY1077" fmla="*/ 2700567 h 3377886"/>
                <a:gd name="connsiteX1078" fmla="*/ 4060123 w 8314954"/>
                <a:gd name="connsiteY1078" fmla="*/ 2700567 h 3377886"/>
                <a:gd name="connsiteX1079" fmla="*/ 4060123 w 8314954"/>
                <a:gd name="connsiteY1079" fmla="*/ 2541144 h 3377886"/>
                <a:gd name="connsiteX1080" fmla="*/ 4251985 w 8314954"/>
                <a:gd name="connsiteY1080" fmla="*/ 2541144 h 3377886"/>
                <a:gd name="connsiteX1081" fmla="*/ 4251985 w 8314954"/>
                <a:gd name="connsiteY1081" fmla="*/ 2700567 h 3377886"/>
                <a:gd name="connsiteX1082" fmla="*/ 4339188 w 8314954"/>
                <a:gd name="connsiteY1082" fmla="*/ 2700567 h 3377886"/>
                <a:gd name="connsiteX1083" fmla="*/ 4339188 w 8314954"/>
                <a:gd name="connsiteY1083" fmla="*/ 2415265 h 3377886"/>
                <a:gd name="connsiteX1084" fmla="*/ 3462695 w 8314954"/>
                <a:gd name="connsiteY1084" fmla="*/ 2415265 h 3377886"/>
                <a:gd name="connsiteX1085" fmla="*/ 3462695 w 8314954"/>
                <a:gd name="connsiteY1085" fmla="*/ 2700567 h 3377886"/>
                <a:gd name="connsiteX1086" fmla="*/ 3550141 w 8314954"/>
                <a:gd name="connsiteY1086" fmla="*/ 2700567 h 3377886"/>
                <a:gd name="connsiteX1087" fmla="*/ 3550141 w 8314954"/>
                <a:gd name="connsiteY1087" fmla="*/ 2541144 h 3377886"/>
                <a:gd name="connsiteX1088" fmla="*/ 3741922 w 8314954"/>
                <a:gd name="connsiteY1088" fmla="*/ 2541144 h 3377886"/>
                <a:gd name="connsiteX1089" fmla="*/ 3741922 w 8314954"/>
                <a:gd name="connsiteY1089" fmla="*/ 2700567 h 3377886"/>
                <a:gd name="connsiteX1090" fmla="*/ 3829369 w 8314954"/>
                <a:gd name="connsiteY1090" fmla="*/ 2700567 h 3377886"/>
                <a:gd name="connsiteX1091" fmla="*/ 3829369 w 8314954"/>
                <a:gd name="connsiteY1091" fmla="*/ 2415265 h 3377886"/>
                <a:gd name="connsiteX1092" fmla="*/ 4893178 w 8314954"/>
                <a:gd name="connsiteY1092" fmla="*/ 2281343 h 3377886"/>
                <a:gd name="connsiteX1093" fmla="*/ 4893178 w 8314954"/>
                <a:gd name="connsiteY1093" fmla="*/ 2700647 h 3377886"/>
                <a:gd name="connsiteX1094" fmla="*/ 5182798 w 8314954"/>
                <a:gd name="connsiteY1094" fmla="*/ 2700647 h 3377886"/>
                <a:gd name="connsiteX1095" fmla="*/ 5182798 w 8314954"/>
                <a:gd name="connsiteY1095" fmla="*/ 2281343 h 3377886"/>
                <a:gd name="connsiteX1096" fmla="*/ 4379867 w 8314954"/>
                <a:gd name="connsiteY1096" fmla="*/ 2281343 h 3377886"/>
                <a:gd name="connsiteX1097" fmla="*/ 4379867 w 8314954"/>
                <a:gd name="connsiteY1097" fmla="*/ 2700647 h 3377886"/>
                <a:gd name="connsiteX1098" fmla="*/ 4442143 w 8314954"/>
                <a:gd name="connsiteY1098" fmla="*/ 2700647 h 3377886"/>
                <a:gd name="connsiteX1099" fmla="*/ 4442143 w 8314954"/>
                <a:gd name="connsiteY1099" fmla="*/ 2281343 h 3377886"/>
                <a:gd name="connsiteX1100" fmla="*/ 3870128 w 8314954"/>
                <a:gd name="connsiteY1100" fmla="*/ 2281343 h 3377886"/>
                <a:gd name="connsiteX1101" fmla="*/ 3870128 w 8314954"/>
                <a:gd name="connsiteY1101" fmla="*/ 2700647 h 3377886"/>
                <a:gd name="connsiteX1102" fmla="*/ 3932404 w 8314954"/>
                <a:gd name="connsiteY1102" fmla="*/ 2700647 h 3377886"/>
                <a:gd name="connsiteX1103" fmla="*/ 3932404 w 8314954"/>
                <a:gd name="connsiteY1103" fmla="*/ 2281343 h 3377886"/>
                <a:gd name="connsiteX1104" fmla="*/ 3131989 w 8314954"/>
                <a:gd name="connsiteY1104" fmla="*/ 2281343 h 3377886"/>
                <a:gd name="connsiteX1105" fmla="*/ 3131989 w 8314954"/>
                <a:gd name="connsiteY1105" fmla="*/ 2700647 h 3377886"/>
                <a:gd name="connsiteX1106" fmla="*/ 3421611 w 8314954"/>
                <a:gd name="connsiteY1106" fmla="*/ 2700647 h 3377886"/>
                <a:gd name="connsiteX1107" fmla="*/ 3421611 w 8314954"/>
                <a:gd name="connsiteY1107" fmla="*/ 2281343 h 3377886"/>
                <a:gd name="connsiteX1108" fmla="*/ 5513339 w 8314954"/>
                <a:gd name="connsiteY1108" fmla="*/ 2230179 h 3377886"/>
                <a:gd name="connsiteX1109" fmla="*/ 5513339 w 8314954"/>
                <a:gd name="connsiteY1109" fmla="*/ 2620976 h 3377886"/>
                <a:gd name="connsiteX1110" fmla="*/ 5638623 w 8314954"/>
                <a:gd name="connsiteY1110" fmla="*/ 2620976 h 3377886"/>
                <a:gd name="connsiteX1111" fmla="*/ 5638623 w 8314954"/>
                <a:gd name="connsiteY1111" fmla="*/ 2230179 h 3377886"/>
                <a:gd name="connsiteX1112" fmla="*/ 2676490 w 8314954"/>
                <a:gd name="connsiteY1112" fmla="*/ 2230179 h 3377886"/>
                <a:gd name="connsiteX1113" fmla="*/ 2676490 w 8314954"/>
                <a:gd name="connsiteY1113" fmla="*/ 2620976 h 3377886"/>
                <a:gd name="connsiteX1114" fmla="*/ 2801772 w 8314954"/>
                <a:gd name="connsiteY1114" fmla="*/ 2620976 h 3377886"/>
                <a:gd name="connsiteX1115" fmla="*/ 2801772 w 8314954"/>
                <a:gd name="connsiteY1115" fmla="*/ 2230179 h 3377886"/>
                <a:gd name="connsiteX1116" fmla="*/ 7850927 w 8314954"/>
                <a:gd name="connsiteY1116" fmla="*/ 2226037 h 3377886"/>
                <a:gd name="connsiteX1117" fmla="*/ 7850927 w 8314954"/>
                <a:gd name="connsiteY1117" fmla="*/ 2414208 h 3377886"/>
                <a:gd name="connsiteX1118" fmla="*/ 7952177 w 8314954"/>
                <a:gd name="connsiteY1118" fmla="*/ 2414208 h 3377886"/>
                <a:gd name="connsiteX1119" fmla="*/ 7952177 w 8314954"/>
                <a:gd name="connsiteY1119" fmla="*/ 2226037 h 3377886"/>
                <a:gd name="connsiteX1120" fmla="*/ 7404438 w 8314954"/>
                <a:gd name="connsiteY1120" fmla="*/ 2226037 h 3377886"/>
                <a:gd name="connsiteX1121" fmla="*/ 7404438 w 8314954"/>
                <a:gd name="connsiteY1121" fmla="*/ 2414208 h 3377886"/>
                <a:gd name="connsiteX1122" fmla="*/ 7505686 w 8314954"/>
                <a:gd name="connsiteY1122" fmla="*/ 2414208 h 3377886"/>
                <a:gd name="connsiteX1123" fmla="*/ 7505686 w 8314954"/>
                <a:gd name="connsiteY1123" fmla="*/ 2226037 h 3377886"/>
                <a:gd name="connsiteX1124" fmla="*/ 6972971 w 8314954"/>
                <a:gd name="connsiteY1124" fmla="*/ 2226037 h 3377886"/>
                <a:gd name="connsiteX1125" fmla="*/ 6972971 w 8314954"/>
                <a:gd name="connsiteY1125" fmla="*/ 2414208 h 3377886"/>
                <a:gd name="connsiteX1126" fmla="*/ 7074139 w 8314954"/>
                <a:gd name="connsiteY1126" fmla="*/ 2414208 h 3377886"/>
                <a:gd name="connsiteX1127" fmla="*/ 7074221 w 8314954"/>
                <a:gd name="connsiteY1127" fmla="*/ 2414208 h 3377886"/>
                <a:gd name="connsiteX1128" fmla="*/ 7074221 w 8314954"/>
                <a:gd name="connsiteY1128" fmla="*/ 2226037 h 3377886"/>
                <a:gd name="connsiteX1129" fmla="*/ 6538419 w 8314954"/>
                <a:gd name="connsiteY1129" fmla="*/ 2226037 h 3377886"/>
                <a:gd name="connsiteX1130" fmla="*/ 6538419 w 8314954"/>
                <a:gd name="connsiteY1130" fmla="*/ 2414208 h 3377886"/>
                <a:gd name="connsiteX1131" fmla="*/ 6639669 w 8314954"/>
                <a:gd name="connsiteY1131" fmla="*/ 2414208 h 3377886"/>
                <a:gd name="connsiteX1132" fmla="*/ 6639669 w 8314954"/>
                <a:gd name="connsiteY1132" fmla="*/ 2226037 h 3377886"/>
                <a:gd name="connsiteX1133" fmla="*/ 6106870 w 8314954"/>
                <a:gd name="connsiteY1133" fmla="*/ 2226037 h 3377886"/>
                <a:gd name="connsiteX1134" fmla="*/ 6106870 w 8314954"/>
                <a:gd name="connsiteY1134" fmla="*/ 2414208 h 3377886"/>
                <a:gd name="connsiteX1135" fmla="*/ 6208118 w 8314954"/>
                <a:gd name="connsiteY1135" fmla="*/ 2414208 h 3377886"/>
                <a:gd name="connsiteX1136" fmla="*/ 6208118 w 8314954"/>
                <a:gd name="connsiteY1136" fmla="*/ 2226037 h 3377886"/>
                <a:gd name="connsiteX1137" fmla="*/ 2106995 w 8314954"/>
                <a:gd name="connsiteY1137" fmla="*/ 2226037 h 3377886"/>
                <a:gd name="connsiteX1138" fmla="*/ 2106995 w 8314954"/>
                <a:gd name="connsiteY1138" fmla="*/ 2414208 h 3377886"/>
                <a:gd name="connsiteX1139" fmla="*/ 2208160 w 8314954"/>
                <a:gd name="connsiteY1139" fmla="*/ 2414208 h 3377886"/>
                <a:gd name="connsiteX1140" fmla="*/ 2208240 w 8314954"/>
                <a:gd name="connsiteY1140" fmla="*/ 2414208 h 3377886"/>
                <a:gd name="connsiteX1141" fmla="*/ 2208240 w 8314954"/>
                <a:gd name="connsiteY1141" fmla="*/ 2226037 h 3377886"/>
                <a:gd name="connsiteX1142" fmla="*/ 1675446 w 8314954"/>
                <a:gd name="connsiteY1142" fmla="*/ 2226037 h 3377886"/>
                <a:gd name="connsiteX1143" fmla="*/ 1675446 w 8314954"/>
                <a:gd name="connsiteY1143" fmla="*/ 2414208 h 3377886"/>
                <a:gd name="connsiteX1144" fmla="*/ 1776695 w 8314954"/>
                <a:gd name="connsiteY1144" fmla="*/ 2414208 h 3377886"/>
                <a:gd name="connsiteX1145" fmla="*/ 1776695 w 8314954"/>
                <a:gd name="connsiteY1145" fmla="*/ 2226037 h 3377886"/>
                <a:gd name="connsiteX1146" fmla="*/ 1240894 w 8314954"/>
                <a:gd name="connsiteY1146" fmla="*/ 2226037 h 3377886"/>
                <a:gd name="connsiteX1147" fmla="*/ 1240894 w 8314954"/>
                <a:gd name="connsiteY1147" fmla="*/ 2414208 h 3377886"/>
                <a:gd name="connsiteX1148" fmla="*/ 1342143 w 8314954"/>
                <a:gd name="connsiteY1148" fmla="*/ 2414208 h 3377886"/>
                <a:gd name="connsiteX1149" fmla="*/ 1342143 w 8314954"/>
                <a:gd name="connsiteY1149" fmla="*/ 2226037 h 3377886"/>
                <a:gd name="connsiteX1150" fmla="*/ 809426 w 8314954"/>
                <a:gd name="connsiteY1150" fmla="*/ 2226037 h 3377886"/>
                <a:gd name="connsiteX1151" fmla="*/ 809426 w 8314954"/>
                <a:gd name="connsiteY1151" fmla="*/ 2414208 h 3377886"/>
                <a:gd name="connsiteX1152" fmla="*/ 910676 w 8314954"/>
                <a:gd name="connsiteY1152" fmla="*/ 2414208 h 3377886"/>
                <a:gd name="connsiteX1153" fmla="*/ 910676 w 8314954"/>
                <a:gd name="connsiteY1153" fmla="*/ 2226037 h 3377886"/>
                <a:gd name="connsiteX1154" fmla="*/ 362938 w 8314954"/>
                <a:gd name="connsiteY1154" fmla="*/ 2226037 h 3377886"/>
                <a:gd name="connsiteX1155" fmla="*/ 362938 w 8314954"/>
                <a:gd name="connsiteY1155" fmla="*/ 2414208 h 3377886"/>
                <a:gd name="connsiteX1156" fmla="*/ 464187 w 8314954"/>
                <a:gd name="connsiteY1156" fmla="*/ 2414208 h 3377886"/>
                <a:gd name="connsiteX1157" fmla="*/ 464187 w 8314954"/>
                <a:gd name="connsiteY1157" fmla="*/ 2226037 h 3377886"/>
                <a:gd name="connsiteX1158" fmla="*/ 7823646 w 8314954"/>
                <a:gd name="connsiteY1158" fmla="*/ 2199886 h 3377886"/>
                <a:gd name="connsiteX1159" fmla="*/ 7979458 w 8314954"/>
                <a:gd name="connsiteY1159" fmla="*/ 2199886 h 3377886"/>
                <a:gd name="connsiteX1160" fmla="*/ 7979458 w 8314954"/>
                <a:gd name="connsiteY1160" fmla="*/ 2439709 h 3377886"/>
                <a:gd name="connsiteX1161" fmla="*/ 7823646 w 8314954"/>
                <a:gd name="connsiteY1161" fmla="*/ 2439709 h 3377886"/>
                <a:gd name="connsiteX1162" fmla="*/ 7377157 w 8314954"/>
                <a:gd name="connsiteY1162" fmla="*/ 2199886 h 3377886"/>
                <a:gd name="connsiteX1163" fmla="*/ 7532969 w 8314954"/>
                <a:gd name="connsiteY1163" fmla="*/ 2199886 h 3377886"/>
                <a:gd name="connsiteX1164" fmla="*/ 7532969 w 8314954"/>
                <a:gd name="connsiteY1164" fmla="*/ 2439709 h 3377886"/>
                <a:gd name="connsiteX1165" fmla="*/ 7377157 w 8314954"/>
                <a:gd name="connsiteY1165" fmla="*/ 2439709 h 3377886"/>
                <a:gd name="connsiteX1166" fmla="*/ 6945690 w 8314954"/>
                <a:gd name="connsiteY1166" fmla="*/ 2199886 h 3377886"/>
                <a:gd name="connsiteX1167" fmla="*/ 7101502 w 8314954"/>
                <a:gd name="connsiteY1167" fmla="*/ 2199886 h 3377886"/>
                <a:gd name="connsiteX1168" fmla="*/ 7101502 w 8314954"/>
                <a:gd name="connsiteY1168" fmla="*/ 2439709 h 3377886"/>
                <a:gd name="connsiteX1169" fmla="*/ 6945690 w 8314954"/>
                <a:gd name="connsiteY1169" fmla="*/ 2439709 h 3377886"/>
                <a:gd name="connsiteX1170" fmla="*/ 6511138 w 8314954"/>
                <a:gd name="connsiteY1170" fmla="*/ 2199886 h 3377886"/>
                <a:gd name="connsiteX1171" fmla="*/ 6666950 w 8314954"/>
                <a:gd name="connsiteY1171" fmla="*/ 2199886 h 3377886"/>
                <a:gd name="connsiteX1172" fmla="*/ 6666950 w 8314954"/>
                <a:gd name="connsiteY1172" fmla="*/ 2439709 h 3377886"/>
                <a:gd name="connsiteX1173" fmla="*/ 6511138 w 8314954"/>
                <a:gd name="connsiteY1173" fmla="*/ 2439709 h 3377886"/>
                <a:gd name="connsiteX1174" fmla="*/ 6079589 w 8314954"/>
                <a:gd name="connsiteY1174" fmla="*/ 2199886 h 3377886"/>
                <a:gd name="connsiteX1175" fmla="*/ 6235401 w 8314954"/>
                <a:gd name="connsiteY1175" fmla="*/ 2199886 h 3377886"/>
                <a:gd name="connsiteX1176" fmla="*/ 6235401 w 8314954"/>
                <a:gd name="connsiteY1176" fmla="*/ 2439709 h 3377886"/>
                <a:gd name="connsiteX1177" fmla="*/ 6079589 w 8314954"/>
                <a:gd name="connsiteY1177" fmla="*/ 2439709 h 3377886"/>
                <a:gd name="connsiteX1178" fmla="*/ 2079714 w 8314954"/>
                <a:gd name="connsiteY1178" fmla="*/ 2199886 h 3377886"/>
                <a:gd name="connsiteX1179" fmla="*/ 2235523 w 8314954"/>
                <a:gd name="connsiteY1179" fmla="*/ 2199886 h 3377886"/>
                <a:gd name="connsiteX1180" fmla="*/ 2235523 w 8314954"/>
                <a:gd name="connsiteY1180" fmla="*/ 2439709 h 3377886"/>
                <a:gd name="connsiteX1181" fmla="*/ 2079714 w 8314954"/>
                <a:gd name="connsiteY1181" fmla="*/ 2439709 h 3377886"/>
                <a:gd name="connsiteX1182" fmla="*/ 1648165 w 8314954"/>
                <a:gd name="connsiteY1182" fmla="*/ 2199886 h 3377886"/>
                <a:gd name="connsiteX1183" fmla="*/ 1803977 w 8314954"/>
                <a:gd name="connsiteY1183" fmla="*/ 2199886 h 3377886"/>
                <a:gd name="connsiteX1184" fmla="*/ 1803977 w 8314954"/>
                <a:gd name="connsiteY1184" fmla="*/ 2439709 h 3377886"/>
                <a:gd name="connsiteX1185" fmla="*/ 1648165 w 8314954"/>
                <a:gd name="connsiteY1185" fmla="*/ 2439709 h 3377886"/>
                <a:gd name="connsiteX1186" fmla="*/ 1213613 w 8314954"/>
                <a:gd name="connsiteY1186" fmla="*/ 2199886 h 3377886"/>
                <a:gd name="connsiteX1187" fmla="*/ 1369425 w 8314954"/>
                <a:gd name="connsiteY1187" fmla="*/ 2199886 h 3377886"/>
                <a:gd name="connsiteX1188" fmla="*/ 1369425 w 8314954"/>
                <a:gd name="connsiteY1188" fmla="*/ 2439709 h 3377886"/>
                <a:gd name="connsiteX1189" fmla="*/ 1213613 w 8314954"/>
                <a:gd name="connsiteY1189" fmla="*/ 2439709 h 3377886"/>
                <a:gd name="connsiteX1190" fmla="*/ 782145 w 8314954"/>
                <a:gd name="connsiteY1190" fmla="*/ 2199886 h 3377886"/>
                <a:gd name="connsiteX1191" fmla="*/ 937956 w 8314954"/>
                <a:gd name="connsiteY1191" fmla="*/ 2199886 h 3377886"/>
                <a:gd name="connsiteX1192" fmla="*/ 937956 w 8314954"/>
                <a:gd name="connsiteY1192" fmla="*/ 2439709 h 3377886"/>
                <a:gd name="connsiteX1193" fmla="*/ 782145 w 8314954"/>
                <a:gd name="connsiteY1193" fmla="*/ 2439709 h 3377886"/>
                <a:gd name="connsiteX1194" fmla="*/ 335657 w 8314954"/>
                <a:gd name="connsiteY1194" fmla="*/ 2199886 h 3377886"/>
                <a:gd name="connsiteX1195" fmla="*/ 491469 w 8314954"/>
                <a:gd name="connsiteY1195" fmla="*/ 2199886 h 3377886"/>
                <a:gd name="connsiteX1196" fmla="*/ 491469 w 8314954"/>
                <a:gd name="connsiteY1196" fmla="*/ 2439709 h 3377886"/>
                <a:gd name="connsiteX1197" fmla="*/ 335657 w 8314954"/>
                <a:gd name="connsiteY1197" fmla="*/ 2439709 h 3377886"/>
                <a:gd name="connsiteX1198" fmla="*/ 5474041 w 8314954"/>
                <a:gd name="connsiteY1198" fmla="*/ 2191765 h 3377886"/>
                <a:gd name="connsiteX1199" fmla="*/ 5677839 w 8314954"/>
                <a:gd name="connsiteY1199" fmla="*/ 2191765 h 3377886"/>
                <a:gd name="connsiteX1200" fmla="*/ 5677839 w 8314954"/>
                <a:gd name="connsiteY1200" fmla="*/ 2659310 h 3377886"/>
                <a:gd name="connsiteX1201" fmla="*/ 5474041 w 8314954"/>
                <a:gd name="connsiteY1201" fmla="*/ 2659310 h 3377886"/>
                <a:gd name="connsiteX1202" fmla="*/ 2637272 w 8314954"/>
                <a:gd name="connsiteY1202" fmla="*/ 2191765 h 3377886"/>
                <a:gd name="connsiteX1203" fmla="*/ 2841070 w 8314954"/>
                <a:gd name="connsiteY1203" fmla="*/ 2191765 h 3377886"/>
                <a:gd name="connsiteX1204" fmla="*/ 2841070 w 8314954"/>
                <a:gd name="connsiteY1204" fmla="*/ 2659310 h 3377886"/>
                <a:gd name="connsiteX1205" fmla="*/ 2637272 w 8314954"/>
                <a:gd name="connsiteY1205" fmla="*/ 2659310 h 3377886"/>
                <a:gd name="connsiteX1206" fmla="*/ 5055242 w 8314954"/>
                <a:gd name="connsiteY1206" fmla="*/ 2123789 h 3377886"/>
                <a:gd name="connsiteX1207" fmla="*/ 5055242 w 8314954"/>
                <a:gd name="connsiteY1207" fmla="*/ 2241468 h 3377886"/>
                <a:gd name="connsiteX1208" fmla="*/ 5121172 w 8314954"/>
                <a:gd name="connsiteY1208" fmla="*/ 2241468 h 3377886"/>
                <a:gd name="connsiteX1209" fmla="*/ 5121172 w 8314954"/>
                <a:gd name="connsiteY1209" fmla="*/ 2123789 h 3377886"/>
                <a:gd name="connsiteX1210" fmla="*/ 4733468 w 8314954"/>
                <a:gd name="connsiteY1210" fmla="*/ 2123789 h 3377886"/>
                <a:gd name="connsiteX1211" fmla="*/ 4733468 w 8314954"/>
                <a:gd name="connsiteY1211" fmla="*/ 2301403 h 3377886"/>
                <a:gd name="connsiteX1212" fmla="*/ 4799399 w 8314954"/>
                <a:gd name="connsiteY1212" fmla="*/ 2301403 h 3377886"/>
                <a:gd name="connsiteX1213" fmla="*/ 4799399 w 8314954"/>
                <a:gd name="connsiteY1213" fmla="*/ 2123789 h 3377886"/>
                <a:gd name="connsiteX1214" fmla="*/ 4535680 w 8314954"/>
                <a:gd name="connsiteY1214" fmla="*/ 2123789 h 3377886"/>
                <a:gd name="connsiteX1215" fmla="*/ 4535680 w 8314954"/>
                <a:gd name="connsiteY1215" fmla="*/ 2301403 h 3377886"/>
                <a:gd name="connsiteX1216" fmla="*/ 4601609 w 8314954"/>
                <a:gd name="connsiteY1216" fmla="*/ 2301403 h 3377886"/>
                <a:gd name="connsiteX1217" fmla="*/ 4601609 w 8314954"/>
                <a:gd name="connsiteY1217" fmla="*/ 2123789 h 3377886"/>
                <a:gd name="connsiteX1218" fmla="*/ 4222188 w 8314954"/>
                <a:gd name="connsiteY1218" fmla="*/ 2123789 h 3377886"/>
                <a:gd name="connsiteX1219" fmla="*/ 4222188 w 8314954"/>
                <a:gd name="connsiteY1219" fmla="*/ 2301403 h 3377886"/>
                <a:gd name="connsiteX1220" fmla="*/ 4288117 w 8314954"/>
                <a:gd name="connsiteY1220" fmla="*/ 2301403 h 3377886"/>
                <a:gd name="connsiteX1221" fmla="*/ 4288117 w 8314954"/>
                <a:gd name="connsiteY1221" fmla="*/ 2123789 h 3377886"/>
                <a:gd name="connsiteX1222" fmla="*/ 4024398 w 8314954"/>
                <a:gd name="connsiteY1222" fmla="*/ 2123789 h 3377886"/>
                <a:gd name="connsiteX1223" fmla="*/ 4024398 w 8314954"/>
                <a:gd name="connsiteY1223" fmla="*/ 2301403 h 3377886"/>
                <a:gd name="connsiteX1224" fmla="*/ 4090329 w 8314954"/>
                <a:gd name="connsiteY1224" fmla="*/ 2301403 h 3377886"/>
                <a:gd name="connsiteX1225" fmla="*/ 4090329 w 8314954"/>
                <a:gd name="connsiteY1225" fmla="*/ 2123789 h 3377886"/>
                <a:gd name="connsiteX1226" fmla="*/ 3711881 w 8314954"/>
                <a:gd name="connsiteY1226" fmla="*/ 2123789 h 3377886"/>
                <a:gd name="connsiteX1227" fmla="*/ 3711881 w 8314954"/>
                <a:gd name="connsiteY1227" fmla="*/ 2301403 h 3377886"/>
                <a:gd name="connsiteX1228" fmla="*/ 3777810 w 8314954"/>
                <a:gd name="connsiteY1228" fmla="*/ 2301403 h 3377886"/>
                <a:gd name="connsiteX1229" fmla="*/ 3777810 w 8314954"/>
                <a:gd name="connsiteY1229" fmla="*/ 2123789 h 3377886"/>
                <a:gd name="connsiteX1230" fmla="*/ 3514091 w 8314954"/>
                <a:gd name="connsiteY1230" fmla="*/ 2123789 h 3377886"/>
                <a:gd name="connsiteX1231" fmla="*/ 3514091 w 8314954"/>
                <a:gd name="connsiteY1231" fmla="*/ 2301403 h 3377886"/>
                <a:gd name="connsiteX1232" fmla="*/ 3580022 w 8314954"/>
                <a:gd name="connsiteY1232" fmla="*/ 2301403 h 3377886"/>
                <a:gd name="connsiteX1233" fmla="*/ 3580022 w 8314954"/>
                <a:gd name="connsiteY1233" fmla="*/ 2123789 h 3377886"/>
                <a:gd name="connsiteX1234" fmla="*/ 3191342 w 8314954"/>
                <a:gd name="connsiteY1234" fmla="*/ 2123789 h 3377886"/>
                <a:gd name="connsiteX1235" fmla="*/ 3191342 w 8314954"/>
                <a:gd name="connsiteY1235" fmla="*/ 2241468 h 3377886"/>
                <a:gd name="connsiteX1236" fmla="*/ 3257273 w 8314954"/>
                <a:gd name="connsiteY1236" fmla="*/ 2241468 h 3377886"/>
                <a:gd name="connsiteX1237" fmla="*/ 3257273 w 8314954"/>
                <a:gd name="connsiteY1237" fmla="*/ 2123789 h 3377886"/>
                <a:gd name="connsiteX1238" fmla="*/ 5447085 w 8314954"/>
                <a:gd name="connsiteY1238" fmla="*/ 1971677 h 3377886"/>
                <a:gd name="connsiteX1239" fmla="*/ 5704796 w 8314954"/>
                <a:gd name="connsiteY1239" fmla="*/ 1971677 h 3377886"/>
                <a:gd name="connsiteX1240" fmla="*/ 5704796 w 8314954"/>
                <a:gd name="connsiteY1240" fmla="*/ 2019675 h 3377886"/>
                <a:gd name="connsiteX1241" fmla="*/ 5447085 w 8314954"/>
                <a:gd name="connsiteY1241" fmla="*/ 2019675 h 3377886"/>
                <a:gd name="connsiteX1242" fmla="*/ 2610315 w 8314954"/>
                <a:gd name="connsiteY1242" fmla="*/ 1971677 h 3377886"/>
                <a:gd name="connsiteX1243" fmla="*/ 2868026 w 8314954"/>
                <a:gd name="connsiteY1243" fmla="*/ 1971677 h 3377886"/>
                <a:gd name="connsiteX1244" fmla="*/ 2868026 w 8314954"/>
                <a:gd name="connsiteY1244" fmla="*/ 2019675 h 3377886"/>
                <a:gd name="connsiteX1245" fmla="*/ 2610315 w 8314954"/>
                <a:gd name="connsiteY1245" fmla="*/ 2019675 h 3377886"/>
                <a:gd name="connsiteX1246" fmla="*/ 7850927 w 8314954"/>
                <a:gd name="connsiteY1246" fmla="*/ 1794388 h 3377886"/>
                <a:gd name="connsiteX1247" fmla="*/ 7850927 w 8314954"/>
                <a:gd name="connsiteY1247" fmla="*/ 1982559 h 3377886"/>
                <a:gd name="connsiteX1248" fmla="*/ 7952177 w 8314954"/>
                <a:gd name="connsiteY1248" fmla="*/ 1982559 h 3377886"/>
                <a:gd name="connsiteX1249" fmla="*/ 7952177 w 8314954"/>
                <a:gd name="connsiteY1249" fmla="*/ 1794388 h 3377886"/>
                <a:gd name="connsiteX1250" fmla="*/ 7404438 w 8314954"/>
                <a:gd name="connsiteY1250" fmla="*/ 1794388 h 3377886"/>
                <a:gd name="connsiteX1251" fmla="*/ 7404438 w 8314954"/>
                <a:gd name="connsiteY1251" fmla="*/ 1982559 h 3377886"/>
                <a:gd name="connsiteX1252" fmla="*/ 7505686 w 8314954"/>
                <a:gd name="connsiteY1252" fmla="*/ 1982559 h 3377886"/>
                <a:gd name="connsiteX1253" fmla="*/ 7505686 w 8314954"/>
                <a:gd name="connsiteY1253" fmla="*/ 1794388 h 3377886"/>
                <a:gd name="connsiteX1254" fmla="*/ 6972971 w 8314954"/>
                <a:gd name="connsiteY1254" fmla="*/ 1794388 h 3377886"/>
                <a:gd name="connsiteX1255" fmla="*/ 6972971 w 8314954"/>
                <a:gd name="connsiteY1255" fmla="*/ 1982559 h 3377886"/>
                <a:gd name="connsiteX1256" fmla="*/ 7074139 w 8314954"/>
                <a:gd name="connsiteY1256" fmla="*/ 1982559 h 3377886"/>
                <a:gd name="connsiteX1257" fmla="*/ 7074221 w 8314954"/>
                <a:gd name="connsiteY1257" fmla="*/ 1982559 h 3377886"/>
                <a:gd name="connsiteX1258" fmla="*/ 7074221 w 8314954"/>
                <a:gd name="connsiteY1258" fmla="*/ 1794388 h 3377886"/>
                <a:gd name="connsiteX1259" fmla="*/ 6538419 w 8314954"/>
                <a:gd name="connsiteY1259" fmla="*/ 1794388 h 3377886"/>
                <a:gd name="connsiteX1260" fmla="*/ 6538419 w 8314954"/>
                <a:gd name="connsiteY1260" fmla="*/ 1982559 h 3377886"/>
                <a:gd name="connsiteX1261" fmla="*/ 6639669 w 8314954"/>
                <a:gd name="connsiteY1261" fmla="*/ 1982559 h 3377886"/>
                <a:gd name="connsiteX1262" fmla="*/ 6639669 w 8314954"/>
                <a:gd name="connsiteY1262" fmla="*/ 1794388 h 3377886"/>
                <a:gd name="connsiteX1263" fmla="*/ 6106870 w 8314954"/>
                <a:gd name="connsiteY1263" fmla="*/ 1794388 h 3377886"/>
                <a:gd name="connsiteX1264" fmla="*/ 6106870 w 8314954"/>
                <a:gd name="connsiteY1264" fmla="*/ 1982559 h 3377886"/>
                <a:gd name="connsiteX1265" fmla="*/ 6208118 w 8314954"/>
                <a:gd name="connsiteY1265" fmla="*/ 1982559 h 3377886"/>
                <a:gd name="connsiteX1266" fmla="*/ 6208118 w 8314954"/>
                <a:gd name="connsiteY1266" fmla="*/ 1794388 h 3377886"/>
                <a:gd name="connsiteX1267" fmla="*/ 2106995 w 8314954"/>
                <a:gd name="connsiteY1267" fmla="*/ 1794388 h 3377886"/>
                <a:gd name="connsiteX1268" fmla="*/ 2106995 w 8314954"/>
                <a:gd name="connsiteY1268" fmla="*/ 1982559 h 3377886"/>
                <a:gd name="connsiteX1269" fmla="*/ 2208160 w 8314954"/>
                <a:gd name="connsiteY1269" fmla="*/ 1982559 h 3377886"/>
                <a:gd name="connsiteX1270" fmla="*/ 2208240 w 8314954"/>
                <a:gd name="connsiteY1270" fmla="*/ 1982559 h 3377886"/>
                <a:gd name="connsiteX1271" fmla="*/ 2208240 w 8314954"/>
                <a:gd name="connsiteY1271" fmla="*/ 1794388 h 3377886"/>
                <a:gd name="connsiteX1272" fmla="*/ 1675446 w 8314954"/>
                <a:gd name="connsiteY1272" fmla="*/ 1794388 h 3377886"/>
                <a:gd name="connsiteX1273" fmla="*/ 1675446 w 8314954"/>
                <a:gd name="connsiteY1273" fmla="*/ 1982559 h 3377886"/>
                <a:gd name="connsiteX1274" fmla="*/ 1776695 w 8314954"/>
                <a:gd name="connsiteY1274" fmla="*/ 1982559 h 3377886"/>
                <a:gd name="connsiteX1275" fmla="*/ 1776695 w 8314954"/>
                <a:gd name="connsiteY1275" fmla="*/ 1794388 h 3377886"/>
                <a:gd name="connsiteX1276" fmla="*/ 1240894 w 8314954"/>
                <a:gd name="connsiteY1276" fmla="*/ 1794388 h 3377886"/>
                <a:gd name="connsiteX1277" fmla="*/ 1240894 w 8314954"/>
                <a:gd name="connsiteY1277" fmla="*/ 1982559 h 3377886"/>
                <a:gd name="connsiteX1278" fmla="*/ 1342143 w 8314954"/>
                <a:gd name="connsiteY1278" fmla="*/ 1982559 h 3377886"/>
                <a:gd name="connsiteX1279" fmla="*/ 1342143 w 8314954"/>
                <a:gd name="connsiteY1279" fmla="*/ 1794388 h 3377886"/>
                <a:gd name="connsiteX1280" fmla="*/ 809426 w 8314954"/>
                <a:gd name="connsiteY1280" fmla="*/ 1794388 h 3377886"/>
                <a:gd name="connsiteX1281" fmla="*/ 809426 w 8314954"/>
                <a:gd name="connsiteY1281" fmla="*/ 1982559 h 3377886"/>
                <a:gd name="connsiteX1282" fmla="*/ 910676 w 8314954"/>
                <a:gd name="connsiteY1282" fmla="*/ 1982559 h 3377886"/>
                <a:gd name="connsiteX1283" fmla="*/ 910676 w 8314954"/>
                <a:gd name="connsiteY1283" fmla="*/ 1794388 h 3377886"/>
                <a:gd name="connsiteX1284" fmla="*/ 362938 w 8314954"/>
                <a:gd name="connsiteY1284" fmla="*/ 1794388 h 3377886"/>
                <a:gd name="connsiteX1285" fmla="*/ 362938 w 8314954"/>
                <a:gd name="connsiteY1285" fmla="*/ 1982559 h 3377886"/>
                <a:gd name="connsiteX1286" fmla="*/ 464187 w 8314954"/>
                <a:gd name="connsiteY1286" fmla="*/ 1982559 h 3377886"/>
                <a:gd name="connsiteX1287" fmla="*/ 464187 w 8314954"/>
                <a:gd name="connsiteY1287" fmla="*/ 1794388 h 3377886"/>
                <a:gd name="connsiteX1288" fmla="*/ 7823646 w 8314954"/>
                <a:gd name="connsiteY1288" fmla="*/ 1768237 h 3377886"/>
                <a:gd name="connsiteX1289" fmla="*/ 7979458 w 8314954"/>
                <a:gd name="connsiteY1289" fmla="*/ 1768237 h 3377886"/>
                <a:gd name="connsiteX1290" fmla="*/ 7979458 w 8314954"/>
                <a:gd name="connsiteY1290" fmla="*/ 2008060 h 3377886"/>
                <a:gd name="connsiteX1291" fmla="*/ 7823646 w 8314954"/>
                <a:gd name="connsiteY1291" fmla="*/ 2008060 h 3377886"/>
                <a:gd name="connsiteX1292" fmla="*/ 7377157 w 8314954"/>
                <a:gd name="connsiteY1292" fmla="*/ 1768237 h 3377886"/>
                <a:gd name="connsiteX1293" fmla="*/ 7532969 w 8314954"/>
                <a:gd name="connsiteY1293" fmla="*/ 1768237 h 3377886"/>
                <a:gd name="connsiteX1294" fmla="*/ 7532969 w 8314954"/>
                <a:gd name="connsiteY1294" fmla="*/ 2008060 h 3377886"/>
                <a:gd name="connsiteX1295" fmla="*/ 7377157 w 8314954"/>
                <a:gd name="connsiteY1295" fmla="*/ 2008060 h 3377886"/>
                <a:gd name="connsiteX1296" fmla="*/ 6945690 w 8314954"/>
                <a:gd name="connsiteY1296" fmla="*/ 1768237 h 3377886"/>
                <a:gd name="connsiteX1297" fmla="*/ 7101502 w 8314954"/>
                <a:gd name="connsiteY1297" fmla="*/ 1768237 h 3377886"/>
                <a:gd name="connsiteX1298" fmla="*/ 7101502 w 8314954"/>
                <a:gd name="connsiteY1298" fmla="*/ 2008060 h 3377886"/>
                <a:gd name="connsiteX1299" fmla="*/ 6945690 w 8314954"/>
                <a:gd name="connsiteY1299" fmla="*/ 2008060 h 3377886"/>
                <a:gd name="connsiteX1300" fmla="*/ 6511138 w 8314954"/>
                <a:gd name="connsiteY1300" fmla="*/ 1768237 h 3377886"/>
                <a:gd name="connsiteX1301" fmla="*/ 6666950 w 8314954"/>
                <a:gd name="connsiteY1301" fmla="*/ 1768237 h 3377886"/>
                <a:gd name="connsiteX1302" fmla="*/ 6666950 w 8314954"/>
                <a:gd name="connsiteY1302" fmla="*/ 2008060 h 3377886"/>
                <a:gd name="connsiteX1303" fmla="*/ 6511138 w 8314954"/>
                <a:gd name="connsiteY1303" fmla="*/ 2008060 h 3377886"/>
                <a:gd name="connsiteX1304" fmla="*/ 6079589 w 8314954"/>
                <a:gd name="connsiteY1304" fmla="*/ 1768237 h 3377886"/>
                <a:gd name="connsiteX1305" fmla="*/ 6235401 w 8314954"/>
                <a:gd name="connsiteY1305" fmla="*/ 1768237 h 3377886"/>
                <a:gd name="connsiteX1306" fmla="*/ 6235401 w 8314954"/>
                <a:gd name="connsiteY1306" fmla="*/ 2008060 h 3377886"/>
                <a:gd name="connsiteX1307" fmla="*/ 6079589 w 8314954"/>
                <a:gd name="connsiteY1307" fmla="*/ 2008060 h 3377886"/>
                <a:gd name="connsiteX1308" fmla="*/ 2079714 w 8314954"/>
                <a:gd name="connsiteY1308" fmla="*/ 1768237 h 3377886"/>
                <a:gd name="connsiteX1309" fmla="*/ 2235523 w 8314954"/>
                <a:gd name="connsiteY1309" fmla="*/ 1768237 h 3377886"/>
                <a:gd name="connsiteX1310" fmla="*/ 2235523 w 8314954"/>
                <a:gd name="connsiteY1310" fmla="*/ 2008060 h 3377886"/>
                <a:gd name="connsiteX1311" fmla="*/ 2079714 w 8314954"/>
                <a:gd name="connsiteY1311" fmla="*/ 2008060 h 3377886"/>
                <a:gd name="connsiteX1312" fmla="*/ 1648165 w 8314954"/>
                <a:gd name="connsiteY1312" fmla="*/ 1768237 h 3377886"/>
                <a:gd name="connsiteX1313" fmla="*/ 1803977 w 8314954"/>
                <a:gd name="connsiteY1313" fmla="*/ 1768237 h 3377886"/>
                <a:gd name="connsiteX1314" fmla="*/ 1803977 w 8314954"/>
                <a:gd name="connsiteY1314" fmla="*/ 2008060 h 3377886"/>
                <a:gd name="connsiteX1315" fmla="*/ 1648165 w 8314954"/>
                <a:gd name="connsiteY1315" fmla="*/ 2008060 h 3377886"/>
                <a:gd name="connsiteX1316" fmla="*/ 1213613 w 8314954"/>
                <a:gd name="connsiteY1316" fmla="*/ 1768237 h 3377886"/>
                <a:gd name="connsiteX1317" fmla="*/ 1369425 w 8314954"/>
                <a:gd name="connsiteY1317" fmla="*/ 1768237 h 3377886"/>
                <a:gd name="connsiteX1318" fmla="*/ 1369425 w 8314954"/>
                <a:gd name="connsiteY1318" fmla="*/ 2008060 h 3377886"/>
                <a:gd name="connsiteX1319" fmla="*/ 1213613 w 8314954"/>
                <a:gd name="connsiteY1319" fmla="*/ 2008060 h 3377886"/>
                <a:gd name="connsiteX1320" fmla="*/ 782145 w 8314954"/>
                <a:gd name="connsiteY1320" fmla="*/ 1768237 h 3377886"/>
                <a:gd name="connsiteX1321" fmla="*/ 937956 w 8314954"/>
                <a:gd name="connsiteY1321" fmla="*/ 1768237 h 3377886"/>
                <a:gd name="connsiteX1322" fmla="*/ 937956 w 8314954"/>
                <a:gd name="connsiteY1322" fmla="*/ 2008060 h 3377886"/>
                <a:gd name="connsiteX1323" fmla="*/ 782145 w 8314954"/>
                <a:gd name="connsiteY1323" fmla="*/ 2008060 h 3377886"/>
                <a:gd name="connsiteX1324" fmla="*/ 335657 w 8314954"/>
                <a:gd name="connsiteY1324" fmla="*/ 1768237 h 3377886"/>
                <a:gd name="connsiteX1325" fmla="*/ 491469 w 8314954"/>
                <a:gd name="connsiteY1325" fmla="*/ 1768237 h 3377886"/>
                <a:gd name="connsiteX1326" fmla="*/ 491469 w 8314954"/>
                <a:gd name="connsiteY1326" fmla="*/ 2008060 h 3377886"/>
                <a:gd name="connsiteX1327" fmla="*/ 335657 w 8314954"/>
                <a:gd name="connsiteY1327" fmla="*/ 2008060 h 3377886"/>
                <a:gd name="connsiteX1328" fmla="*/ 5055241 w 8314954"/>
                <a:gd name="connsiteY1328" fmla="*/ 1745823 h 3377886"/>
                <a:gd name="connsiteX1329" fmla="*/ 5055241 w 8314954"/>
                <a:gd name="connsiteY1329" fmla="*/ 1958441 h 3377886"/>
                <a:gd name="connsiteX1330" fmla="*/ 5121172 w 8314954"/>
                <a:gd name="connsiteY1330" fmla="*/ 1958441 h 3377886"/>
                <a:gd name="connsiteX1331" fmla="*/ 5121172 w 8314954"/>
                <a:gd name="connsiteY1331" fmla="*/ 1745823 h 3377886"/>
                <a:gd name="connsiteX1332" fmla="*/ 4733466 w 8314954"/>
                <a:gd name="connsiteY1332" fmla="*/ 1745823 h 3377886"/>
                <a:gd name="connsiteX1333" fmla="*/ 4733466 w 8314954"/>
                <a:gd name="connsiteY1333" fmla="*/ 1958441 h 3377886"/>
                <a:gd name="connsiteX1334" fmla="*/ 4799397 w 8314954"/>
                <a:gd name="connsiteY1334" fmla="*/ 1958441 h 3377886"/>
                <a:gd name="connsiteX1335" fmla="*/ 4799397 w 8314954"/>
                <a:gd name="connsiteY1335" fmla="*/ 1745823 h 3377886"/>
                <a:gd name="connsiteX1336" fmla="*/ 4535678 w 8314954"/>
                <a:gd name="connsiteY1336" fmla="*/ 1745823 h 3377886"/>
                <a:gd name="connsiteX1337" fmla="*/ 4535678 w 8314954"/>
                <a:gd name="connsiteY1337" fmla="*/ 1958441 h 3377886"/>
                <a:gd name="connsiteX1338" fmla="*/ 4601609 w 8314954"/>
                <a:gd name="connsiteY1338" fmla="*/ 1958441 h 3377886"/>
                <a:gd name="connsiteX1339" fmla="*/ 4601609 w 8314954"/>
                <a:gd name="connsiteY1339" fmla="*/ 1745823 h 3377886"/>
                <a:gd name="connsiteX1340" fmla="*/ 4222186 w 8314954"/>
                <a:gd name="connsiteY1340" fmla="*/ 1745823 h 3377886"/>
                <a:gd name="connsiteX1341" fmla="*/ 4222186 w 8314954"/>
                <a:gd name="connsiteY1341" fmla="*/ 1958441 h 3377886"/>
                <a:gd name="connsiteX1342" fmla="*/ 4288115 w 8314954"/>
                <a:gd name="connsiteY1342" fmla="*/ 1958441 h 3377886"/>
                <a:gd name="connsiteX1343" fmla="*/ 4288115 w 8314954"/>
                <a:gd name="connsiteY1343" fmla="*/ 1745823 h 3377886"/>
                <a:gd name="connsiteX1344" fmla="*/ 4024398 w 8314954"/>
                <a:gd name="connsiteY1344" fmla="*/ 1745823 h 3377886"/>
                <a:gd name="connsiteX1345" fmla="*/ 4024398 w 8314954"/>
                <a:gd name="connsiteY1345" fmla="*/ 1958441 h 3377886"/>
                <a:gd name="connsiteX1346" fmla="*/ 4090327 w 8314954"/>
                <a:gd name="connsiteY1346" fmla="*/ 1958441 h 3377886"/>
                <a:gd name="connsiteX1347" fmla="*/ 4090327 w 8314954"/>
                <a:gd name="connsiteY1347" fmla="*/ 1745823 h 3377886"/>
                <a:gd name="connsiteX1348" fmla="*/ 3711880 w 8314954"/>
                <a:gd name="connsiteY1348" fmla="*/ 1745823 h 3377886"/>
                <a:gd name="connsiteX1349" fmla="*/ 3711880 w 8314954"/>
                <a:gd name="connsiteY1349" fmla="*/ 1958441 h 3377886"/>
                <a:gd name="connsiteX1350" fmla="*/ 3777809 w 8314954"/>
                <a:gd name="connsiteY1350" fmla="*/ 1958441 h 3377886"/>
                <a:gd name="connsiteX1351" fmla="*/ 3777809 w 8314954"/>
                <a:gd name="connsiteY1351" fmla="*/ 1745823 h 3377886"/>
                <a:gd name="connsiteX1352" fmla="*/ 3514092 w 8314954"/>
                <a:gd name="connsiteY1352" fmla="*/ 1745823 h 3377886"/>
                <a:gd name="connsiteX1353" fmla="*/ 3514092 w 8314954"/>
                <a:gd name="connsiteY1353" fmla="*/ 1958441 h 3377886"/>
                <a:gd name="connsiteX1354" fmla="*/ 3580021 w 8314954"/>
                <a:gd name="connsiteY1354" fmla="*/ 1958441 h 3377886"/>
                <a:gd name="connsiteX1355" fmla="*/ 3580021 w 8314954"/>
                <a:gd name="connsiteY1355" fmla="*/ 1745823 h 3377886"/>
                <a:gd name="connsiteX1356" fmla="*/ 3191342 w 8314954"/>
                <a:gd name="connsiteY1356" fmla="*/ 1745823 h 3377886"/>
                <a:gd name="connsiteX1357" fmla="*/ 3191342 w 8314954"/>
                <a:gd name="connsiteY1357" fmla="*/ 1958441 h 3377886"/>
                <a:gd name="connsiteX1358" fmla="*/ 3257271 w 8314954"/>
                <a:gd name="connsiteY1358" fmla="*/ 1958441 h 3377886"/>
                <a:gd name="connsiteX1359" fmla="*/ 3257271 w 8314954"/>
                <a:gd name="connsiteY1359" fmla="*/ 1745823 h 3377886"/>
                <a:gd name="connsiteX1360" fmla="*/ 5016268 w 8314954"/>
                <a:gd name="connsiteY1360" fmla="*/ 1708221 h 3377886"/>
                <a:gd name="connsiteX1361" fmla="*/ 5160144 w 8314954"/>
                <a:gd name="connsiteY1361" fmla="*/ 1708221 h 3377886"/>
                <a:gd name="connsiteX1362" fmla="*/ 5160144 w 8314954"/>
                <a:gd name="connsiteY1362" fmla="*/ 1995961 h 3377886"/>
                <a:gd name="connsiteX1363" fmla="*/ 5016268 w 8314954"/>
                <a:gd name="connsiteY1363" fmla="*/ 1995961 h 3377886"/>
                <a:gd name="connsiteX1364" fmla="*/ 4694493 w 8314954"/>
                <a:gd name="connsiteY1364" fmla="*/ 1708221 h 3377886"/>
                <a:gd name="connsiteX1365" fmla="*/ 4838369 w 8314954"/>
                <a:gd name="connsiteY1365" fmla="*/ 1708221 h 3377886"/>
                <a:gd name="connsiteX1366" fmla="*/ 4838369 w 8314954"/>
                <a:gd name="connsiteY1366" fmla="*/ 1995961 h 3377886"/>
                <a:gd name="connsiteX1367" fmla="*/ 4694493 w 8314954"/>
                <a:gd name="connsiteY1367" fmla="*/ 1995961 h 3377886"/>
                <a:gd name="connsiteX1368" fmla="*/ 4496705 w 8314954"/>
                <a:gd name="connsiteY1368" fmla="*/ 1708221 h 3377886"/>
                <a:gd name="connsiteX1369" fmla="*/ 4640581 w 8314954"/>
                <a:gd name="connsiteY1369" fmla="*/ 1708221 h 3377886"/>
                <a:gd name="connsiteX1370" fmla="*/ 4640581 w 8314954"/>
                <a:gd name="connsiteY1370" fmla="*/ 1995961 h 3377886"/>
                <a:gd name="connsiteX1371" fmla="*/ 4496705 w 8314954"/>
                <a:gd name="connsiteY1371" fmla="*/ 1995961 h 3377886"/>
                <a:gd name="connsiteX1372" fmla="*/ 4183293 w 8314954"/>
                <a:gd name="connsiteY1372" fmla="*/ 1708221 h 3377886"/>
                <a:gd name="connsiteX1373" fmla="*/ 4327169 w 8314954"/>
                <a:gd name="connsiteY1373" fmla="*/ 1708221 h 3377886"/>
                <a:gd name="connsiteX1374" fmla="*/ 4327169 w 8314954"/>
                <a:gd name="connsiteY1374" fmla="*/ 1995961 h 3377886"/>
                <a:gd name="connsiteX1375" fmla="*/ 4183293 w 8314954"/>
                <a:gd name="connsiteY1375" fmla="*/ 1995961 h 3377886"/>
                <a:gd name="connsiteX1376" fmla="*/ 3985505 w 8314954"/>
                <a:gd name="connsiteY1376" fmla="*/ 1708221 h 3377886"/>
                <a:gd name="connsiteX1377" fmla="*/ 4129381 w 8314954"/>
                <a:gd name="connsiteY1377" fmla="*/ 1708221 h 3377886"/>
                <a:gd name="connsiteX1378" fmla="*/ 4129381 w 8314954"/>
                <a:gd name="connsiteY1378" fmla="*/ 1995961 h 3377886"/>
                <a:gd name="connsiteX1379" fmla="*/ 3985505 w 8314954"/>
                <a:gd name="connsiteY1379" fmla="*/ 1995961 h 3377886"/>
                <a:gd name="connsiteX1380" fmla="*/ 3672987 w 8314954"/>
                <a:gd name="connsiteY1380" fmla="*/ 1708221 h 3377886"/>
                <a:gd name="connsiteX1381" fmla="*/ 3816863 w 8314954"/>
                <a:gd name="connsiteY1381" fmla="*/ 1708221 h 3377886"/>
                <a:gd name="connsiteX1382" fmla="*/ 3816863 w 8314954"/>
                <a:gd name="connsiteY1382" fmla="*/ 1995961 h 3377886"/>
                <a:gd name="connsiteX1383" fmla="*/ 3672987 w 8314954"/>
                <a:gd name="connsiteY1383" fmla="*/ 1995961 h 3377886"/>
                <a:gd name="connsiteX1384" fmla="*/ 3475199 w 8314954"/>
                <a:gd name="connsiteY1384" fmla="*/ 1708221 h 3377886"/>
                <a:gd name="connsiteX1385" fmla="*/ 3619075 w 8314954"/>
                <a:gd name="connsiteY1385" fmla="*/ 1708221 h 3377886"/>
                <a:gd name="connsiteX1386" fmla="*/ 3619075 w 8314954"/>
                <a:gd name="connsiteY1386" fmla="*/ 1995961 h 3377886"/>
                <a:gd name="connsiteX1387" fmla="*/ 3475199 w 8314954"/>
                <a:gd name="connsiteY1387" fmla="*/ 1995961 h 3377886"/>
                <a:gd name="connsiteX1388" fmla="*/ 3152449 w 8314954"/>
                <a:gd name="connsiteY1388" fmla="*/ 1708221 h 3377886"/>
                <a:gd name="connsiteX1389" fmla="*/ 3296325 w 8314954"/>
                <a:gd name="connsiteY1389" fmla="*/ 1708221 h 3377886"/>
                <a:gd name="connsiteX1390" fmla="*/ 3296325 w 8314954"/>
                <a:gd name="connsiteY1390" fmla="*/ 1995961 h 3377886"/>
                <a:gd name="connsiteX1391" fmla="*/ 3152449 w 8314954"/>
                <a:gd name="connsiteY1391" fmla="*/ 1995961 h 3377886"/>
                <a:gd name="connsiteX1392" fmla="*/ 5918015 w 8314954"/>
                <a:gd name="connsiteY1392" fmla="*/ 1576086 h 3377886"/>
                <a:gd name="connsiteX1393" fmla="*/ 5918015 w 8314954"/>
                <a:gd name="connsiteY1393" fmla="*/ 2700567 h 3377886"/>
                <a:gd name="connsiteX1394" fmla="*/ 6079592 w 8314954"/>
                <a:gd name="connsiteY1394" fmla="*/ 2700567 h 3377886"/>
                <a:gd name="connsiteX1395" fmla="*/ 6079592 w 8314954"/>
                <a:gd name="connsiteY1395" fmla="*/ 2631454 h 3377886"/>
                <a:gd name="connsiteX1396" fmla="*/ 6235402 w 8314954"/>
                <a:gd name="connsiteY1396" fmla="*/ 2631454 h 3377886"/>
                <a:gd name="connsiteX1397" fmla="*/ 6235402 w 8314954"/>
                <a:gd name="connsiteY1397" fmla="*/ 2700567 h 3377886"/>
                <a:gd name="connsiteX1398" fmla="*/ 6511058 w 8314954"/>
                <a:gd name="connsiteY1398" fmla="*/ 2700567 h 3377886"/>
                <a:gd name="connsiteX1399" fmla="*/ 6511058 w 8314954"/>
                <a:gd name="connsiteY1399" fmla="*/ 2631454 h 3377886"/>
                <a:gd name="connsiteX1400" fmla="*/ 6666870 w 8314954"/>
                <a:gd name="connsiteY1400" fmla="*/ 2631454 h 3377886"/>
                <a:gd name="connsiteX1401" fmla="*/ 6666870 w 8314954"/>
                <a:gd name="connsiteY1401" fmla="*/ 2871277 h 3377886"/>
                <a:gd name="connsiteX1402" fmla="*/ 6651361 w 8314954"/>
                <a:gd name="connsiteY1402" fmla="*/ 2871277 h 3377886"/>
                <a:gd name="connsiteX1403" fmla="*/ 6675314 w 8314954"/>
                <a:gd name="connsiteY1403" fmla="*/ 3041662 h 3377886"/>
                <a:gd name="connsiteX1404" fmla="*/ 8135272 w 8314954"/>
                <a:gd name="connsiteY1404" fmla="*/ 3041662 h 3377886"/>
                <a:gd name="connsiteX1405" fmla="*/ 8135272 w 8314954"/>
                <a:gd name="connsiteY1405" fmla="*/ 1576086 h 3377886"/>
                <a:gd name="connsiteX1406" fmla="*/ 179845 w 8314954"/>
                <a:gd name="connsiteY1406" fmla="*/ 1576086 h 3377886"/>
                <a:gd name="connsiteX1407" fmla="*/ 179845 w 8314954"/>
                <a:gd name="connsiteY1407" fmla="*/ 3041662 h 3377886"/>
                <a:gd name="connsiteX1408" fmla="*/ 1640208 w 8314954"/>
                <a:gd name="connsiteY1408" fmla="*/ 3041662 h 3377886"/>
                <a:gd name="connsiteX1409" fmla="*/ 1688519 w 8314954"/>
                <a:gd name="connsiteY1409" fmla="*/ 2700567 h 3377886"/>
                <a:gd name="connsiteX1410" fmla="*/ 1776859 w 8314954"/>
                <a:gd name="connsiteY1410" fmla="*/ 2700567 h 3377886"/>
                <a:gd name="connsiteX1411" fmla="*/ 1776859 w 8314954"/>
                <a:gd name="connsiteY1411" fmla="*/ 2657605 h 3377886"/>
                <a:gd name="connsiteX1412" fmla="*/ 1675609 w 8314954"/>
                <a:gd name="connsiteY1412" fmla="*/ 2657605 h 3377886"/>
                <a:gd name="connsiteX1413" fmla="*/ 1675609 w 8314954"/>
                <a:gd name="connsiteY1413" fmla="*/ 2789820 h 3377886"/>
                <a:gd name="connsiteX1414" fmla="*/ 1664161 w 8314954"/>
                <a:gd name="connsiteY1414" fmla="*/ 2871277 h 3377886"/>
                <a:gd name="connsiteX1415" fmla="*/ 1648247 w 8314954"/>
                <a:gd name="connsiteY1415" fmla="*/ 2871277 h 3377886"/>
                <a:gd name="connsiteX1416" fmla="*/ 1648247 w 8314954"/>
                <a:gd name="connsiteY1416" fmla="*/ 2631454 h 3377886"/>
                <a:gd name="connsiteX1417" fmla="*/ 1804057 w 8314954"/>
                <a:gd name="connsiteY1417" fmla="*/ 2631454 h 3377886"/>
                <a:gd name="connsiteX1418" fmla="*/ 1804057 w 8314954"/>
                <a:gd name="connsiteY1418" fmla="*/ 2700567 h 3377886"/>
                <a:gd name="connsiteX1419" fmla="*/ 2079713 w 8314954"/>
                <a:gd name="connsiteY1419" fmla="*/ 2700567 h 3377886"/>
                <a:gd name="connsiteX1420" fmla="*/ 2079713 w 8314954"/>
                <a:gd name="connsiteY1420" fmla="*/ 2631454 h 3377886"/>
                <a:gd name="connsiteX1421" fmla="*/ 2235523 w 8314954"/>
                <a:gd name="connsiteY1421" fmla="*/ 2631454 h 3377886"/>
                <a:gd name="connsiteX1422" fmla="*/ 2235523 w 8314954"/>
                <a:gd name="connsiteY1422" fmla="*/ 2700567 h 3377886"/>
                <a:gd name="connsiteX1423" fmla="*/ 2397100 w 8314954"/>
                <a:gd name="connsiteY1423" fmla="*/ 2700567 h 3377886"/>
                <a:gd name="connsiteX1424" fmla="*/ 2397100 w 8314954"/>
                <a:gd name="connsiteY1424" fmla="*/ 1576086 h 3377886"/>
                <a:gd name="connsiteX1425" fmla="*/ 5918015 w 8314954"/>
                <a:gd name="connsiteY1425" fmla="*/ 1510060 h 3377886"/>
                <a:gd name="connsiteX1426" fmla="*/ 5918015 w 8314954"/>
                <a:gd name="connsiteY1426" fmla="*/ 1558058 h 3377886"/>
                <a:gd name="connsiteX1427" fmla="*/ 8135272 w 8314954"/>
                <a:gd name="connsiteY1427" fmla="*/ 1558058 h 3377886"/>
                <a:gd name="connsiteX1428" fmla="*/ 8135272 w 8314954"/>
                <a:gd name="connsiteY1428" fmla="*/ 1510060 h 3377886"/>
                <a:gd name="connsiteX1429" fmla="*/ 179845 w 8314954"/>
                <a:gd name="connsiteY1429" fmla="*/ 1510060 h 3377886"/>
                <a:gd name="connsiteX1430" fmla="*/ 179845 w 8314954"/>
                <a:gd name="connsiteY1430" fmla="*/ 1558058 h 3377886"/>
                <a:gd name="connsiteX1431" fmla="*/ 2397100 w 8314954"/>
                <a:gd name="connsiteY1431" fmla="*/ 1558058 h 3377886"/>
                <a:gd name="connsiteX1432" fmla="*/ 2397100 w 8314954"/>
                <a:gd name="connsiteY1432" fmla="*/ 1510060 h 3377886"/>
                <a:gd name="connsiteX1433" fmla="*/ 5513259 w 8314954"/>
                <a:gd name="connsiteY1433" fmla="*/ 1370373 h 3377886"/>
                <a:gd name="connsiteX1434" fmla="*/ 5513259 w 8314954"/>
                <a:gd name="connsiteY1434" fmla="*/ 1761171 h 3377886"/>
                <a:gd name="connsiteX1435" fmla="*/ 5638541 w 8314954"/>
                <a:gd name="connsiteY1435" fmla="*/ 1761171 h 3377886"/>
                <a:gd name="connsiteX1436" fmla="*/ 5638541 w 8314954"/>
                <a:gd name="connsiteY1436" fmla="*/ 1370373 h 3377886"/>
                <a:gd name="connsiteX1437" fmla="*/ 2676489 w 8314954"/>
                <a:gd name="connsiteY1437" fmla="*/ 1370373 h 3377886"/>
                <a:gd name="connsiteX1438" fmla="*/ 2676489 w 8314954"/>
                <a:gd name="connsiteY1438" fmla="*/ 1761171 h 3377886"/>
                <a:gd name="connsiteX1439" fmla="*/ 2801773 w 8314954"/>
                <a:gd name="connsiteY1439" fmla="*/ 1761171 h 3377886"/>
                <a:gd name="connsiteX1440" fmla="*/ 2801773 w 8314954"/>
                <a:gd name="connsiteY1440" fmla="*/ 1370373 h 3377886"/>
                <a:gd name="connsiteX1441" fmla="*/ 5055241 w 8314954"/>
                <a:gd name="connsiteY1441" fmla="*/ 1367775 h 3377886"/>
                <a:gd name="connsiteX1442" fmla="*/ 5055241 w 8314954"/>
                <a:gd name="connsiteY1442" fmla="*/ 1580393 h 3377886"/>
                <a:gd name="connsiteX1443" fmla="*/ 5121172 w 8314954"/>
                <a:gd name="connsiteY1443" fmla="*/ 1580393 h 3377886"/>
                <a:gd name="connsiteX1444" fmla="*/ 5121172 w 8314954"/>
                <a:gd name="connsiteY1444" fmla="*/ 1367775 h 3377886"/>
                <a:gd name="connsiteX1445" fmla="*/ 4733466 w 8314954"/>
                <a:gd name="connsiteY1445" fmla="*/ 1367775 h 3377886"/>
                <a:gd name="connsiteX1446" fmla="*/ 4733466 w 8314954"/>
                <a:gd name="connsiteY1446" fmla="*/ 1580393 h 3377886"/>
                <a:gd name="connsiteX1447" fmla="*/ 4799397 w 8314954"/>
                <a:gd name="connsiteY1447" fmla="*/ 1580393 h 3377886"/>
                <a:gd name="connsiteX1448" fmla="*/ 4799397 w 8314954"/>
                <a:gd name="connsiteY1448" fmla="*/ 1367775 h 3377886"/>
                <a:gd name="connsiteX1449" fmla="*/ 4535678 w 8314954"/>
                <a:gd name="connsiteY1449" fmla="*/ 1367775 h 3377886"/>
                <a:gd name="connsiteX1450" fmla="*/ 4535678 w 8314954"/>
                <a:gd name="connsiteY1450" fmla="*/ 1580393 h 3377886"/>
                <a:gd name="connsiteX1451" fmla="*/ 4601609 w 8314954"/>
                <a:gd name="connsiteY1451" fmla="*/ 1580393 h 3377886"/>
                <a:gd name="connsiteX1452" fmla="*/ 4601609 w 8314954"/>
                <a:gd name="connsiteY1452" fmla="*/ 1367775 h 3377886"/>
                <a:gd name="connsiteX1453" fmla="*/ 4222186 w 8314954"/>
                <a:gd name="connsiteY1453" fmla="*/ 1367775 h 3377886"/>
                <a:gd name="connsiteX1454" fmla="*/ 4222186 w 8314954"/>
                <a:gd name="connsiteY1454" fmla="*/ 1580393 h 3377886"/>
                <a:gd name="connsiteX1455" fmla="*/ 4288115 w 8314954"/>
                <a:gd name="connsiteY1455" fmla="*/ 1580393 h 3377886"/>
                <a:gd name="connsiteX1456" fmla="*/ 4288115 w 8314954"/>
                <a:gd name="connsiteY1456" fmla="*/ 1367775 h 3377886"/>
                <a:gd name="connsiteX1457" fmla="*/ 4024398 w 8314954"/>
                <a:gd name="connsiteY1457" fmla="*/ 1367775 h 3377886"/>
                <a:gd name="connsiteX1458" fmla="*/ 4024398 w 8314954"/>
                <a:gd name="connsiteY1458" fmla="*/ 1580393 h 3377886"/>
                <a:gd name="connsiteX1459" fmla="*/ 4090327 w 8314954"/>
                <a:gd name="connsiteY1459" fmla="*/ 1580393 h 3377886"/>
                <a:gd name="connsiteX1460" fmla="*/ 4090327 w 8314954"/>
                <a:gd name="connsiteY1460" fmla="*/ 1367775 h 3377886"/>
                <a:gd name="connsiteX1461" fmla="*/ 3711880 w 8314954"/>
                <a:gd name="connsiteY1461" fmla="*/ 1367775 h 3377886"/>
                <a:gd name="connsiteX1462" fmla="*/ 3711880 w 8314954"/>
                <a:gd name="connsiteY1462" fmla="*/ 1580393 h 3377886"/>
                <a:gd name="connsiteX1463" fmla="*/ 3777809 w 8314954"/>
                <a:gd name="connsiteY1463" fmla="*/ 1580393 h 3377886"/>
                <a:gd name="connsiteX1464" fmla="*/ 3777809 w 8314954"/>
                <a:gd name="connsiteY1464" fmla="*/ 1367775 h 3377886"/>
                <a:gd name="connsiteX1465" fmla="*/ 3514092 w 8314954"/>
                <a:gd name="connsiteY1465" fmla="*/ 1367775 h 3377886"/>
                <a:gd name="connsiteX1466" fmla="*/ 3514092 w 8314954"/>
                <a:gd name="connsiteY1466" fmla="*/ 1580393 h 3377886"/>
                <a:gd name="connsiteX1467" fmla="*/ 3580021 w 8314954"/>
                <a:gd name="connsiteY1467" fmla="*/ 1580393 h 3377886"/>
                <a:gd name="connsiteX1468" fmla="*/ 3580021 w 8314954"/>
                <a:gd name="connsiteY1468" fmla="*/ 1367775 h 3377886"/>
                <a:gd name="connsiteX1469" fmla="*/ 3191342 w 8314954"/>
                <a:gd name="connsiteY1469" fmla="*/ 1367775 h 3377886"/>
                <a:gd name="connsiteX1470" fmla="*/ 3191342 w 8314954"/>
                <a:gd name="connsiteY1470" fmla="*/ 1580393 h 3377886"/>
                <a:gd name="connsiteX1471" fmla="*/ 3257271 w 8314954"/>
                <a:gd name="connsiteY1471" fmla="*/ 1580393 h 3377886"/>
                <a:gd name="connsiteX1472" fmla="*/ 3257271 w 8314954"/>
                <a:gd name="connsiteY1472" fmla="*/ 1367775 h 3377886"/>
                <a:gd name="connsiteX1473" fmla="*/ 5474041 w 8314954"/>
                <a:gd name="connsiteY1473" fmla="*/ 1332040 h 3377886"/>
                <a:gd name="connsiteX1474" fmla="*/ 5677839 w 8314954"/>
                <a:gd name="connsiteY1474" fmla="*/ 1332040 h 3377886"/>
                <a:gd name="connsiteX1475" fmla="*/ 5677839 w 8314954"/>
                <a:gd name="connsiteY1475" fmla="*/ 1799585 h 3377886"/>
                <a:gd name="connsiteX1476" fmla="*/ 5474041 w 8314954"/>
                <a:gd name="connsiteY1476" fmla="*/ 1799585 h 3377886"/>
                <a:gd name="connsiteX1477" fmla="*/ 2637191 w 8314954"/>
                <a:gd name="connsiteY1477" fmla="*/ 1332040 h 3377886"/>
                <a:gd name="connsiteX1478" fmla="*/ 2840989 w 8314954"/>
                <a:gd name="connsiteY1478" fmla="*/ 1332040 h 3377886"/>
                <a:gd name="connsiteX1479" fmla="*/ 2840989 w 8314954"/>
                <a:gd name="connsiteY1479" fmla="*/ 1799585 h 3377886"/>
                <a:gd name="connsiteX1480" fmla="*/ 2637191 w 8314954"/>
                <a:gd name="connsiteY1480" fmla="*/ 1799585 h 3377886"/>
                <a:gd name="connsiteX1481" fmla="*/ 5016268 w 8314954"/>
                <a:gd name="connsiteY1481" fmla="*/ 1330173 h 3377886"/>
                <a:gd name="connsiteX1482" fmla="*/ 5160144 w 8314954"/>
                <a:gd name="connsiteY1482" fmla="*/ 1330173 h 3377886"/>
                <a:gd name="connsiteX1483" fmla="*/ 5160144 w 8314954"/>
                <a:gd name="connsiteY1483" fmla="*/ 1617913 h 3377886"/>
                <a:gd name="connsiteX1484" fmla="*/ 5016268 w 8314954"/>
                <a:gd name="connsiteY1484" fmla="*/ 1617913 h 3377886"/>
                <a:gd name="connsiteX1485" fmla="*/ 4694493 w 8314954"/>
                <a:gd name="connsiteY1485" fmla="*/ 1330173 h 3377886"/>
                <a:gd name="connsiteX1486" fmla="*/ 4838369 w 8314954"/>
                <a:gd name="connsiteY1486" fmla="*/ 1330173 h 3377886"/>
                <a:gd name="connsiteX1487" fmla="*/ 4838369 w 8314954"/>
                <a:gd name="connsiteY1487" fmla="*/ 1617913 h 3377886"/>
                <a:gd name="connsiteX1488" fmla="*/ 4694493 w 8314954"/>
                <a:gd name="connsiteY1488" fmla="*/ 1617913 h 3377886"/>
                <a:gd name="connsiteX1489" fmla="*/ 4496705 w 8314954"/>
                <a:gd name="connsiteY1489" fmla="*/ 1330173 h 3377886"/>
                <a:gd name="connsiteX1490" fmla="*/ 4640581 w 8314954"/>
                <a:gd name="connsiteY1490" fmla="*/ 1330173 h 3377886"/>
                <a:gd name="connsiteX1491" fmla="*/ 4640581 w 8314954"/>
                <a:gd name="connsiteY1491" fmla="*/ 1617913 h 3377886"/>
                <a:gd name="connsiteX1492" fmla="*/ 4496705 w 8314954"/>
                <a:gd name="connsiteY1492" fmla="*/ 1617913 h 3377886"/>
                <a:gd name="connsiteX1493" fmla="*/ 4183293 w 8314954"/>
                <a:gd name="connsiteY1493" fmla="*/ 1330173 h 3377886"/>
                <a:gd name="connsiteX1494" fmla="*/ 4327169 w 8314954"/>
                <a:gd name="connsiteY1494" fmla="*/ 1330173 h 3377886"/>
                <a:gd name="connsiteX1495" fmla="*/ 4327169 w 8314954"/>
                <a:gd name="connsiteY1495" fmla="*/ 1617913 h 3377886"/>
                <a:gd name="connsiteX1496" fmla="*/ 4183293 w 8314954"/>
                <a:gd name="connsiteY1496" fmla="*/ 1617913 h 3377886"/>
                <a:gd name="connsiteX1497" fmla="*/ 3985505 w 8314954"/>
                <a:gd name="connsiteY1497" fmla="*/ 1330173 h 3377886"/>
                <a:gd name="connsiteX1498" fmla="*/ 4129381 w 8314954"/>
                <a:gd name="connsiteY1498" fmla="*/ 1330173 h 3377886"/>
                <a:gd name="connsiteX1499" fmla="*/ 4129381 w 8314954"/>
                <a:gd name="connsiteY1499" fmla="*/ 1617913 h 3377886"/>
                <a:gd name="connsiteX1500" fmla="*/ 3985505 w 8314954"/>
                <a:gd name="connsiteY1500" fmla="*/ 1617913 h 3377886"/>
                <a:gd name="connsiteX1501" fmla="*/ 3672987 w 8314954"/>
                <a:gd name="connsiteY1501" fmla="*/ 1330173 h 3377886"/>
                <a:gd name="connsiteX1502" fmla="*/ 3816863 w 8314954"/>
                <a:gd name="connsiteY1502" fmla="*/ 1330173 h 3377886"/>
                <a:gd name="connsiteX1503" fmla="*/ 3816863 w 8314954"/>
                <a:gd name="connsiteY1503" fmla="*/ 1617913 h 3377886"/>
                <a:gd name="connsiteX1504" fmla="*/ 3672987 w 8314954"/>
                <a:gd name="connsiteY1504" fmla="*/ 1617913 h 3377886"/>
                <a:gd name="connsiteX1505" fmla="*/ 3475199 w 8314954"/>
                <a:gd name="connsiteY1505" fmla="*/ 1330173 h 3377886"/>
                <a:gd name="connsiteX1506" fmla="*/ 3619075 w 8314954"/>
                <a:gd name="connsiteY1506" fmla="*/ 1330173 h 3377886"/>
                <a:gd name="connsiteX1507" fmla="*/ 3619075 w 8314954"/>
                <a:gd name="connsiteY1507" fmla="*/ 1617913 h 3377886"/>
                <a:gd name="connsiteX1508" fmla="*/ 3475199 w 8314954"/>
                <a:gd name="connsiteY1508" fmla="*/ 1617913 h 3377886"/>
                <a:gd name="connsiteX1509" fmla="*/ 3152449 w 8314954"/>
                <a:gd name="connsiteY1509" fmla="*/ 1330173 h 3377886"/>
                <a:gd name="connsiteX1510" fmla="*/ 3296325 w 8314954"/>
                <a:gd name="connsiteY1510" fmla="*/ 1330173 h 3377886"/>
                <a:gd name="connsiteX1511" fmla="*/ 3296325 w 8314954"/>
                <a:gd name="connsiteY1511" fmla="*/ 1617913 h 3377886"/>
                <a:gd name="connsiteX1512" fmla="*/ 3152449 w 8314954"/>
                <a:gd name="connsiteY1512" fmla="*/ 1617913 h 3377886"/>
                <a:gd name="connsiteX1513" fmla="*/ 5276578 w 8314954"/>
                <a:gd name="connsiteY1513" fmla="*/ 1252289 h 3377886"/>
                <a:gd name="connsiteX1514" fmla="*/ 5276578 w 8314954"/>
                <a:gd name="connsiteY1514" fmla="*/ 2700567 h 3377886"/>
                <a:gd name="connsiteX1515" fmla="*/ 5877417 w 8314954"/>
                <a:gd name="connsiteY1515" fmla="*/ 2700567 h 3377886"/>
                <a:gd name="connsiteX1516" fmla="*/ 5877417 w 8314954"/>
                <a:gd name="connsiteY1516" fmla="*/ 1252289 h 3377886"/>
                <a:gd name="connsiteX1517" fmla="*/ 3080025 w 8314954"/>
                <a:gd name="connsiteY1517" fmla="*/ 1252289 h 3377886"/>
                <a:gd name="connsiteX1518" fmla="*/ 3080025 w 8314954"/>
                <a:gd name="connsiteY1518" fmla="*/ 2700485 h 3377886"/>
                <a:gd name="connsiteX1519" fmla="*/ 3091069 w 8314954"/>
                <a:gd name="connsiteY1519" fmla="*/ 2700485 h 3377886"/>
                <a:gd name="connsiteX1520" fmla="*/ 3091069 w 8314954"/>
                <a:gd name="connsiteY1520" fmla="*/ 2241386 h 3377886"/>
                <a:gd name="connsiteX1521" fmla="*/ 3152451 w 8314954"/>
                <a:gd name="connsiteY1521" fmla="*/ 2241386 h 3377886"/>
                <a:gd name="connsiteX1522" fmla="*/ 3152451 w 8314954"/>
                <a:gd name="connsiteY1522" fmla="*/ 2086189 h 3377886"/>
                <a:gd name="connsiteX1523" fmla="*/ 3296327 w 8314954"/>
                <a:gd name="connsiteY1523" fmla="*/ 2086189 h 3377886"/>
                <a:gd name="connsiteX1524" fmla="*/ 3296327 w 8314954"/>
                <a:gd name="connsiteY1524" fmla="*/ 2241386 h 3377886"/>
                <a:gd name="connsiteX1525" fmla="*/ 3462695 w 8314954"/>
                <a:gd name="connsiteY1525" fmla="*/ 2241386 h 3377886"/>
                <a:gd name="connsiteX1526" fmla="*/ 3462695 w 8314954"/>
                <a:gd name="connsiteY1526" fmla="*/ 2301321 h 3377886"/>
                <a:gd name="connsiteX1527" fmla="*/ 3475198 w 8314954"/>
                <a:gd name="connsiteY1527" fmla="*/ 2301321 h 3377886"/>
                <a:gd name="connsiteX1528" fmla="*/ 3475198 w 8314954"/>
                <a:gd name="connsiteY1528" fmla="*/ 2086189 h 3377886"/>
                <a:gd name="connsiteX1529" fmla="*/ 3619076 w 8314954"/>
                <a:gd name="connsiteY1529" fmla="*/ 2086189 h 3377886"/>
                <a:gd name="connsiteX1530" fmla="*/ 3619076 w 8314954"/>
                <a:gd name="connsiteY1530" fmla="*/ 2301321 h 3377886"/>
                <a:gd name="connsiteX1531" fmla="*/ 3672988 w 8314954"/>
                <a:gd name="connsiteY1531" fmla="*/ 2301321 h 3377886"/>
                <a:gd name="connsiteX1532" fmla="*/ 3672988 w 8314954"/>
                <a:gd name="connsiteY1532" fmla="*/ 2086189 h 3377886"/>
                <a:gd name="connsiteX1533" fmla="*/ 3816864 w 8314954"/>
                <a:gd name="connsiteY1533" fmla="*/ 2086189 h 3377886"/>
                <a:gd name="connsiteX1534" fmla="*/ 3816864 w 8314954"/>
                <a:gd name="connsiteY1534" fmla="*/ 2301321 h 3377886"/>
                <a:gd name="connsiteX1535" fmla="*/ 3829369 w 8314954"/>
                <a:gd name="connsiteY1535" fmla="*/ 2301321 h 3377886"/>
                <a:gd name="connsiteX1536" fmla="*/ 3829369 w 8314954"/>
                <a:gd name="connsiteY1536" fmla="*/ 2241386 h 3377886"/>
                <a:gd name="connsiteX1537" fmla="*/ 3973164 w 8314954"/>
                <a:gd name="connsiteY1537" fmla="*/ 2241386 h 3377886"/>
                <a:gd name="connsiteX1538" fmla="*/ 3973164 w 8314954"/>
                <a:gd name="connsiteY1538" fmla="*/ 2301321 h 3377886"/>
                <a:gd name="connsiteX1539" fmla="*/ 3985425 w 8314954"/>
                <a:gd name="connsiteY1539" fmla="*/ 2301321 h 3377886"/>
                <a:gd name="connsiteX1540" fmla="*/ 3985425 w 8314954"/>
                <a:gd name="connsiteY1540" fmla="*/ 2086189 h 3377886"/>
                <a:gd name="connsiteX1541" fmla="*/ 4129301 w 8314954"/>
                <a:gd name="connsiteY1541" fmla="*/ 2086189 h 3377886"/>
                <a:gd name="connsiteX1542" fmla="*/ 4129301 w 8314954"/>
                <a:gd name="connsiteY1542" fmla="*/ 2301321 h 3377886"/>
                <a:gd name="connsiteX1543" fmla="*/ 4183215 w 8314954"/>
                <a:gd name="connsiteY1543" fmla="*/ 2301321 h 3377886"/>
                <a:gd name="connsiteX1544" fmla="*/ 4183215 w 8314954"/>
                <a:gd name="connsiteY1544" fmla="*/ 2086189 h 3377886"/>
                <a:gd name="connsiteX1545" fmla="*/ 4327091 w 8314954"/>
                <a:gd name="connsiteY1545" fmla="*/ 2086189 h 3377886"/>
                <a:gd name="connsiteX1546" fmla="*/ 4327091 w 8314954"/>
                <a:gd name="connsiteY1546" fmla="*/ 2301321 h 3377886"/>
                <a:gd name="connsiteX1547" fmla="*/ 4339108 w 8314954"/>
                <a:gd name="connsiteY1547" fmla="*/ 2301321 h 3377886"/>
                <a:gd name="connsiteX1548" fmla="*/ 4339108 w 8314954"/>
                <a:gd name="connsiteY1548" fmla="*/ 2241386 h 3377886"/>
                <a:gd name="connsiteX1549" fmla="*/ 4482902 w 8314954"/>
                <a:gd name="connsiteY1549" fmla="*/ 2241386 h 3377886"/>
                <a:gd name="connsiteX1550" fmla="*/ 4482902 w 8314954"/>
                <a:gd name="connsiteY1550" fmla="*/ 2301321 h 3377886"/>
                <a:gd name="connsiteX1551" fmla="*/ 4496705 w 8314954"/>
                <a:gd name="connsiteY1551" fmla="*/ 2301321 h 3377886"/>
                <a:gd name="connsiteX1552" fmla="*/ 4496705 w 8314954"/>
                <a:gd name="connsiteY1552" fmla="*/ 2086189 h 3377886"/>
                <a:gd name="connsiteX1553" fmla="*/ 4640583 w 8314954"/>
                <a:gd name="connsiteY1553" fmla="*/ 2086189 h 3377886"/>
                <a:gd name="connsiteX1554" fmla="*/ 4640583 w 8314954"/>
                <a:gd name="connsiteY1554" fmla="*/ 2301321 h 3377886"/>
                <a:gd name="connsiteX1555" fmla="*/ 4694495 w 8314954"/>
                <a:gd name="connsiteY1555" fmla="*/ 2301321 h 3377886"/>
                <a:gd name="connsiteX1556" fmla="*/ 4694495 w 8314954"/>
                <a:gd name="connsiteY1556" fmla="*/ 2086189 h 3377886"/>
                <a:gd name="connsiteX1557" fmla="*/ 4838373 w 8314954"/>
                <a:gd name="connsiteY1557" fmla="*/ 2086189 h 3377886"/>
                <a:gd name="connsiteX1558" fmla="*/ 4838373 w 8314954"/>
                <a:gd name="connsiteY1558" fmla="*/ 2301321 h 3377886"/>
                <a:gd name="connsiteX1559" fmla="*/ 4852174 w 8314954"/>
                <a:gd name="connsiteY1559" fmla="*/ 2301321 h 3377886"/>
                <a:gd name="connsiteX1560" fmla="*/ 4852174 w 8314954"/>
                <a:gd name="connsiteY1560" fmla="*/ 2241386 h 3377886"/>
                <a:gd name="connsiteX1561" fmla="*/ 5016269 w 8314954"/>
                <a:gd name="connsiteY1561" fmla="*/ 2241386 h 3377886"/>
                <a:gd name="connsiteX1562" fmla="*/ 5016269 w 8314954"/>
                <a:gd name="connsiteY1562" fmla="*/ 2086189 h 3377886"/>
                <a:gd name="connsiteX1563" fmla="*/ 5160145 w 8314954"/>
                <a:gd name="connsiteY1563" fmla="*/ 2086189 h 3377886"/>
                <a:gd name="connsiteX1564" fmla="*/ 5160145 w 8314954"/>
                <a:gd name="connsiteY1564" fmla="*/ 2241468 h 3377886"/>
                <a:gd name="connsiteX1565" fmla="*/ 5223721 w 8314954"/>
                <a:gd name="connsiteY1565" fmla="*/ 2241468 h 3377886"/>
                <a:gd name="connsiteX1566" fmla="*/ 5223721 w 8314954"/>
                <a:gd name="connsiteY1566" fmla="*/ 2700567 h 3377886"/>
                <a:gd name="connsiteX1567" fmla="*/ 5235006 w 8314954"/>
                <a:gd name="connsiteY1567" fmla="*/ 2700567 h 3377886"/>
                <a:gd name="connsiteX1568" fmla="*/ 5235006 w 8314954"/>
                <a:gd name="connsiteY1568" fmla="*/ 1252289 h 3377886"/>
                <a:gd name="connsiteX1569" fmla="*/ 2437697 w 8314954"/>
                <a:gd name="connsiteY1569" fmla="*/ 1252289 h 3377886"/>
                <a:gd name="connsiteX1570" fmla="*/ 2437697 w 8314954"/>
                <a:gd name="connsiteY1570" fmla="*/ 2700567 h 3377886"/>
                <a:gd name="connsiteX1571" fmla="*/ 3038536 w 8314954"/>
                <a:gd name="connsiteY1571" fmla="*/ 2700567 h 3377886"/>
                <a:gd name="connsiteX1572" fmla="*/ 3038536 w 8314954"/>
                <a:gd name="connsiteY1572" fmla="*/ 1252289 h 3377886"/>
                <a:gd name="connsiteX1573" fmla="*/ 3020592 w 8314954"/>
                <a:gd name="connsiteY1573" fmla="*/ 1252289 h 3377886"/>
                <a:gd name="connsiteX1574" fmla="*/ 5276578 w 8314954"/>
                <a:gd name="connsiteY1574" fmla="*/ 1142326 h 3377886"/>
                <a:gd name="connsiteX1575" fmla="*/ 5276578 w 8314954"/>
                <a:gd name="connsiteY1575" fmla="*/ 1234340 h 3377886"/>
                <a:gd name="connsiteX1576" fmla="*/ 5877417 w 8314954"/>
                <a:gd name="connsiteY1576" fmla="*/ 1234340 h 3377886"/>
                <a:gd name="connsiteX1577" fmla="*/ 5877417 w 8314954"/>
                <a:gd name="connsiteY1577" fmla="*/ 1142326 h 3377886"/>
                <a:gd name="connsiteX1578" fmla="*/ 2437697 w 8314954"/>
                <a:gd name="connsiteY1578" fmla="*/ 1142326 h 3377886"/>
                <a:gd name="connsiteX1579" fmla="*/ 2437697 w 8314954"/>
                <a:gd name="connsiteY1579" fmla="*/ 1234340 h 3377886"/>
                <a:gd name="connsiteX1580" fmla="*/ 3020592 w 8314954"/>
                <a:gd name="connsiteY1580" fmla="*/ 1234340 h 3377886"/>
                <a:gd name="connsiteX1581" fmla="*/ 3038536 w 8314954"/>
                <a:gd name="connsiteY1581" fmla="*/ 1234340 h 3377886"/>
                <a:gd name="connsiteX1582" fmla="*/ 3038536 w 8314954"/>
                <a:gd name="connsiteY1582" fmla="*/ 1142326 h 3377886"/>
                <a:gd name="connsiteX1583" fmla="*/ 3119000 w 8314954"/>
                <a:gd name="connsiteY1583" fmla="*/ 1121374 h 3377886"/>
                <a:gd name="connsiteX1584" fmla="*/ 3119000 w 8314954"/>
                <a:gd name="connsiteY1584" fmla="*/ 1142326 h 3377886"/>
                <a:gd name="connsiteX1585" fmla="*/ 3080025 w 8314954"/>
                <a:gd name="connsiteY1585" fmla="*/ 1142326 h 3377886"/>
                <a:gd name="connsiteX1586" fmla="*/ 3080025 w 8314954"/>
                <a:gd name="connsiteY1586" fmla="*/ 1234340 h 3377886"/>
                <a:gd name="connsiteX1587" fmla="*/ 5235088 w 8314954"/>
                <a:gd name="connsiteY1587" fmla="*/ 1234340 h 3377886"/>
                <a:gd name="connsiteX1588" fmla="*/ 5235088 w 8314954"/>
                <a:gd name="connsiteY1588" fmla="*/ 1142326 h 3377886"/>
                <a:gd name="connsiteX1589" fmla="*/ 5196115 w 8314954"/>
                <a:gd name="connsiteY1589" fmla="*/ 1142326 h 3377886"/>
                <a:gd name="connsiteX1590" fmla="*/ 5196115 w 8314954"/>
                <a:gd name="connsiteY1590" fmla="*/ 1121374 h 3377886"/>
                <a:gd name="connsiteX1591" fmla="*/ 5052237 w 8314954"/>
                <a:gd name="connsiteY1591" fmla="*/ 862709 h 3377886"/>
                <a:gd name="connsiteX1592" fmla="*/ 5052237 w 8314954"/>
                <a:gd name="connsiteY1592" fmla="*/ 1102450 h 3377886"/>
                <a:gd name="connsiteX1593" fmla="*/ 5124175 w 8314954"/>
                <a:gd name="connsiteY1593" fmla="*/ 1102450 h 3377886"/>
                <a:gd name="connsiteX1594" fmla="*/ 5124175 w 8314954"/>
                <a:gd name="connsiteY1594" fmla="*/ 862709 h 3377886"/>
                <a:gd name="connsiteX1595" fmla="*/ 4731602 w 8314954"/>
                <a:gd name="connsiteY1595" fmla="*/ 862709 h 3377886"/>
                <a:gd name="connsiteX1596" fmla="*/ 4731602 w 8314954"/>
                <a:gd name="connsiteY1596" fmla="*/ 1102450 h 3377886"/>
                <a:gd name="connsiteX1597" fmla="*/ 4803540 w 8314954"/>
                <a:gd name="connsiteY1597" fmla="*/ 1102450 h 3377886"/>
                <a:gd name="connsiteX1598" fmla="*/ 4803540 w 8314954"/>
                <a:gd name="connsiteY1598" fmla="*/ 862709 h 3377886"/>
                <a:gd name="connsiteX1599" fmla="*/ 4533812 w 8314954"/>
                <a:gd name="connsiteY1599" fmla="*/ 862709 h 3377886"/>
                <a:gd name="connsiteX1600" fmla="*/ 4533812 w 8314954"/>
                <a:gd name="connsiteY1600" fmla="*/ 1102450 h 3377886"/>
                <a:gd name="connsiteX1601" fmla="*/ 4605750 w 8314954"/>
                <a:gd name="connsiteY1601" fmla="*/ 1102450 h 3377886"/>
                <a:gd name="connsiteX1602" fmla="*/ 4605750 w 8314954"/>
                <a:gd name="connsiteY1602" fmla="*/ 862709 h 3377886"/>
                <a:gd name="connsiteX1603" fmla="*/ 4219183 w 8314954"/>
                <a:gd name="connsiteY1603" fmla="*/ 862709 h 3377886"/>
                <a:gd name="connsiteX1604" fmla="*/ 4219183 w 8314954"/>
                <a:gd name="connsiteY1604" fmla="*/ 1102450 h 3377886"/>
                <a:gd name="connsiteX1605" fmla="*/ 4291121 w 8314954"/>
                <a:gd name="connsiteY1605" fmla="*/ 1102450 h 3377886"/>
                <a:gd name="connsiteX1606" fmla="*/ 4291121 w 8314954"/>
                <a:gd name="connsiteY1606" fmla="*/ 862709 h 3377886"/>
                <a:gd name="connsiteX1607" fmla="*/ 4021393 w 8314954"/>
                <a:gd name="connsiteY1607" fmla="*/ 862709 h 3377886"/>
                <a:gd name="connsiteX1608" fmla="*/ 4021393 w 8314954"/>
                <a:gd name="connsiteY1608" fmla="*/ 1102450 h 3377886"/>
                <a:gd name="connsiteX1609" fmla="*/ 4093331 w 8314954"/>
                <a:gd name="connsiteY1609" fmla="*/ 1102450 h 3377886"/>
                <a:gd name="connsiteX1610" fmla="*/ 4093331 w 8314954"/>
                <a:gd name="connsiteY1610" fmla="*/ 862709 h 3377886"/>
                <a:gd name="connsiteX1611" fmla="*/ 3709770 w 8314954"/>
                <a:gd name="connsiteY1611" fmla="*/ 862709 h 3377886"/>
                <a:gd name="connsiteX1612" fmla="*/ 3709770 w 8314954"/>
                <a:gd name="connsiteY1612" fmla="*/ 1102450 h 3377886"/>
                <a:gd name="connsiteX1613" fmla="*/ 3781708 w 8314954"/>
                <a:gd name="connsiteY1613" fmla="*/ 1102450 h 3377886"/>
                <a:gd name="connsiteX1614" fmla="*/ 3781708 w 8314954"/>
                <a:gd name="connsiteY1614" fmla="*/ 862709 h 3377886"/>
                <a:gd name="connsiteX1615" fmla="*/ 3511980 w 8314954"/>
                <a:gd name="connsiteY1615" fmla="*/ 862709 h 3377886"/>
                <a:gd name="connsiteX1616" fmla="*/ 3511980 w 8314954"/>
                <a:gd name="connsiteY1616" fmla="*/ 1102450 h 3377886"/>
                <a:gd name="connsiteX1617" fmla="*/ 3583918 w 8314954"/>
                <a:gd name="connsiteY1617" fmla="*/ 1102450 h 3377886"/>
                <a:gd name="connsiteX1618" fmla="*/ 3583918 w 8314954"/>
                <a:gd name="connsiteY1618" fmla="*/ 862709 h 3377886"/>
                <a:gd name="connsiteX1619" fmla="*/ 3188340 w 8314954"/>
                <a:gd name="connsiteY1619" fmla="*/ 862709 h 3377886"/>
                <a:gd name="connsiteX1620" fmla="*/ 3188340 w 8314954"/>
                <a:gd name="connsiteY1620" fmla="*/ 1102450 h 3377886"/>
                <a:gd name="connsiteX1621" fmla="*/ 3260278 w 8314954"/>
                <a:gd name="connsiteY1621" fmla="*/ 1102450 h 3377886"/>
                <a:gd name="connsiteX1622" fmla="*/ 3260278 w 8314954"/>
                <a:gd name="connsiteY1622" fmla="*/ 862709 h 3377886"/>
                <a:gd name="connsiteX1623" fmla="*/ 2932008 w 8314954"/>
                <a:gd name="connsiteY1623" fmla="*/ 724808 h 3377886"/>
                <a:gd name="connsiteX1624" fmla="*/ 2932008 w 8314954"/>
                <a:gd name="connsiteY1624" fmla="*/ 1082310 h 3377886"/>
                <a:gd name="connsiteX1625" fmla="*/ 3118511 w 8314954"/>
                <a:gd name="connsiteY1625" fmla="*/ 1082310 h 3377886"/>
                <a:gd name="connsiteX1626" fmla="*/ 3118511 w 8314954"/>
                <a:gd name="connsiteY1626" fmla="*/ 1102450 h 3377886"/>
                <a:gd name="connsiteX1627" fmla="*/ 3151965 w 8314954"/>
                <a:gd name="connsiteY1627" fmla="*/ 1102450 h 3377886"/>
                <a:gd name="connsiteX1628" fmla="*/ 3151965 w 8314954"/>
                <a:gd name="connsiteY1628" fmla="*/ 862709 h 3377886"/>
                <a:gd name="connsiteX1629" fmla="*/ 3223903 w 8314954"/>
                <a:gd name="connsiteY1629" fmla="*/ 790834 h 3377886"/>
                <a:gd name="connsiteX1630" fmla="*/ 3295841 w 8314954"/>
                <a:gd name="connsiteY1630" fmla="*/ 862709 h 3377886"/>
                <a:gd name="connsiteX1631" fmla="*/ 3295841 w 8314954"/>
                <a:gd name="connsiteY1631" fmla="*/ 1102450 h 3377886"/>
                <a:gd name="connsiteX1632" fmla="*/ 3475605 w 8314954"/>
                <a:gd name="connsiteY1632" fmla="*/ 1102450 h 3377886"/>
                <a:gd name="connsiteX1633" fmla="*/ 3475605 w 8314954"/>
                <a:gd name="connsiteY1633" fmla="*/ 862709 h 3377886"/>
                <a:gd name="connsiteX1634" fmla="*/ 3547543 w 8314954"/>
                <a:gd name="connsiteY1634" fmla="*/ 790834 h 3377886"/>
                <a:gd name="connsiteX1635" fmla="*/ 3619481 w 8314954"/>
                <a:gd name="connsiteY1635" fmla="*/ 862709 h 3377886"/>
                <a:gd name="connsiteX1636" fmla="*/ 3619481 w 8314954"/>
                <a:gd name="connsiteY1636" fmla="*/ 1102450 h 3377886"/>
                <a:gd name="connsiteX1637" fmla="*/ 3673475 w 8314954"/>
                <a:gd name="connsiteY1637" fmla="*/ 1102450 h 3377886"/>
                <a:gd name="connsiteX1638" fmla="*/ 3673475 w 8314954"/>
                <a:gd name="connsiteY1638" fmla="*/ 862709 h 3377886"/>
                <a:gd name="connsiteX1639" fmla="*/ 3745415 w 8314954"/>
                <a:gd name="connsiteY1639" fmla="*/ 790834 h 3377886"/>
                <a:gd name="connsiteX1640" fmla="*/ 3817353 w 8314954"/>
                <a:gd name="connsiteY1640" fmla="*/ 862709 h 3377886"/>
                <a:gd name="connsiteX1641" fmla="*/ 3817353 w 8314954"/>
                <a:gd name="connsiteY1641" fmla="*/ 1102450 h 3377886"/>
                <a:gd name="connsiteX1642" fmla="*/ 3985182 w 8314954"/>
                <a:gd name="connsiteY1642" fmla="*/ 1102450 h 3377886"/>
                <a:gd name="connsiteX1643" fmla="*/ 3985182 w 8314954"/>
                <a:gd name="connsiteY1643" fmla="*/ 862709 h 3377886"/>
                <a:gd name="connsiteX1644" fmla="*/ 4057120 w 8314954"/>
                <a:gd name="connsiteY1644" fmla="*/ 790834 h 3377886"/>
                <a:gd name="connsiteX1645" fmla="*/ 4129058 w 8314954"/>
                <a:gd name="connsiteY1645" fmla="*/ 862709 h 3377886"/>
                <a:gd name="connsiteX1646" fmla="*/ 4129058 w 8314954"/>
                <a:gd name="connsiteY1646" fmla="*/ 1102450 h 3377886"/>
                <a:gd name="connsiteX1647" fmla="*/ 4183052 w 8314954"/>
                <a:gd name="connsiteY1647" fmla="*/ 1102450 h 3377886"/>
                <a:gd name="connsiteX1648" fmla="*/ 4183052 w 8314954"/>
                <a:gd name="connsiteY1648" fmla="*/ 862709 h 3377886"/>
                <a:gd name="connsiteX1649" fmla="*/ 4254990 w 8314954"/>
                <a:gd name="connsiteY1649" fmla="*/ 790834 h 3377886"/>
                <a:gd name="connsiteX1650" fmla="*/ 4326928 w 8314954"/>
                <a:gd name="connsiteY1650" fmla="*/ 862709 h 3377886"/>
                <a:gd name="connsiteX1651" fmla="*/ 4326928 w 8314954"/>
                <a:gd name="connsiteY1651" fmla="*/ 1102450 h 3377886"/>
                <a:gd name="connsiteX1652" fmla="*/ 4497680 w 8314954"/>
                <a:gd name="connsiteY1652" fmla="*/ 1102450 h 3377886"/>
                <a:gd name="connsiteX1653" fmla="*/ 4497680 w 8314954"/>
                <a:gd name="connsiteY1653" fmla="*/ 862709 h 3377886"/>
                <a:gd name="connsiteX1654" fmla="*/ 4569618 w 8314954"/>
                <a:gd name="connsiteY1654" fmla="*/ 790834 h 3377886"/>
                <a:gd name="connsiteX1655" fmla="*/ 4641556 w 8314954"/>
                <a:gd name="connsiteY1655" fmla="*/ 862709 h 3377886"/>
                <a:gd name="connsiteX1656" fmla="*/ 4641556 w 8314954"/>
                <a:gd name="connsiteY1656" fmla="*/ 1102450 h 3377886"/>
                <a:gd name="connsiteX1657" fmla="*/ 4695552 w 8314954"/>
                <a:gd name="connsiteY1657" fmla="*/ 1102450 h 3377886"/>
                <a:gd name="connsiteX1658" fmla="*/ 4695552 w 8314954"/>
                <a:gd name="connsiteY1658" fmla="*/ 862709 h 3377886"/>
                <a:gd name="connsiteX1659" fmla="*/ 4767490 w 8314954"/>
                <a:gd name="connsiteY1659" fmla="*/ 790834 h 3377886"/>
                <a:gd name="connsiteX1660" fmla="*/ 4839428 w 8314954"/>
                <a:gd name="connsiteY1660" fmla="*/ 862709 h 3377886"/>
                <a:gd name="connsiteX1661" fmla="*/ 4839428 w 8314954"/>
                <a:gd name="connsiteY1661" fmla="*/ 1102450 h 3377886"/>
                <a:gd name="connsiteX1662" fmla="*/ 5016187 w 8314954"/>
                <a:gd name="connsiteY1662" fmla="*/ 1102450 h 3377886"/>
                <a:gd name="connsiteX1663" fmla="*/ 5016187 w 8314954"/>
                <a:gd name="connsiteY1663" fmla="*/ 862709 h 3377886"/>
                <a:gd name="connsiteX1664" fmla="*/ 5088125 w 8314954"/>
                <a:gd name="connsiteY1664" fmla="*/ 790834 h 3377886"/>
                <a:gd name="connsiteX1665" fmla="*/ 5160065 w 8314954"/>
                <a:gd name="connsiteY1665" fmla="*/ 862709 h 3377886"/>
                <a:gd name="connsiteX1666" fmla="*/ 5160065 w 8314954"/>
                <a:gd name="connsiteY1666" fmla="*/ 1102450 h 3377886"/>
                <a:gd name="connsiteX1667" fmla="*/ 5196033 w 8314954"/>
                <a:gd name="connsiteY1667" fmla="*/ 1102450 h 3377886"/>
                <a:gd name="connsiteX1668" fmla="*/ 5196033 w 8314954"/>
                <a:gd name="connsiteY1668" fmla="*/ 1082310 h 3377886"/>
                <a:gd name="connsiteX1669" fmla="*/ 5381157 w 8314954"/>
                <a:gd name="connsiteY1669" fmla="*/ 1082310 h 3377886"/>
                <a:gd name="connsiteX1670" fmla="*/ 5381157 w 8314954"/>
                <a:gd name="connsiteY1670" fmla="*/ 724808 h 3377886"/>
                <a:gd name="connsiteX1671" fmla="*/ 2932415 w 8314954"/>
                <a:gd name="connsiteY1671" fmla="*/ 724808 h 3377886"/>
                <a:gd name="connsiteX1672" fmla="*/ 2932415 w 8314954"/>
                <a:gd name="connsiteY1672" fmla="*/ 634905 h 3377886"/>
                <a:gd name="connsiteX1673" fmla="*/ 2932415 w 8314954"/>
                <a:gd name="connsiteY1673" fmla="*/ 706860 h 3377886"/>
                <a:gd name="connsiteX1674" fmla="*/ 5381157 w 8314954"/>
                <a:gd name="connsiteY1674" fmla="*/ 706860 h 3377886"/>
                <a:gd name="connsiteX1675" fmla="*/ 5381157 w 8314954"/>
                <a:gd name="connsiteY1675" fmla="*/ 634905 h 3377886"/>
                <a:gd name="connsiteX1676" fmla="*/ 2756871 w 8314954"/>
                <a:gd name="connsiteY1676" fmla="*/ 574970 h 3377886"/>
                <a:gd name="connsiteX1677" fmla="*/ 2894740 w 8314954"/>
                <a:gd name="connsiteY1677" fmla="*/ 574970 h 3377886"/>
                <a:gd name="connsiteX1678" fmla="*/ 5417856 w 8314954"/>
                <a:gd name="connsiteY1678" fmla="*/ 574970 h 3377886"/>
                <a:gd name="connsiteX1679" fmla="*/ 5555725 w 8314954"/>
                <a:gd name="connsiteY1679" fmla="*/ 574970 h 3377886"/>
                <a:gd name="connsiteX1680" fmla="*/ 5555725 w 8314954"/>
                <a:gd name="connsiteY1680" fmla="*/ 634905 h 3377886"/>
                <a:gd name="connsiteX1681" fmla="*/ 5417856 w 8314954"/>
                <a:gd name="connsiteY1681" fmla="*/ 634905 h 3377886"/>
                <a:gd name="connsiteX1682" fmla="*/ 5417856 w 8314954"/>
                <a:gd name="connsiteY1682" fmla="*/ 1082390 h 3377886"/>
                <a:gd name="connsiteX1683" fmla="*/ 5987191 w 8314954"/>
                <a:gd name="connsiteY1683" fmla="*/ 1082390 h 3377886"/>
                <a:gd name="connsiteX1684" fmla="*/ 5987191 w 8314954"/>
                <a:gd name="connsiteY1684" fmla="*/ 1142326 h 3377886"/>
                <a:gd name="connsiteX1685" fmla="*/ 5918015 w 8314954"/>
                <a:gd name="connsiteY1685" fmla="*/ 1142326 h 3377886"/>
                <a:gd name="connsiteX1686" fmla="*/ 5918015 w 8314954"/>
                <a:gd name="connsiteY1686" fmla="*/ 1474164 h 3377886"/>
                <a:gd name="connsiteX1687" fmla="*/ 8171240 w 8314954"/>
                <a:gd name="connsiteY1687" fmla="*/ 1474164 h 3377886"/>
                <a:gd name="connsiteX1688" fmla="*/ 8171240 w 8314954"/>
                <a:gd name="connsiteY1688" fmla="*/ 1474245 h 3377886"/>
                <a:gd name="connsiteX1689" fmla="*/ 8314954 w 8314954"/>
                <a:gd name="connsiteY1689" fmla="*/ 1474245 h 3377886"/>
                <a:gd name="connsiteX1690" fmla="*/ 8314954 w 8314954"/>
                <a:gd name="connsiteY1690" fmla="*/ 1510142 h 3377886"/>
                <a:gd name="connsiteX1691" fmla="*/ 8171158 w 8314954"/>
                <a:gd name="connsiteY1691" fmla="*/ 1510142 h 3377886"/>
                <a:gd name="connsiteX1692" fmla="*/ 8171158 w 8314954"/>
                <a:gd name="connsiteY1692" fmla="*/ 1558138 h 3377886"/>
                <a:gd name="connsiteX1693" fmla="*/ 8171158 w 8314954"/>
                <a:gd name="connsiteY1693" fmla="*/ 1576086 h 3377886"/>
                <a:gd name="connsiteX1694" fmla="*/ 8171158 w 8314954"/>
                <a:gd name="connsiteY1694" fmla="*/ 3080564 h 3377886"/>
                <a:gd name="connsiteX1695" fmla="*/ 6680753 w 8314954"/>
                <a:gd name="connsiteY1695" fmla="*/ 3080564 h 3377886"/>
                <a:gd name="connsiteX1696" fmla="*/ 6722488 w 8314954"/>
                <a:gd name="connsiteY1696" fmla="*/ 3377886 h 3377886"/>
                <a:gd name="connsiteX1697" fmla="*/ 1592385 w 8314954"/>
                <a:gd name="connsiteY1697" fmla="*/ 3377886 h 3377886"/>
                <a:gd name="connsiteX1698" fmla="*/ 1634444 w 8314954"/>
                <a:gd name="connsiteY1698" fmla="*/ 3080564 h 3377886"/>
                <a:gd name="connsiteX1699" fmla="*/ 143796 w 8314954"/>
                <a:gd name="connsiteY1699" fmla="*/ 3080564 h 3377886"/>
                <a:gd name="connsiteX1700" fmla="*/ 143796 w 8314954"/>
                <a:gd name="connsiteY1700" fmla="*/ 1575924 h 3377886"/>
                <a:gd name="connsiteX1701" fmla="*/ 143796 w 8314954"/>
                <a:gd name="connsiteY1701" fmla="*/ 1557976 h 3377886"/>
                <a:gd name="connsiteX1702" fmla="*/ 143796 w 8314954"/>
                <a:gd name="connsiteY1702" fmla="*/ 1509978 h 3377886"/>
                <a:gd name="connsiteX1703" fmla="*/ 0 w 8314954"/>
                <a:gd name="connsiteY1703" fmla="*/ 1509978 h 3377886"/>
                <a:gd name="connsiteX1704" fmla="*/ 0 w 8314954"/>
                <a:gd name="connsiteY1704" fmla="*/ 1474082 h 3377886"/>
                <a:gd name="connsiteX1705" fmla="*/ 143796 w 8314954"/>
                <a:gd name="connsiteY1705" fmla="*/ 1474082 h 3377886"/>
                <a:gd name="connsiteX1706" fmla="*/ 2397100 w 8314954"/>
                <a:gd name="connsiteY1706" fmla="*/ 1474082 h 3377886"/>
                <a:gd name="connsiteX1707" fmla="*/ 2397100 w 8314954"/>
                <a:gd name="connsiteY1707" fmla="*/ 1142246 h 3377886"/>
                <a:gd name="connsiteX1708" fmla="*/ 2327921 w 8314954"/>
                <a:gd name="connsiteY1708" fmla="*/ 1142246 h 3377886"/>
                <a:gd name="connsiteX1709" fmla="*/ 2327921 w 8314954"/>
                <a:gd name="connsiteY1709" fmla="*/ 1082310 h 3377886"/>
                <a:gd name="connsiteX1710" fmla="*/ 2894740 w 8314954"/>
                <a:gd name="connsiteY1710" fmla="*/ 1082310 h 3377886"/>
                <a:gd name="connsiteX1711" fmla="*/ 2894740 w 8314954"/>
                <a:gd name="connsiteY1711" fmla="*/ 634905 h 3377886"/>
                <a:gd name="connsiteX1712" fmla="*/ 2756871 w 8314954"/>
                <a:gd name="connsiteY1712" fmla="*/ 634905 h 3377886"/>
                <a:gd name="connsiteX1713" fmla="*/ 4140884 w 8314954"/>
                <a:gd name="connsiteY1713" fmla="*/ 0 h 3377886"/>
                <a:gd name="connsiteX1714" fmla="*/ 4344623 w 8314954"/>
                <a:gd name="connsiteY1714" fmla="*/ 0 h 3377886"/>
                <a:gd name="connsiteX1715" fmla="*/ 4278767 w 8314954"/>
                <a:gd name="connsiteY1715" fmla="*/ 89891 h 3377886"/>
                <a:gd name="connsiteX1716" fmla="*/ 4344623 w 8314954"/>
                <a:gd name="connsiteY1716" fmla="*/ 179783 h 3377886"/>
                <a:gd name="connsiteX1717" fmla="*/ 4176858 w 8314954"/>
                <a:gd name="connsiteY1717" fmla="*/ 179783 h 3377886"/>
                <a:gd name="connsiteX1718" fmla="*/ 4176858 w 8314954"/>
                <a:gd name="connsiteY1718" fmla="*/ 473493 h 3377886"/>
                <a:gd name="connsiteX1719" fmla="*/ 4680315 w 8314954"/>
                <a:gd name="connsiteY1719" fmla="*/ 473493 h 3377886"/>
                <a:gd name="connsiteX1720" fmla="*/ 4680315 w 8314954"/>
                <a:gd name="connsiteY1720" fmla="*/ 167846 h 3377886"/>
                <a:gd name="connsiteX1721" fmla="*/ 4716287 w 8314954"/>
                <a:gd name="connsiteY1721" fmla="*/ 167846 h 3377886"/>
                <a:gd name="connsiteX1722" fmla="*/ 4716287 w 8314954"/>
                <a:gd name="connsiteY1722" fmla="*/ 168215 h 3377886"/>
                <a:gd name="connsiteX1723" fmla="*/ 4846555 w 8314954"/>
                <a:gd name="connsiteY1723" fmla="*/ 168215 h 3377886"/>
                <a:gd name="connsiteX1724" fmla="*/ 4788700 w 8314954"/>
                <a:gd name="connsiteY1724" fmla="*/ 248955 h 3377886"/>
                <a:gd name="connsiteX1725" fmla="*/ 4846556 w 8314954"/>
                <a:gd name="connsiteY1725" fmla="*/ 329697 h 3377886"/>
                <a:gd name="connsiteX1726" fmla="*/ 4716287 w 8314954"/>
                <a:gd name="connsiteY1726" fmla="*/ 329697 h 3377886"/>
                <a:gd name="connsiteX1727" fmla="*/ 4716287 w 8314954"/>
                <a:gd name="connsiteY1727" fmla="*/ 473493 h 3377886"/>
                <a:gd name="connsiteX1728" fmla="*/ 5225754 w 8314954"/>
                <a:gd name="connsiteY1728" fmla="*/ 473493 h 3377886"/>
                <a:gd name="connsiteX1729" fmla="*/ 5225754 w 8314954"/>
                <a:gd name="connsiteY1729" fmla="*/ 167846 h 3377886"/>
                <a:gd name="connsiteX1730" fmla="*/ 5227472 w 8314954"/>
                <a:gd name="connsiteY1730" fmla="*/ 167846 h 3377886"/>
                <a:gd name="connsiteX1731" fmla="*/ 5227472 w 8314954"/>
                <a:gd name="connsiteY1731" fmla="*/ 167834 h 3377886"/>
                <a:gd name="connsiteX1732" fmla="*/ 5391047 w 8314954"/>
                <a:gd name="connsiteY1732" fmla="*/ 167834 h 3377886"/>
                <a:gd name="connsiteX1733" fmla="*/ 5333191 w 8314954"/>
                <a:gd name="connsiteY1733" fmla="*/ 248574 h 3377886"/>
                <a:gd name="connsiteX1734" fmla="*/ 5391048 w 8314954"/>
                <a:gd name="connsiteY1734" fmla="*/ 329316 h 3377886"/>
                <a:gd name="connsiteX1735" fmla="*/ 5261726 w 8314954"/>
                <a:gd name="connsiteY1735" fmla="*/ 329316 h 3377886"/>
                <a:gd name="connsiteX1736" fmla="*/ 5261726 w 8314954"/>
                <a:gd name="connsiteY1736" fmla="*/ 473493 h 3377886"/>
                <a:gd name="connsiteX1737" fmla="*/ 5417555 w 8314954"/>
                <a:gd name="connsiteY1737" fmla="*/ 473493 h 3377886"/>
                <a:gd name="connsiteX1738" fmla="*/ 5417555 w 8314954"/>
                <a:gd name="connsiteY1738" fmla="*/ 521403 h 3377886"/>
                <a:gd name="connsiteX1739" fmla="*/ 2894178 w 8314954"/>
                <a:gd name="connsiteY1739" fmla="*/ 521403 h 3377886"/>
                <a:gd name="connsiteX1740" fmla="*/ 2894178 w 8314954"/>
                <a:gd name="connsiteY1740" fmla="*/ 473493 h 3377886"/>
                <a:gd name="connsiteX1741" fmla="*/ 3056016 w 8314954"/>
                <a:gd name="connsiteY1741" fmla="*/ 473493 h 3377886"/>
                <a:gd name="connsiteX1742" fmla="*/ 3056016 w 8314954"/>
                <a:gd name="connsiteY1742" fmla="*/ 167846 h 3377886"/>
                <a:gd name="connsiteX1743" fmla="*/ 3091988 w 8314954"/>
                <a:gd name="connsiteY1743" fmla="*/ 167846 h 3377886"/>
                <a:gd name="connsiteX1744" fmla="*/ 3091988 w 8314954"/>
                <a:gd name="connsiteY1744" fmla="*/ 168215 h 3377886"/>
                <a:gd name="connsiteX1745" fmla="*/ 3221668 w 8314954"/>
                <a:gd name="connsiteY1745" fmla="*/ 168215 h 3377886"/>
                <a:gd name="connsiteX1746" fmla="*/ 3163812 w 8314954"/>
                <a:gd name="connsiteY1746" fmla="*/ 248955 h 3377886"/>
                <a:gd name="connsiteX1747" fmla="*/ 3221669 w 8314954"/>
                <a:gd name="connsiteY1747" fmla="*/ 329697 h 3377886"/>
                <a:gd name="connsiteX1748" fmla="*/ 3091988 w 8314954"/>
                <a:gd name="connsiteY1748" fmla="*/ 329697 h 3377886"/>
                <a:gd name="connsiteX1749" fmla="*/ 3091988 w 8314954"/>
                <a:gd name="connsiteY1749" fmla="*/ 473493 h 3377886"/>
                <a:gd name="connsiteX1750" fmla="*/ 3601455 w 8314954"/>
                <a:gd name="connsiteY1750" fmla="*/ 473493 h 3377886"/>
                <a:gd name="connsiteX1751" fmla="*/ 3601455 w 8314954"/>
                <a:gd name="connsiteY1751" fmla="*/ 167846 h 3377886"/>
                <a:gd name="connsiteX1752" fmla="*/ 3637427 w 8314954"/>
                <a:gd name="connsiteY1752" fmla="*/ 167846 h 3377886"/>
                <a:gd name="connsiteX1753" fmla="*/ 3637427 w 8314954"/>
                <a:gd name="connsiteY1753" fmla="*/ 168215 h 3377886"/>
                <a:gd name="connsiteX1754" fmla="*/ 3767334 w 8314954"/>
                <a:gd name="connsiteY1754" fmla="*/ 168215 h 3377886"/>
                <a:gd name="connsiteX1755" fmla="*/ 3709478 w 8314954"/>
                <a:gd name="connsiteY1755" fmla="*/ 248955 h 3377886"/>
                <a:gd name="connsiteX1756" fmla="*/ 3767335 w 8314954"/>
                <a:gd name="connsiteY1756" fmla="*/ 329697 h 3377886"/>
                <a:gd name="connsiteX1757" fmla="*/ 3637427 w 8314954"/>
                <a:gd name="connsiteY1757" fmla="*/ 329697 h 3377886"/>
                <a:gd name="connsiteX1758" fmla="*/ 3637427 w 8314954"/>
                <a:gd name="connsiteY1758" fmla="*/ 473493 h 3377886"/>
                <a:gd name="connsiteX1759" fmla="*/ 4140884 w 8314954"/>
                <a:gd name="connsiteY1759" fmla="*/ 473493 h 3377886"/>
                <a:gd name="connsiteX1760" fmla="*/ 4140884 w 8314954"/>
                <a:gd name="connsiteY1760" fmla="*/ 179783 h 337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</a:cxnLst>
              <a:rect l="l" t="t" r="r" b="b"/>
              <a:pathLst>
                <a:path w="8314954" h="3377886">
                  <a:moveTo>
                    <a:pt x="2484722" y="3166922"/>
                  </a:moveTo>
                  <a:cubicBezTo>
                    <a:pt x="2484722" y="3166922"/>
                    <a:pt x="2500220" y="3191836"/>
                    <a:pt x="2517965" y="3204013"/>
                  </a:cubicBezTo>
                  <a:cubicBezTo>
                    <a:pt x="2586197" y="3223752"/>
                    <a:pt x="2656227" y="3236617"/>
                    <a:pt x="2727018" y="3242415"/>
                  </a:cubicBezTo>
                  <a:lnTo>
                    <a:pt x="2713582" y="3296177"/>
                  </a:lnTo>
                  <a:lnTo>
                    <a:pt x="2760402" y="3306293"/>
                  </a:lnTo>
                  <a:lnTo>
                    <a:pt x="2807223" y="3296177"/>
                  </a:lnTo>
                  <a:lnTo>
                    <a:pt x="2793785" y="3242415"/>
                  </a:lnTo>
                  <a:cubicBezTo>
                    <a:pt x="2864718" y="3236645"/>
                    <a:pt x="2934894" y="3223780"/>
                    <a:pt x="3003260" y="3204013"/>
                  </a:cubicBezTo>
                  <a:cubicBezTo>
                    <a:pt x="3021005" y="3191836"/>
                    <a:pt x="3036503" y="3166922"/>
                    <a:pt x="3036503" y="3166922"/>
                  </a:cubicBezTo>
                  <a:cubicBezTo>
                    <a:pt x="3019160" y="3171170"/>
                    <a:pt x="3001496" y="3173971"/>
                    <a:pt x="2983689" y="3175305"/>
                  </a:cubicBezTo>
                  <a:lnTo>
                    <a:pt x="2983502" y="3175352"/>
                  </a:lnTo>
                  <a:cubicBezTo>
                    <a:pt x="2949276" y="3176710"/>
                    <a:pt x="2900911" y="3173806"/>
                    <a:pt x="2856618" y="3174322"/>
                  </a:cubicBezTo>
                  <a:cubicBezTo>
                    <a:pt x="2849502" y="3175633"/>
                    <a:pt x="2843135" y="3176710"/>
                    <a:pt x="2838171" y="3177319"/>
                  </a:cubicBezTo>
                  <a:cubicBezTo>
                    <a:pt x="2826278" y="3178864"/>
                    <a:pt x="2806473" y="3180971"/>
                    <a:pt x="2797764" y="3182002"/>
                  </a:cubicBezTo>
                  <a:lnTo>
                    <a:pt x="2810172" y="3232112"/>
                  </a:lnTo>
                  <a:lnTo>
                    <a:pt x="2760542" y="3240541"/>
                  </a:lnTo>
                  <a:lnTo>
                    <a:pt x="2710866" y="3232112"/>
                  </a:lnTo>
                  <a:lnTo>
                    <a:pt x="2723273" y="3181955"/>
                  </a:lnTo>
                  <a:cubicBezTo>
                    <a:pt x="2714565" y="3181018"/>
                    <a:pt x="2694760" y="3178911"/>
                    <a:pt x="2682868" y="3177272"/>
                  </a:cubicBezTo>
                  <a:cubicBezTo>
                    <a:pt x="2677904" y="3176663"/>
                    <a:pt x="2671537" y="3175586"/>
                    <a:pt x="2664466" y="3174275"/>
                  </a:cubicBezTo>
                  <a:cubicBezTo>
                    <a:pt x="2620174" y="3173759"/>
                    <a:pt x="2571762" y="3176663"/>
                    <a:pt x="2537584" y="3175305"/>
                  </a:cubicBezTo>
                  <a:cubicBezTo>
                    <a:pt x="2519763" y="3173975"/>
                    <a:pt x="2502079" y="3171170"/>
                    <a:pt x="2484722" y="3166922"/>
                  </a:cubicBezTo>
                  <a:close/>
                  <a:moveTo>
                    <a:pt x="3713837" y="3143809"/>
                  </a:moveTo>
                  <a:cubicBezTo>
                    <a:pt x="3711031" y="3143809"/>
                    <a:pt x="3706403" y="3147877"/>
                    <a:pt x="3702615" y="3149842"/>
                  </a:cubicBezTo>
                  <a:cubicBezTo>
                    <a:pt x="3694431" y="3156380"/>
                    <a:pt x="3688979" y="3165735"/>
                    <a:pt x="3687325" y="3176079"/>
                  </a:cubicBezTo>
                  <a:cubicBezTo>
                    <a:pt x="3686483" y="3179446"/>
                    <a:pt x="3681293" y="3184779"/>
                    <a:pt x="3681293" y="3187585"/>
                  </a:cubicBezTo>
                  <a:cubicBezTo>
                    <a:pt x="3681293" y="3190391"/>
                    <a:pt x="3684239" y="3194599"/>
                    <a:pt x="3684239" y="3197405"/>
                  </a:cubicBezTo>
                  <a:cubicBezTo>
                    <a:pt x="3684239" y="3200212"/>
                    <a:pt x="3682134" y="3206948"/>
                    <a:pt x="3682134" y="3209754"/>
                  </a:cubicBezTo>
                  <a:cubicBezTo>
                    <a:pt x="3682134" y="3221538"/>
                    <a:pt x="3691814" y="3226169"/>
                    <a:pt x="3702054" y="3226169"/>
                  </a:cubicBezTo>
                  <a:cubicBezTo>
                    <a:pt x="3707912" y="3224605"/>
                    <a:pt x="3713529" y="3222244"/>
                    <a:pt x="3718747" y="3219153"/>
                  </a:cubicBezTo>
                  <a:cubicBezTo>
                    <a:pt x="3721832" y="3218312"/>
                    <a:pt x="3726742" y="3220978"/>
                    <a:pt x="3731370" y="3218031"/>
                  </a:cubicBezTo>
                  <a:cubicBezTo>
                    <a:pt x="3735999" y="3215085"/>
                    <a:pt x="3739366" y="3214102"/>
                    <a:pt x="3742313" y="3210595"/>
                  </a:cubicBezTo>
                  <a:cubicBezTo>
                    <a:pt x="3745258" y="3207088"/>
                    <a:pt x="3745258" y="3201334"/>
                    <a:pt x="3747782" y="3195021"/>
                  </a:cubicBezTo>
                  <a:cubicBezTo>
                    <a:pt x="3748904" y="3192354"/>
                    <a:pt x="3754375" y="3191092"/>
                    <a:pt x="3755498" y="3189268"/>
                  </a:cubicBezTo>
                  <a:lnTo>
                    <a:pt x="3762955" y="3181119"/>
                  </a:lnTo>
                  <a:lnTo>
                    <a:pt x="3762932" y="3181271"/>
                  </a:lnTo>
                  <a:lnTo>
                    <a:pt x="3763073" y="3180990"/>
                  </a:lnTo>
                  <a:lnTo>
                    <a:pt x="3762955" y="3181119"/>
                  </a:lnTo>
                  <a:lnTo>
                    <a:pt x="3764615" y="3170327"/>
                  </a:lnTo>
                  <a:cubicBezTo>
                    <a:pt x="3766094" y="3167279"/>
                    <a:pt x="3766584" y="3163845"/>
                    <a:pt x="3766018" y="3160506"/>
                  </a:cubicBezTo>
                  <a:cubicBezTo>
                    <a:pt x="3766018" y="3158261"/>
                    <a:pt x="3762792" y="3157700"/>
                    <a:pt x="3759986" y="3157700"/>
                  </a:cubicBezTo>
                  <a:cubicBezTo>
                    <a:pt x="3754240" y="3157359"/>
                    <a:pt x="3748479" y="3157359"/>
                    <a:pt x="3742732" y="3157700"/>
                  </a:cubicBezTo>
                  <a:cubicBezTo>
                    <a:pt x="3738003" y="3159702"/>
                    <a:pt x="3732983" y="3160933"/>
                    <a:pt x="3727864" y="3161347"/>
                  </a:cubicBezTo>
                  <a:cubicBezTo>
                    <a:pt x="3724358" y="3161347"/>
                    <a:pt x="3723796" y="3143809"/>
                    <a:pt x="3713837" y="3143809"/>
                  </a:cubicBezTo>
                  <a:close/>
                  <a:moveTo>
                    <a:pt x="3900962" y="3109292"/>
                  </a:moveTo>
                  <a:cubicBezTo>
                    <a:pt x="3896334" y="3112801"/>
                    <a:pt x="3899420" y="3121078"/>
                    <a:pt x="3897176" y="3124165"/>
                  </a:cubicBezTo>
                  <a:cubicBezTo>
                    <a:pt x="3895646" y="3127310"/>
                    <a:pt x="3895345" y="3130912"/>
                    <a:pt x="3896334" y="3134267"/>
                  </a:cubicBezTo>
                  <a:cubicBezTo>
                    <a:pt x="3899204" y="3139261"/>
                    <a:pt x="3900703" y="3144923"/>
                    <a:pt x="3900683" y="3150683"/>
                  </a:cubicBezTo>
                  <a:cubicBezTo>
                    <a:pt x="3900683" y="3155173"/>
                    <a:pt x="3907837" y="3158540"/>
                    <a:pt x="3908117" y="3165415"/>
                  </a:cubicBezTo>
                  <a:cubicBezTo>
                    <a:pt x="3910882" y="3171244"/>
                    <a:pt x="3913974" y="3176912"/>
                    <a:pt x="3917376" y="3182393"/>
                  </a:cubicBezTo>
                  <a:cubicBezTo>
                    <a:pt x="3918917" y="3186180"/>
                    <a:pt x="3917376" y="3191934"/>
                    <a:pt x="3917376" y="3195020"/>
                  </a:cubicBezTo>
                  <a:cubicBezTo>
                    <a:pt x="3918778" y="3201054"/>
                    <a:pt x="3922565" y="3204561"/>
                    <a:pt x="3926353" y="3204561"/>
                  </a:cubicBezTo>
                  <a:cubicBezTo>
                    <a:pt x="3930141" y="3204561"/>
                    <a:pt x="3932525" y="3200492"/>
                    <a:pt x="3937855" y="3199089"/>
                  </a:cubicBezTo>
                  <a:cubicBezTo>
                    <a:pt x="3940942" y="3198247"/>
                    <a:pt x="3945710" y="3199089"/>
                    <a:pt x="3948797" y="3199089"/>
                  </a:cubicBezTo>
                  <a:cubicBezTo>
                    <a:pt x="3953427" y="3198327"/>
                    <a:pt x="3957834" y="3196553"/>
                    <a:pt x="3961702" y="3193898"/>
                  </a:cubicBezTo>
                  <a:cubicBezTo>
                    <a:pt x="3964483" y="3191271"/>
                    <a:pt x="3966975" y="3188355"/>
                    <a:pt x="3969136" y="3185199"/>
                  </a:cubicBezTo>
                  <a:cubicBezTo>
                    <a:pt x="3971942" y="3181832"/>
                    <a:pt x="3972924" y="3175097"/>
                    <a:pt x="3975448" y="3172291"/>
                  </a:cubicBezTo>
                  <a:cubicBezTo>
                    <a:pt x="3977974" y="3169485"/>
                    <a:pt x="3981621" y="3167801"/>
                    <a:pt x="3983585" y="3161626"/>
                  </a:cubicBezTo>
                  <a:cubicBezTo>
                    <a:pt x="3984404" y="3157836"/>
                    <a:pt x="3984404" y="3153913"/>
                    <a:pt x="3983585" y="3150122"/>
                  </a:cubicBezTo>
                  <a:cubicBezTo>
                    <a:pt x="3981899" y="3146966"/>
                    <a:pt x="3979877" y="3144003"/>
                    <a:pt x="3977553" y="3141282"/>
                  </a:cubicBezTo>
                  <a:lnTo>
                    <a:pt x="3978815" y="3141002"/>
                  </a:lnTo>
                  <a:cubicBezTo>
                    <a:pt x="3974468" y="3135108"/>
                    <a:pt x="3961561" y="3119534"/>
                    <a:pt x="3955810" y="3120658"/>
                  </a:cubicBezTo>
                  <a:cubicBezTo>
                    <a:pt x="3952633" y="3121445"/>
                    <a:pt x="3949395" y="3121960"/>
                    <a:pt x="3946131" y="3122200"/>
                  </a:cubicBezTo>
                  <a:cubicBezTo>
                    <a:pt x="3943466" y="3122200"/>
                    <a:pt x="3938276" y="3118272"/>
                    <a:pt x="3934909" y="3118693"/>
                  </a:cubicBezTo>
                  <a:cubicBezTo>
                    <a:pt x="3931094" y="3119105"/>
                    <a:pt x="3927235" y="3118771"/>
                    <a:pt x="3923548" y="3117710"/>
                  </a:cubicBezTo>
                  <a:cubicBezTo>
                    <a:pt x="3920882" y="3117710"/>
                    <a:pt x="3914009" y="3111678"/>
                    <a:pt x="3912186" y="3111818"/>
                  </a:cubicBezTo>
                  <a:cubicBezTo>
                    <a:pt x="3906433" y="3112801"/>
                    <a:pt x="3904610" y="3108731"/>
                    <a:pt x="3900962" y="3109292"/>
                  </a:cubicBezTo>
                  <a:close/>
                  <a:moveTo>
                    <a:pt x="2515108" y="3101405"/>
                  </a:moveTo>
                  <a:cubicBezTo>
                    <a:pt x="2523050" y="3111970"/>
                    <a:pt x="2532517" y="3121300"/>
                    <a:pt x="2543201" y="3129082"/>
                  </a:cubicBezTo>
                  <a:cubicBezTo>
                    <a:pt x="2556251" y="3136519"/>
                    <a:pt x="2569926" y="3142785"/>
                    <a:pt x="2584075" y="3147815"/>
                  </a:cubicBezTo>
                  <a:cubicBezTo>
                    <a:pt x="2616709" y="3157256"/>
                    <a:pt x="2649910" y="3164623"/>
                    <a:pt x="2683476" y="3169872"/>
                  </a:cubicBezTo>
                  <a:cubicBezTo>
                    <a:pt x="2698833" y="3171839"/>
                    <a:pt x="2727721" y="3174836"/>
                    <a:pt x="2728003" y="3174883"/>
                  </a:cubicBezTo>
                  <a:lnTo>
                    <a:pt x="2732356" y="3175305"/>
                  </a:lnTo>
                  <a:lnTo>
                    <a:pt x="2719809" y="3226023"/>
                  </a:lnTo>
                  <a:lnTo>
                    <a:pt x="2760167" y="3232861"/>
                  </a:lnTo>
                  <a:lnTo>
                    <a:pt x="2800480" y="3226023"/>
                  </a:lnTo>
                  <a:lnTo>
                    <a:pt x="2787979" y="3175305"/>
                  </a:lnTo>
                  <a:lnTo>
                    <a:pt x="2792286" y="3174883"/>
                  </a:lnTo>
                  <a:cubicBezTo>
                    <a:pt x="2792568" y="3174883"/>
                    <a:pt x="2821456" y="3171839"/>
                    <a:pt x="2836813" y="3169872"/>
                  </a:cubicBezTo>
                  <a:cubicBezTo>
                    <a:pt x="2870505" y="3164645"/>
                    <a:pt x="2903832" y="3157280"/>
                    <a:pt x="2936588" y="3147815"/>
                  </a:cubicBezTo>
                  <a:cubicBezTo>
                    <a:pt x="2950737" y="3142785"/>
                    <a:pt x="2964413" y="3136519"/>
                    <a:pt x="2977463" y="3129082"/>
                  </a:cubicBezTo>
                  <a:cubicBezTo>
                    <a:pt x="2988147" y="3121300"/>
                    <a:pt x="2997614" y="3111970"/>
                    <a:pt x="3005554" y="3101405"/>
                  </a:cubicBezTo>
                  <a:cubicBezTo>
                    <a:pt x="2995882" y="3103208"/>
                    <a:pt x="2986082" y="3104272"/>
                    <a:pt x="2976245" y="3104590"/>
                  </a:cubicBezTo>
                  <a:lnTo>
                    <a:pt x="2976245" y="3104637"/>
                  </a:lnTo>
                  <a:cubicBezTo>
                    <a:pt x="2969315" y="3104637"/>
                    <a:pt x="2960700" y="3104637"/>
                    <a:pt x="2950821" y="3104637"/>
                  </a:cubicBezTo>
                  <a:cubicBezTo>
                    <a:pt x="2942066" y="3104637"/>
                    <a:pt x="2932093" y="3104356"/>
                    <a:pt x="2921699" y="3104356"/>
                  </a:cubicBezTo>
                  <a:cubicBezTo>
                    <a:pt x="2909572" y="3104356"/>
                    <a:pt x="2894262" y="3104356"/>
                    <a:pt x="2877734" y="3105479"/>
                  </a:cubicBezTo>
                  <a:cubicBezTo>
                    <a:pt x="2862073" y="3110097"/>
                    <a:pt x="2846139" y="3113745"/>
                    <a:pt x="2830024" y="3116392"/>
                  </a:cubicBezTo>
                  <a:cubicBezTo>
                    <a:pt x="2818903" y="3117970"/>
                    <a:pt x="2807686" y="3118737"/>
                    <a:pt x="2796453" y="3118686"/>
                  </a:cubicBezTo>
                  <a:lnTo>
                    <a:pt x="2807784" y="3166875"/>
                  </a:lnTo>
                  <a:lnTo>
                    <a:pt x="2760636" y="3172495"/>
                  </a:lnTo>
                  <a:lnTo>
                    <a:pt x="2760027" y="3172495"/>
                  </a:lnTo>
                  <a:lnTo>
                    <a:pt x="2759512" y="3172495"/>
                  </a:lnTo>
                  <a:lnTo>
                    <a:pt x="2712691" y="3166968"/>
                  </a:lnTo>
                  <a:lnTo>
                    <a:pt x="2724022" y="3118779"/>
                  </a:lnTo>
                  <a:cubicBezTo>
                    <a:pt x="2712790" y="3118831"/>
                    <a:pt x="2701572" y="3118063"/>
                    <a:pt x="2690451" y="3116484"/>
                  </a:cubicBezTo>
                  <a:cubicBezTo>
                    <a:pt x="2674397" y="3113783"/>
                    <a:pt x="2658529" y="3110092"/>
                    <a:pt x="2642928" y="3105433"/>
                  </a:cubicBezTo>
                  <a:cubicBezTo>
                    <a:pt x="2626402" y="3104449"/>
                    <a:pt x="2611090" y="3104309"/>
                    <a:pt x="2598964" y="3104309"/>
                  </a:cubicBezTo>
                  <a:cubicBezTo>
                    <a:pt x="2588523" y="3104309"/>
                    <a:pt x="2578598" y="3104309"/>
                    <a:pt x="2569842" y="3104590"/>
                  </a:cubicBezTo>
                  <a:cubicBezTo>
                    <a:pt x="2560010" y="3104590"/>
                    <a:pt x="2551394" y="3104870"/>
                    <a:pt x="2544419" y="3104590"/>
                  </a:cubicBezTo>
                  <a:cubicBezTo>
                    <a:pt x="2534582" y="3104272"/>
                    <a:pt x="2524782" y="3103208"/>
                    <a:pt x="2515108" y="3101405"/>
                  </a:cubicBezTo>
                  <a:close/>
                  <a:moveTo>
                    <a:pt x="2977322" y="3028396"/>
                  </a:moveTo>
                  <a:cubicBezTo>
                    <a:pt x="2967068" y="3029942"/>
                    <a:pt x="2952086" y="3031487"/>
                    <a:pt x="2948340" y="3031675"/>
                  </a:cubicBezTo>
                  <a:lnTo>
                    <a:pt x="2948809" y="3031767"/>
                  </a:lnTo>
                  <a:lnTo>
                    <a:pt x="2937618" y="3032283"/>
                  </a:lnTo>
                  <a:cubicBezTo>
                    <a:pt x="2923947" y="3032892"/>
                    <a:pt x="2906295" y="3033735"/>
                    <a:pt x="2884805" y="3035046"/>
                  </a:cubicBezTo>
                  <a:lnTo>
                    <a:pt x="2878905" y="3038184"/>
                  </a:lnTo>
                  <a:cubicBezTo>
                    <a:pt x="2860145" y="3047667"/>
                    <a:pt x="2839993" y="3054101"/>
                    <a:pt x="2819209" y="3057244"/>
                  </a:cubicBezTo>
                  <a:cubicBezTo>
                    <a:pt x="2815674" y="3057745"/>
                    <a:pt x="2812106" y="3057979"/>
                    <a:pt x="2808534" y="3057947"/>
                  </a:cubicBezTo>
                  <a:cubicBezTo>
                    <a:pt x="2803852" y="3057947"/>
                    <a:pt x="2798888" y="3057572"/>
                    <a:pt x="2795470" y="3057244"/>
                  </a:cubicBezTo>
                  <a:lnTo>
                    <a:pt x="2805724" y="3100096"/>
                  </a:lnTo>
                  <a:lnTo>
                    <a:pt x="2760543" y="3102951"/>
                  </a:lnTo>
                  <a:lnTo>
                    <a:pt x="2715314" y="3100096"/>
                  </a:lnTo>
                  <a:lnTo>
                    <a:pt x="2725615" y="3057244"/>
                  </a:lnTo>
                  <a:cubicBezTo>
                    <a:pt x="2722150" y="3057572"/>
                    <a:pt x="2717421" y="3057947"/>
                    <a:pt x="2712505" y="3057947"/>
                  </a:cubicBezTo>
                  <a:cubicBezTo>
                    <a:pt x="2708932" y="3057975"/>
                    <a:pt x="2705365" y="3057740"/>
                    <a:pt x="2701829" y="3057244"/>
                  </a:cubicBezTo>
                  <a:cubicBezTo>
                    <a:pt x="2681060" y="3054111"/>
                    <a:pt x="2660923" y="3047677"/>
                    <a:pt x="2642181" y="3038184"/>
                  </a:cubicBezTo>
                  <a:cubicBezTo>
                    <a:pt x="2640168" y="3037154"/>
                    <a:pt x="2638201" y="3036124"/>
                    <a:pt x="2636281" y="3035046"/>
                  </a:cubicBezTo>
                  <a:cubicBezTo>
                    <a:pt x="2614790" y="3033735"/>
                    <a:pt x="2597093" y="3032892"/>
                    <a:pt x="2583468" y="3032283"/>
                  </a:cubicBezTo>
                  <a:lnTo>
                    <a:pt x="2572231" y="3031767"/>
                  </a:lnTo>
                  <a:cubicBezTo>
                    <a:pt x="2568533" y="3031767"/>
                    <a:pt x="2553502" y="3030036"/>
                    <a:pt x="2543295" y="3028490"/>
                  </a:cubicBezTo>
                  <a:cubicBezTo>
                    <a:pt x="2550932" y="3039917"/>
                    <a:pt x="2560225" y="3050145"/>
                    <a:pt x="2570873" y="3058836"/>
                  </a:cubicBezTo>
                  <a:cubicBezTo>
                    <a:pt x="2583276" y="3069416"/>
                    <a:pt x="2597017" y="3078313"/>
                    <a:pt x="2611747" y="3085296"/>
                  </a:cubicBezTo>
                  <a:cubicBezTo>
                    <a:pt x="2637373" y="3096728"/>
                    <a:pt x="2664407" y="3104684"/>
                    <a:pt x="2692138" y="3108947"/>
                  </a:cubicBezTo>
                  <a:cubicBezTo>
                    <a:pt x="2703632" y="3110520"/>
                    <a:pt x="2715230" y="3111255"/>
                    <a:pt x="2726832" y="3111147"/>
                  </a:cubicBezTo>
                  <a:lnTo>
                    <a:pt x="2733995" y="3111147"/>
                  </a:lnTo>
                  <a:lnTo>
                    <a:pt x="2722337" y="3160367"/>
                  </a:lnTo>
                  <a:lnTo>
                    <a:pt x="2759794" y="3165050"/>
                  </a:lnTo>
                  <a:lnTo>
                    <a:pt x="2760308" y="3165050"/>
                  </a:lnTo>
                  <a:lnTo>
                    <a:pt x="2760777" y="3165050"/>
                  </a:lnTo>
                  <a:lnTo>
                    <a:pt x="2798233" y="3160367"/>
                  </a:lnTo>
                  <a:lnTo>
                    <a:pt x="2786621" y="3111053"/>
                  </a:lnTo>
                  <a:lnTo>
                    <a:pt x="2793785" y="3111053"/>
                  </a:lnTo>
                  <a:cubicBezTo>
                    <a:pt x="2805388" y="3111157"/>
                    <a:pt x="2816986" y="3110421"/>
                    <a:pt x="2828480" y="3108853"/>
                  </a:cubicBezTo>
                  <a:cubicBezTo>
                    <a:pt x="2856207" y="3104577"/>
                    <a:pt x="2883242" y="3096625"/>
                    <a:pt x="2908871" y="3085202"/>
                  </a:cubicBezTo>
                  <a:cubicBezTo>
                    <a:pt x="2923558" y="3078220"/>
                    <a:pt x="2937272" y="3069341"/>
                    <a:pt x="2949651" y="3058789"/>
                  </a:cubicBezTo>
                  <a:cubicBezTo>
                    <a:pt x="2960318" y="3050069"/>
                    <a:pt x="2969639" y="3039828"/>
                    <a:pt x="2977322" y="3028396"/>
                  </a:cubicBezTo>
                  <a:close/>
                  <a:moveTo>
                    <a:pt x="3860703" y="3027917"/>
                  </a:moveTo>
                  <a:cubicBezTo>
                    <a:pt x="3862806" y="3027917"/>
                    <a:pt x="3859300" y="3034511"/>
                    <a:pt x="3856635" y="3039142"/>
                  </a:cubicBezTo>
                  <a:cubicBezTo>
                    <a:pt x="3853082" y="3043377"/>
                    <a:pt x="3848923" y="3047065"/>
                    <a:pt x="3844291" y="3050085"/>
                  </a:cubicBezTo>
                  <a:cubicBezTo>
                    <a:pt x="3837417" y="3054295"/>
                    <a:pt x="3834751" y="3058364"/>
                    <a:pt x="3829422" y="3061591"/>
                  </a:cubicBezTo>
                  <a:cubicBezTo>
                    <a:pt x="3824438" y="3064075"/>
                    <a:pt x="3819085" y="3065733"/>
                    <a:pt x="3813571" y="3066501"/>
                  </a:cubicBezTo>
                  <a:cubicBezTo>
                    <a:pt x="3808674" y="3066355"/>
                    <a:pt x="3804739" y="3062419"/>
                    <a:pt x="3804594" y="3057521"/>
                  </a:cubicBezTo>
                  <a:cubicBezTo>
                    <a:pt x="3804440" y="3053040"/>
                    <a:pt x="3806904" y="3048879"/>
                    <a:pt x="3810906" y="3046858"/>
                  </a:cubicBezTo>
                  <a:cubicBezTo>
                    <a:pt x="3817611" y="3043392"/>
                    <a:pt x="3824547" y="3040391"/>
                    <a:pt x="3831666" y="3037878"/>
                  </a:cubicBezTo>
                  <a:cubicBezTo>
                    <a:pt x="3834539" y="3036549"/>
                    <a:pt x="3837227" y="3034851"/>
                    <a:pt x="3839663" y="3032827"/>
                  </a:cubicBezTo>
                  <a:cubicBezTo>
                    <a:pt x="3842327" y="3030442"/>
                    <a:pt x="3846254" y="3031846"/>
                    <a:pt x="3850322" y="3029320"/>
                  </a:cubicBezTo>
                  <a:cubicBezTo>
                    <a:pt x="3853649" y="3028143"/>
                    <a:pt x="3857183" y="3027665"/>
                    <a:pt x="3860703" y="3027917"/>
                  </a:cubicBezTo>
                  <a:close/>
                  <a:moveTo>
                    <a:pt x="4353487" y="3005328"/>
                  </a:moveTo>
                  <a:cubicBezTo>
                    <a:pt x="4355886" y="3005229"/>
                    <a:pt x="4357910" y="3007095"/>
                    <a:pt x="4358008" y="3009496"/>
                  </a:cubicBezTo>
                  <a:cubicBezTo>
                    <a:pt x="4358019" y="3009744"/>
                    <a:pt x="4358008" y="3009991"/>
                    <a:pt x="4357976" y="3010237"/>
                  </a:cubicBezTo>
                  <a:cubicBezTo>
                    <a:pt x="4357450" y="3016801"/>
                    <a:pt x="4353998" y="3022779"/>
                    <a:pt x="4348577" y="3026513"/>
                  </a:cubicBezTo>
                  <a:lnTo>
                    <a:pt x="4348437" y="3026513"/>
                  </a:lnTo>
                  <a:cubicBezTo>
                    <a:pt x="4345632" y="3028057"/>
                    <a:pt x="4339039" y="3026513"/>
                    <a:pt x="4334410" y="3024971"/>
                  </a:cubicBezTo>
                  <a:cubicBezTo>
                    <a:pt x="4333185" y="3022444"/>
                    <a:pt x="4332745" y="3019610"/>
                    <a:pt x="4333147" y="3016832"/>
                  </a:cubicBezTo>
                  <a:cubicBezTo>
                    <a:pt x="4333400" y="3013562"/>
                    <a:pt x="4334789" y="3010485"/>
                    <a:pt x="4337074" y="3008134"/>
                  </a:cubicBezTo>
                  <a:cubicBezTo>
                    <a:pt x="4342464" y="3006773"/>
                    <a:pt x="4347951" y="3005834"/>
                    <a:pt x="4353487" y="3005328"/>
                  </a:cubicBezTo>
                  <a:close/>
                  <a:moveTo>
                    <a:pt x="4402582" y="2990734"/>
                  </a:moveTo>
                  <a:cubicBezTo>
                    <a:pt x="4406510" y="2989612"/>
                    <a:pt x="4410156" y="2990033"/>
                    <a:pt x="4410719" y="2993682"/>
                  </a:cubicBezTo>
                  <a:cubicBezTo>
                    <a:pt x="4411077" y="2997226"/>
                    <a:pt x="4411077" y="3000800"/>
                    <a:pt x="4410719" y="3004345"/>
                  </a:cubicBezTo>
                  <a:lnTo>
                    <a:pt x="4410156" y="3004345"/>
                  </a:lnTo>
                  <a:cubicBezTo>
                    <a:pt x="4407429" y="3009891"/>
                    <a:pt x="4402217" y="3013801"/>
                    <a:pt x="4396129" y="3014867"/>
                  </a:cubicBezTo>
                  <a:cubicBezTo>
                    <a:pt x="4394306" y="3014867"/>
                    <a:pt x="4388415" y="3010659"/>
                    <a:pt x="4388274" y="3007713"/>
                  </a:cubicBezTo>
                  <a:cubicBezTo>
                    <a:pt x="4388135" y="3004765"/>
                    <a:pt x="4386872" y="2998312"/>
                    <a:pt x="4389819" y="2994944"/>
                  </a:cubicBezTo>
                  <a:cubicBezTo>
                    <a:pt x="4395849" y="2994944"/>
                    <a:pt x="4398655" y="2991858"/>
                    <a:pt x="4402582" y="2990734"/>
                  </a:cubicBezTo>
                  <a:close/>
                  <a:moveTo>
                    <a:pt x="3889600" y="2974599"/>
                  </a:moveTo>
                  <a:cubicBezTo>
                    <a:pt x="3886672" y="2974281"/>
                    <a:pt x="3883754" y="2975254"/>
                    <a:pt x="3881603" y="2977265"/>
                  </a:cubicBezTo>
                  <a:cubicBezTo>
                    <a:pt x="3879182" y="2978315"/>
                    <a:pt x="3876839" y="2979534"/>
                    <a:pt x="3874591" y="2980914"/>
                  </a:cubicBezTo>
                  <a:cubicBezTo>
                    <a:pt x="3872205" y="2982316"/>
                    <a:pt x="3869541" y="2984000"/>
                    <a:pt x="3866594" y="2986105"/>
                  </a:cubicBezTo>
                  <a:cubicBezTo>
                    <a:pt x="3862382" y="2988948"/>
                    <a:pt x="3857591" y="2990817"/>
                    <a:pt x="3852566" y="2991577"/>
                  </a:cubicBezTo>
                  <a:cubicBezTo>
                    <a:pt x="3846115" y="2993401"/>
                    <a:pt x="3845272" y="2994523"/>
                    <a:pt x="3842467" y="2994523"/>
                  </a:cubicBezTo>
                  <a:cubicBezTo>
                    <a:pt x="3837962" y="2995423"/>
                    <a:pt x="3833613" y="2996983"/>
                    <a:pt x="3829562" y="2999153"/>
                  </a:cubicBezTo>
                  <a:cubicBezTo>
                    <a:pt x="3823390" y="3001959"/>
                    <a:pt x="3815534" y="3001959"/>
                    <a:pt x="3811888" y="3003924"/>
                  </a:cubicBezTo>
                  <a:cubicBezTo>
                    <a:pt x="3804530" y="3007937"/>
                    <a:pt x="3796400" y="3010328"/>
                    <a:pt x="3788041" y="3010939"/>
                  </a:cubicBezTo>
                  <a:cubicBezTo>
                    <a:pt x="3786354" y="3008407"/>
                    <a:pt x="3784528" y="3005972"/>
                    <a:pt x="3782569" y="3003643"/>
                  </a:cubicBezTo>
                  <a:cubicBezTo>
                    <a:pt x="3777380" y="2999996"/>
                    <a:pt x="3775978" y="2998172"/>
                    <a:pt x="3771068" y="2997611"/>
                  </a:cubicBezTo>
                  <a:cubicBezTo>
                    <a:pt x="3766158" y="2997050"/>
                    <a:pt x="3762230" y="3001118"/>
                    <a:pt x="3758163" y="3003363"/>
                  </a:cubicBezTo>
                  <a:cubicBezTo>
                    <a:pt x="3754375" y="3009397"/>
                    <a:pt x="3744976" y="3012904"/>
                    <a:pt x="3744135" y="3028758"/>
                  </a:cubicBezTo>
                  <a:cubicBezTo>
                    <a:pt x="3744135" y="3031425"/>
                    <a:pt x="3744135" y="3037878"/>
                    <a:pt x="3745257" y="3051208"/>
                  </a:cubicBezTo>
                  <a:cubicBezTo>
                    <a:pt x="3745257" y="3060047"/>
                    <a:pt x="3747923" y="3065238"/>
                    <a:pt x="3748904" y="3073377"/>
                  </a:cubicBezTo>
                  <a:cubicBezTo>
                    <a:pt x="3749886" y="3081514"/>
                    <a:pt x="3752692" y="3087408"/>
                    <a:pt x="3752692" y="3090634"/>
                  </a:cubicBezTo>
                  <a:cubicBezTo>
                    <a:pt x="3752692" y="3093861"/>
                    <a:pt x="3753814" y="3099194"/>
                    <a:pt x="3754095" y="3102420"/>
                  </a:cubicBezTo>
                  <a:cubicBezTo>
                    <a:pt x="3755217" y="3102420"/>
                    <a:pt x="3756058" y="3107471"/>
                    <a:pt x="3756759" y="3108453"/>
                  </a:cubicBezTo>
                  <a:cubicBezTo>
                    <a:pt x="3757339" y="3112304"/>
                    <a:pt x="3758376" y="3116072"/>
                    <a:pt x="3759846" y="3119678"/>
                  </a:cubicBezTo>
                  <a:cubicBezTo>
                    <a:pt x="3761326" y="3121662"/>
                    <a:pt x="3763186" y="3123331"/>
                    <a:pt x="3765317" y="3124589"/>
                  </a:cubicBezTo>
                  <a:cubicBezTo>
                    <a:pt x="3770345" y="3125630"/>
                    <a:pt x="3775474" y="3126100"/>
                    <a:pt x="3780606" y="3125991"/>
                  </a:cubicBezTo>
                  <a:cubicBezTo>
                    <a:pt x="3783412" y="3125991"/>
                    <a:pt x="3787340" y="3124308"/>
                    <a:pt x="3790145" y="3124308"/>
                  </a:cubicBezTo>
                  <a:cubicBezTo>
                    <a:pt x="3792950" y="3124308"/>
                    <a:pt x="3797579" y="3128797"/>
                    <a:pt x="3802209" y="3127675"/>
                  </a:cubicBezTo>
                  <a:cubicBezTo>
                    <a:pt x="3804172" y="3127675"/>
                    <a:pt x="3806277" y="3133007"/>
                    <a:pt x="3806277" y="3135252"/>
                  </a:cubicBezTo>
                  <a:cubicBezTo>
                    <a:pt x="3804770" y="3142601"/>
                    <a:pt x="3803879" y="3150064"/>
                    <a:pt x="3803611" y="3157562"/>
                  </a:cubicBezTo>
                  <a:cubicBezTo>
                    <a:pt x="3803041" y="3163112"/>
                    <a:pt x="3803041" y="3168707"/>
                    <a:pt x="3803611" y="3174257"/>
                  </a:cubicBezTo>
                  <a:cubicBezTo>
                    <a:pt x="3803611" y="3177063"/>
                    <a:pt x="3803611" y="3183658"/>
                    <a:pt x="3803611" y="3186464"/>
                  </a:cubicBezTo>
                  <a:cubicBezTo>
                    <a:pt x="3802769" y="3200495"/>
                    <a:pt x="3798140" y="3204002"/>
                    <a:pt x="3788602" y="3204002"/>
                  </a:cubicBezTo>
                  <a:cubicBezTo>
                    <a:pt x="3785938" y="3204002"/>
                    <a:pt x="3779484" y="3197268"/>
                    <a:pt x="3769946" y="3197549"/>
                  </a:cubicBezTo>
                  <a:cubicBezTo>
                    <a:pt x="3768542" y="3197549"/>
                    <a:pt x="3757040" y="3198250"/>
                    <a:pt x="3757322" y="3202740"/>
                  </a:cubicBezTo>
                  <a:cubicBezTo>
                    <a:pt x="3757601" y="3207230"/>
                    <a:pt x="3772611" y="3214947"/>
                    <a:pt x="3777100" y="3222944"/>
                  </a:cubicBezTo>
                  <a:cubicBezTo>
                    <a:pt x="3780327" y="3228557"/>
                    <a:pt x="3780886" y="3233046"/>
                    <a:pt x="3784113" y="3236134"/>
                  </a:cubicBezTo>
                  <a:cubicBezTo>
                    <a:pt x="3787955" y="3239070"/>
                    <a:pt x="3792342" y="3241216"/>
                    <a:pt x="3797018" y="3242447"/>
                  </a:cubicBezTo>
                  <a:cubicBezTo>
                    <a:pt x="3800245" y="3244131"/>
                    <a:pt x="3801648" y="3246656"/>
                    <a:pt x="3804733" y="3248481"/>
                  </a:cubicBezTo>
                  <a:cubicBezTo>
                    <a:pt x="3807820" y="3250305"/>
                    <a:pt x="3813290" y="3251146"/>
                    <a:pt x="3814553" y="3252829"/>
                  </a:cubicBezTo>
                  <a:cubicBezTo>
                    <a:pt x="3815780" y="3255260"/>
                    <a:pt x="3818159" y="3256898"/>
                    <a:pt x="3820865" y="3257179"/>
                  </a:cubicBezTo>
                  <a:cubicBezTo>
                    <a:pt x="3823671" y="3257179"/>
                    <a:pt x="3829703" y="3252410"/>
                    <a:pt x="3834893" y="3250023"/>
                  </a:cubicBezTo>
                  <a:cubicBezTo>
                    <a:pt x="3840082" y="3247638"/>
                    <a:pt x="3845833" y="3236975"/>
                    <a:pt x="3849902" y="3235011"/>
                  </a:cubicBezTo>
                  <a:cubicBezTo>
                    <a:pt x="3857547" y="3230507"/>
                    <a:pt x="3862713" y="3222756"/>
                    <a:pt x="3863930" y="3213965"/>
                  </a:cubicBezTo>
                  <a:cubicBezTo>
                    <a:pt x="3865614" y="3189253"/>
                    <a:pt x="3865614" y="3164454"/>
                    <a:pt x="3863930" y="3139742"/>
                  </a:cubicBezTo>
                  <a:cubicBezTo>
                    <a:pt x="3861921" y="3134414"/>
                    <a:pt x="3861014" y="3128734"/>
                    <a:pt x="3861264" y="3123045"/>
                  </a:cubicBezTo>
                  <a:cubicBezTo>
                    <a:pt x="3861264" y="3117293"/>
                    <a:pt x="3867296" y="3113083"/>
                    <a:pt x="3869399" y="3113926"/>
                  </a:cubicBezTo>
                  <a:cubicBezTo>
                    <a:pt x="3872242" y="3115154"/>
                    <a:pt x="3875527" y="3114722"/>
                    <a:pt x="3877956" y="3112803"/>
                  </a:cubicBezTo>
                  <a:cubicBezTo>
                    <a:pt x="3882087" y="3108131"/>
                    <a:pt x="3885929" y="3103211"/>
                    <a:pt x="3889459" y="3098071"/>
                  </a:cubicBezTo>
                  <a:cubicBezTo>
                    <a:pt x="3897335" y="3082342"/>
                    <a:pt x="3906093" y="3067071"/>
                    <a:pt x="3915690" y="3052330"/>
                  </a:cubicBezTo>
                  <a:cubicBezTo>
                    <a:pt x="3918652" y="3047828"/>
                    <a:pt x="3921322" y="3043143"/>
                    <a:pt x="3923686" y="3038299"/>
                  </a:cubicBezTo>
                  <a:lnTo>
                    <a:pt x="3924247" y="3038299"/>
                  </a:lnTo>
                  <a:cubicBezTo>
                    <a:pt x="3929495" y="3032338"/>
                    <a:pt x="3935068" y="3026671"/>
                    <a:pt x="3940940" y="3021322"/>
                  </a:cubicBezTo>
                  <a:cubicBezTo>
                    <a:pt x="3942371" y="3017186"/>
                    <a:pt x="3942371" y="3012689"/>
                    <a:pt x="3940940" y="3008554"/>
                  </a:cubicBezTo>
                  <a:cubicBezTo>
                    <a:pt x="3939586" y="3002936"/>
                    <a:pt x="3937757" y="2997444"/>
                    <a:pt x="3935469" y="2992138"/>
                  </a:cubicBezTo>
                  <a:cubicBezTo>
                    <a:pt x="3929325" y="2987183"/>
                    <a:pt x="3922699" y="2982860"/>
                    <a:pt x="3915690" y="2979230"/>
                  </a:cubicBezTo>
                  <a:cubicBezTo>
                    <a:pt x="3912885" y="2977406"/>
                    <a:pt x="3904468" y="2979230"/>
                    <a:pt x="3901663" y="2979230"/>
                  </a:cubicBezTo>
                  <a:cubicBezTo>
                    <a:pt x="3897849" y="2977194"/>
                    <a:pt x="3893796" y="2975639"/>
                    <a:pt x="3889600" y="2974599"/>
                  </a:cubicBezTo>
                  <a:close/>
                  <a:moveTo>
                    <a:pt x="4349278" y="2951590"/>
                  </a:moveTo>
                  <a:cubicBezTo>
                    <a:pt x="4358116" y="2949485"/>
                    <a:pt x="4360782" y="2952571"/>
                    <a:pt x="4359518" y="2963375"/>
                  </a:cubicBezTo>
                  <a:lnTo>
                    <a:pt x="4358817" y="2963797"/>
                  </a:lnTo>
                  <a:cubicBezTo>
                    <a:pt x="4357976" y="2971794"/>
                    <a:pt x="4349560" y="2973899"/>
                    <a:pt x="4342825" y="2978950"/>
                  </a:cubicBezTo>
                  <a:cubicBezTo>
                    <a:pt x="4339460" y="2981615"/>
                    <a:pt x="4336794" y="2975301"/>
                    <a:pt x="4336794" y="2975301"/>
                  </a:cubicBezTo>
                  <a:cubicBezTo>
                    <a:pt x="4333428" y="2972355"/>
                    <a:pt x="4335391" y="2966042"/>
                    <a:pt x="4335251" y="2961271"/>
                  </a:cubicBezTo>
                  <a:cubicBezTo>
                    <a:pt x="4335251" y="2951590"/>
                    <a:pt x="4345912" y="2954957"/>
                    <a:pt x="4349278" y="2951590"/>
                  </a:cubicBezTo>
                  <a:close/>
                  <a:moveTo>
                    <a:pt x="4425026" y="2930964"/>
                  </a:moveTo>
                  <a:cubicBezTo>
                    <a:pt x="4426430" y="2932227"/>
                    <a:pt x="4426288" y="2940365"/>
                    <a:pt x="4426288" y="2943311"/>
                  </a:cubicBezTo>
                  <a:cubicBezTo>
                    <a:pt x="4424259" y="2949849"/>
                    <a:pt x="4420237" y="2955588"/>
                    <a:pt x="4414787" y="2959727"/>
                  </a:cubicBezTo>
                  <a:cubicBezTo>
                    <a:pt x="4409025" y="2960496"/>
                    <a:pt x="4403170" y="2960163"/>
                    <a:pt x="4397533" y="2958744"/>
                  </a:cubicBezTo>
                  <a:cubicBezTo>
                    <a:pt x="4392483" y="2956921"/>
                    <a:pt x="4392483" y="2948502"/>
                    <a:pt x="4392904" y="2943591"/>
                  </a:cubicBezTo>
                  <a:cubicBezTo>
                    <a:pt x="4393886" y="2934192"/>
                    <a:pt x="4413103" y="2934753"/>
                    <a:pt x="4425026" y="2930964"/>
                  </a:cubicBezTo>
                  <a:close/>
                  <a:moveTo>
                    <a:pt x="4883443" y="2927736"/>
                  </a:moveTo>
                  <a:cubicBezTo>
                    <a:pt x="4879874" y="2928453"/>
                    <a:pt x="4876269" y="2928969"/>
                    <a:pt x="4872642" y="2929280"/>
                  </a:cubicBezTo>
                  <a:cubicBezTo>
                    <a:pt x="4868418" y="2928919"/>
                    <a:pt x="4864167" y="2929445"/>
                    <a:pt x="4860158" y="2930823"/>
                  </a:cubicBezTo>
                  <a:cubicBezTo>
                    <a:pt x="4846188" y="2938707"/>
                    <a:pt x="4831362" y="2944968"/>
                    <a:pt x="4815971" y="2949484"/>
                  </a:cubicBezTo>
                  <a:cubicBezTo>
                    <a:pt x="4813867" y="2950185"/>
                    <a:pt x="4809799" y="2952009"/>
                    <a:pt x="4808677" y="2952290"/>
                  </a:cubicBezTo>
                  <a:cubicBezTo>
                    <a:pt x="4807555" y="2952570"/>
                    <a:pt x="4802786" y="2954114"/>
                    <a:pt x="4798437" y="2955096"/>
                  </a:cubicBezTo>
                  <a:cubicBezTo>
                    <a:pt x="4779002" y="2959492"/>
                    <a:pt x="4759331" y="2962771"/>
                    <a:pt x="4739522" y="2964917"/>
                  </a:cubicBezTo>
                  <a:cubicBezTo>
                    <a:pt x="4731421" y="2962450"/>
                    <a:pt x="4723175" y="2960482"/>
                    <a:pt x="4714834" y="2959025"/>
                  </a:cubicBezTo>
                  <a:cubicBezTo>
                    <a:pt x="4708101" y="2962392"/>
                    <a:pt x="4700806" y="2962953"/>
                    <a:pt x="4700806" y="2970671"/>
                  </a:cubicBezTo>
                  <a:cubicBezTo>
                    <a:pt x="4700806" y="2973617"/>
                    <a:pt x="4702348" y="2983297"/>
                    <a:pt x="4702208" y="2986243"/>
                  </a:cubicBezTo>
                  <a:cubicBezTo>
                    <a:pt x="4701952" y="2991763"/>
                    <a:pt x="4702909" y="2997271"/>
                    <a:pt x="4705014" y="3002379"/>
                  </a:cubicBezTo>
                  <a:cubicBezTo>
                    <a:pt x="4710383" y="3007972"/>
                    <a:pt x="4714161" y="3014898"/>
                    <a:pt x="4715956" y="3022443"/>
                  </a:cubicBezTo>
                  <a:cubicBezTo>
                    <a:pt x="4716797" y="3029879"/>
                    <a:pt x="4715956" y="3036474"/>
                    <a:pt x="4721567" y="3039140"/>
                  </a:cubicBezTo>
                  <a:cubicBezTo>
                    <a:pt x="4727695" y="3040344"/>
                    <a:pt x="4734035" y="3039908"/>
                    <a:pt x="4739942" y="3037876"/>
                  </a:cubicBezTo>
                  <a:cubicBezTo>
                    <a:pt x="4744556" y="3036785"/>
                    <a:pt x="4749245" y="3036034"/>
                    <a:pt x="4753969" y="3035631"/>
                  </a:cubicBezTo>
                  <a:cubicBezTo>
                    <a:pt x="4756635" y="3036614"/>
                    <a:pt x="4757056" y="3043209"/>
                    <a:pt x="4756916" y="3048681"/>
                  </a:cubicBezTo>
                  <a:cubicBezTo>
                    <a:pt x="4756890" y="3054327"/>
                    <a:pt x="4755894" y="3059928"/>
                    <a:pt x="4753969" y="3065237"/>
                  </a:cubicBezTo>
                  <a:cubicBezTo>
                    <a:pt x="4750323" y="3076181"/>
                    <a:pt x="4749061" y="3105084"/>
                    <a:pt x="4725074" y="3114625"/>
                  </a:cubicBezTo>
                  <a:cubicBezTo>
                    <a:pt x="4713852" y="3119114"/>
                    <a:pt x="4698561" y="3126832"/>
                    <a:pt x="4688181" y="3130059"/>
                  </a:cubicBezTo>
                  <a:cubicBezTo>
                    <a:pt x="4684814" y="3131040"/>
                    <a:pt x="4678503" y="3131321"/>
                    <a:pt x="4674154" y="3132724"/>
                  </a:cubicBezTo>
                  <a:cubicBezTo>
                    <a:pt x="4663213" y="3136652"/>
                    <a:pt x="4643293" y="3144791"/>
                    <a:pt x="4640488" y="3145492"/>
                  </a:cubicBezTo>
                  <a:cubicBezTo>
                    <a:pt x="4635158" y="3146754"/>
                    <a:pt x="4626460" y="3143387"/>
                    <a:pt x="4624216" y="3143948"/>
                  </a:cubicBezTo>
                  <a:cubicBezTo>
                    <a:pt x="4621972" y="3144510"/>
                    <a:pt x="4599949" y="3152648"/>
                    <a:pt x="4596161" y="3159243"/>
                  </a:cubicBezTo>
                  <a:cubicBezTo>
                    <a:pt x="4598099" y="3164728"/>
                    <a:pt x="4598628" y="3170615"/>
                    <a:pt x="4597705" y="3176360"/>
                  </a:cubicBezTo>
                  <a:cubicBezTo>
                    <a:pt x="4596862" y="3180998"/>
                    <a:pt x="4596862" y="3185752"/>
                    <a:pt x="4597705" y="3190390"/>
                  </a:cubicBezTo>
                  <a:cubicBezTo>
                    <a:pt x="4607664" y="3199791"/>
                    <a:pt x="4618044" y="3213682"/>
                    <a:pt x="4622954" y="3214243"/>
                  </a:cubicBezTo>
                  <a:cubicBezTo>
                    <a:pt x="4627864" y="3214804"/>
                    <a:pt x="4666859" y="3196704"/>
                    <a:pt x="4689163" y="3188988"/>
                  </a:cubicBezTo>
                  <a:cubicBezTo>
                    <a:pt x="4706706" y="3183331"/>
                    <a:pt x="4724816" y="3179615"/>
                    <a:pt x="4743169" y="3177903"/>
                  </a:cubicBezTo>
                  <a:cubicBezTo>
                    <a:pt x="4751726" y="3177903"/>
                    <a:pt x="4764071" y="3180008"/>
                    <a:pt x="4773608" y="3178604"/>
                  </a:cubicBezTo>
                  <a:lnTo>
                    <a:pt x="4800400" y="3174816"/>
                  </a:lnTo>
                  <a:cubicBezTo>
                    <a:pt x="4809552" y="3172449"/>
                    <a:pt x="4819045" y="3171690"/>
                    <a:pt x="4828455" y="3172571"/>
                  </a:cubicBezTo>
                  <a:cubicBezTo>
                    <a:pt x="4833926" y="3173274"/>
                    <a:pt x="4851040" y="3171870"/>
                    <a:pt x="4856510" y="3172571"/>
                  </a:cubicBezTo>
                  <a:cubicBezTo>
                    <a:pt x="4865068" y="3173553"/>
                    <a:pt x="4878954" y="3174957"/>
                    <a:pt x="4886669" y="3175097"/>
                  </a:cubicBezTo>
                  <a:cubicBezTo>
                    <a:pt x="4894385" y="3175237"/>
                    <a:pt x="4898732" y="3173553"/>
                    <a:pt x="4904904" y="3173553"/>
                  </a:cubicBezTo>
                  <a:cubicBezTo>
                    <a:pt x="4911076" y="3173553"/>
                    <a:pt x="4919774" y="3176499"/>
                    <a:pt x="4922719" y="3176641"/>
                  </a:cubicBezTo>
                  <a:cubicBezTo>
                    <a:pt x="4925665" y="3176781"/>
                    <a:pt x="4930154" y="3175938"/>
                    <a:pt x="4939131" y="3175658"/>
                  </a:cubicBezTo>
                  <a:cubicBezTo>
                    <a:pt x="4942498" y="3175658"/>
                    <a:pt x="4945303" y="3170607"/>
                    <a:pt x="4947548" y="3167100"/>
                  </a:cubicBezTo>
                  <a:cubicBezTo>
                    <a:pt x="4949665" y="3164127"/>
                    <a:pt x="4951101" y="3160728"/>
                    <a:pt x="4951757" y="3157138"/>
                  </a:cubicBezTo>
                  <a:cubicBezTo>
                    <a:pt x="4952067" y="3155012"/>
                    <a:pt x="4951673" y="3152844"/>
                    <a:pt x="4950633" y="3150964"/>
                  </a:cubicBezTo>
                  <a:cubicBezTo>
                    <a:pt x="4949559" y="3149826"/>
                    <a:pt x="4948957" y="3148320"/>
                    <a:pt x="4948950" y="3146754"/>
                  </a:cubicBezTo>
                  <a:lnTo>
                    <a:pt x="4951335" y="3146475"/>
                  </a:lnTo>
                  <a:cubicBezTo>
                    <a:pt x="4951384" y="3142584"/>
                    <a:pt x="4950864" y="3138709"/>
                    <a:pt x="4949792" y="3134969"/>
                  </a:cubicBezTo>
                  <a:cubicBezTo>
                    <a:pt x="4946286" y="3126130"/>
                    <a:pt x="4937729" y="3124305"/>
                    <a:pt x="4932959" y="3120938"/>
                  </a:cubicBezTo>
                  <a:cubicBezTo>
                    <a:pt x="4928856" y="3118211"/>
                    <a:pt x="4924541" y="3115818"/>
                    <a:pt x="4920055" y="3113783"/>
                  </a:cubicBezTo>
                  <a:cubicBezTo>
                    <a:pt x="4915776" y="3112215"/>
                    <a:pt x="4911362" y="3111041"/>
                    <a:pt x="4906869" y="3110275"/>
                  </a:cubicBezTo>
                  <a:cubicBezTo>
                    <a:pt x="4902813" y="3110236"/>
                    <a:pt x="4898765" y="3110661"/>
                    <a:pt x="4894806" y="3111539"/>
                  </a:cubicBezTo>
                  <a:cubicBezTo>
                    <a:pt x="4890457" y="3112520"/>
                    <a:pt x="4888071" y="3116448"/>
                    <a:pt x="4882181" y="3116448"/>
                  </a:cubicBezTo>
                  <a:cubicBezTo>
                    <a:pt x="4865994" y="3115893"/>
                    <a:pt x="4849789" y="3116267"/>
                    <a:pt x="4833645" y="3117571"/>
                  </a:cubicBezTo>
                  <a:cubicBezTo>
                    <a:pt x="4829859" y="3114345"/>
                    <a:pt x="4831962" y="3103540"/>
                    <a:pt x="4832243" y="3090632"/>
                  </a:cubicBezTo>
                  <a:cubicBezTo>
                    <a:pt x="4831900" y="3087070"/>
                    <a:pt x="4832530" y="3083482"/>
                    <a:pt x="4834066" y="3080250"/>
                  </a:cubicBezTo>
                  <a:cubicBezTo>
                    <a:pt x="4835777" y="3077257"/>
                    <a:pt x="4836696" y="3073876"/>
                    <a:pt x="4836732" y="3070428"/>
                  </a:cubicBezTo>
                  <a:cubicBezTo>
                    <a:pt x="4836938" y="3067057"/>
                    <a:pt x="4838160" y="3063828"/>
                    <a:pt x="4840238" y="3061168"/>
                  </a:cubicBezTo>
                  <a:cubicBezTo>
                    <a:pt x="4842469" y="3058193"/>
                    <a:pt x="4843960" y="3054731"/>
                    <a:pt x="4844587" y="3051066"/>
                  </a:cubicBezTo>
                  <a:cubicBezTo>
                    <a:pt x="4844587" y="3037035"/>
                    <a:pt x="4837293" y="3042366"/>
                    <a:pt x="4838275" y="3029178"/>
                  </a:cubicBezTo>
                  <a:cubicBezTo>
                    <a:pt x="4839256" y="3015989"/>
                    <a:pt x="4851179" y="3016550"/>
                    <a:pt x="4864505" y="3010798"/>
                  </a:cubicBezTo>
                  <a:cubicBezTo>
                    <a:pt x="4869452" y="3008772"/>
                    <a:pt x="4873938" y="3005766"/>
                    <a:pt x="4877692" y="3001958"/>
                  </a:cubicBezTo>
                  <a:cubicBezTo>
                    <a:pt x="4882463" y="2996247"/>
                    <a:pt x="4888270" y="2991487"/>
                    <a:pt x="4894805" y="2987927"/>
                  </a:cubicBezTo>
                  <a:cubicBezTo>
                    <a:pt x="4906729" y="2979509"/>
                    <a:pt x="4915565" y="2979790"/>
                    <a:pt x="4916547" y="2967723"/>
                  </a:cubicBezTo>
                  <a:cubicBezTo>
                    <a:pt x="4916547" y="2966039"/>
                    <a:pt x="4911919" y="2962252"/>
                    <a:pt x="4911076" y="2959165"/>
                  </a:cubicBezTo>
                  <a:cubicBezTo>
                    <a:pt x="4910465" y="2954642"/>
                    <a:pt x="4909040" y="2950269"/>
                    <a:pt x="4906869" y="2946256"/>
                  </a:cubicBezTo>
                  <a:cubicBezTo>
                    <a:pt x="4903081" y="2940925"/>
                    <a:pt x="4897751" y="2938399"/>
                    <a:pt x="4892841" y="2933208"/>
                  </a:cubicBezTo>
                  <a:cubicBezTo>
                    <a:pt x="4890429" y="2930359"/>
                    <a:pt x="4887110" y="2928428"/>
                    <a:pt x="4883443" y="2927736"/>
                  </a:cubicBezTo>
                  <a:close/>
                  <a:moveTo>
                    <a:pt x="4262869" y="2911460"/>
                  </a:moveTo>
                  <a:cubicBezTo>
                    <a:pt x="4258520" y="2913846"/>
                    <a:pt x="4254031" y="2913565"/>
                    <a:pt x="4243090" y="2912864"/>
                  </a:cubicBezTo>
                  <a:cubicBezTo>
                    <a:pt x="4221629" y="2911741"/>
                    <a:pt x="4196238" y="2936857"/>
                    <a:pt x="4173795" y="2945976"/>
                  </a:cubicBezTo>
                  <a:cubicBezTo>
                    <a:pt x="4168502" y="2946875"/>
                    <a:pt x="4163162" y="2947485"/>
                    <a:pt x="4157803" y="2947800"/>
                  </a:cubicBezTo>
                  <a:cubicBezTo>
                    <a:pt x="4153035" y="2949062"/>
                    <a:pt x="4147845" y="2950185"/>
                    <a:pt x="4145599" y="2954956"/>
                  </a:cubicBezTo>
                  <a:cubicBezTo>
                    <a:pt x="4143356" y="2959726"/>
                    <a:pt x="4143356" y="2962252"/>
                    <a:pt x="4139848" y="2963794"/>
                  </a:cubicBezTo>
                  <a:cubicBezTo>
                    <a:pt x="4136342" y="2965338"/>
                    <a:pt x="4132273" y="2967022"/>
                    <a:pt x="4132273" y="2968565"/>
                  </a:cubicBezTo>
                  <a:cubicBezTo>
                    <a:pt x="4132273" y="2970109"/>
                    <a:pt x="4132273" y="2983437"/>
                    <a:pt x="4136202" y="2984981"/>
                  </a:cubicBezTo>
                  <a:cubicBezTo>
                    <a:pt x="4140128" y="2986525"/>
                    <a:pt x="4141673" y="2984981"/>
                    <a:pt x="4143496" y="2989892"/>
                  </a:cubicBezTo>
                  <a:cubicBezTo>
                    <a:pt x="4145319" y="2994803"/>
                    <a:pt x="4148546" y="2999293"/>
                    <a:pt x="4152332" y="2999573"/>
                  </a:cubicBezTo>
                  <a:cubicBezTo>
                    <a:pt x="4157197" y="3000681"/>
                    <a:pt x="4161908" y="3002376"/>
                    <a:pt x="4166360" y="3004624"/>
                  </a:cubicBezTo>
                  <a:cubicBezTo>
                    <a:pt x="4170990" y="3006448"/>
                    <a:pt x="4180387" y="3007712"/>
                    <a:pt x="4178143" y="3015569"/>
                  </a:cubicBezTo>
                  <a:cubicBezTo>
                    <a:pt x="4177854" y="3023338"/>
                    <a:pt x="4176726" y="3031052"/>
                    <a:pt x="4174778" y="3038579"/>
                  </a:cubicBezTo>
                  <a:cubicBezTo>
                    <a:pt x="4171130" y="3044050"/>
                    <a:pt x="4166360" y="3050505"/>
                    <a:pt x="4159627" y="3051066"/>
                  </a:cubicBezTo>
                  <a:cubicBezTo>
                    <a:pt x="4156821" y="3051066"/>
                    <a:pt x="4151631" y="3049944"/>
                    <a:pt x="4148826" y="3051066"/>
                  </a:cubicBezTo>
                  <a:cubicBezTo>
                    <a:pt x="4139979" y="3051704"/>
                    <a:pt x="4133028" y="3058897"/>
                    <a:pt x="4132694" y="3067763"/>
                  </a:cubicBezTo>
                  <a:cubicBezTo>
                    <a:pt x="4132695" y="3073515"/>
                    <a:pt x="4142794" y="3085161"/>
                    <a:pt x="4142794" y="3085301"/>
                  </a:cubicBezTo>
                  <a:cubicBezTo>
                    <a:pt x="4143851" y="3088355"/>
                    <a:pt x="4145577" y="3091136"/>
                    <a:pt x="4147843" y="3093440"/>
                  </a:cubicBezTo>
                  <a:cubicBezTo>
                    <a:pt x="4150194" y="3096056"/>
                    <a:pt x="4151665" y="3099344"/>
                    <a:pt x="4152051" y="3102839"/>
                  </a:cubicBezTo>
                  <a:cubicBezTo>
                    <a:pt x="4152052" y="3106348"/>
                    <a:pt x="4149668" y="3109855"/>
                    <a:pt x="4149387" y="3114625"/>
                  </a:cubicBezTo>
                  <a:cubicBezTo>
                    <a:pt x="4149025" y="3117763"/>
                    <a:pt x="4148221" y="3120833"/>
                    <a:pt x="4147003" y="3123745"/>
                  </a:cubicBezTo>
                  <a:cubicBezTo>
                    <a:pt x="4144958" y="3127710"/>
                    <a:pt x="4141785" y="3130982"/>
                    <a:pt x="4137885" y="3133146"/>
                  </a:cubicBezTo>
                  <a:cubicBezTo>
                    <a:pt x="4133810" y="3136518"/>
                    <a:pt x="4129548" y="3139657"/>
                    <a:pt x="4125120" y="3142547"/>
                  </a:cubicBezTo>
                  <a:cubicBezTo>
                    <a:pt x="4115061" y="3146347"/>
                    <a:pt x="4107000" y="3154106"/>
                    <a:pt x="4102816" y="3164013"/>
                  </a:cubicBezTo>
                  <a:cubicBezTo>
                    <a:pt x="4102474" y="3171785"/>
                    <a:pt x="4103814" y="3179538"/>
                    <a:pt x="4106743" y="3186744"/>
                  </a:cubicBezTo>
                  <a:cubicBezTo>
                    <a:pt x="4108823" y="3191421"/>
                    <a:pt x="4111776" y="3195659"/>
                    <a:pt x="4115441" y="3199231"/>
                  </a:cubicBezTo>
                  <a:cubicBezTo>
                    <a:pt x="4118948" y="3203300"/>
                    <a:pt x="4116703" y="3210034"/>
                    <a:pt x="4121473" y="3211578"/>
                  </a:cubicBezTo>
                  <a:cubicBezTo>
                    <a:pt x="4126238" y="3212541"/>
                    <a:pt x="4130928" y="3213855"/>
                    <a:pt x="4135501" y="3215507"/>
                  </a:cubicBezTo>
                  <a:cubicBezTo>
                    <a:pt x="4138586" y="3217752"/>
                    <a:pt x="4145459" y="3215507"/>
                    <a:pt x="4145459" y="3215507"/>
                  </a:cubicBezTo>
                  <a:cubicBezTo>
                    <a:pt x="4151212" y="3213122"/>
                    <a:pt x="4160609" y="3198810"/>
                    <a:pt x="4170569" y="3193057"/>
                  </a:cubicBezTo>
                  <a:cubicBezTo>
                    <a:pt x="4182632" y="3186183"/>
                    <a:pt x="4208022" y="3176360"/>
                    <a:pt x="4222050" y="3167381"/>
                  </a:cubicBezTo>
                  <a:cubicBezTo>
                    <a:pt x="4236077" y="3158401"/>
                    <a:pt x="4251507" y="3147318"/>
                    <a:pt x="4253611" y="3129499"/>
                  </a:cubicBezTo>
                  <a:cubicBezTo>
                    <a:pt x="4253412" y="3125274"/>
                    <a:pt x="4252262" y="3121149"/>
                    <a:pt x="4250245" y="3117431"/>
                  </a:cubicBezTo>
                  <a:cubicBezTo>
                    <a:pt x="4247345" y="3113900"/>
                    <a:pt x="4243426" y="3111352"/>
                    <a:pt x="4239023" y="3110135"/>
                  </a:cubicBezTo>
                  <a:lnTo>
                    <a:pt x="4239444" y="3109294"/>
                  </a:lnTo>
                  <a:cubicBezTo>
                    <a:pt x="4236497" y="3109294"/>
                    <a:pt x="4229764" y="3109294"/>
                    <a:pt x="4227100" y="3109294"/>
                  </a:cubicBezTo>
                  <a:cubicBezTo>
                    <a:pt x="4225178" y="3105329"/>
                    <a:pt x="4224634" y="3100835"/>
                    <a:pt x="4225556" y="3096526"/>
                  </a:cubicBezTo>
                  <a:cubicBezTo>
                    <a:pt x="4233896" y="3083853"/>
                    <a:pt x="4244968" y="3073209"/>
                    <a:pt x="4257960" y="3065377"/>
                  </a:cubicBezTo>
                  <a:cubicBezTo>
                    <a:pt x="4260203" y="3063975"/>
                    <a:pt x="4260203" y="3061590"/>
                    <a:pt x="4260344" y="3058784"/>
                  </a:cubicBezTo>
                  <a:cubicBezTo>
                    <a:pt x="4260344" y="3053872"/>
                    <a:pt x="4258661" y="3052329"/>
                    <a:pt x="4253471" y="3042366"/>
                  </a:cubicBezTo>
                  <a:cubicBezTo>
                    <a:pt x="4250666" y="3037175"/>
                    <a:pt x="4252209" y="3032406"/>
                    <a:pt x="4249823" y="3032124"/>
                  </a:cubicBezTo>
                  <a:cubicBezTo>
                    <a:pt x="4247439" y="3031844"/>
                    <a:pt x="4242810" y="3036194"/>
                    <a:pt x="4238601" y="3032124"/>
                  </a:cubicBezTo>
                  <a:cubicBezTo>
                    <a:pt x="4234394" y="3028056"/>
                    <a:pt x="4237339" y="3020478"/>
                    <a:pt x="4237339" y="3018094"/>
                  </a:cubicBezTo>
                  <a:cubicBezTo>
                    <a:pt x="4235713" y="3011016"/>
                    <a:pt x="4236351" y="3003603"/>
                    <a:pt x="4239164" y="2996907"/>
                  </a:cubicBezTo>
                  <a:cubicBezTo>
                    <a:pt x="4244483" y="2990169"/>
                    <a:pt x="4250246" y="2983794"/>
                    <a:pt x="4256417" y="2977825"/>
                  </a:cubicBezTo>
                  <a:cubicBezTo>
                    <a:pt x="4262449" y="2972354"/>
                    <a:pt x="4266938" y="2968705"/>
                    <a:pt x="4266796" y="2963794"/>
                  </a:cubicBezTo>
                  <a:cubicBezTo>
                    <a:pt x="4266796" y="2952851"/>
                    <a:pt x="4272127" y="2948361"/>
                    <a:pt x="4272547" y="2944712"/>
                  </a:cubicBezTo>
                  <a:cubicBezTo>
                    <a:pt x="4272970" y="2941065"/>
                    <a:pt x="4276756" y="2930682"/>
                    <a:pt x="4275494" y="2928017"/>
                  </a:cubicBezTo>
                  <a:cubicBezTo>
                    <a:pt x="4273250" y="2922545"/>
                    <a:pt x="4269743" y="2907391"/>
                    <a:pt x="4262869" y="2911460"/>
                  </a:cubicBezTo>
                  <a:close/>
                  <a:moveTo>
                    <a:pt x="5242686" y="2910740"/>
                  </a:moveTo>
                  <a:cubicBezTo>
                    <a:pt x="5238407" y="2910933"/>
                    <a:pt x="5233638" y="2911319"/>
                    <a:pt x="5231043" y="2910898"/>
                  </a:cubicBezTo>
                  <a:cubicBezTo>
                    <a:pt x="5225853" y="2910055"/>
                    <a:pt x="5225011" y="2914546"/>
                    <a:pt x="5220102" y="2914406"/>
                  </a:cubicBezTo>
                  <a:cubicBezTo>
                    <a:pt x="5215192" y="2914266"/>
                    <a:pt x="5215332" y="2910756"/>
                    <a:pt x="5206075" y="2913283"/>
                  </a:cubicBezTo>
                  <a:cubicBezTo>
                    <a:pt x="5203128" y="2914124"/>
                    <a:pt x="5200323" y="2914685"/>
                    <a:pt x="5200464" y="2919737"/>
                  </a:cubicBezTo>
                  <a:cubicBezTo>
                    <a:pt x="5201882" y="2925661"/>
                    <a:pt x="5202215" y="2931793"/>
                    <a:pt x="5201445" y="2937837"/>
                  </a:cubicBezTo>
                  <a:cubicBezTo>
                    <a:pt x="5201521" y="2944924"/>
                    <a:pt x="5200719" y="2951992"/>
                    <a:pt x="5199060" y="2958883"/>
                  </a:cubicBezTo>
                  <a:cubicBezTo>
                    <a:pt x="5194162" y="2969263"/>
                    <a:pt x="5191806" y="2980663"/>
                    <a:pt x="5192187" y="2992135"/>
                  </a:cubicBezTo>
                  <a:cubicBezTo>
                    <a:pt x="5181198" y="2998875"/>
                    <a:pt x="5168916" y="3003225"/>
                    <a:pt x="5156137" y="3004904"/>
                  </a:cubicBezTo>
                  <a:cubicBezTo>
                    <a:pt x="5148702" y="3004904"/>
                    <a:pt x="5138322" y="3003360"/>
                    <a:pt x="5134253" y="3004904"/>
                  </a:cubicBezTo>
                  <a:cubicBezTo>
                    <a:pt x="5130185" y="3006448"/>
                    <a:pt x="5127661" y="3009254"/>
                    <a:pt x="5125277" y="3010797"/>
                  </a:cubicBezTo>
                  <a:cubicBezTo>
                    <a:pt x="5122891" y="3012340"/>
                    <a:pt x="5117561" y="3012621"/>
                    <a:pt x="5114616" y="3014866"/>
                  </a:cubicBezTo>
                  <a:cubicBezTo>
                    <a:pt x="5111669" y="3017111"/>
                    <a:pt x="5109846" y="3020900"/>
                    <a:pt x="5106198" y="3023564"/>
                  </a:cubicBezTo>
                  <a:cubicBezTo>
                    <a:pt x="5102067" y="3026952"/>
                    <a:pt x="5100218" y="3032392"/>
                    <a:pt x="5101428" y="3037595"/>
                  </a:cubicBezTo>
                  <a:cubicBezTo>
                    <a:pt x="5102696" y="3047761"/>
                    <a:pt x="5109591" y="3056340"/>
                    <a:pt x="5119243" y="3059765"/>
                  </a:cubicBezTo>
                  <a:cubicBezTo>
                    <a:pt x="5126398" y="3060747"/>
                    <a:pt x="5129203" y="3065237"/>
                    <a:pt x="5134534" y="3066921"/>
                  </a:cubicBezTo>
                  <a:cubicBezTo>
                    <a:pt x="5137760" y="3068043"/>
                    <a:pt x="5141269" y="3068043"/>
                    <a:pt x="5144494" y="3066921"/>
                  </a:cubicBezTo>
                  <a:cubicBezTo>
                    <a:pt x="5147861" y="3066921"/>
                    <a:pt x="5151928" y="3064254"/>
                    <a:pt x="5154874" y="3064114"/>
                  </a:cubicBezTo>
                  <a:cubicBezTo>
                    <a:pt x="5157821" y="3063973"/>
                    <a:pt x="5159644" y="3064114"/>
                    <a:pt x="5162589" y="3064114"/>
                  </a:cubicBezTo>
                  <a:cubicBezTo>
                    <a:pt x="5165535" y="3064114"/>
                    <a:pt x="5172268" y="3061870"/>
                    <a:pt x="5172689" y="3064114"/>
                  </a:cubicBezTo>
                  <a:cubicBezTo>
                    <a:pt x="5172399" y="3069036"/>
                    <a:pt x="5171010" y="3073831"/>
                    <a:pt x="5168621" y="3078145"/>
                  </a:cubicBezTo>
                  <a:cubicBezTo>
                    <a:pt x="5164848" y="3090908"/>
                    <a:pt x="5158175" y="3102624"/>
                    <a:pt x="5149123" y="3112380"/>
                  </a:cubicBezTo>
                  <a:cubicBezTo>
                    <a:pt x="5133291" y="3129528"/>
                    <a:pt x="5116428" y="3145693"/>
                    <a:pt x="5098626" y="3160786"/>
                  </a:cubicBezTo>
                  <a:cubicBezTo>
                    <a:pt x="5096801" y="3161909"/>
                    <a:pt x="5092312" y="3162610"/>
                    <a:pt x="5091050" y="3164154"/>
                  </a:cubicBezTo>
                  <a:cubicBezTo>
                    <a:pt x="5087723" y="3167170"/>
                    <a:pt x="5084105" y="3169850"/>
                    <a:pt x="5080248" y="3172151"/>
                  </a:cubicBezTo>
                  <a:cubicBezTo>
                    <a:pt x="5075702" y="3176284"/>
                    <a:pt x="5070354" y="3179436"/>
                    <a:pt x="5064537" y="3181412"/>
                  </a:cubicBezTo>
                  <a:cubicBezTo>
                    <a:pt x="5057242" y="3183797"/>
                    <a:pt x="5055419" y="3187304"/>
                    <a:pt x="5057664" y="3189409"/>
                  </a:cubicBezTo>
                  <a:cubicBezTo>
                    <a:pt x="5061103" y="3190938"/>
                    <a:pt x="5064670" y="3192159"/>
                    <a:pt x="5068325" y="3193056"/>
                  </a:cubicBezTo>
                  <a:cubicBezTo>
                    <a:pt x="5072113" y="3194740"/>
                    <a:pt x="5072113" y="3203861"/>
                    <a:pt x="5074637" y="3205685"/>
                  </a:cubicBezTo>
                  <a:cubicBezTo>
                    <a:pt x="5077162" y="3207508"/>
                    <a:pt x="5079547" y="3212280"/>
                    <a:pt x="5082913" y="3212841"/>
                  </a:cubicBezTo>
                  <a:cubicBezTo>
                    <a:pt x="5087087" y="3212878"/>
                    <a:pt x="5091230" y="3212116"/>
                    <a:pt x="5095118" y="3210596"/>
                  </a:cubicBezTo>
                  <a:cubicBezTo>
                    <a:pt x="5100028" y="3208209"/>
                    <a:pt x="5111108" y="3208771"/>
                    <a:pt x="5117422" y="3204842"/>
                  </a:cubicBezTo>
                  <a:cubicBezTo>
                    <a:pt x="5123734" y="3200913"/>
                    <a:pt x="5136218" y="3195301"/>
                    <a:pt x="5141689" y="3191654"/>
                  </a:cubicBezTo>
                  <a:cubicBezTo>
                    <a:pt x="5153681" y="3187009"/>
                    <a:pt x="5164748" y="3180261"/>
                    <a:pt x="5174372" y="3171729"/>
                  </a:cubicBezTo>
                  <a:cubicBezTo>
                    <a:pt x="5187559" y="3157699"/>
                    <a:pt x="5195414" y="3152228"/>
                    <a:pt x="5206215" y="3140582"/>
                  </a:cubicBezTo>
                  <a:cubicBezTo>
                    <a:pt x="5217016" y="3128936"/>
                    <a:pt x="5226554" y="3106207"/>
                    <a:pt x="5228237" y="3107188"/>
                  </a:cubicBezTo>
                  <a:cubicBezTo>
                    <a:pt x="5233008" y="3110135"/>
                    <a:pt x="5245771" y="3124727"/>
                    <a:pt x="5260080" y="3135249"/>
                  </a:cubicBezTo>
                  <a:cubicBezTo>
                    <a:pt x="5265142" y="3140181"/>
                    <a:pt x="5269829" y="3145480"/>
                    <a:pt x="5274108" y="3151105"/>
                  </a:cubicBezTo>
                  <a:cubicBezTo>
                    <a:pt x="5281134" y="3161240"/>
                    <a:pt x="5288770" y="3170940"/>
                    <a:pt x="5296973" y="3180148"/>
                  </a:cubicBezTo>
                  <a:cubicBezTo>
                    <a:pt x="5318714" y="3200072"/>
                    <a:pt x="5312683" y="3203720"/>
                    <a:pt x="5317172" y="3216208"/>
                  </a:cubicBezTo>
                  <a:cubicBezTo>
                    <a:pt x="5320042" y="3221010"/>
                    <a:pt x="5324851" y="3224336"/>
                    <a:pt x="5330357" y="3225328"/>
                  </a:cubicBezTo>
                  <a:cubicBezTo>
                    <a:pt x="5337372" y="3227151"/>
                    <a:pt x="5344385" y="3223223"/>
                    <a:pt x="5353642" y="3228555"/>
                  </a:cubicBezTo>
                  <a:cubicBezTo>
                    <a:pt x="5358393" y="3230366"/>
                    <a:pt x="5363428" y="3231316"/>
                    <a:pt x="5368512" y="3231361"/>
                  </a:cubicBezTo>
                  <a:cubicBezTo>
                    <a:pt x="5374165" y="3231671"/>
                    <a:pt x="5379831" y="3231671"/>
                    <a:pt x="5385485" y="3231361"/>
                  </a:cubicBezTo>
                  <a:cubicBezTo>
                    <a:pt x="5390929" y="3232036"/>
                    <a:pt x="5396412" y="3232365"/>
                    <a:pt x="5401896" y="3232342"/>
                  </a:cubicBezTo>
                  <a:cubicBezTo>
                    <a:pt x="5404001" y="3232342"/>
                    <a:pt x="5407088" y="3232342"/>
                    <a:pt x="5409192" y="3230800"/>
                  </a:cubicBezTo>
                  <a:cubicBezTo>
                    <a:pt x="5411295" y="3229256"/>
                    <a:pt x="5413539" y="3225046"/>
                    <a:pt x="5416486" y="3224767"/>
                  </a:cubicBezTo>
                  <a:cubicBezTo>
                    <a:pt x="5423487" y="3224414"/>
                    <a:pt x="5429989" y="3221035"/>
                    <a:pt x="5434301" y="3215505"/>
                  </a:cubicBezTo>
                  <a:cubicBezTo>
                    <a:pt x="5436966" y="3212280"/>
                    <a:pt x="5435564" y="3207087"/>
                    <a:pt x="5435843" y="3204001"/>
                  </a:cubicBezTo>
                  <a:cubicBezTo>
                    <a:pt x="5436123" y="3200913"/>
                    <a:pt x="5440613" y="3198529"/>
                    <a:pt x="5439210" y="3195862"/>
                  </a:cubicBezTo>
                  <a:lnTo>
                    <a:pt x="5440332" y="3194460"/>
                  </a:lnTo>
                  <a:cubicBezTo>
                    <a:pt x="5438649" y="3191373"/>
                    <a:pt x="5433038" y="3190953"/>
                    <a:pt x="5429671" y="3189549"/>
                  </a:cubicBezTo>
                  <a:cubicBezTo>
                    <a:pt x="5415644" y="3183937"/>
                    <a:pt x="5407789" y="3181130"/>
                    <a:pt x="5398671" y="3178044"/>
                  </a:cubicBezTo>
                  <a:cubicBezTo>
                    <a:pt x="5395165" y="3176781"/>
                    <a:pt x="5390255" y="3171590"/>
                    <a:pt x="5384644" y="3169205"/>
                  </a:cubicBezTo>
                  <a:cubicBezTo>
                    <a:pt x="5378410" y="3167562"/>
                    <a:pt x="5372385" y="3165207"/>
                    <a:pt x="5366689" y="3162189"/>
                  </a:cubicBezTo>
                  <a:cubicBezTo>
                    <a:pt x="5357028" y="3153976"/>
                    <a:pt x="5346544" y="3146782"/>
                    <a:pt x="5335407" y="3140722"/>
                  </a:cubicBezTo>
                  <a:cubicBezTo>
                    <a:pt x="5322923" y="3134408"/>
                    <a:pt x="5312402" y="3112660"/>
                    <a:pt x="5304968" y="3106347"/>
                  </a:cubicBezTo>
                  <a:cubicBezTo>
                    <a:pt x="5289295" y="3094343"/>
                    <a:pt x="5275409" y="3080169"/>
                    <a:pt x="5263727" y="3064254"/>
                  </a:cubicBezTo>
                  <a:cubicBezTo>
                    <a:pt x="5259911" y="3058561"/>
                    <a:pt x="5258831" y="3051462"/>
                    <a:pt x="5260781" y="3044891"/>
                  </a:cubicBezTo>
                  <a:cubicBezTo>
                    <a:pt x="5262899" y="3040466"/>
                    <a:pt x="5265691" y="3036395"/>
                    <a:pt x="5269058" y="3032825"/>
                  </a:cubicBezTo>
                  <a:cubicBezTo>
                    <a:pt x="5276953" y="3028621"/>
                    <a:pt x="5285340" y="3025417"/>
                    <a:pt x="5294027" y="3023284"/>
                  </a:cubicBezTo>
                  <a:cubicBezTo>
                    <a:pt x="5298656" y="3022302"/>
                    <a:pt x="5304126" y="3022022"/>
                    <a:pt x="5310298" y="3021180"/>
                  </a:cubicBezTo>
                  <a:cubicBezTo>
                    <a:pt x="5315303" y="3020041"/>
                    <a:pt x="5320057" y="3017996"/>
                    <a:pt x="5324325" y="3015146"/>
                  </a:cubicBezTo>
                  <a:cubicBezTo>
                    <a:pt x="5332794" y="3012652"/>
                    <a:pt x="5340940" y="3009167"/>
                    <a:pt x="5348594" y="3004764"/>
                  </a:cubicBezTo>
                  <a:cubicBezTo>
                    <a:pt x="5353502" y="3001536"/>
                    <a:pt x="5356449" y="2997047"/>
                    <a:pt x="5359113" y="2996907"/>
                  </a:cubicBezTo>
                  <a:cubicBezTo>
                    <a:pt x="5364023" y="2996907"/>
                    <a:pt x="5364303" y="2995083"/>
                    <a:pt x="5364163" y="2990593"/>
                  </a:cubicBezTo>
                  <a:cubicBezTo>
                    <a:pt x="5364163" y="2979648"/>
                    <a:pt x="5358973" y="2966740"/>
                    <a:pt x="5350978" y="2965478"/>
                  </a:cubicBezTo>
                  <a:cubicBezTo>
                    <a:pt x="5342981" y="2964215"/>
                    <a:pt x="5335126" y="2964776"/>
                    <a:pt x="5331901" y="2959304"/>
                  </a:cubicBezTo>
                  <a:cubicBezTo>
                    <a:pt x="5328674" y="2953832"/>
                    <a:pt x="5310018" y="2959304"/>
                    <a:pt x="5310018" y="2959304"/>
                  </a:cubicBezTo>
                  <a:cubicBezTo>
                    <a:pt x="5307071" y="2959304"/>
                    <a:pt x="5300760" y="2966039"/>
                    <a:pt x="5295990" y="2969406"/>
                  </a:cubicBezTo>
                  <a:cubicBezTo>
                    <a:pt x="5292094" y="2971265"/>
                    <a:pt x="5287999" y="2972676"/>
                    <a:pt x="5283786" y="2973615"/>
                  </a:cubicBezTo>
                  <a:cubicBezTo>
                    <a:pt x="5280280" y="2974879"/>
                    <a:pt x="5274669" y="2977685"/>
                    <a:pt x="5273407" y="2978246"/>
                  </a:cubicBezTo>
                  <a:cubicBezTo>
                    <a:pt x="5270934" y="2979790"/>
                    <a:pt x="5268040" y="2980526"/>
                    <a:pt x="5265130" y="2980350"/>
                  </a:cubicBezTo>
                  <a:cubicBezTo>
                    <a:pt x="5262604" y="2980350"/>
                    <a:pt x="5265130" y="2970247"/>
                    <a:pt x="5265130" y="2968284"/>
                  </a:cubicBezTo>
                  <a:cubicBezTo>
                    <a:pt x="5268357" y="2959304"/>
                    <a:pt x="5272143" y="2951868"/>
                    <a:pt x="5273686" y="2947658"/>
                  </a:cubicBezTo>
                  <a:cubicBezTo>
                    <a:pt x="5275230" y="2943450"/>
                    <a:pt x="5272143" y="2941485"/>
                    <a:pt x="5271442" y="2936574"/>
                  </a:cubicBezTo>
                  <a:cubicBezTo>
                    <a:pt x="5270741" y="2931664"/>
                    <a:pt x="5273125" y="2927875"/>
                    <a:pt x="5267654" y="2925069"/>
                  </a:cubicBezTo>
                  <a:cubicBezTo>
                    <a:pt x="5261064" y="2922278"/>
                    <a:pt x="5255416" y="2917651"/>
                    <a:pt x="5251382" y="2911739"/>
                  </a:cubicBezTo>
                  <a:cubicBezTo>
                    <a:pt x="5250751" y="2910547"/>
                    <a:pt x="5246964" y="2910547"/>
                    <a:pt x="5242686" y="2910740"/>
                  </a:cubicBezTo>
                  <a:close/>
                  <a:moveTo>
                    <a:pt x="3289367" y="2906409"/>
                  </a:moveTo>
                  <a:cubicBezTo>
                    <a:pt x="3286855" y="2906023"/>
                    <a:pt x="3284344" y="2907115"/>
                    <a:pt x="3282914" y="2909215"/>
                  </a:cubicBezTo>
                  <a:cubicBezTo>
                    <a:pt x="3279836" y="2912443"/>
                    <a:pt x="3276290" y="2915186"/>
                    <a:pt x="3272393" y="2917354"/>
                  </a:cubicBezTo>
                  <a:cubicBezTo>
                    <a:pt x="3271061" y="2919402"/>
                    <a:pt x="3271061" y="2922041"/>
                    <a:pt x="3272393" y="2924089"/>
                  </a:cubicBezTo>
                  <a:cubicBezTo>
                    <a:pt x="3278967" y="2930211"/>
                    <a:pt x="3282422" y="2938978"/>
                    <a:pt x="3281791" y="2947940"/>
                  </a:cubicBezTo>
                  <a:cubicBezTo>
                    <a:pt x="3281791" y="2961971"/>
                    <a:pt x="3276882" y="2968987"/>
                    <a:pt x="3276041" y="2984842"/>
                  </a:cubicBezTo>
                  <a:cubicBezTo>
                    <a:pt x="3276041" y="2993260"/>
                    <a:pt x="3270570" y="2996627"/>
                    <a:pt x="3266923" y="3001960"/>
                  </a:cubicBezTo>
                  <a:cubicBezTo>
                    <a:pt x="3261106" y="3005712"/>
                    <a:pt x="3254775" y="3008594"/>
                    <a:pt x="3248126" y="3010518"/>
                  </a:cubicBezTo>
                  <a:cubicBezTo>
                    <a:pt x="3243496" y="3011315"/>
                    <a:pt x="3238795" y="3011643"/>
                    <a:pt x="3234098" y="3011501"/>
                  </a:cubicBezTo>
                  <a:cubicBezTo>
                    <a:pt x="3227645" y="3011499"/>
                    <a:pt x="3221894" y="3016270"/>
                    <a:pt x="3215442" y="3017393"/>
                  </a:cubicBezTo>
                  <a:cubicBezTo>
                    <a:pt x="3208989" y="3018515"/>
                    <a:pt x="3201415" y="3021601"/>
                    <a:pt x="3201415" y="3030722"/>
                  </a:cubicBezTo>
                  <a:cubicBezTo>
                    <a:pt x="3201861" y="3038414"/>
                    <a:pt x="3201437" y="3046135"/>
                    <a:pt x="3200151" y="3053733"/>
                  </a:cubicBezTo>
                  <a:cubicBezTo>
                    <a:pt x="3200325" y="3057669"/>
                    <a:pt x="3201279" y="3061532"/>
                    <a:pt x="3202958" y="3065097"/>
                  </a:cubicBezTo>
                  <a:cubicBezTo>
                    <a:pt x="3203076" y="3070643"/>
                    <a:pt x="3204070" y="3076136"/>
                    <a:pt x="3205904" y="3081373"/>
                  </a:cubicBezTo>
                  <a:cubicBezTo>
                    <a:pt x="3207119" y="3084077"/>
                    <a:pt x="3209490" y="3086088"/>
                    <a:pt x="3212355" y="3086845"/>
                  </a:cubicBezTo>
                  <a:cubicBezTo>
                    <a:pt x="3214881" y="3088107"/>
                    <a:pt x="3219650" y="3086845"/>
                    <a:pt x="3222315" y="3085581"/>
                  </a:cubicBezTo>
                  <a:cubicBezTo>
                    <a:pt x="3226583" y="3083657"/>
                    <a:pt x="3230991" y="3082062"/>
                    <a:pt x="3235502" y="3080812"/>
                  </a:cubicBezTo>
                  <a:cubicBezTo>
                    <a:pt x="3240244" y="3080928"/>
                    <a:pt x="3244974" y="3080312"/>
                    <a:pt x="3249529" y="3078988"/>
                  </a:cubicBezTo>
                  <a:cubicBezTo>
                    <a:pt x="3249528" y="3078988"/>
                    <a:pt x="3255420" y="3080250"/>
                    <a:pt x="3256963" y="3083478"/>
                  </a:cubicBezTo>
                  <a:cubicBezTo>
                    <a:pt x="3257907" y="3094019"/>
                    <a:pt x="3258189" y="3104610"/>
                    <a:pt x="3257804" y="3115186"/>
                  </a:cubicBezTo>
                  <a:cubicBezTo>
                    <a:pt x="3257804" y="3122063"/>
                    <a:pt x="3248687" y="3126551"/>
                    <a:pt x="3243777" y="3129217"/>
                  </a:cubicBezTo>
                  <a:cubicBezTo>
                    <a:pt x="3234221" y="3135433"/>
                    <a:pt x="3224236" y="3140966"/>
                    <a:pt x="3213899" y="3145774"/>
                  </a:cubicBezTo>
                  <a:cubicBezTo>
                    <a:pt x="3207839" y="3147056"/>
                    <a:pt x="3202016" y="3149280"/>
                    <a:pt x="3196645" y="3152367"/>
                  </a:cubicBezTo>
                  <a:cubicBezTo>
                    <a:pt x="3191540" y="3155990"/>
                    <a:pt x="3186146" y="3159180"/>
                    <a:pt x="3180514" y="3161908"/>
                  </a:cubicBezTo>
                  <a:cubicBezTo>
                    <a:pt x="3177568" y="3163312"/>
                    <a:pt x="3173220" y="3161908"/>
                    <a:pt x="3170133" y="3162891"/>
                  </a:cubicBezTo>
                  <a:cubicBezTo>
                    <a:pt x="3166304" y="3164437"/>
                    <a:pt x="3163690" y="3168032"/>
                    <a:pt x="3163400" y="3172152"/>
                  </a:cubicBezTo>
                  <a:cubicBezTo>
                    <a:pt x="3163400" y="3174115"/>
                    <a:pt x="3166206" y="3180009"/>
                    <a:pt x="3167328" y="3184359"/>
                  </a:cubicBezTo>
                  <a:cubicBezTo>
                    <a:pt x="3168450" y="3188707"/>
                    <a:pt x="3167328" y="3195863"/>
                    <a:pt x="3170415" y="3198390"/>
                  </a:cubicBezTo>
                  <a:cubicBezTo>
                    <a:pt x="3174322" y="3200954"/>
                    <a:pt x="3178026" y="3203815"/>
                    <a:pt x="3181495" y="3206948"/>
                  </a:cubicBezTo>
                  <a:cubicBezTo>
                    <a:pt x="3186686" y="3212420"/>
                    <a:pt x="3193278" y="3224907"/>
                    <a:pt x="3198749" y="3222522"/>
                  </a:cubicBezTo>
                  <a:cubicBezTo>
                    <a:pt x="3208232" y="3216801"/>
                    <a:pt x="3217239" y="3210327"/>
                    <a:pt x="3225682" y="3203159"/>
                  </a:cubicBezTo>
                  <a:cubicBezTo>
                    <a:pt x="3231646" y="3201266"/>
                    <a:pt x="3237422" y="3198824"/>
                    <a:pt x="3242936" y="3195863"/>
                  </a:cubicBezTo>
                  <a:cubicBezTo>
                    <a:pt x="3251526" y="3189106"/>
                    <a:pt x="3260956" y="3183494"/>
                    <a:pt x="3270991" y="3179166"/>
                  </a:cubicBezTo>
                  <a:cubicBezTo>
                    <a:pt x="3278521" y="3176282"/>
                    <a:pt x="3285875" y="3172956"/>
                    <a:pt x="3293013" y="3169204"/>
                  </a:cubicBezTo>
                  <a:cubicBezTo>
                    <a:pt x="3298484" y="3165697"/>
                    <a:pt x="3304375" y="3152509"/>
                    <a:pt x="3313914" y="3149421"/>
                  </a:cubicBezTo>
                  <a:cubicBezTo>
                    <a:pt x="3322582" y="3146092"/>
                    <a:pt x="3330641" y="3141352"/>
                    <a:pt x="3337761" y="3135391"/>
                  </a:cubicBezTo>
                  <a:cubicBezTo>
                    <a:pt x="3341883" y="3132427"/>
                    <a:pt x="3344737" y="3128018"/>
                    <a:pt x="3345756" y="3123044"/>
                  </a:cubicBezTo>
                  <a:cubicBezTo>
                    <a:pt x="3347720" y="3112100"/>
                    <a:pt x="3351367" y="3104804"/>
                    <a:pt x="3352068" y="3100455"/>
                  </a:cubicBezTo>
                  <a:cubicBezTo>
                    <a:pt x="3352771" y="3096105"/>
                    <a:pt x="3350385" y="3094141"/>
                    <a:pt x="3349824" y="3089931"/>
                  </a:cubicBezTo>
                  <a:cubicBezTo>
                    <a:pt x="3349263" y="3085723"/>
                    <a:pt x="3349123" y="3085301"/>
                    <a:pt x="3348702" y="3083196"/>
                  </a:cubicBezTo>
                  <a:cubicBezTo>
                    <a:pt x="3348281" y="3081093"/>
                    <a:pt x="3344634" y="3079549"/>
                    <a:pt x="3344774" y="3071551"/>
                  </a:cubicBezTo>
                  <a:cubicBezTo>
                    <a:pt x="3344774" y="3066220"/>
                    <a:pt x="3345617" y="3057520"/>
                    <a:pt x="3346036" y="3054434"/>
                  </a:cubicBezTo>
                  <a:cubicBezTo>
                    <a:pt x="3347019" y="3046155"/>
                    <a:pt x="3348702" y="3040403"/>
                    <a:pt x="3348983" y="3034230"/>
                  </a:cubicBezTo>
                  <a:cubicBezTo>
                    <a:pt x="3350245" y="3015990"/>
                    <a:pt x="3350666" y="3009675"/>
                    <a:pt x="3350806" y="3001117"/>
                  </a:cubicBezTo>
                  <a:cubicBezTo>
                    <a:pt x="3351198" y="2994991"/>
                    <a:pt x="3351993" y="2988898"/>
                    <a:pt x="3353191" y="2982878"/>
                  </a:cubicBezTo>
                  <a:cubicBezTo>
                    <a:pt x="3356557" y="2974879"/>
                    <a:pt x="3360766" y="2968005"/>
                    <a:pt x="3361467" y="2965199"/>
                  </a:cubicBezTo>
                  <a:cubicBezTo>
                    <a:pt x="3362086" y="2959791"/>
                    <a:pt x="3362086" y="2954330"/>
                    <a:pt x="3361467" y="2948923"/>
                  </a:cubicBezTo>
                  <a:cubicBezTo>
                    <a:pt x="3361467" y="2944994"/>
                    <a:pt x="3363011" y="2943311"/>
                    <a:pt x="3362308" y="2938260"/>
                  </a:cubicBezTo>
                  <a:lnTo>
                    <a:pt x="3364133" y="2937558"/>
                  </a:lnTo>
                  <a:cubicBezTo>
                    <a:pt x="3362086" y="2931391"/>
                    <a:pt x="3358516" y="2925840"/>
                    <a:pt x="3353752" y="2921423"/>
                  </a:cubicBezTo>
                  <a:cubicBezTo>
                    <a:pt x="3351649" y="2919038"/>
                    <a:pt x="3345756" y="2917775"/>
                    <a:pt x="3344073" y="2916793"/>
                  </a:cubicBezTo>
                  <a:cubicBezTo>
                    <a:pt x="3340637" y="2915170"/>
                    <a:pt x="3336925" y="2914218"/>
                    <a:pt x="3333133" y="2913987"/>
                  </a:cubicBezTo>
                  <a:cubicBezTo>
                    <a:pt x="3330326" y="2913987"/>
                    <a:pt x="3319105" y="2913987"/>
                    <a:pt x="3316298" y="2913987"/>
                  </a:cubicBezTo>
                  <a:cubicBezTo>
                    <a:pt x="3310968" y="2913004"/>
                    <a:pt x="3304375" y="2913144"/>
                    <a:pt x="3299747" y="2912162"/>
                  </a:cubicBezTo>
                  <a:cubicBezTo>
                    <a:pt x="3295118" y="2911181"/>
                    <a:pt x="3292031" y="2906690"/>
                    <a:pt x="3289367" y="2906409"/>
                  </a:cubicBezTo>
                  <a:close/>
                  <a:moveTo>
                    <a:pt x="3488557" y="2887748"/>
                  </a:moveTo>
                  <a:cubicBezTo>
                    <a:pt x="3483817" y="2888267"/>
                    <a:pt x="3479127" y="2889158"/>
                    <a:pt x="3474529" y="2890415"/>
                  </a:cubicBezTo>
                  <a:cubicBezTo>
                    <a:pt x="3470838" y="2889435"/>
                    <a:pt x="3467090" y="2888685"/>
                    <a:pt x="3463307" y="2888170"/>
                  </a:cubicBezTo>
                  <a:cubicBezTo>
                    <a:pt x="3460502" y="2888170"/>
                    <a:pt x="3454891" y="2890976"/>
                    <a:pt x="3450821" y="2890836"/>
                  </a:cubicBezTo>
                  <a:cubicBezTo>
                    <a:pt x="3446754" y="2890694"/>
                    <a:pt x="3439320" y="2887748"/>
                    <a:pt x="3436794" y="2887888"/>
                  </a:cubicBezTo>
                  <a:cubicBezTo>
                    <a:pt x="3431183" y="2887888"/>
                    <a:pt x="3427676" y="2889011"/>
                    <a:pt x="3425713" y="2895746"/>
                  </a:cubicBezTo>
                  <a:cubicBezTo>
                    <a:pt x="3424775" y="2902108"/>
                    <a:pt x="3424540" y="2908554"/>
                    <a:pt x="3425012" y="2914968"/>
                  </a:cubicBezTo>
                  <a:cubicBezTo>
                    <a:pt x="3423597" y="2924441"/>
                    <a:pt x="3421584" y="2933814"/>
                    <a:pt x="3418980" y="2943029"/>
                  </a:cubicBezTo>
                  <a:cubicBezTo>
                    <a:pt x="3416752" y="2948696"/>
                    <a:pt x="3415335" y="2954647"/>
                    <a:pt x="3414773" y="2960708"/>
                  </a:cubicBezTo>
                  <a:cubicBezTo>
                    <a:pt x="3414771" y="2963655"/>
                    <a:pt x="3414771" y="2978386"/>
                    <a:pt x="3413088" y="2989752"/>
                  </a:cubicBezTo>
                  <a:cubicBezTo>
                    <a:pt x="3413088" y="2991997"/>
                    <a:pt x="3410142" y="3000977"/>
                    <a:pt x="3409160" y="3008413"/>
                  </a:cubicBezTo>
                  <a:cubicBezTo>
                    <a:pt x="3408178" y="3015849"/>
                    <a:pt x="3405794" y="3015709"/>
                    <a:pt x="3404953" y="3026652"/>
                  </a:cubicBezTo>
                  <a:cubicBezTo>
                    <a:pt x="3404953" y="3028757"/>
                    <a:pt x="3400322" y="3035492"/>
                    <a:pt x="3400043" y="3037737"/>
                  </a:cubicBezTo>
                  <a:cubicBezTo>
                    <a:pt x="3397377" y="3059906"/>
                    <a:pt x="3394010" y="3061729"/>
                    <a:pt x="3394150" y="3073235"/>
                  </a:cubicBezTo>
                  <a:cubicBezTo>
                    <a:pt x="3393897" y="3080645"/>
                    <a:pt x="3394653" y="3088056"/>
                    <a:pt x="3396396" y="3095263"/>
                  </a:cubicBezTo>
                  <a:cubicBezTo>
                    <a:pt x="3397594" y="3099844"/>
                    <a:pt x="3398205" y="3104558"/>
                    <a:pt x="3398219" y="3109294"/>
                  </a:cubicBezTo>
                  <a:lnTo>
                    <a:pt x="3399200" y="3124166"/>
                  </a:lnTo>
                  <a:cubicBezTo>
                    <a:pt x="3399200" y="3126972"/>
                    <a:pt x="3403549" y="3144090"/>
                    <a:pt x="3404110" y="3147877"/>
                  </a:cubicBezTo>
                  <a:cubicBezTo>
                    <a:pt x="3404023" y="3154547"/>
                    <a:pt x="3404493" y="3161211"/>
                    <a:pt x="3405514" y="3167801"/>
                  </a:cubicBezTo>
                  <a:cubicBezTo>
                    <a:pt x="3408225" y="3173991"/>
                    <a:pt x="3411815" y="3179757"/>
                    <a:pt x="3416175" y="3184918"/>
                  </a:cubicBezTo>
                  <a:cubicBezTo>
                    <a:pt x="3419655" y="3187612"/>
                    <a:pt x="3423537" y="3189742"/>
                    <a:pt x="3427676" y="3191233"/>
                  </a:cubicBezTo>
                  <a:cubicBezTo>
                    <a:pt x="3432586" y="3192775"/>
                    <a:pt x="3443669" y="3191233"/>
                    <a:pt x="3450402" y="3192495"/>
                  </a:cubicBezTo>
                  <a:cubicBezTo>
                    <a:pt x="3457135" y="3193758"/>
                    <a:pt x="3463166" y="3196985"/>
                    <a:pt x="3465971" y="3196985"/>
                  </a:cubicBezTo>
                  <a:cubicBezTo>
                    <a:pt x="3465971" y="3196985"/>
                    <a:pt x="3479298" y="3196985"/>
                    <a:pt x="3484348" y="3196985"/>
                  </a:cubicBezTo>
                  <a:cubicBezTo>
                    <a:pt x="3490626" y="3196389"/>
                    <a:pt x="3496960" y="3197009"/>
                    <a:pt x="3503004" y="3198809"/>
                  </a:cubicBezTo>
                  <a:cubicBezTo>
                    <a:pt x="3505669" y="3199931"/>
                    <a:pt x="3510859" y="3204000"/>
                    <a:pt x="3515068" y="3204000"/>
                  </a:cubicBezTo>
                  <a:cubicBezTo>
                    <a:pt x="3521010" y="3203652"/>
                    <a:pt x="3526848" y="3202275"/>
                    <a:pt x="3532322" y="3199931"/>
                  </a:cubicBezTo>
                  <a:cubicBezTo>
                    <a:pt x="3537372" y="3197968"/>
                    <a:pt x="3546348" y="3199931"/>
                    <a:pt x="3549856" y="3197267"/>
                  </a:cubicBezTo>
                  <a:cubicBezTo>
                    <a:pt x="3553363" y="3194600"/>
                    <a:pt x="3554625" y="3188146"/>
                    <a:pt x="3556590" y="3181972"/>
                  </a:cubicBezTo>
                  <a:cubicBezTo>
                    <a:pt x="3559731" y="3174365"/>
                    <a:pt x="3562448" y="3166591"/>
                    <a:pt x="3564725" y="3158682"/>
                  </a:cubicBezTo>
                  <a:cubicBezTo>
                    <a:pt x="3566412" y="3150486"/>
                    <a:pt x="3562762" y="3142115"/>
                    <a:pt x="3555607" y="3137775"/>
                  </a:cubicBezTo>
                  <a:lnTo>
                    <a:pt x="3554906" y="3137495"/>
                  </a:lnTo>
                  <a:cubicBezTo>
                    <a:pt x="3549591" y="3136152"/>
                    <a:pt x="3544111" y="3135585"/>
                    <a:pt x="3538634" y="3135811"/>
                  </a:cubicBezTo>
                  <a:cubicBezTo>
                    <a:pt x="3534916" y="3135241"/>
                    <a:pt x="3531369" y="3133851"/>
                    <a:pt x="3528253" y="3131743"/>
                  </a:cubicBezTo>
                  <a:cubicBezTo>
                    <a:pt x="3524675" y="3131384"/>
                    <a:pt x="3521147" y="3130631"/>
                    <a:pt x="3517734" y="3129498"/>
                  </a:cubicBezTo>
                  <a:cubicBezTo>
                    <a:pt x="3512868" y="3128280"/>
                    <a:pt x="3507880" y="3127620"/>
                    <a:pt x="3502864" y="3127533"/>
                  </a:cubicBezTo>
                  <a:cubicBezTo>
                    <a:pt x="3495094" y="3126891"/>
                    <a:pt x="3487773" y="3123627"/>
                    <a:pt x="3482103" y="3118274"/>
                  </a:cubicBezTo>
                  <a:cubicBezTo>
                    <a:pt x="3474809" y="3109855"/>
                    <a:pt x="3476913" y="3101856"/>
                    <a:pt x="3474529" y="3093438"/>
                  </a:cubicBezTo>
                  <a:cubicBezTo>
                    <a:pt x="3473249" y="3088878"/>
                    <a:pt x="3472915" y="3084103"/>
                    <a:pt x="3473547" y="3079407"/>
                  </a:cubicBezTo>
                  <a:cubicBezTo>
                    <a:pt x="3474718" y="3068887"/>
                    <a:pt x="3477909" y="3058692"/>
                    <a:pt x="3482946" y="3049382"/>
                  </a:cubicBezTo>
                  <a:cubicBezTo>
                    <a:pt x="3492804" y="3046841"/>
                    <a:pt x="3502055" y="3042358"/>
                    <a:pt x="3510158" y="3036193"/>
                  </a:cubicBezTo>
                  <a:cubicBezTo>
                    <a:pt x="3516049" y="3031423"/>
                    <a:pt x="3521801" y="3030581"/>
                    <a:pt x="3527272" y="3026652"/>
                  </a:cubicBezTo>
                  <a:cubicBezTo>
                    <a:pt x="3530713" y="3022996"/>
                    <a:pt x="3534866" y="3020084"/>
                    <a:pt x="3539475" y="3018094"/>
                  </a:cubicBezTo>
                  <a:cubicBezTo>
                    <a:pt x="3545647" y="3016270"/>
                    <a:pt x="3548594" y="3015569"/>
                    <a:pt x="3553503" y="3014446"/>
                  </a:cubicBezTo>
                  <a:cubicBezTo>
                    <a:pt x="3557338" y="3013736"/>
                    <a:pt x="3560181" y="3010484"/>
                    <a:pt x="3560376" y="3006589"/>
                  </a:cubicBezTo>
                  <a:cubicBezTo>
                    <a:pt x="3560445" y="3001439"/>
                    <a:pt x="3559640" y="2996315"/>
                    <a:pt x="3557992" y="2991436"/>
                  </a:cubicBezTo>
                  <a:cubicBezTo>
                    <a:pt x="3554345" y="2985121"/>
                    <a:pt x="3552101" y="2971512"/>
                    <a:pt x="3546630" y="2970249"/>
                  </a:cubicBezTo>
                  <a:cubicBezTo>
                    <a:pt x="3536811" y="2968004"/>
                    <a:pt x="3530639" y="2960990"/>
                    <a:pt x="3526290" y="2963093"/>
                  </a:cubicBezTo>
                  <a:cubicBezTo>
                    <a:pt x="3521941" y="2965198"/>
                    <a:pt x="3519978" y="2968847"/>
                    <a:pt x="3513665" y="2970249"/>
                  </a:cubicBezTo>
                  <a:cubicBezTo>
                    <a:pt x="3510298" y="2975722"/>
                    <a:pt x="3502443" y="2973617"/>
                    <a:pt x="3501041" y="2965899"/>
                  </a:cubicBezTo>
                  <a:cubicBezTo>
                    <a:pt x="3501453" y="2961121"/>
                    <a:pt x="3502443" y="2956410"/>
                    <a:pt x="3503986" y="2951869"/>
                  </a:cubicBezTo>
                  <a:cubicBezTo>
                    <a:pt x="3507914" y="2942468"/>
                    <a:pt x="3518715" y="2939101"/>
                    <a:pt x="3519276" y="2923807"/>
                  </a:cubicBezTo>
                  <a:cubicBezTo>
                    <a:pt x="3518878" y="2916648"/>
                    <a:pt x="3517067" y="2909638"/>
                    <a:pt x="3513946" y="2903181"/>
                  </a:cubicBezTo>
                  <a:cubicBezTo>
                    <a:pt x="3512542" y="2899955"/>
                    <a:pt x="3510018" y="2896167"/>
                    <a:pt x="3507353" y="2895746"/>
                  </a:cubicBezTo>
                  <a:cubicBezTo>
                    <a:pt x="3504397" y="2895676"/>
                    <a:pt x="3501487" y="2895008"/>
                    <a:pt x="3498796" y="2893782"/>
                  </a:cubicBezTo>
                  <a:cubicBezTo>
                    <a:pt x="3495851" y="2891677"/>
                    <a:pt x="3495008" y="2888028"/>
                    <a:pt x="3488557" y="2887748"/>
                  </a:cubicBezTo>
                  <a:close/>
                  <a:moveTo>
                    <a:pt x="4445365" y="2883820"/>
                  </a:moveTo>
                  <a:cubicBezTo>
                    <a:pt x="4440176" y="2883820"/>
                    <a:pt x="4397954" y="2898974"/>
                    <a:pt x="4382804" y="2904165"/>
                  </a:cubicBezTo>
                  <a:cubicBezTo>
                    <a:pt x="4377333" y="2905988"/>
                    <a:pt x="4368777" y="2904165"/>
                    <a:pt x="4361902" y="2906270"/>
                  </a:cubicBezTo>
                  <a:cubicBezTo>
                    <a:pt x="4351663" y="2909497"/>
                    <a:pt x="4344930" y="2913706"/>
                    <a:pt x="4335532" y="2917073"/>
                  </a:cubicBezTo>
                  <a:cubicBezTo>
                    <a:pt x="4332306" y="2918336"/>
                    <a:pt x="4321505" y="2921002"/>
                    <a:pt x="4320101" y="2921984"/>
                  </a:cubicBezTo>
                  <a:cubicBezTo>
                    <a:pt x="4316265" y="2923026"/>
                    <a:pt x="4312287" y="2923452"/>
                    <a:pt x="4308318" y="2923247"/>
                  </a:cubicBezTo>
                  <a:cubicBezTo>
                    <a:pt x="4301725" y="2923247"/>
                    <a:pt x="4301867" y="2915671"/>
                    <a:pt x="4295834" y="2915671"/>
                  </a:cubicBezTo>
                  <a:cubicBezTo>
                    <a:pt x="4289802" y="2915671"/>
                    <a:pt x="4285314" y="2926756"/>
                    <a:pt x="4286156" y="2935594"/>
                  </a:cubicBezTo>
                  <a:cubicBezTo>
                    <a:pt x="4285557" y="2942264"/>
                    <a:pt x="4284240" y="2948850"/>
                    <a:pt x="4282227" y="2955237"/>
                  </a:cubicBezTo>
                  <a:cubicBezTo>
                    <a:pt x="4281222" y="2958999"/>
                    <a:pt x="4280611" y="2962854"/>
                    <a:pt x="4280404" y="2966743"/>
                  </a:cubicBezTo>
                  <a:cubicBezTo>
                    <a:pt x="4280404" y="2973196"/>
                    <a:pt x="4285314" y="2978669"/>
                    <a:pt x="4284892" y="2981896"/>
                  </a:cubicBezTo>
                  <a:cubicBezTo>
                    <a:pt x="4284769" y="2993828"/>
                    <a:pt x="4285993" y="3005736"/>
                    <a:pt x="4288540" y="3017393"/>
                  </a:cubicBezTo>
                  <a:cubicBezTo>
                    <a:pt x="4289523" y="3023146"/>
                    <a:pt x="4280965" y="3030302"/>
                    <a:pt x="4280965" y="3039421"/>
                  </a:cubicBezTo>
                  <a:cubicBezTo>
                    <a:pt x="4281449" y="3044291"/>
                    <a:pt x="4282779" y="3049039"/>
                    <a:pt x="4284894" y="3053452"/>
                  </a:cubicBezTo>
                  <a:cubicBezTo>
                    <a:pt x="4286015" y="3055557"/>
                    <a:pt x="4292468" y="3058503"/>
                    <a:pt x="4291907" y="3066500"/>
                  </a:cubicBezTo>
                  <a:cubicBezTo>
                    <a:pt x="4292359" y="3069663"/>
                    <a:pt x="4293406" y="3072709"/>
                    <a:pt x="4294992" y="3075480"/>
                  </a:cubicBezTo>
                  <a:cubicBezTo>
                    <a:pt x="4295974" y="3078287"/>
                    <a:pt x="4294992" y="3080672"/>
                    <a:pt x="4298920" y="3081653"/>
                  </a:cubicBezTo>
                  <a:cubicBezTo>
                    <a:pt x="4301469" y="3082411"/>
                    <a:pt x="4304115" y="3082788"/>
                    <a:pt x="4306775" y="3082776"/>
                  </a:cubicBezTo>
                  <a:cubicBezTo>
                    <a:pt x="4310037" y="3082246"/>
                    <a:pt x="4313267" y="3081543"/>
                    <a:pt x="4316454" y="3080672"/>
                  </a:cubicBezTo>
                  <a:cubicBezTo>
                    <a:pt x="4320031" y="3079959"/>
                    <a:pt x="4323549" y="3078974"/>
                    <a:pt x="4326975" y="3077725"/>
                  </a:cubicBezTo>
                  <a:cubicBezTo>
                    <a:pt x="4331323" y="3075621"/>
                    <a:pt x="4334690" y="3075060"/>
                    <a:pt x="4335251" y="3078847"/>
                  </a:cubicBezTo>
                  <a:cubicBezTo>
                    <a:pt x="4335493" y="3083577"/>
                    <a:pt x="4334970" y="3088314"/>
                    <a:pt x="4333709" y="3092878"/>
                  </a:cubicBezTo>
                  <a:cubicBezTo>
                    <a:pt x="4332253" y="3095233"/>
                    <a:pt x="4330161" y="3097129"/>
                    <a:pt x="4327677" y="3098350"/>
                  </a:cubicBezTo>
                  <a:cubicBezTo>
                    <a:pt x="4325449" y="3098722"/>
                    <a:pt x="4323172" y="3098722"/>
                    <a:pt x="4320944" y="3098350"/>
                  </a:cubicBezTo>
                  <a:cubicBezTo>
                    <a:pt x="4318137" y="3098350"/>
                    <a:pt x="4316875" y="3099613"/>
                    <a:pt x="4314069" y="3099613"/>
                  </a:cubicBezTo>
                  <a:cubicBezTo>
                    <a:pt x="4311264" y="3099613"/>
                    <a:pt x="4310563" y="3097509"/>
                    <a:pt x="4307617" y="3097509"/>
                  </a:cubicBezTo>
                  <a:cubicBezTo>
                    <a:pt x="4302286" y="3097509"/>
                    <a:pt x="4301867" y="3102560"/>
                    <a:pt x="4301306" y="3105928"/>
                  </a:cubicBezTo>
                  <a:cubicBezTo>
                    <a:pt x="4300743" y="3109295"/>
                    <a:pt x="4300463" y="3113504"/>
                    <a:pt x="4300042" y="3117432"/>
                  </a:cubicBezTo>
                  <a:cubicBezTo>
                    <a:pt x="4299621" y="3121361"/>
                    <a:pt x="4298500" y="3124308"/>
                    <a:pt x="4300042" y="3126833"/>
                  </a:cubicBezTo>
                  <a:cubicBezTo>
                    <a:pt x="4301585" y="3129359"/>
                    <a:pt x="4303971" y="3130762"/>
                    <a:pt x="4309722" y="3131744"/>
                  </a:cubicBezTo>
                  <a:cubicBezTo>
                    <a:pt x="4313193" y="3133780"/>
                    <a:pt x="4317337" y="3134337"/>
                    <a:pt x="4321224" y="3133288"/>
                  </a:cubicBezTo>
                  <a:cubicBezTo>
                    <a:pt x="4323468" y="3133288"/>
                    <a:pt x="4329500" y="3135953"/>
                    <a:pt x="4325854" y="3141145"/>
                  </a:cubicBezTo>
                  <a:cubicBezTo>
                    <a:pt x="4316272" y="3144717"/>
                    <a:pt x="4306905" y="3148839"/>
                    <a:pt x="4297799" y="3153492"/>
                  </a:cubicBezTo>
                  <a:cubicBezTo>
                    <a:pt x="4290729" y="3156868"/>
                    <a:pt x="4283292" y="3159411"/>
                    <a:pt x="4275635" y="3161068"/>
                  </a:cubicBezTo>
                  <a:cubicBezTo>
                    <a:pt x="4271428" y="3161068"/>
                    <a:pt x="4270865" y="3157701"/>
                    <a:pt x="4268060" y="3157421"/>
                  </a:cubicBezTo>
                  <a:cubicBezTo>
                    <a:pt x="4265254" y="3157139"/>
                    <a:pt x="4263010" y="3162051"/>
                    <a:pt x="4262027" y="3162330"/>
                  </a:cubicBezTo>
                  <a:cubicBezTo>
                    <a:pt x="4258587" y="3165163"/>
                    <a:pt x="4256583" y="3169379"/>
                    <a:pt x="4256556" y="3173836"/>
                  </a:cubicBezTo>
                  <a:cubicBezTo>
                    <a:pt x="4256558" y="3176081"/>
                    <a:pt x="4256558" y="3180851"/>
                    <a:pt x="4255717" y="3183797"/>
                  </a:cubicBezTo>
                  <a:cubicBezTo>
                    <a:pt x="4254735" y="3193759"/>
                    <a:pt x="4258942" y="3197828"/>
                    <a:pt x="4259363" y="3205545"/>
                  </a:cubicBezTo>
                  <a:cubicBezTo>
                    <a:pt x="4259785" y="3213262"/>
                    <a:pt x="4270865" y="3214665"/>
                    <a:pt x="4275635" y="3214103"/>
                  </a:cubicBezTo>
                  <a:cubicBezTo>
                    <a:pt x="4284495" y="3212415"/>
                    <a:pt x="4293147" y="3209780"/>
                    <a:pt x="4301445" y="3206246"/>
                  </a:cubicBezTo>
                  <a:cubicBezTo>
                    <a:pt x="4309880" y="3206257"/>
                    <a:pt x="4318292" y="3205411"/>
                    <a:pt x="4326555" y="3203721"/>
                  </a:cubicBezTo>
                  <a:cubicBezTo>
                    <a:pt x="4334222" y="3200456"/>
                    <a:pt x="4342488" y="3198831"/>
                    <a:pt x="4350822" y="3198952"/>
                  </a:cubicBezTo>
                  <a:cubicBezTo>
                    <a:pt x="4357545" y="3198392"/>
                    <a:pt x="4364207" y="3197265"/>
                    <a:pt x="4370740" y="3195584"/>
                  </a:cubicBezTo>
                  <a:cubicBezTo>
                    <a:pt x="4376619" y="3194496"/>
                    <a:pt x="4382577" y="3193886"/>
                    <a:pt x="4388555" y="3193759"/>
                  </a:cubicBezTo>
                  <a:cubicBezTo>
                    <a:pt x="4395294" y="3194684"/>
                    <a:pt x="4402092" y="3195107"/>
                    <a:pt x="4408894" y="3195022"/>
                  </a:cubicBezTo>
                  <a:cubicBezTo>
                    <a:pt x="4411840" y="3195022"/>
                    <a:pt x="4427692" y="3193759"/>
                    <a:pt x="4446208" y="3193479"/>
                  </a:cubicBezTo>
                  <a:cubicBezTo>
                    <a:pt x="4466968" y="3193479"/>
                    <a:pt x="4462899" y="3197969"/>
                    <a:pt x="4468792" y="3197408"/>
                  </a:cubicBezTo>
                  <a:cubicBezTo>
                    <a:pt x="4482819" y="3196286"/>
                    <a:pt x="4493620" y="3177905"/>
                    <a:pt x="4493620" y="3161629"/>
                  </a:cubicBezTo>
                  <a:cubicBezTo>
                    <a:pt x="4493620" y="3150265"/>
                    <a:pt x="4479592" y="3146897"/>
                    <a:pt x="4479592" y="3139601"/>
                  </a:cubicBezTo>
                  <a:cubicBezTo>
                    <a:pt x="4475665" y="3135391"/>
                    <a:pt x="4468792" y="3141145"/>
                    <a:pt x="4462620" y="3139601"/>
                  </a:cubicBezTo>
                  <a:cubicBezTo>
                    <a:pt x="4456028" y="3140093"/>
                    <a:pt x="4449524" y="3141413"/>
                    <a:pt x="4443262" y="3143530"/>
                  </a:cubicBezTo>
                  <a:cubicBezTo>
                    <a:pt x="4438029" y="3143794"/>
                    <a:pt x="4432786" y="3143794"/>
                    <a:pt x="4427552" y="3143530"/>
                  </a:cubicBezTo>
                  <a:cubicBezTo>
                    <a:pt x="4421800" y="3143530"/>
                    <a:pt x="4409597" y="3147459"/>
                    <a:pt x="4406650" y="3147459"/>
                  </a:cubicBezTo>
                  <a:cubicBezTo>
                    <a:pt x="4403705" y="3147459"/>
                    <a:pt x="4399076" y="3147459"/>
                    <a:pt x="4399076" y="3141425"/>
                  </a:cubicBezTo>
                  <a:cubicBezTo>
                    <a:pt x="4399297" y="3137812"/>
                    <a:pt x="4401091" y="3134478"/>
                    <a:pt x="4403984" y="3132305"/>
                  </a:cubicBezTo>
                  <a:cubicBezTo>
                    <a:pt x="4408754" y="3129218"/>
                    <a:pt x="4416328" y="3128657"/>
                    <a:pt x="4419697" y="3126552"/>
                  </a:cubicBezTo>
                  <a:cubicBezTo>
                    <a:pt x="4424763" y="3123931"/>
                    <a:pt x="4429475" y="3120679"/>
                    <a:pt x="4433724" y="3116871"/>
                  </a:cubicBezTo>
                  <a:cubicBezTo>
                    <a:pt x="4435381" y="3114595"/>
                    <a:pt x="4436222" y="3111827"/>
                    <a:pt x="4436108" y="3109014"/>
                  </a:cubicBezTo>
                  <a:cubicBezTo>
                    <a:pt x="4433600" y="3102961"/>
                    <a:pt x="4432267" y="3096484"/>
                    <a:pt x="4432180" y="3089932"/>
                  </a:cubicBezTo>
                  <a:cubicBezTo>
                    <a:pt x="4432154" y="3086433"/>
                    <a:pt x="4429603" y="3083465"/>
                    <a:pt x="4426148" y="3082917"/>
                  </a:cubicBezTo>
                  <a:cubicBezTo>
                    <a:pt x="4420942" y="3081871"/>
                    <a:pt x="4415865" y="3080272"/>
                    <a:pt x="4410999" y="3078146"/>
                  </a:cubicBezTo>
                  <a:cubicBezTo>
                    <a:pt x="4406778" y="3078097"/>
                    <a:pt x="4402759" y="3079952"/>
                    <a:pt x="4400057" y="3083197"/>
                  </a:cubicBezTo>
                  <a:cubicBezTo>
                    <a:pt x="4398375" y="3085723"/>
                    <a:pt x="4390098" y="3090493"/>
                    <a:pt x="4386031" y="3085723"/>
                  </a:cubicBezTo>
                  <a:cubicBezTo>
                    <a:pt x="4384206" y="3081225"/>
                    <a:pt x="4384206" y="3076191"/>
                    <a:pt x="4386031" y="3071693"/>
                  </a:cubicBezTo>
                  <a:cubicBezTo>
                    <a:pt x="4388555" y="3066782"/>
                    <a:pt x="4401460" y="3068745"/>
                    <a:pt x="4403984" y="3066220"/>
                  </a:cubicBezTo>
                  <a:cubicBezTo>
                    <a:pt x="4406510" y="3063694"/>
                    <a:pt x="4414225" y="3063835"/>
                    <a:pt x="4416049" y="3062292"/>
                  </a:cubicBezTo>
                  <a:cubicBezTo>
                    <a:pt x="4419707" y="3060646"/>
                    <a:pt x="4423894" y="3060646"/>
                    <a:pt x="4427552" y="3062292"/>
                  </a:cubicBezTo>
                  <a:cubicBezTo>
                    <a:pt x="4430217" y="3063554"/>
                    <a:pt x="4435687" y="3056398"/>
                    <a:pt x="4436949" y="3052891"/>
                  </a:cubicBezTo>
                  <a:cubicBezTo>
                    <a:pt x="4444804" y="3031144"/>
                    <a:pt x="4455465" y="3015991"/>
                    <a:pt x="4465004" y="2994243"/>
                  </a:cubicBezTo>
                  <a:cubicBezTo>
                    <a:pt x="4466547" y="2990734"/>
                    <a:pt x="4476086" y="2983158"/>
                    <a:pt x="4477629" y="2980212"/>
                  </a:cubicBezTo>
                  <a:cubicBezTo>
                    <a:pt x="4481306" y="2971408"/>
                    <a:pt x="4486015" y="2963072"/>
                    <a:pt x="4491657" y="2955377"/>
                  </a:cubicBezTo>
                  <a:cubicBezTo>
                    <a:pt x="4494443" y="2950735"/>
                    <a:pt x="4495718" y="2945343"/>
                    <a:pt x="4495303" y="2939944"/>
                  </a:cubicBezTo>
                  <a:cubicBezTo>
                    <a:pt x="4495303" y="2937839"/>
                    <a:pt x="4502739" y="2928859"/>
                    <a:pt x="4503158" y="2923247"/>
                  </a:cubicBezTo>
                  <a:cubicBezTo>
                    <a:pt x="4502403" y="2915748"/>
                    <a:pt x="4498965" y="2908771"/>
                    <a:pt x="4493480" y="2903603"/>
                  </a:cubicBezTo>
                  <a:cubicBezTo>
                    <a:pt x="4491517" y="2901780"/>
                    <a:pt x="4490394" y="2893501"/>
                    <a:pt x="4488711" y="2892099"/>
                  </a:cubicBezTo>
                  <a:lnTo>
                    <a:pt x="4487448" y="2891396"/>
                  </a:lnTo>
                  <a:cubicBezTo>
                    <a:pt x="4478251" y="2889316"/>
                    <a:pt x="4468797" y="2888608"/>
                    <a:pt x="4459393" y="2889293"/>
                  </a:cubicBezTo>
                  <a:cubicBezTo>
                    <a:pt x="4454764" y="2889293"/>
                    <a:pt x="4450555" y="2883820"/>
                    <a:pt x="4445365" y="2883820"/>
                  </a:cubicBezTo>
                  <a:close/>
                  <a:moveTo>
                    <a:pt x="2760074" y="2842147"/>
                  </a:moveTo>
                  <a:lnTo>
                    <a:pt x="2760683" y="2842147"/>
                  </a:lnTo>
                  <a:cubicBezTo>
                    <a:pt x="2766722" y="2842147"/>
                    <a:pt x="2768829" y="2848843"/>
                    <a:pt x="2770047" y="2855400"/>
                  </a:cubicBezTo>
                  <a:lnTo>
                    <a:pt x="2770047" y="2856055"/>
                  </a:lnTo>
                  <a:cubicBezTo>
                    <a:pt x="2770703" y="2859286"/>
                    <a:pt x="2777959" y="2896938"/>
                    <a:pt x="2777959" y="2896938"/>
                  </a:cubicBezTo>
                  <a:lnTo>
                    <a:pt x="2778569" y="2899982"/>
                  </a:lnTo>
                  <a:lnTo>
                    <a:pt x="2784374" y="2899982"/>
                  </a:lnTo>
                  <a:cubicBezTo>
                    <a:pt x="2832558" y="2900165"/>
                    <a:pt x="2880501" y="2893239"/>
                    <a:pt x="2926661" y="2879423"/>
                  </a:cubicBezTo>
                  <a:cubicBezTo>
                    <a:pt x="2925599" y="2890612"/>
                    <a:pt x="2921287" y="2901243"/>
                    <a:pt x="2914255" y="2910005"/>
                  </a:cubicBezTo>
                  <a:cubicBezTo>
                    <a:pt x="2905471" y="2920415"/>
                    <a:pt x="2893649" y="2927819"/>
                    <a:pt x="2880451" y="2931172"/>
                  </a:cubicBezTo>
                  <a:lnTo>
                    <a:pt x="2877641" y="2931734"/>
                  </a:lnTo>
                  <a:lnTo>
                    <a:pt x="2877641" y="2934544"/>
                  </a:lnTo>
                  <a:cubicBezTo>
                    <a:pt x="2876667" y="2944121"/>
                    <a:pt x="2872257" y="2953019"/>
                    <a:pt x="2865233" y="2959599"/>
                  </a:cubicBezTo>
                  <a:cubicBezTo>
                    <a:pt x="2857667" y="2965186"/>
                    <a:pt x="2848462" y="2968099"/>
                    <a:pt x="2839061" y="2967889"/>
                  </a:cubicBezTo>
                  <a:cubicBezTo>
                    <a:pt x="2836907" y="2967889"/>
                    <a:pt x="2835549" y="2967889"/>
                    <a:pt x="2835549" y="2967889"/>
                  </a:cubicBezTo>
                  <a:lnTo>
                    <a:pt x="2832598" y="2967514"/>
                  </a:lnTo>
                  <a:lnTo>
                    <a:pt x="2831570" y="2970277"/>
                  </a:lnTo>
                  <a:cubicBezTo>
                    <a:pt x="2827669" y="2978234"/>
                    <a:pt x="2820543" y="2984134"/>
                    <a:pt x="2811998" y="2986480"/>
                  </a:cubicBezTo>
                  <a:cubicBezTo>
                    <a:pt x="2808753" y="2987487"/>
                    <a:pt x="2805373" y="2987988"/>
                    <a:pt x="2801978" y="2987979"/>
                  </a:cubicBezTo>
                  <a:cubicBezTo>
                    <a:pt x="2797572" y="2987979"/>
                    <a:pt x="2793205" y="2987216"/>
                    <a:pt x="2789056" y="2985731"/>
                  </a:cubicBezTo>
                  <a:lnTo>
                    <a:pt x="2782126" y="2982828"/>
                  </a:lnTo>
                  <a:lnTo>
                    <a:pt x="2792286" y="3024227"/>
                  </a:lnTo>
                  <a:lnTo>
                    <a:pt x="2728611" y="3024227"/>
                  </a:lnTo>
                  <a:lnTo>
                    <a:pt x="2738724" y="2982875"/>
                  </a:lnTo>
                  <a:lnTo>
                    <a:pt x="2731841" y="2985731"/>
                  </a:lnTo>
                  <a:cubicBezTo>
                    <a:pt x="2727679" y="2987211"/>
                    <a:pt x="2723291" y="2987974"/>
                    <a:pt x="2718872" y="2987979"/>
                  </a:cubicBezTo>
                  <a:cubicBezTo>
                    <a:pt x="2715477" y="2987993"/>
                    <a:pt x="2712096" y="2987487"/>
                    <a:pt x="2708853" y="2986480"/>
                  </a:cubicBezTo>
                  <a:cubicBezTo>
                    <a:pt x="2700312" y="2984129"/>
                    <a:pt x="2693187" y="2978229"/>
                    <a:pt x="2689282" y="2970277"/>
                  </a:cubicBezTo>
                  <a:lnTo>
                    <a:pt x="2688252" y="2967514"/>
                  </a:lnTo>
                  <a:lnTo>
                    <a:pt x="2685302" y="2967889"/>
                  </a:lnTo>
                  <a:cubicBezTo>
                    <a:pt x="2685302" y="2967889"/>
                    <a:pt x="2683943" y="2967889"/>
                    <a:pt x="2681790" y="2967889"/>
                  </a:cubicBezTo>
                  <a:cubicBezTo>
                    <a:pt x="2672389" y="2968099"/>
                    <a:pt x="2663184" y="2965186"/>
                    <a:pt x="2655617" y="2959599"/>
                  </a:cubicBezTo>
                  <a:cubicBezTo>
                    <a:pt x="2648642" y="2953001"/>
                    <a:pt x="2644244" y="2944135"/>
                    <a:pt x="2643211" y="2934591"/>
                  </a:cubicBezTo>
                  <a:lnTo>
                    <a:pt x="2643023" y="2934591"/>
                  </a:lnTo>
                  <a:lnTo>
                    <a:pt x="2643023" y="2931734"/>
                  </a:lnTo>
                  <a:lnTo>
                    <a:pt x="2640214" y="2931172"/>
                  </a:lnTo>
                  <a:cubicBezTo>
                    <a:pt x="2626978" y="2927871"/>
                    <a:pt x="2615127" y="2920462"/>
                    <a:pt x="2606362" y="2910005"/>
                  </a:cubicBezTo>
                  <a:cubicBezTo>
                    <a:pt x="2599331" y="2901243"/>
                    <a:pt x="2595017" y="2890612"/>
                    <a:pt x="2593955" y="2879423"/>
                  </a:cubicBezTo>
                  <a:cubicBezTo>
                    <a:pt x="2640162" y="2893253"/>
                    <a:pt x="2688153" y="2900179"/>
                    <a:pt x="2736383" y="2899982"/>
                  </a:cubicBezTo>
                  <a:lnTo>
                    <a:pt x="2742189" y="2899982"/>
                  </a:lnTo>
                  <a:lnTo>
                    <a:pt x="2742797" y="2896938"/>
                  </a:lnTo>
                  <a:cubicBezTo>
                    <a:pt x="2742797" y="2896938"/>
                    <a:pt x="2750101" y="2859474"/>
                    <a:pt x="2750710" y="2856055"/>
                  </a:cubicBezTo>
                  <a:lnTo>
                    <a:pt x="2750710" y="2855400"/>
                  </a:lnTo>
                  <a:cubicBezTo>
                    <a:pt x="2751974" y="2848843"/>
                    <a:pt x="2754128" y="2842147"/>
                    <a:pt x="2760074" y="2842147"/>
                  </a:cubicBezTo>
                  <a:close/>
                  <a:moveTo>
                    <a:pt x="2833723" y="2840507"/>
                  </a:moveTo>
                  <a:cubicBezTo>
                    <a:pt x="2827228" y="2838752"/>
                    <a:pt x="2820332" y="2839182"/>
                    <a:pt x="2814104" y="2841725"/>
                  </a:cubicBezTo>
                  <a:cubicBezTo>
                    <a:pt x="2814104" y="2841725"/>
                    <a:pt x="2821315" y="2852590"/>
                    <a:pt x="2830305" y="2853526"/>
                  </a:cubicBezTo>
                  <a:cubicBezTo>
                    <a:pt x="2837563" y="2854299"/>
                    <a:pt x="2844900" y="2853901"/>
                    <a:pt x="2852031" y="2852356"/>
                  </a:cubicBezTo>
                  <a:cubicBezTo>
                    <a:pt x="2846970" y="2846993"/>
                    <a:pt x="2840690" y="2842929"/>
                    <a:pt x="2833723" y="2840507"/>
                  </a:cubicBezTo>
                  <a:close/>
                  <a:moveTo>
                    <a:pt x="3853409" y="2823907"/>
                  </a:moveTo>
                  <a:cubicBezTo>
                    <a:pt x="3848500" y="2823907"/>
                    <a:pt x="3848500" y="2825872"/>
                    <a:pt x="3844433" y="2827275"/>
                  </a:cubicBezTo>
                  <a:cubicBezTo>
                    <a:pt x="3840365" y="2828677"/>
                    <a:pt x="3837418" y="2827275"/>
                    <a:pt x="3835595" y="2828257"/>
                  </a:cubicBezTo>
                  <a:cubicBezTo>
                    <a:pt x="3832788" y="2830088"/>
                    <a:pt x="3829639" y="2831330"/>
                    <a:pt x="3826338" y="2831905"/>
                  </a:cubicBezTo>
                  <a:cubicBezTo>
                    <a:pt x="3820725" y="2831905"/>
                    <a:pt x="3815255" y="2829660"/>
                    <a:pt x="3810485" y="2834571"/>
                  </a:cubicBezTo>
                  <a:cubicBezTo>
                    <a:pt x="3807908" y="2836724"/>
                    <a:pt x="3806723" y="2840120"/>
                    <a:pt x="3807400" y="2843411"/>
                  </a:cubicBezTo>
                  <a:cubicBezTo>
                    <a:pt x="3808802" y="2847760"/>
                    <a:pt x="3819744" y="2863615"/>
                    <a:pt x="3817920" y="2869367"/>
                  </a:cubicBezTo>
                  <a:cubicBezTo>
                    <a:pt x="3816984" y="2872886"/>
                    <a:pt x="3815861" y="2876352"/>
                    <a:pt x="3814554" y="2879749"/>
                  </a:cubicBezTo>
                  <a:cubicBezTo>
                    <a:pt x="3813151" y="2883678"/>
                    <a:pt x="3812450" y="2884942"/>
                    <a:pt x="3811328" y="2888028"/>
                  </a:cubicBezTo>
                  <a:cubicBezTo>
                    <a:pt x="3809868" y="2890685"/>
                    <a:pt x="3809188" y="2893700"/>
                    <a:pt x="3809363" y="2896727"/>
                  </a:cubicBezTo>
                  <a:cubicBezTo>
                    <a:pt x="3811210" y="2899815"/>
                    <a:pt x="3814173" y="2902076"/>
                    <a:pt x="3817640" y="2903041"/>
                  </a:cubicBezTo>
                  <a:cubicBezTo>
                    <a:pt x="3821286" y="2903041"/>
                    <a:pt x="3824653" y="2901497"/>
                    <a:pt x="3826338" y="2905847"/>
                  </a:cubicBezTo>
                  <a:cubicBezTo>
                    <a:pt x="3827469" y="2908501"/>
                    <a:pt x="3827950" y="2911388"/>
                    <a:pt x="3827740" y="2914266"/>
                  </a:cubicBezTo>
                  <a:cubicBezTo>
                    <a:pt x="3825775" y="2918756"/>
                    <a:pt x="3819042" y="2920579"/>
                    <a:pt x="3815395" y="2921422"/>
                  </a:cubicBezTo>
                  <a:cubicBezTo>
                    <a:pt x="3805176" y="2923938"/>
                    <a:pt x="3795108" y="2927030"/>
                    <a:pt x="3785236" y="2930682"/>
                  </a:cubicBezTo>
                  <a:cubicBezTo>
                    <a:pt x="3781448" y="2933769"/>
                    <a:pt x="3775418" y="2930682"/>
                    <a:pt x="3768824" y="2932927"/>
                  </a:cubicBezTo>
                  <a:cubicBezTo>
                    <a:pt x="3756184" y="2936494"/>
                    <a:pt x="3743288" y="2939074"/>
                    <a:pt x="3730249" y="2940644"/>
                  </a:cubicBezTo>
                  <a:cubicBezTo>
                    <a:pt x="3726041" y="2940644"/>
                    <a:pt x="3716221" y="2946116"/>
                    <a:pt x="3714118" y="2946116"/>
                  </a:cubicBezTo>
                  <a:cubicBezTo>
                    <a:pt x="3712014" y="2946116"/>
                    <a:pt x="3709348" y="2941345"/>
                    <a:pt x="3706682" y="2941906"/>
                  </a:cubicBezTo>
                  <a:cubicBezTo>
                    <a:pt x="3696587" y="2944917"/>
                    <a:pt x="3687093" y="2949665"/>
                    <a:pt x="3678628" y="2955937"/>
                  </a:cubicBezTo>
                  <a:cubicBezTo>
                    <a:pt x="3676335" y="2958658"/>
                    <a:pt x="3675360" y="2962252"/>
                    <a:pt x="3675963" y="2965759"/>
                  </a:cubicBezTo>
                  <a:cubicBezTo>
                    <a:pt x="3675963" y="2971512"/>
                    <a:pt x="3676804" y="2976842"/>
                    <a:pt x="3676664" y="2978106"/>
                  </a:cubicBezTo>
                  <a:cubicBezTo>
                    <a:pt x="3675682" y="2983859"/>
                    <a:pt x="3675401" y="2990733"/>
                    <a:pt x="3680311" y="2993120"/>
                  </a:cubicBezTo>
                  <a:cubicBezTo>
                    <a:pt x="3685221" y="2995504"/>
                    <a:pt x="3691533" y="2993120"/>
                    <a:pt x="3694338" y="2993961"/>
                  </a:cubicBezTo>
                  <a:cubicBezTo>
                    <a:pt x="3700370" y="2996767"/>
                    <a:pt x="3697846" y="3000134"/>
                    <a:pt x="3702054" y="2999433"/>
                  </a:cubicBezTo>
                  <a:cubicBezTo>
                    <a:pt x="3706263" y="2998730"/>
                    <a:pt x="3710750" y="2996487"/>
                    <a:pt x="3711592" y="2993961"/>
                  </a:cubicBezTo>
                  <a:cubicBezTo>
                    <a:pt x="3715043" y="2992190"/>
                    <a:pt x="3718726" y="2990914"/>
                    <a:pt x="3722533" y="2990172"/>
                  </a:cubicBezTo>
                  <a:cubicBezTo>
                    <a:pt x="3727724" y="2990172"/>
                    <a:pt x="3732774" y="2990172"/>
                    <a:pt x="3735438" y="2986665"/>
                  </a:cubicBezTo>
                  <a:cubicBezTo>
                    <a:pt x="3738089" y="2986271"/>
                    <a:pt x="3740784" y="2986271"/>
                    <a:pt x="3743435" y="2986665"/>
                  </a:cubicBezTo>
                  <a:cubicBezTo>
                    <a:pt x="3746757" y="2987432"/>
                    <a:pt x="3750212" y="2987432"/>
                    <a:pt x="3753535" y="2986665"/>
                  </a:cubicBezTo>
                  <a:cubicBezTo>
                    <a:pt x="3757298" y="2985386"/>
                    <a:pt x="3761140" y="2984355"/>
                    <a:pt x="3765037" y="2983577"/>
                  </a:cubicBezTo>
                  <a:cubicBezTo>
                    <a:pt x="3768651" y="2983923"/>
                    <a:pt x="3772295" y="2983443"/>
                    <a:pt x="3775697" y="2982175"/>
                  </a:cubicBezTo>
                  <a:cubicBezTo>
                    <a:pt x="3779204" y="2980351"/>
                    <a:pt x="3782011" y="2982175"/>
                    <a:pt x="3788323" y="2978947"/>
                  </a:cubicBezTo>
                  <a:cubicBezTo>
                    <a:pt x="3792111" y="2976984"/>
                    <a:pt x="3799545" y="2976984"/>
                    <a:pt x="3802350" y="2975440"/>
                  </a:cubicBezTo>
                  <a:cubicBezTo>
                    <a:pt x="3805156" y="2973896"/>
                    <a:pt x="3812730" y="2975440"/>
                    <a:pt x="3816378" y="2971791"/>
                  </a:cubicBezTo>
                  <a:cubicBezTo>
                    <a:pt x="3832669" y="2966522"/>
                    <a:pt x="3849309" y="2962396"/>
                    <a:pt x="3866174" y="2959444"/>
                  </a:cubicBezTo>
                  <a:cubicBezTo>
                    <a:pt x="3874732" y="2957059"/>
                    <a:pt x="3884692" y="2951027"/>
                    <a:pt x="3887496" y="2950466"/>
                  </a:cubicBezTo>
                  <a:cubicBezTo>
                    <a:pt x="3893809" y="2949344"/>
                    <a:pt x="3899279" y="2951868"/>
                    <a:pt x="3901523" y="2950466"/>
                  </a:cubicBezTo>
                  <a:cubicBezTo>
                    <a:pt x="3906489" y="2948293"/>
                    <a:pt x="3911598" y="2946464"/>
                    <a:pt x="3916814" y="2944994"/>
                  </a:cubicBezTo>
                  <a:cubicBezTo>
                    <a:pt x="3920460" y="2943871"/>
                    <a:pt x="3928316" y="2941205"/>
                    <a:pt x="3932104" y="2940364"/>
                  </a:cubicBezTo>
                  <a:lnTo>
                    <a:pt x="3948797" y="2938399"/>
                  </a:lnTo>
                  <a:cubicBezTo>
                    <a:pt x="3951461" y="2938399"/>
                    <a:pt x="3967032" y="2937137"/>
                    <a:pt x="3969697" y="2936997"/>
                  </a:cubicBezTo>
                  <a:cubicBezTo>
                    <a:pt x="3977552" y="2936997"/>
                    <a:pt x="3979797" y="2942188"/>
                    <a:pt x="3982041" y="2940644"/>
                  </a:cubicBezTo>
                  <a:cubicBezTo>
                    <a:pt x="3988774" y="2936435"/>
                    <a:pt x="4004204" y="2930120"/>
                    <a:pt x="4005046" y="2921141"/>
                  </a:cubicBezTo>
                  <a:cubicBezTo>
                    <a:pt x="4005046" y="2915388"/>
                    <a:pt x="4005747" y="2910899"/>
                    <a:pt x="4005747" y="2908232"/>
                  </a:cubicBezTo>
                  <a:cubicBezTo>
                    <a:pt x="4005276" y="2905162"/>
                    <a:pt x="4003009" y="2902673"/>
                    <a:pt x="3999996" y="2901918"/>
                  </a:cubicBezTo>
                  <a:lnTo>
                    <a:pt x="4000276" y="2901918"/>
                  </a:lnTo>
                  <a:cubicBezTo>
                    <a:pt x="3994455" y="2900466"/>
                    <a:pt x="3989698" y="2896283"/>
                    <a:pt x="3987512" y="2890694"/>
                  </a:cubicBezTo>
                  <a:cubicBezTo>
                    <a:pt x="3986390" y="2887748"/>
                    <a:pt x="3980077" y="2888028"/>
                    <a:pt x="3976851" y="2887187"/>
                  </a:cubicBezTo>
                  <a:cubicBezTo>
                    <a:pt x="3973625" y="2886344"/>
                    <a:pt x="3969276" y="2882555"/>
                    <a:pt x="3966612" y="2882837"/>
                  </a:cubicBezTo>
                  <a:cubicBezTo>
                    <a:pt x="3958483" y="2884022"/>
                    <a:pt x="3950462" y="2885852"/>
                    <a:pt x="3942625" y="2888309"/>
                  </a:cubicBezTo>
                  <a:cubicBezTo>
                    <a:pt x="3936031" y="2890412"/>
                    <a:pt x="3908258" y="2896586"/>
                    <a:pt x="3900542" y="2898130"/>
                  </a:cubicBezTo>
                  <a:cubicBezTo>
                    <a:pt x="3896193" y="2898972"/>
                    <a:pt x="3895912" y="2894061"/>
                    <a:pt x="3898298" y="2890975"/>
                  </a:cubicBezTo>
                  <a:cubicBezTo>
                    <a:pt x="3906854" y="2883678"/>
                    <a:pt x="3910642" y="2883398"/>
                    <a:pt x="3910081" y="2869367"/>
                  </a:cubicBezTo>
                  <a:cubicBezTo>
                    <a:pt x="3909520" y="2855336"/>
                    <a:pt x="3902787" y="2852951"/>
                    <a:pt x="3900542" y="2848320"/>
                  </a:cubicBezTo>
                  <a:cubicBezTo>
                    <a:pt x="3898298" y="2843690"/>
                    <a:pt x="3898578" y="2836534"/>
                    <a:pt x="3896475" y="2834289"/>
                  </a:cubicBezTo>
                  <a:cubicBezTo>
                    <a:pt x="3894370" y="2832046"/>
                    <a:pt x="3885533" y="2831625"/>
                    <a:pt x="3884129" y="2830502"/>
                  </a:cubicBezTo>
                  <a:cubicBezTo>
                    <a:pt x="3882727" y="2829380"/>
                    <a:pt x="3880623" y="2825030"/>
                    <a:pt x="3877256" y="2825030"/>
                  </a:cubicBezTo>
                  <a:cubicBezTo>
                    <a:pt x="3872866" y="2825313"/>
                    <a:pt x="3868461" y="2825313"/>
                    <a:pt x="3864071" y="2825030"/>
                  </a:cubicBezTo>
                  <a:cubicBezTo>
                    <a:pt x="3860547" y="2824414"/>
                    <a:pt x="3856984" y="2824040"/>
                    <a:pt x="3853409" y="2823907"/>
                  </a:cubicBezTo>
                  <a:close/>
                  <a:moveTo>
                    <a:pt x="5704750" y="2821382"/>
                  </a:moveTo>
                  <a:cubicBezTo>
                    <a:pt x="5702031" y="2821278"/>
                    <a:pt x="5699332" y="2821857"/>
                    <a:pt x="5696894" y="2823066"/>
                  </a:cubicBezTo>
                  <a:cubicBezTo>
                    <a:pt x="5695071" y="2824328"/>
                    <a:pt x="5691565" y="2823066"/>
                    <a:pt x="5689039" y="2823066"/>
                  </a:cubicBezTo>
                  <a:cubicBezTo>
                    <a:pt x="5682727" y="2825872"/>
                    <a:pt x="5681463" y="2837097"/>
                    <a:pt x="5679360" y="2841025"/>
                  </a:cubicBezTo>
                  <a:cubicBezTo>
                    <a:pt x="5676134" y="2847339"/>
                    <a:pt x="5669119" y="2858283"/>
                    <a:pt x="5666315" y="2858283"/>
                  </a:cubicBezTo>
                  <a:cubicBezTo>
                    <a:pt x="5663510" y="2858283"/>
                    <a:pt x="5658460" y="2849304"/>
                    <a:pt x="5655513" y="2849444"/>
                  </a:cubicBezTo>
                  <a:cubicBezTo>
                    <a:pt x="5652568" y="2849584"/>
                    <a:pt x="5645694" y="2857021"/>
                    <a:pt x="5645694" y="2859266"/>
                  </a:cubicBezTo>
                  <a:cubicBezTo>
                    <a:pt x="5645694" y="2861511"/>
                    <a:pt x="5651024" y="2868807"/>
                    <a:pt x="5651585" y="2874840"/>
                  </a:cubicBezTo>
                  <a:cubicBezTo>
                    <a:pt x="5650940" y="2879872"/>
                    <a:pt x="5649114" y="2884680"/>
                    <a:pt x="5646256" y="2888871"/>
                  </a:cubicBezTo>
                  <a:cubicBezTo>
                    <a:pt x="5643450" y="2893921"/>
                    <a:pt x="5641206" y="2905005"/>
                    <a:pt x="5646256" y="2906409"/>
                  </a:cubicBezTo>
                  <a:cubicBezTo>
                    <a:pt x="5651305" y="2907811"/>
                    <a:pt x="5648640" y="2903322"/>
                    <a:pt x="5654953" y="2902339"/>
                  </a:cubicBezTo>
                  <a:cubicBezTo>
                    <a:pt x="5661264" y="2901358"/>
                    <a:pt x="5665753" y="2897288"/>
                    <a:pt x="5667296" y="2897569"/>
                  </a:cubicBezTo>
                  <a:cubicBezTo>
                    <a:pt x="5668839" y="2897851"/>
                    <a:pt x="5679921" y="2907951"/>
                    <a:pt x="5674732" y="2915248"/>
                  </a:cubicBezTo>
                  <a:cubicBezTo>
                    <a:pt x="5672767" y="2918054"/>
                    <a:pt x="5667857" y="2929279"/>
                    <a:pt x="5660704" y="2928298"/>
                  </a:cubicBezTo>
                  <a:cubicBezTo>
                    <a:pt x="5658460" y="2928298"/>
                    <a:pt x="5657338" y="2922965"/>
                    <a:pt x="5654953" y="2921002"/>
                  </a:cubicBezTo>
                  <a:cubicBezTo>
                    <a:pt x="5652568" y="2919037"/>
                    <a:pt x="5642889" y="2923105"/>
                    <a:pt x="5639662" y="2921002"/>
                  </a:cubicBezTo>
                  <a:cubicBezTo>
                    <a:pt x="5636436" y="2918897"/>
                    <a:pt x="5635595" y="2919598"/>
                    <a:pt x="5635735" y="2914125"/>
                  </a:cubicBezTo>
                  <a:cubicBezTo>
                    <a:pt x="5635593" y="2904119"/>
                    <a:pt x="5634179" y="2894170"/>
                    <a:pt x="5631526" y="2884521"/>
                  </a:cubicBezTo>
                  <a:cubicBezTo>
                    <a:pt x="5629501" y="2882030"/>
                    <a:pt x="5628454" y="2878888"/>
                    <a:pt x="5628580" y="2875681"/>
                  </a:cubicBezTo>
                  <a:cubicBezTo>
                    <a:pt x="5628582" y="2869648"/>
                    <a:pt x="5627599" y="2860950"/>
                    <a:pt x="5624233" y="2861651"/>
                  </a:cubicBezTo>
                  <a:cubicBezTo>
                    <a:pt x="5620734" y="2862211"/>
                    <a:pt x="5617550" y="2864002"/>
                    <a:pt x="5615255" y="2866702"/>
                  </a:cubicBezTo>
                  <a:cubicBezTo>
                    <a:pt x="5612202" y="2870305"/>
                    <a:pt x="5610341" y="2874765"/>
                    <a:pt x="5609924" y="2879470"/>
                  </a:cubicBezTo>
                  <a:cubicBezTo>
                    <a:pt x="5610752" y="2882375"/>
                    <a:pt x="5611406" y="2885327"/>
                    <a:pt x="5611889" y="2888310"/>
                  </a:cubicBezTo>
                  <a:cubicBezTo>
                    <a:pt x="5612350" y="2897049"/>
                    <a:pt x="5612350" y="2905807"/>
                    <a:pt x="5611889" y="2914547"/>
                  </a:cubicBezTo>
                  <a:cubicBezTo>
                    <a:pt x="5611889" y="2919458"/>
                    <a:pt x="5615535" y="2927315"/>
                    <a:pt x="5614974" y="2933067"/>
                  </a:cubicBezTo>
                  <a:cubicBezTo>
                    <a:pt x="5614974" y="2935873"/>
                    <a:pt x="5613852" y="2957340"/>
                    <a:pt x="5613992" y="2960288"/>
                  </a:cubicBezTo>
                  <a:cubicBezTo>
                    <a:pt x="5613601" y="2965667"/>
                    <a:pt x="5616327" y="2970793"/>
                    <a:pt x="5621006" y="2973476"/>
                  </a:cubicBezTo>
                  <a:cubicBezTo>
                    <a:pt x="5624091" y="2974738"/>
                    <a:pt x="5625916" y="2971371"/>
                    <a:pt x="5627879" y="2969829"/>
                  </a:cubicBezTo>
                  <a:cubicBezTo>
                    <a:pt x="5629842" y="2968285"/>
                    <a:pt x="5633070" y="2967302"/>
                    <a:pt x="5632789" y="2962954"/>
                  </a:cubicBezTo>
                  <a:cubicBezTo>
                    <a:pt x="5632508" y="2958604"/>
                    <a:pt x="5632789" y="2952710"/>
                    <a:pt x="5636857" y="2951448"/>
                  </a:cubicBezTo>
                  <a:cubicBezTo>
                    <a:pt x="5640926" y="2950185"/>
                    <a:pt x="5643730" y="2956078"/>
                    <a:pt x="5643029" y="2959165"/>
                  </a:cubicBezTo>
                  <a:cubicBezTo>
                    <a:pt x="5641497" y="2962593"/>
                    <a:pt x="5642761" y="2966625"/>
                    <a:pt x="5645974" y="2968565"/>
                  </a:cubicBezTo>
                  <a:cubicBezTo>
                    <a:pt x="5647799" y="2970390"/>
                    <a:pt x="5653408" y="2965479"/>
                    <a:pt x="5656214" y="2964356"/>
                  </a:cubicBezTo>
                  <a:cubicBezTo>
                    <a:pt x="5661405" y="2962533"/>
                    <a:pt x="5665473" y="2960567"/>
                    <a:pt x="5667436" y="2965479"/>
                  </a:cubicBezTo>
                  <a:cubicBezTo>
                    <a:pt x="5668467" y="2967513"/>
                    <a:pt x="5668007" y="2969985"/>
                    <a:pt x="5666314" y="2971512"/>
                  </a:cubicBezTo>
                  <a:cubicBezTo>
                    <a:pt x="5663996" y="2973762"/>
                    <a:pt x="5661286" y="2975567"/>
                    <a:pt x="5658318" y="2976843"/>
                  </a:cubicBezTo>
                  <a:cubicBezTo>
                    <a:pt x="5655794" y="2976843"/>
                    <a:pt x="5650884" y="2980211"/>
                    <a:pt x="5648079" y="2980350"/>
                  </a:cubicBezTo>
                  <a:cubicBezTo>
                    <a:pt x="5641708" y="2980775"/>
                    <a:pt x="5635403" y="2981903"/>
                    <a:pt x="5629281" y="2983718"/>
                  </a:cubicBezTo>
                  <a:cubicBezTo>
                    <a:pt x="5625474" y="2984285"/>
                    <a:pt x="5621626" y="2984519"/>
                    <a:pt x="5617778" y="2984420"/>
                  </a:cubicBezTo>
                  <a:cubicBezTo>
                    <a:pt x="5614693" y="2984420"/>
                    <a:pt x="5608241" y="2988910"/>
                    <a:pt x="5604453" y="2988068"/>
                  </a:cubicBezTo>
                  <a:cubicBezTo>
                    <a:pt x="5601372" y="2986782"/>
                    <a:pt x="5598942" y="2984301"/>
                    <a:pt x="5597720" y="2981193"/>
                  </a:cubicBezTo>
                  <a:cubicBezTo>
                    <a:pt x="5596458" y="2977826"/>
                    <a:pt x="5601647" y="2973196"/>
                    <a:pt x="5602490" y="2967162"/>
                  </a:cubicBezTo>
                  <a:cubicBezTo>
                    <a:pt x="5602490" y="2964356"/>
                    <a:pt x="5602490" y="2958323"/>
                    <a:pt x="5602490" y="2955376"/>
                  </a:cubicBezTo>
                  <a:cubicBezTo>
                    <a:pt x="5603331" y="2948081"/>
                    <a:pt x="5599403" y="2942748"/>
                    <a:pt x="5599403" y="2939381"/>
                  </a:cubicBezTo>
                  <a:cubicBezTo>
                    <a:pt x="5599403" y="2936013"/>
                    <a:pt x="5598422" y="2920299"/>
                    <a:pt x="5598001" y="2915529"/>
                  </a:cubicBezTo>
                  <a:cubicBezTo>
                    <a:pt x="5597580" y="2910758"/>
                    <a:pt x="5599123" y="2906970"/>
                    <a:pt x="5598001" y="2903322"/>
                  </a:cubicBezTo>
                  <a:cubicBezTo>
                    <a:pt x="5597416" y="2900121"/>
                    <a:pt x="5597416" y="2896842"/>
                    <a:pt x="5598001" y="2893641"/>
                  </a:cubicBezTo>
                  <a:cubicBezTo>
                    <a:pt x="5599226" y="2890821"/>
                    <a:pt x="5599226" y="2887620"/>
                    <a:pt x="5598001" y="2884801"/>
                  </a:cubicBezTo>
                  <a:cubicBezTo>
                    <a:pt x="5596036" y="2882135"/>
                    <a:pt x="5598001" y="2875400"/>
                    <a:pt x="5596739" y="2870770"/>
                  </a:cubicBezTo>
                  <a:cubicBezTo>
                    <a:pt x="5595475" y="2866141"/>
                    <a:pt x="5596739" y="2863756"/>
                    <a:pt x="5595056" y="2859266"/>
                  </a:cubicBezTo>
                  <a:cubicBezTo>
                    <a:pt x="5593372" y="2854776"/>
                    <a:pt x="5593932" y="2854215"/>
                    <a:pt x="5590847" y="2852951"/>
                  </a:cubicBezTo>
                  <a:cubicBezTo>
                    <a:pt x="5587760" y="2851689"/>
                    <a:pt x="5588041" y="2856038"/>
                    <a:pt x="5585937" y="2856178"/>
                  </a:cubicBezTo>
                  <a:cubicBezTo>
                    <a:pt x="5582717" y="2855900"/>
                    <a:pt x="5579477" y="2855900"/>
                    <a:pt x="5576258" y="2856178"/>
                  </a:cubicBezTo>
                  <a:cubicBezTo>
                    <a:pt x="5570788" y="2857441"/>
                    <a:pt x="5566018" y="2865719"/>
                    <a:pt x="5569525" y="2867824"/>
                  </a:cubicBezTo>
                  <a:cubicBezTo>
                    <a:pt x="5571967" y="2874269"/>
                    <a:pt x="5573065" y="2881144"/>
                    <a:pt x="5572752" y="2888029"/>
                  </a:cubicBezTo>
                  <a:cubicBezTo>
                    <a:pt x="5572752" y="2907390"/>
                    <a:pt x="5575978" y="2916090"/>
                    <a:pt x="5575136" y="2923386"/>
                  </a:cubicBezTo>
                  <a:cubicBezTo>
                    <a:pt x="5573874" y="2936435"/>
                    <a:pt x="5572610" y="2953833"/>
                    <a:pt x="5572610" y="2956779"/>
                  </a:cubicBezTo>
                  <a:cubicBezTo>
                    <a:pt x="5572977" y="2962288"/>
                    <a:pt x="5573916" y="2967743"/>
                    <a:pt x="5575416" y="2973056"/>
                  </a:cubicBezTo>
                  <a:cubicBezTo>
                    <a:pt x="5577245" y="2976622"/>
                    <a:pt x="5578657" y="2980389"/>
                    <a:pt x="5579625" y="2984281"/>
                  </a:cubicBezTo>
                  <a:cubicBezTo>
                    <a:pt x="5579625" y="2987087"/>
                    <a:pt x="5575136" y="2989050"/>
                    <a:pt x="5574154" y="2989751"/>
                  </a:cubicBezTo>
                  <a:cubicBezTo>
                    <a:pt x="5569168" y="2992745"/>
                    <a:pt x="5563717" y="2994879"/>
                    <a:pt x="5558022" y="2996065"/>
                  </a:cubicBezTo>
                  <a:cubicBezTo>
                    <a:pt x="5554820" y="2997234"/>
                    <a:pt x="5551277" y="2995585"/>
                    <a:pt x="5550109" y="2992382"/>
                  </a:cubicBezTo>
                  <a:cubicBezTo>
                    <a:pt x="5549819" y="2991585"/>
                    <a:pt x="5549695" y="2990738"/>
                    <a:pt x="5549747" y="2989891"/>
                  </a:cubicBezTo>
                  <a:cubicBezTo>
                    <a:pt x="5549679" y="2981706"/>
                    <a:pt x="5548402" y="2973573"/>
                    <a:pt x="5545959" y="2965758"/>
                  </a:cubicBezTo>
                  <a:cubicBezTo>
                    <a:pt x="5543714" y="2963935"/>
                    <a:pt x="5540629" y="2965758"/>
                    <a:pt x="5540629" y="2965758"/>
                  </a:cubicBezTo>
                  <a:cubicBezTo>
                    <a:pt x="5534931" y="2976475"/>
                    <a:pt x="5528656" y="2986873"/>
                    <a:pt x="5521831" y="2996907"/>
                  </a:cubicBezTo>
                  <a:cubicBezTo>
                    <a:pt x="5519584" y="2999040"/>
                    <a:pt x="5516970" y="3000752"/>
                    <a:pt x="5514116" y="3001958"/>
                  </a:cubicBezTo>
                  <a:cubicBezTo>
                    <a:pt x="5510795" y="3004545"/>
                    <a:pt x="5509177" y="3008757"/>
                    <a:pt x="5509908" y="3012902"/>
                  </a:cubicBezTo>
                  <a:cubicBezTo>
                    <a:pt x="5514817" y="3029179"/>
                    <a:pt x="5509908" y="3031282"/>
                    <a:pt x="5509908" y="3039841"/>
                  </a:cubicBezTo>
                  <a:cubicBezTo>
                    <a:pt x="5510670" y="3049312"/>
                    <a:pt x="5513598" y="3058481"/>
                    <a:pt x="5518465" y="3066640"/>
                  </a:cubicBezTo>
                  <a:cubicBezTo>
                    <a:pt x="5520667" y="3070694"/>
                    <a:pt x="5525420" y="3072632"/>
                    <a:pt x="5529827" y="3071271"/>
                  </a:cubicBezTo>
                  <a:cubicBezTo>
                    <a:pt x="5540629" y="3069306"/>
                    <a:pt x="5547642" y="3057240"/>
                    <a:pt x="5559004" y="3048962"/>
                  </a:cubicBezTo>
                  <a:cubicBezTo>
                    <a:pt x="5561497" y="3046515"/>
                    <a:pt x="5563752" y="3043837"/>
                    <a:pt x="5565737" y="3040963"/>
                  </a:cubicBezTo>
                  <a:cubicBezTo>
                    <a:pt x="5569470" y="3034087"/>
                    <a:pt x="5574198" y="3027799"/>
                    <a:pt x="5579765" y="3022303"/>
                  </a:cubicBezTo>
                  <a:cubicBezTo>
                    <a:pt x="5586903" y="3018137"/>
                    <a:pt x="5594604" y="3015018"/>
                    <a:pt x="5602630" y="3013043"/>
                  </a:cubicBezTo>
                  <a:cubicBezTo>
                    <a:pt x="5608381" y="3011499"/>
                    <a:pt x="5617639" y="3010097"/>
                    <a:pt x="5621987" y="3009115"/>
                  </a:cubicBezTo>
                  <a:cubicBezTo>
                    <a:pt x="5630344" y="3007609"/>
                    <a:pt x="5638771" y="3006532"/>
                    <a:pt x="5647236" y="3005887"/>
                  </a:cubicBezTo>
                  <a:cubicBezTo>
                    <a:pt x="5652519" y="3005320"/>
                    <a:pt x="5657734" y="3004239"/>
                    <a:pt x="5662807" y="3002660"/>
                  </a:cubicBezTo>
                  <a:cubicBezTo>
                    <a:pt x="5667735" y="3000513"/>
                    <a:pt x="5673010" y="2999278"/>
                    <a:pt x="5678378" y="2999012"/>
                  </a:cubicBezTo>
                  <a:cubicBezTo>
                    <a:pt x="5688775" y="3000319"/>
                    <a:pt x="5699335" y="2999214"/>
                    <a:pt x="5709239" y="2995785"/>
                  </a:cubicBezTo>
                  <a:cubicBezTo>
                    <a:pt x="5712044" y="2994381"/>
                    <a:pt x="5724669" y="2994663"/>
                    <a:pt x="5728877" y="2992979"/>
                  </a:cubicBezTo>
                  <a:cubicBezTo>
                    <a:pt x="5734965" y="2991398"/>
                    <a:pt x="5741246" y="2990690"/>
                    <a:pt x="5747533" y="2990874"/>
                  </a:cubicBezTo>
                  <a:cubicBezTo>
                    <a:pt x="5748573" y="2997074"/>
                    <a:pt x="5745364" y="3003208"/>
                    <a:pt x="5739678" y="3005887"/>
                  </a:cubicBezTo>
                  <a:cubicBezTo>
                    <a:pt x="5736592" y="3005887"/>
                    <a:pt x="5728597" y="3012622"/>
                    <a:pt x="5725650" y="3012762"/>
                  </a:cubicBezTo>
                  <a:cubicBezTo>
                    <a:pt x="5721204" y="3012483"/>
                    <a:pt x="5716838" y="3011439"/>
                    <a:pt x="5712747" y="3009676"/>
                  </a:cubicBezTo>
                  <a:cubicBezTo>
                    <a:pt x="5710501" y="3009676"/>
                    <a:pt x="5704891" y="3010657"/>
                    <a:pt x="5700261" y="3009676"/>
                  </a:cubicBezTo>
                  <a:cubicBezTo>
                    <a:pt x="5695193" y="3008904"/>
                    <a:pt x="5690039" y="3008904"/>
                    <a:pt x="5684971" y="3009676"/>
                  </a:cubicBezTo>
                  <a:cubicBezTo>
                    <a:pt x="5682306" y="3011218"/>
                    <a:pt x="5677677" y="3014026"/>
                    <a:pt x="5678518" y="3014306"/>
                  </a:cubicBezTo>
                  <a:cubicBezTo>
                    <a:pt x="5669261" y="3017112"/>
                    <a:pt x="5670102" y="3016690"/>
                    <a:pt x="5667577" y="3018234"/>
                  </a:cubicBezTo>
                  <a:cubicBezTo>
                    <a:pt x="5665052" y="3019778"/>
                    <a:pt x="5656637" y="3019778"/>
                    <a:pt x="5654532" y="3020479"/>
                  </a:cubicBezTo>
                  <a:cubicBezTo>
                    <a:pt x="5648849" y="3022357"/>
                    <a:pt x="5643035" y="3023811"/>
                    <a:pt x="5637138" y="3024829"/>
                  </a:cubicBezTo>
                  <a:cubicBezTo>
                    <a:pt x="5633070" y="3025810"/>
                    <a:pt x="5625214" y="3024829"/>
                    <a:pt x="5621847" y="3026231"/>
                  </a:cubicBezTo>
                  <a:cubicBezTo>
                    <a:pt x="5619722" y="3027483"/>
                    <a:pt x="5617662" y="3028842"/>
                    <a:pt x="5615675" y="3030300"/>
                  </a:cubicBezTo>
                  <a:cubicBezTo>
                    <a:pt x="5611889" y="3032545"/>
                    <a:pt x="5602490" y="3028476"/>
                    <a:pt x="5599123" y="3031422"/>
                  </a:cubicBezTo>
                  <a:cubicBezTo>
                    <a:pt x="5588884" y="3040823"/>
                    <a:pt x="5589864" y="3056538"/>
                    <a:pt x="5587340" y="3059484"/>
                  </a:cubicBezTo>
                  <a:cubicBezTo>
                    <a:pt x="5584887" y="3064189"/>
                    <a:pt x="5583817" y="3069490"/>
                    <a:pt x="5584255" y="3074778"/>
                  </a:cubicBezTo>
                  <a:cubicBezTo>
                    <a:pt x="5584253" y="3079829"/>
                    <a:pt x="5584253" y="3082775"/>
                    <a:pt x="5588462" y="3085020"/>
                  </a:cubicBezTo>
                  <a:cubicBezTo>
                    <a:pt x="5592096" y="3086281"/>
                    <a:pt x="5596050" y="3086281"/>
                    <a:pt x="5599683" y="3085020"/>
                  </a:cubicBezTo>
                  <a:cubicBezTo>
                    <a:pt x="5604640" y="3083905"/>
                    <a:pt x="5609227" y="3081538"/>
                    <a:pt x="5613009" y="3078146"/>
                  </a:cubicBezTo>
                  <a:cubicBezTo>
                    <a:pt x="5616034" y="3074404"/>
                    <a:pt x="5620155" y="3071706"/>
                    <a:pt x="5624794" y="3070428"/>
                  </a:cubicBezTo>
                  <a:cubicBezTo>
                    <a:pt x="5627739" y="3070428"/>
                    <a:pt x="5636156" y="3067482"/>
                    <a:pt x="5635455" y="3071411"/>
                  </a:cubicBezTo>
                  <a:cubicBezTo>
                    <a:pt x="5634262" y="3076269"/>
                    <a:pt x="5632521" y="3080977"/>
                    <a:pt x="5630263" y="3085442"/>
                  </a:cubicBezTo>
                  <a:cubicBezTo>
                    <a:pt x="5628861" y="3088388"/>
                    <a:pt x="5629423" y="3096385"/>
                    <a:pt x="5628300" y="3099472"/>
                  </a:cubicBezTo>
                  <a:cubicBezTo>
                    <a:pt x="5627178" y="3102558"/>
                    <a:pt x="5627458" y="3104102"/>
                    <a:pt x="5624373" y="3105926"/>
                  </a:cubicBezTo>
                  <a:cubicBezTo>
                    <a:pt x="5621024" y="3108414"/>
                    <a:pt x="5617277" y="3110313"/>
                    <a:pt x="5613291" y="3111538"/>
                  </a:cubicBezTo>
                  <a:cubicBezTo>
                    <a:pt x="5607029" y="3112613"/>
                    <a:pt x="5600877" y="3114257"/>
                    <a:pt x="5594914" y="3116449"/>
                  </a:cubicBezTo>
                  <a:cubicBezTo>
                    <a:pt x="5590006" y="3119115"/>
                    <a:pt x="5583131" y="3125709"/>
                    <a:pt x="5580046" y="3125709"/>
                  </a:cubicBezTo>
                  <a:cubicBezTo>
                    <a:pt x="5576961" y="3125709"/>
                    <a:pt x="5567702" y="3121780"/>
                    <a:pt x="5564755" y="3121780"/>
                  </a:cubicBezTo>
                  <a:cubicBezTo>
                    <a:pt x="5556228" y="3123003"/>
                    <a:pt x="5548599" y="3127733"/>
                    <a:pt x="5543714" y="3134830"/>
                  </a:cubicBezTo>
                  <a:cubicBezTo>
                    <a:pt x="5541797" y="3140452"/>
                    <a:pt x="5540619" y="3146300"/>
                    <a:pt x="5540208" y="3152228"/>
                  </a:cubicBezTo>
                  <a:cubicBezTo>
                    <a:pt x="5540208" y="3155174"/>
                    <a:pt x="5538243" y="3162891"/>
                    <a:pt x="5542031" y="3164855"/>
                  </a:cubicBezTo>
                  <a:cubicBezTo>
                    <a:pt x="5544770" y="3165734"/>
                    <a:pt x="5547403" y="3166911"/>
                    <a:pt x="5549886" y="3168364"/>
                  </a:cubicBezTo>
                  <a:cubicBezTo>
                    <a:pt x="5556620" y="3174957"/>
                    <a:pt x="5561530" y="3172712"/>
                    <a:pt x="5567141" y="3172572"/>
                  </a:cubicBezTo>
                  <a:cubicBezTo>
                    <a:pt x="5570226" y="3172572"/>
                    <a:pt x="5581168" y="3165977"/>
                    <a:pt x="5586358" y="3165697"/>
                  </a:cubicBezTo>
                  <a:cubicBezTo>
                    <a:pt x="5594268" y="3165007"/>
                    <a:pt x="5602105" y="3163645"/>
                    <a:pt x="5609784" y="3161629"/>
                  </a:cubicBezTo>
                  <a:cubicBezTo>
                    <a:pt x="5617217" y="3159571"/>
                    <a:pt x="5624825" y="3158208"/>
                    <a:pt x="5632508" y="3157559"/>
                  </a:cubicBezTo>
                  <a:cubicBezTo>
                    <a:pt x="5640645" y="3157559"/>
                    <a:pt x="5641206" y="3163453"/>
                    <a:pt x="5639241" y="3167100"/>
                  </a:cubicBezTo>
                  <a:cubicBezTo>
                    <a:pt x="5632929" y="3178746"/>
                    <a:pt x="5627599" y="3204562"/>
                    <a:pt x="5614974" y="3209192"/>
                  </a:cubicBezTo>
                  <a:cubicBezTo>
                    <a:pt x="5608942" y="3211157"/>
                    <a:pt x="5596879" y="3212559"/>
                    <a:pt x="5584113" y="3214804"/>
                  </a:cubicBezTo>
                  <a:cubicBezTo>
                    <a:pt x="5576679" y="3216208"/>
                    <a:pt x="5569244" y="3216067"/>
                    <a:pt x="5571348" y="3221118"/>
                  </a:cubicBezTo>
                  <a:cubicBezTo>
                    <a:pt x="5573453" y="3226169"/>
                    <a:pt x="5595056" y="3235148"/>
                    <a:pt x="5595196" y="3243708"/>
                  </a:cubicBezTo>
                  <a:cubicBezTo>
                    <a:pt x="5595196" y="3248338"/>
                    <a:pt x="5593792" y="3256195"/>
                    <a:pt x="5596739" y="3258580"/>
                  </a:cubicBezTo>
                  <a:cubicBezTo>
                    <a:pt x="5604800" y="3260927"/>
                    <a:pt x="5613364" y="3260927"/>
                    <a:pt x="5621427" y="3258580"/>
                  </a:cubicBezTo>
                  <a:cubicBezTo>
                    <a:pt x="5626667" y="3256343"/>
                    <a:pt x="5632190" y="3254833"/>
                    <a:pt x="5637839" y="3254090"/>
                  </a:cubicBezTo>
                  <a:cubicBezTo>
                    <a:pt x="5644817" y="3252108"/>
                    <a:pt x="5651657" y="3249670"/>
                    <a:pt x="5658318" y="3246794"/>
                  </a:cubicBezTo>
                  <a:cubicBezTo>
                    <a:pt x="5668560" y="3243568"/>
                    <a:pt x="5667857" y="3229256"/>
                    <a:pt x="5672346" y="3219575"/>
                  </a:cubicBezTo>
                  <a:cubicBezTo>
                    <a:pt x="5673188" y="3218453"/>
                    <a:pt x="5680061" y="3212841"/>
                    <a:pt x="5679640" y="3206947"/>
                  </a:cubicBezTo>
                  <a:cubicBezTo>
                    <a:pt x="5679843" y="3200454"/>
                    <a:pt x="5681173" y="3194045"/>
                    <a:pt x="5683568" y="3188005"/>
                  </a:cubicBezTo>
                  <a:cubicBezTo>
                    <a:pt x="5684647" y="3182542"/>
                    <a:pt x="5685351" y="3177010"/>
                    <a:pt x="5685672" y="3171450"/>
                  </a:cubicBezTo>
                  <a:cubicBezTo>
                    <a:pt x="5685593" y="3164979"/>
                    <a:pt x="5685172" y="3158515"/>
                    <a:pt x="5684410" y="3152087"/>
                  </a:cubicBezTo>
                  <a:cubicBezTo>
                    <a:pt x="5684410" y="3144651"/>
                    <a:pt x="5706714" y="3140442"/>
                    <a:pt x="5712465" y="3139460"/>
                  </a:cubicBezTo>
                  <a:cubicBezTo>
                    <a:pt x="5718216" y="3138477"/>
                    <a:pt x="5720882" y="3136374"/>
                    <a:pt x="5724528" y="3135391"/>
                  </a:cubicBezTo>
                  <a:cubicBezTo>
                    <a:pt x="5731822" y="3133426"/>
                    <a:pt x="5735750" y="3133286"/>
                    <a:pt x="5742343" y="3132024"/>
                  </a:cubicBezTo>
                  <a:cubicBezTo>
                    <a:pt x="5745991" y="3131181"/>
                    <a:pt x="5749498" y="3126831"/>
                    <a:pt x="5752443" y="3123324"/>
                  </a:cubicBezTo>
                  <a:cubicBezTo>
                    <a:pt x="5755093" y="3117793"/>
                    <a:pt x="5756573" y="3111775"/>
                    <a:pt x="5756792" y="3105646"/>
                  </a:cubicBezTo>
                  <a:cubicBezTo>
                    <a:pt x="5758054" y="3100595"/>
                    <a:pt x="5751321" y="3099191"/>
                    <a:pt x="5750199" y="3098911"/>
                  </a:cubicBezTo>
                  <a:cubicBezTo>
                    <a:pt x="5741642" y="3096245"/>
                    <a:pt x="5736171" y="3092738"/>
                    <a:pt x="5733226" y="3091895"/>
                  </a:cubicBezTo>
                  <a:cubicBezTo>
                    <a:pt x="5723687" y="3089650"/>
                    <a:pt x="5719198" y="3083337"/>
                    <a:pt x="5715832" y="3083055"/>
                  </a:cubicBezTo>
                  <a:cubicBezTo>
                    <a:pt x="5712465" y="3082775"/>
                    <a:pt x="5709940" y="3087827"/>
                    <a:pt x="5705872" y="3088388"/>
                  </a:cubicBezTo>
                  <a:cubicBezTo>
                    <a:pt x="5700719" y="3090130"/>
                    <a:pt x="5695662" y="3092144"/>
                    <a:pt x="5690722" y="3094421"/>
                  </a:cubicBezTo>
                  <a:cubicBezTo>
                    <a:pt x="5686655" y="3095402"/>
                    <a:pt x="5682867" y="3094421"/>
                    <a:pt x="5682306" y="3092738"/>
                  </a:cubicBezTo>
                  <a:cubicBezTo>
                    <a:pt x="5681114" y="3087016"/>
                    <a:pt x="5682114" y="3081056"/>
                    <a:pt x="5685111" y="3076041"/>
                  </a:cubicBezTo>
                  <a:cubicBezTo>
                    <a:pt x="5690144" y="3069751"/>
                    <a:pt x="5696102" y="3064262"/>
                    <a:pt x="5702787" y="3059765"/>
                  </a:cubicBezTo>
                  <a:cubicBezTo>
                    <a:pt x="5707393" y="3056809"/>
                    <a:pt x="5711200" y="3052761"/>
                    <a:pt x="5713867" y="3047979"/>
                  </a:cubicBezTo>
                  <a:cubicBezTo>
                    <a:pt x="5721051" y="3037468"/>
                    <a:pt x="5731743" y="3029858"/>
                    <a:pt x="5744027" y="3026513"/>
                  </a:cubicBezTo>
                  <a:cubicBezTo>
                    <a:pt x="5749786" y="3025103"/>
                    <a:pt x="5755802" y="3025103"/>
                    <a:pt x="5761561" y="3026513"/>
                  </a:cubicBezTo>
                  <a:cubicBezTo>
                    <a:pt x="5765879" y="3028796"/>
                    <a:pt x="5770933" y="3029250"/>
                    <a:pt x="5775588" y="3027775"/>
                  </a:cubicBezTo>
                  <a:cubicBezTo>
                    <a:pt x="5778454" y="3024805"/>
                    <a:pt x="5782405" y="3023133"/>
                    <a:pt x="5786530" y="3023145"/>
                  </a:cubicBezTo>
                  <a:cubicBezTo>
                    <a:pt x="5798973" y="3023487"/>
                    <a:pt x="5811250" y="3020223"/>
                    <a:pt x="5821880" y="3013744"/>
                  </a:cubicBezTo>
                  <a:cubicBezTo>
                    <a:pt x="5825890" y="3006569"/>
                    <a:pt x="5828103" y="2998529"/>
                    <a:pt x="5828333" y="2990313"/>
                  </a:cubicBezTo>
                  <a:cubicBezTo>
                    <a:pt x="5829078" y="2981243"/>
                    <a:pt x="5826968" y="2972168"/>
                    <a:pt x="5822301" y="2964356"/>
                  </a:cubicBezTo>
                  <a:lnTo>
                    <a:pt x="5821458" y="2964496"/>
                  </a:lnTo>
                  <a:cubicBezTo>
                    <a:pt x="5818092" y="2960428"/>
                    <a:pt x="5812621" y="2962111"/>
                    <a:pt x="5810096" y="2960428"/>
                  </a:cubicBezTo>
                  <a:cubicBezTo>
                    <a:pt x="5807571" y="2958744"/>
                    <a:pt x="5803222" y="2958463"/>
                    <a:pt x="5800137" y="2957481"/>
                  </a:cubicBezTo>
                  <a:cubicBezTo>
                    <a:pt x="5797050" y="2956499"/>
                    <a:pt x="5794104" y="2951869"/>
                    <a:pt x="5791299" y="2951027"/>
                  </a:cubicBezTo>
                  <a:cubicBezTo>
                    <a:pt x="5787678" y="2950417"/>
                    <a:pt x="5783980" y="2950417"/>
                    <a:pt x="5780358" y="2951027"/>
                  </a:cubicBezTo>
                  <a:cubicBezTo>
                    <a:pt x="5775987" y="2955347"/>
                    <a:pt x="5770497" y="2958361"/>
                    <a:pt x="5764506" y="2959726"/>
                  </a:cubicBezTo>
                  <a:cubicBezTo>
                    <a:pt x="5761561" y="2959726"/>
                    <a:pt x="5756792" y="2960707"/>
                    <a:pt x="5756371" y="2957200"/>
                  </a:cubicBezTo>
                  <a:cubicBezTo>
                    <a:pt x="5756306" y="2951192"/>
                    <a:pt x="5757254" y="2945215"/>
                    <a:pt x="5759176" y="2939522"/>
                  </a:cubicBezTo>
                  <a:cubicBezTo>
                    <a:pt x="5760720" y="2934050"/>
                    <a:pt x="5762262" y="2927736"/>
                    <a:pt x="5762683" y="2925491"/>
                  </a:cubicBezTo>
                  <a:cubicBezTo>
                    <a:pt x="5763104" y="2923246"/>
                    <a:pt x="5766611" y="2914828"/>
                    <a:pt x="5766892" y="2913706"/>
                  </a:cubicBezTo>
                  <a:cubicBezTo>
                    <a:pt x="5768416" y="2901327"/>
                    <a:pt x="5773263" y="2889593"/>
                    <a:pt x="5780919" y="2879750"/>
                  </a:cubicBezTo>
                  <a:cubicBezTo>
                    <a:pt x="5786951" y="2873858"/>
                    <a:pt x="5800137" y="2866702"/>
                    <a:pt x="5798874" y="2865719"/>
                  </a:cubicBezTo>
                  <a:cubicBezTo>
                    <a:pt x="5797612" y="2864738"/>
                    <a:pt x="5799855" y="2852951"/>
                    <a:pt x="5800418" y="2848742"/>
                  </a:cubicBezTo>
                  <a:cubicBezTo>
                    <a:pt x="5800995" y="2845154"/>
                    <a:pt x="5799730" y="2841517"/>
                    <a:pt x="5797051" y="2839062"/>
                  </a:cubicBezTo>
                  <a:cubicBezTo>
                    <a:pt x="5792942" y="2835868"/>
                    <a:pt x="5788526" y="2833094"/>
                    <a:pt x="5783865" y="2830783"/>
                  </a:cubicBezTo>
                  <a:cubicBezTo>
                    <a:pt x="5779846" y="2828989"/>
                    <a:pt x="5775168" y="2829527"/>
                    <a:pt x="5771662" y="2832187"/>
                  </a:cubicBezTo>
                  <a:cubicBezTo>
                    <a:pt x="5769837" y="2833589"/>
                    <a:pt x="5768995" y="2836677"/>
                    <a:pt x="5768014" y="2837378"/>
                  </a:cubicBezTo>
                  <a:cubicBezTo>
                    <a:pt x="5764508" y="2839763"/>
                    <a:pt x="5730700" y="2845094"/>
                    <a:pt x="5727194" y="2858985"/>
                  </a:cubicBezTo>
                  <a:cubicBezTo>
                    <a:pt x="5725510" y="2865859"/>
                    <a:pt x="5735470" y="2869789"/>
                    <a:pt x="5735330" y="2878628"/>
                  </a:cubicBezTo>
                  <a:cubicBezTo>
                    <a:pt x="5734983" y="2882328"/>
                    <a:pt x="5733986" y="2885938"/>
                    <a:pt x="5732384" y="2889291"/>
                  </a:cubicBezTo>
                  <a:cubicBezTo>
                    <a:pt x="5730981" y="2892378"/>
                    <a:pt x="5728456" y="2898411"/>
                    <a:pt x="5725932" y="2898972"/>
                  </a:cubicBezTo>
                  <a:cubicBezTo>
                    <a:pt x="5723406" y="2899533"/>
                    <a:pt x="5718497" y="2898972"/>
                    <a:pt x="5714570" y="2904725"/>
                  </a:cubicBezTo>
                  <a:cubicBezTo>
                    <a:pt x="5708398" y="2913706"/>
                    <a:pt x="5715690" y="2915529"/>
                    <a:pt x="5715690" y="2918054"/>
                  </a:cubicBezTo>
                  <a:cubicBezTo>
                    <a:pt x="5715690" y="2920580"/>
                    <a:pt x="5710782" y="2924088"/>
                    <a:pt x="5709239" y="2925631"/>
                  </a:cubicBezTo>
                  <a:cubicBezTo>
                    <a:pt x="5707264" y="2928488"/>
                    <a:pt x="5704479" y="2930685"/>
                    <a:pt x="5701243" y="2931945"/>
                  </a:cubicBezTo>
                  <a:cubicBezTo>
                    <a:pt x="5699420" y="2931945"/>
                    <a:pt x="5699279" y="2941907"/>
                    <a:pt x="5704049" y="2945976"/>
                  </a:cubicBezTo>
                  <a:cubicBezTo>
                    <a:pt x="5708817" y="2950044"/>
                    <a:pt x="5713727" y="2947659"/>
                    <a:pt x="5716253" y="2950044"/>
                  </a:cubicBezTo>
                  <a:cubicBezTo>
                    <a:pt x="5719198" y="2957200"/>
                    <a:pt x="5709940" y="2964075"/>
                    <a:pt x="5702226" y="2964075"/>
                  </a:cubicBezTo>
                  <a:cubicBezTo>
                    <a:pt x="5692124" y="2964075"/>
                    <a:pt x="5699279" y="2950887"/>
                    <a:pt x="5694790" y="2952149"/>
                  </a:cubicBezTo>
                  <a:cubicBezTo>
                    <a:pt x="5686373" y="2954394"/>
                    <a:pt x="5676975" y="2947941"/>
                    <a:pt x="5679640" y="2944152"/>
                  </a:cubicBezTo>
                  <a:cubicBezTo>
                    <a:pt x="5682306" y="2940363"/>
                    <a:pt x="5692545" y="2926333"/>
                    <a:pt x="5692124" y="2926053"/>
                  </a:cubicBezTo>
                  <a:cubicBezTo>
                    <a:pt x="5703066" y="2903743"/>
                    <a:pt x="5709099" y="2898832"/>
                    <a:pt x="5708677" y="2892518"/>
                  </a:cubicBezTo>
                  <a:cubicBezTo>
                    <a:pt x="5708256" y="2886205"/>
                    <a:pt x="5701944" y="2881855"/>
                    <a:pt x="5701103" y="2881154"/>
                  </a:cubicBezTo>
                  <a:cubicBezTo>
                    <a:pt x="5700261" y="2880451"/>
                    <a:pt x="5700261" y="2868947"/>
                    <a:pt x="5701103" y="2867123"/>
                  </a:cubicBezTo>
                  <a:cubicBezTo>
                    <a:pt x="5703900" y="2860932"/>
                    <a:pt x="5708075" y="2855461"/>
                    <a:pt x="5713306" y="2851127"/>
                  </a:cubicBezTo>
                  <a:cubicBezTo>
                    <a:pt x="5718216" y="2846779"/>
                    <a:pt x="5723406" y="2837939"/>
                    <a:pt x="5719620" y="2832888"/>
                  </a:cubicBezTo>
                  <a:cubicBezTo>
                    <a:pt x="5715832" y="2827837"/>
                    <a:pt x="5711202" y="2821803"/>
                    <a:pt x="5704750" y="2821382"/>
                  </a:cubicBezTo>
                  <a:close/>
                  <a:moveTo>
                    <a:pt x="2853810" y="2819619"/>
                  </a:moveTo>
                  <a:lnTo>
                    <a:pt x="2853844" y="2819624"/>
                  </a:lnTo>
                  <a:lnTo>
                    <a:pt x="2835735" y="2826223"/>
                  </a:lnTo>
                  <a:cubicBezTo>
                    <a:pt x="2835735" y="2826223"/>
                    <a:pt x="2846411" y="2833997"/>
                    <a:pt x="2854746" y="2832217"/>
                  </a:cubicBezTo>
                  <a:cubicBezTo>
                    <a:pt x="2861521" y="2830667"/>
                    <a:pt x="2867702" y="2827188"/>
                    <a:pt x="2872538" y="2822196"/>
                  </a:cubicBezTo>
                  <a:lnTo>
                    <a:pt x="2853844" y="2819624"/>
                  </a:lnTo>
                  <a:lnTo>
                    <a:pt x="2853857" y="2819619"/>
                  </a:lnTo>
                  <a:close/>
                  <a:moveTo>
                    <a:pt x="2866077" y="2775317"/>
                  </a:moveTo>
                  <a:cubicBezTo>
                    <a:pt x="2860088" y="2778371"/>
                    <a:pt x="2855187" y="2783195"/>
                    <a:pt x="2852031" y="2789133"/>
                  </a:cubicBezTo>
                  <a:cubicBezTo>
                    <a:pt x="2849179" y="2794243"/>
                    <a:pt x="2848233" y="2800204"/>
                    <a:pt x="2849362" y="2805946"/>
                  </a:cubicBezTo>
                  <a:cubicBezTo>
                    <a:pt x="2848519" y="2807023"/>
                    <a:pt x="2847348" y="2808474"/>
                    <a:pt x="2846318" y="2809598"/>
                  </a:cubicBezTo>
                  <a:cubicBezTo>
                    <a:pt x="2842091" y="2814066"/>
                    <a:pt x="2837553" y="2818224"/>
                    <a:pt x="2832740" y="2822057"/>
                  </a:cubicBezTo>
                  <a:cubicBezTo>
                    <a:pt x="2834004" y="2820744"/>
                    <a:pt x="2841403" y="2812689"/>
                    <a:pt x="2840981" y="2804821"/>
                  </a:cubicBezTo>
                  <a:cubicBezTo>
                    <a:pt x="2840653" y="2797735"/>
                    <a:pt x="2839506" y="2790711"/>
                    <a:pt x="2837563" y="2783887"/>
                  </a:cubicBezTo>
                  <a:cubicBezTo>
                    <a:pt x="2832745" y="2789128"/>
                    <a:pt x="2829500" y="2795619"/>
                    <a:pt x="2828198" y="2802620"/>
                  </a:cubicBezTo>
                  <a:cubicBezTo>
                    <a:pt x="2827604" y="2809415"/>
                    <a:pt x="2829144" y="2816225"/>
                    <a:pt x="2832600" y="2822102"/>
                  </a:cubicBezTo>
                  <a:lnTo>
                    <a:pt x="2815100" y="2832418"/>
                  </a:lnTo>
                  <a:lnTo>
                    <a:pt x="2816674" y="2830556"/>
                  </a:lnTo>
                  <a:cubicBezTo>
                    <a:pt x="2819044" y="2827161"/>
                    <a:pt x="2821385" y="2822618"/>
                    <a:pt x="2821268" y="2818027"/>
                  </a:cubicBezTo>
                  <a:lnTo>
                    <a:pt x="2821128" y="2818027"/>
                  </a:lnTo>
                  <a:cubicBezTo>
                    <a:pt x="2820735" y="2810633"/>
                    <a:pt x="2819480" y="2803309"/>
                    <a:pt x="2817382" y="2796204"/>
                  </a:cubicBezTo>
                  <a:cubicBezTo>
                    <a:pt x="2812172" y="2801665"/>
                    <a:pt x="2808646" y="2808507"/>
                    <a:pt x="2807223" y="2815921"/>
                  </a:cubicBezTo>
                  <a:lnTo>
                    <a:pt x="2811519" y="2834529"/>
                  </a:lnTo>
                  <a:lnTo>
                    <a:pt x="2788823" y="2847907"/>
                  </a:lnTo>
                  <a:cubicBezTo>
                    <a:pt x="2790461" y="2846455"/>
                    <a:pt x="2798842" y="2838540"/>
                    <a:pt x="2798561" y="2830392"/>
                  </a:cubicBezTo>
                  <a:cubicBezTo>
                    <a:pt x="2798280" y="2823072"/>
                    <a:pt x="2797067" y="2815817"/>
                    <a:pt x="2794956" y="2808802"/>
                  </a:cubicBezTo>
                  <a:cubicBezTo>
                    <a:pt x="2789431" y="2813977"/>
                    <a:pt x="2785568" y="2820679"/>
                    <a:pt x="2783859" y="2828050"/>
                  </a:cubicBezTo>
                  <a:cubicBezTo>
                    <a:pt x="2783106" y="2835071"/>
                    <a:pt x="2784753" y="2842137"/>
                    <a:pt x="2788542" y="2848094"/>
                  </a:cubicBezTo>
                  <a:lnTo>
                    <a:pt x="2777251" y="2852221"/>
                  </a:lnTo>
                  <a:lnTo>
                    <a:pt x="2773892" y="2842310"/>
                  </a:lnTo>
                  <a:cubicBezTo>
                    <a:pt x="2771428" y="2838048"/>
                    <a:pt x="2767448" y="2834372"/>
                    <a:pt x="2760917" y="2834372"/>
                  </a:cubicBezTo>
                  <a:lnTo>
                    <a:pt x="2760308" y="2834372"/>
                  </a:lnTo>
                  <a:cubicBezTo>
                    <a:pt x="2747245" y="2834372"/>
                    <a:pt x="2744435" y="2848937"/>
                    <a:pt x="2743499" y="2853761"/>
                  </a:cubicBezTo>
                  <a:lnTo>
                    <a:pt x="2743499" y="2854369"/>
                  </a:lnTo>
                  <a:cubicBezTo>
                    <a:pt x="2742985" y="2856991"/>
                    <a:pt x="2737882" y="2883170"/>
                    <a:pt x="2736149" y="2892209"/>
                  </a:cubicBezTo>
                  <a:cubicBezTo>
                    <a:pt x="2687015" y="2892570"/>
                    <a:pt x="2638126" y="2885274"/>
                    <a:pt x="2591240" y="2870572"/>
                  </a:cubicBezTo>
                  <a:lnTo>
                    <a:pt x="2586276" y="2868886"/>
                  </a:lnTo>
                  <a:lnTo>
                    <a:pt x="2586276" y="2874132"/>
                  </a:lnTo>
                  <a:cubicBezTo>
                    <a:pt x="2586347" y="2888893"/>
                    <a:pt x="2591394" y="2903199"/>
                    <a:pt x="2600603" y="2914735"/>
                  </a:cubicBezTo>
                  <a:cubicBezTo>
                    <a:pt x="2609865" y="2925861"/>
                    <a:pt x="2622268" y="2933941"/>
                    <a:pt x="2636187" y="2937916"/>
                  </a:cubicBezTo>
                  <a:cubicBezTo>
                    <a:pt x="2637733" y="2948562"/>
                    <a:pt x="2642990" y="2958315"/>
                    <a:pt x="2651029" y="2965453"/>
                  </a:cubicBezTo>
                  <a:cubicBezTo>
                    <a:pt x="2653140" y="2967176"/>
                    <a:pt x="2655435" y="2968670"/>
                    <a:pt x="2657865" y="2969902"/>
                  </a:cubicBezTo>
                  <a:cubicBezTo>
                    <a:pt x="2625652" y="2966296"/>
                    <a:pt x="2601213" y="2961707"/>
                    <a:pt x="2589554" y="2959505"/>
                  </a:cubicBezTo>
                  <a:lnTo>
                    <a:pt x="2584122" y="2958475"/>
                  </a:lnTo>
                  <a:cubicBezTo>
                    <a:pt x="2578973" y="2957586"/>
                    <a:pt x="2573729" y="2956461"/>
                    <a:pt x="2569467" y="2955431"/>
                  </a:cubicBezTo>
                  <a:cubicBezTo>
                    <a:pt x="2575789" y="2967378"/>
                    <a:pt x="2583401" y="2978589"/>
                    <a:pt x="2592176" y="2988869"/>
                  </a:cubicBezTo>
                  <a:cubicBezTo>
                    <a:pt x="2606985" y="3006483"/>
                    <a:pt x="2625160" y="3020958"/>
                    <a:pt x="2645645" y="3031439"/>
                  </a:cubicBezTo>
                  <a:cubicBezTo>
                    <a:pt x="2663680" y="3040571"/>
                    <a:pt x="2683059" y="3046753"/>
                    <a:pt x="2703047" y="3049750"/>
                  </a:cubicBezTo>
                  <a:cubicBezTo>
                    <a:pt x="2706146" y="3050185"/>
                    <a:pt x="2709278" y="3050391"/>
                    <a:pt x="2712411" y="3050358"/>
                  </a:cubicBezTo>
                  <a:cubicBezTo>
                    <a:pt x="2718253" y="3050335"/>
                    <a:pt x="2724088" y="3049914"/>
                    <a:pt x="2729875" y="3049094"/>
                  </a:cubicBezTo>
                  <a:lnTo>
                    <a:pt x="2735400" y="3048297"/>
                  </a:lnTo>
                  <a:lnTo>
                    <a:pt x="2724677" y="3093115"/>
                  </a:lnTo>
                  <a:lnTo>
                    <a:pt x="2760449" y="3095410"/>
                  </a:lnTo>
                  <a:lnTo>
                    <a:pt x="2796173" y="3093115"/>
                  </a:lnTo>
                  <a:lnTo>
                    <a:pt x="2785450" y="3048297"/>
                  </a:lnTo>
                  <a:lnTo>
                    <a:pt x="2790975" y="3049094"/>
                  </a:lnTo>
                  <a:cubicBezTo>
                    <a:pt x="2796762" y="3049914"/>
                    <a:pt x="2802597" y="3050335"/>
                    <a:pt x="2808439" y="3050358"/>
                  </a:cubicBezTo>
                  <a:cubicBezTo>
                    <a:pt x="2811572" y="3050386"/>
                    <a:pt x="2814699" y="3050185"/>
                    <a:pt x="2817804" y="3049750"/>
                  </a:cubicBezTo>
                  <a:cubicBezTo>
                    <a:pt x="2837778" y="3046743"/>
                    <a:pt x="2857139" y="3040561"/>
                    <a:pt x="2875159" y="3031439"/>
                  </a:cubicBezTo>
                  <a:cubicBezTo>
                    <a:pt x="2895638" y="3020953"/>
                    <a:pt x="2913818" y="3006483"/>
                    <a:pt x="2928629" y="2988869"/>
                  </a:cubicBezTo>
                  <a:cubicBezTo>
                    <a:pt x="2937402" y="2978589"/>
                    <a:pt x="2945016" y="2967378"/>
                    <a:pt x="2951336" y="2955431"/>
                  </a:cubicBezTo>
                  <a:cubicBezTo>
                    <a:pt x="2947122" y="2956461"/>
                    <a:pt x="2941971" y="2957586"/>
                    <a:pt x="2936681" y="2958475"/>
                  </a:cubicBezTo>
                  <a:lnTo>
                    <a:pt x="2936962" y="2958475"/>
                  </a:lnTo>
                  <a:lnTo>
                    <a:pt x="2931578" y="2959505"/>
                  </a:lnTo>
                  <a:cubicBezTo>
                    <a:pt x="2919873" y="2961707"/>
                    <a:pt x="2895386" y="2966296"/>
                    <a:pt x="2863220" y="2969949"/>
                  </a:cubicBezTo>
                  <a:cubicBezTo>
                    <a:pt x="2865650" y="2968623"/>
                    <a:pt x="2867940" y="2967055"/>
                    <a:pt x="2870056" y="2965265"/>
                  </a:cubicBezTo>
                  <a:cubicBezTo>
                    <a:pt x="2878118" y="2958142"/>
                    <a:pt x="2883376" y="2948378"/>
                    <a:pt x="2884897" y="2937729"/>
                  </a:cubicBezTo>
                  <a:cubicBezTo>
                    <a:pt x="2898822" y="2933767"/>
                    <a:pt x="2911230" y="2925683"/>
                    <a:pt x="2920481" y="2914548"/>
                  </a:cubicBezTo>
                  <a:cubicBezTo>
                    <a:pt x="2929724" y="2903031"/>
                    <a:pt x="2934776" y="2888711"/>
                    <a:pt x="2934808" y="2873945"/>
                  </a:cubicBezTo>
                  <a:lnTo>
                    <a:pt x="2934808" y="2868700"/>
                  </a:lnTo>
                  <a:lnTo>
                    <a:pt x="2929799" y="2870385"/>
                  </a:lnTo>
                  <a:cubicBezTo>
                    <a:pt x="2882997" y="2885123"/>
                    <a:pt x="2834186" y="2892485"/>
                    <a:pt x="2785122" y="2892209"/>
                  </a:cubicBezTo>
                  <a:cubicBezTo>
                    <a:pt x="2783823" y="2885430"/>
                    <a:pt x="2780628" y="2869009"/>
                    <a:pt x="2778894" y="2860117"/>
                  </a:cubicBezTo>
                  <a:lnTo>
                    <a:pt x="2778478" y="2857984"/>
                  </a:lnTo>
                  <a:lnTo>
                    <a:pt x="2790228" y="2853667"/>
                  </a:lnTo>
                  <a:cubicBezTo>
                    <a:pt x="2792750" y="2860350"/>
                    <a:pt x="2798322" y="2865418"/>
                    <a:pt x="2805210" y="2867295"/>
                  </a:cubicBezTo>
                  <a:cubicBezTo>
                    <a:pt x="2819537" y="2870527"/>
                    <a:pt x="2826373" y="2866920"/>
                    <a:pt x="2826373" y="2866920"/>
                  </a:cubicBezTo>
                  <a:cubicBezTo>
                    <a:pt x="2821170" y="2861629"/>
                    <a:pt x="2815108" y="2857259"/>
                    <a:pt x="2808440" y="2853995"/>
                  </a:cubicBezTo>
                  <a:lnTo>
                    <a:pt x="2808253" y="2854136"/>
                  </a:lnTo>
                  <a:cubicBezTo>
                    <a:pt x="2803098" y="2851808"/>
                    <a:pt x="2797279" y="2851429"/>
                    <a:pt x="2791866" y="2853059"/>
                  </a:cubicBezTo>
                  <a:cubicBezTo>
                    <a:pt x="2815276" y="2842942"/>
                    <a:pt x="2835877" y="2828284"/>
                    <a:pt x="2847208" y="2814797"/>
                  </a:cubicBezTo>
                  <a:cubicBezTo>
                    <a:pt x="2849025" y="2812718"/>
                    <a:pt x="2850467" y="2810343"/>
                    <a:pt x="2851468" y="2807771"/>
                  </a:cubicBezTo>
                  <a:cubicBezTo>
                    <a:pt x="2856750" y="2805917"/>
                    <a:pt x="2860838" y="2801655"/>
                    <a:pt x="2862471" y="2796298"/>
                  </a:cubicBezTo>
                  <a:cubicBezTo>
                    <a:pt x="2864719" y="2789526"/>
                    <a:pt x="2865936" y="2782455"/>
                    <a:pt x="2866077" y="2775317"/>
                  </a:cubicBezTo>
                  <a:close/>
                  <a:moveTo>
                    <a:pt x="6538500" y="2657687"/>
                  </a:moveTo>
                  <a:lnTo>
                    <a:pt x="6538500" y="2700647"/>
                  </a:lnTo>
                  <a:lnTo>
                    <a:pt x="6627491" y="2700647"/>
                  </a:lnTo>
                  <a:lnTo>
                    <a:pt x="6639669" y="2787465"/>
                  </a:lnTo>
                  <a:lnTo>
                    <a:pt x="6639751" y="2787465"/>
                  </a:lnTo>
                  <a:lnTo>
                    <a:pt x="6639751" y="2657687"/>
                  </a:lnTo>
                  <a:close/>
                  <a:moveTo>
                    <a:pt x="7850927" y="2657605"/>
                  </a:moveTo>
                  <a:lnTo>
                    <a:pt x="7850927" y="2845776"/>
                  </a:lnTo>
                  <a:lnTo>
                    <a:pt x="7952177" y="2845776"/>
                  </a:lnTo>
                  <a:lnTo>
                    <a:pt x="7952177" y="2657605"/>
                  </a:lnTo>
                  <a:close/>
                  <a:moveTo>
                    <a:pt x="7404438" y="2657605"/>
                  </a:moveTo>
                  <a:lnTo>
                    <a:pt x="7404438" y="2845776"/>
                  </a:lnTo>
                  <a:lnTo>
                    <a:pt x="7505686" y="2845776"/>
                  </a:lnTo>
                  <a:lnTo>
                    <a:pt x="7505686" y="2657605"/>
                  </a:lnTo>
                  <a:close/>
                  <a:moveTo>
                    <a:pt x="6972971" y="2657605"/>
                  </a:moveTo>
                  <a:lnTo>
                    <a:pt x="6972971" y="2845776"/>
                  </a:lnTo>
                  <a:lnTo>
                    <a:pt x="7074139" y="2845776"/>
                  </a:lnTo>
                  <a:lnTo>
                    <a:pt x="7074221" y="2845776"/>
                  </a:lnTo>
                  <a:lnTo>
                    <a:pt x="7074221" y="2657605"/>
                  </a:lnTo>
                  <a:close/>
                  <a:moveTo>
                    <a:pt x="6106873" y="2657605"/>
                  </a:moveTo>
                  <a:lnTo>
                    <a:pt x="6106873" y="2700567"/>
                  </a:lnTo>
                  <a:lnTo>
                    <a:pt x="6208121" y="2700567"/>
                  </a:lnTo>
                  <a:lnTo>
                    <a:pt x="6208121" y="2657605"/>
                  </a:lnTo>
                  <a:close/>
                  <a:moveTo>
                    <a:pt x="2106994" y="2657605"/>
                  </a:moveTo>
                  <a:lnTo>
                    <a:pt x="2106994" y="2700567"/>
                  </a:lnTo>
                  <a:lnTo>
                    <a:pt x="2208160" y="2700567"/>
                  </a:lnTo>
                  <a:lnTo>
                    <a:pt x="2208242" y="2700567"/>
                  </a:lnTo>
                  <a:lnTo>
                    <a:pt x="2208242" y="2657605"/>
                  </a:lnTo>
                  <a:close/>
                  <a:moveTo>
                    <a:pt x="1240894" y="2657605"/>
                  </a:moveTo>
                  <a:lnTo>
                    <a:pt x="1240894" y="2845776"/>
                  </a:lnTo>
                  <a:lnTo>
                    <a:pt x="1342143" y="2845776"/>
                  </a:lnTo>
                  <a:lnTo>
                    <a:pt x="1342143" y="2657605"/>
                  </a:lnTo>
                  <a:close/>
                  <a:moveTo>
                    <a:pt x="809426" y="2657605"/>
                  </a:moveTo>
                  <a:lnTo>
                    <a:pt x="809426" y="2845776"/>
                  </a:lnTo>
                  <a:lnTo>
                    <a:pt x="910676" y="2845776"/>
                  </a:lnTo>
                  <a:lnTo>
                    <a:pt x="910676" y="2657605"/>
                  </a:lnTo>
                  <a:close/>
                  <a:moveTo>
                    <a:pt x="362938" y="2657605"/>
                  </a:moveTo>
                  <a:lnTo>
                    <a:pt x="362938" y="2845776"/>
                  </a:lnTo>
                  <a:lnTo>
                    <a:pt x="464187" y="2845776"/>
                  </a:lnTo>
                  <a:lnTo>
                    <a:pt x="464187" y="2657605"/>
                  </a:lnTo>
                  <a:close/>
                  <a:moveTo>
                    <a:pt x="7823646" y="2631454"/>
                  </a:moveTo>
                  <a:lnTo>
                    <a:pt x="7979458" y="2631454"/>
                  </a:lnTo>
                  <a:lnTo>
                    <a:pt x="7979458" y="2871277"/>
                  </a:lnTo>
                  <a:lnTo>
                    <a:pt x="7823646" y="2871277"/>
                  </a:lnTo>
                  <a:close/>
                  <a:moveTo>
                    <a:pt x="7377157" y="2631454"/>
                  </a:moveTo>
                  <a:lnTo>
                    <a:pt x="7532969" y="2631454"/>
                  </a:lnTo>
                  <a:lnTo>
                    <a:pt x="7532969" y="2871277"/>
                  </a:lnTo>
                  <a:lnTo>
                    <a:pt x="7377157" y="2871277"/>
                  </a:lnTo>
                  <a:close/>
                  <a:moveTo>
                    <a:pt x="6945690" y="2631454"/>
                  </a:moveTo>
                  <a:lnTo>
                    <a:pt x="7101502" y="2631454"/>
                  </a:lnTo>
                  <a:lnTo>
                    <a:pt x="7101502" y="2871277"/>
                  </a:lnTo>
                  <a:lnTo>
                    <a:pt x="6945690" y="2871277"/>
                  </a:lnTo>
                  <a:close/>
                  <a:moveTo>
                    <a:pt x="1213613" y="2631454"/>
                  </a:moveTo>
                  <a:lnTo>
                    <a:pt x="1369425" y="2631454"/>
                  </a:lnTo>
                  <a:lnTo>
                    <a:pt x="1369425" y="2871277"/>
                  </a:lnTo>
                  <a:lnTo>
                    <a:pt x="1213613" y="2871277"/>
                  </a:lnTo>
                  <a:close/>
                  <a:moveTo>
                    <a:pt x="782145" y="2631454"/>
                  </a:moveTo>
                  <a:lnTo>
                    <a:pt x="937956" y="2631454"/>
                  </a:lnTo>
                  <a:lnTo>
                    <a:pt x="937956" y="2871277"/>
                  </a:lnTo>
                  <a:lnTo>
                    <a:pt x="782145" y="2871277"/>
                  </a:lnTo>
                  <a:close/>
                  <a:moveTo>
                    <a:pt x="335657" y="2631454"/>
                  </a:moveTo>
                  <a:lnTo>
                    <a:pt x="491469" y="2631454"/>
                  </a:lnTo>
                  <a:lnTo>
                    <a:pt x="491469" y="2871277"/>
                  </a:lnTo>
                  <a:lnTo>
                    <a:pt x="335657" y="2871277"/>
                  </a:lnTo>
                  <a:close/>
                  <a:moveTo>
                    <a:pt x="4608268" y="2579883"/>
                  </a:moveTo>
                  <a:lnTo>
                    <a:pt x="4608268" y="2700567"/>
                  </a:lnTo>
                  <a:lnTo>
                    <a:pt x="4723158" y="2700567"/>
                  </a:lnTo>
                  <a:lnTo>
                    <a:pt x="4723158" y="2579883"/>
                  </a:lnTo>
                  <a:close/>
                  <a:moveTo>
                    <a:pt x="4098529" y="2579883"/>
                  </a:moveTo>
                  <a:lnTo>
                    <a:pt x="4098529" y="2700567"/>
                  </a:lnTo>
                  <a:lnTo>
                    <a:pt x="4213419" y="2700567"/>
                  </a:lnTo>
                  <a:lnTo>
                    <a:pt x="4213419" y="2579883"/>
                  </a:lnTo>
                  <a:close/>
                  <a:moveTo>
                    <a:pt x="3588545" y="2579883"/>
                  </a:moveTo>
                  <a:lnTo>
                    <a:pt x="3588545" y="2700567"/>
                  </a:lnTo>
                  <a:lnTo>
                    <a:pt x="3703436" y="2700567"/>
                  </a:lnTo>
                  <a:lnTo>
                    <a:pt x="3703436" y="2579883"/>
                  </a:lnTo>
                  <a:close/>
                  <a:moveTo>
                    <a:pt x="4482984" y="2415265"/>
                  </a:moveTo>
                  <a:lnTo>
                    <a:pt x="4482984" y="2700567"/>
                  </a:lnTo>
                  <a:lnTo>
                    <a:pt x="4569861" y="2700567"/>
                  </a:lnTo>
                  <a:lnTo>
                    <a:pt x="4569861" y="2541144"/>
                  </a:lnTo>
                  <a:lnTo>
                    <a:pt x="4761644" y="2541144"/>
                  </a:lnTo>
                  <a:lnTo>
                    <a:pt x="4761644" y="2700567"/>
                  </a:lnTo>
                  <a:lnTo>
                    <a:pt x="4852256" y="2700567"/>
                  </a:lnTo>
                  <a:lnTo>
                    <a:pt x="4852256" y="2415265"/>
                  </a:lnTo>
                  <a:close/>
                  <a:moveTo>
                    <a:pt x="3973245" y="2415265"/>
                  </a:moveTo>
                  <a:lnTo>
                    <a:pt x="3973245" y="2700567"/>
                  </a:lnTo>
                  <a:lnTo>
                    <a:pt x="4060123" y="2700567"/>
                  </a:lnTo>
                  <a:lnTo>
                    <a:pt x="4060123" y="2541144"/>
                  </a:lnTo>
                  <a:lnTo>
                    <a:pt x="4251985" y="2541144"/>
                  </a:lnTo>
                  <a:lnTo>
                    <a:pt x="4251985" y="2700567"/>
                  </a:lnTo>
                  <a:lnTo>
                    <a:pt x="4339188" y="2700567"/>
                  </a:lnTo>
                  <a:lnTo>
                    <a:pt x="4339188" y="2415265"/>
                  </a:lnTo>
                  <a:close/>
                  <a:moveTo>
                    <a:pt x="3462695" y="2415265"/>
                  </a:moveTo>
                  <a:lnTo>
                    <a:pt x="3462695" y="2700567"/>
                  </a:lnTo>
                  <a:lnTo>
                    <a:pt x="3550141" y="2700567"/>
                  </a:lnTo>
                  <a:lnTo>
                    <a:pt x="3550141" y="2541144"/>
                  </a:lnTo>
                  <a:lnTo>
                    <a:pt x="3741922" y="2541144"/>
                  </a:lnTo>
                  <a:lnTo>
                    <a:pt x="3741922" y="2700567"/>
                  </a:lnTo>
                  <a:lnTo>
                    <a:pt x="3829369" y="2700567"/>
                  </a:lnTo>
                  <a:lnTo>
                    <a:pt x="3829369" y="2415265"/>
                  </a:lnTo>
                  <a:close/>
                  <a:moveTo>
                    <a:pt x="4893178" y="2281343"/>
                  </a:moveTo>
                  <a:lnTo>
                    <a:pt x="4893178" y="2700647"/>
                  </a:lnTo>
                  <a:lnTo>
                    <a:pt x="5182798" y="2700647"/>
                  </a:lnTo>
                  <a:lnTo>
                    <a:pt x="5182798" y="2281343"/>
                  </a:lnTo>
                  <a:close/>
                  <a:moveTo>
                    <a:pt x="4379867" y="2281343"/>
                  </a:moveTo>
                  <a:lnTo>
                    <a:pt x="4379867" y="2700647"/>
                  </a:lnTo>
                  <a:lnTo>
                    <a:pt x="4442143" y="2700647"/>
                  </a:lnTo>
                  <a:lnTo>
                    <a:pt x="4442143" y="2281343"/>
                  </a:lnTo>
                  <a:close/>
                  <a:moveTo>
                    <a:pt x="3870128" y="2281343"/>
                  </a:moveTo>
                  <a:lnTo>
                    <a:pt x="3870128" y="2700647"/>
                  </a:lnTo>
                  <a:lnTo>
                    <a:pt x="3932404" y="2700647"/>
                  </a:lnTo>
                  <a:lnTo>
                    <a:pt x="3932404" y="2281343"/>
                  </a:lnTo>
                  <a:close/>
                  <a:moveTo>
                    <a:pt x="3131989" y="2281343"/>
                  </a:moveTo>
                  <a:lnTo>
                    <a:pt x="3131989" y="2700647"/>
                  </a:lnTo>
                  <a:lnTo>
                    <a:pt x="3421611" y="2700647"/>
                  </a:lnTo>
                  <a:lnTo>
                    <a:pt x="3421611" y="2281343"/>
                  </a:lnTo>
                  <a:close/>
                  <a:moveTo>
                    <a:pt x="5513339" y="2230179"/>
                  </a:moveTo>
                  <a:lnTo>
                    <a:pt x="5513339" y="2620976"/>
                  </a:lnTo>
                  <a:lnTo>
                    <a:pt x="5638623" y="2620976"/>
                  </a:lnTo>
                  <a:lnTo>
                    <a:pt x="5638623" y="2230179"/>
                  </a:lnTo>
                  <a:close/>
                  <a:moveTo>
                    <a:pt x="2676490" y="2230179"/>
                  </a:moveTo>
                  <a:lnTo>
                    <a:pt x="2676490" y="2620976"/>
                  </a:lnTo>
                  <a:lnTo>
                    <a:pt x="2801772" y="2620976"/>
                  </a:lnTo>
                  <a:lnTo>
                    <a:pt x="2801772" y="2230179"/>
                  </a:lnTo>
                  <a:close/>
                  <a:moveTo>
                    <a:pt x="7850927" y="2226037"/>
                  </a:moveTo>
                  <a:lnTo>
                    <a:pt x="7850927" y="2414208"/>
                  </a:lnTo>
                  <a:lnTo>
                    <a:pt x="7952177" y="2414208"/>
                  </a:lnTo>
                  <a:lnTo>
                    <a:pt x="7952177" y="2226037"/>
                  </a:lnTo>
                  <a:close/>
                  <a:moveTo>
                    <a:pt x="7404438" y="2226037"/>
                  </a:moveTo>
                  <a:lnTo>
                    <a:pt x="7404438" y="2414208"/>
                  </a:lnTo>
                  <a:lnTo>
                    <a:pt x="7505686" y="2414208"/>
                  </a:lnTo>
                  <a:lnTo>
                    <a:pt x="7505686" y="2226037"/>
                  </a:lnTo>
                  <a:close/>
                  <a:moveTo>
                    <a:pt x="6972971" y="2226037"/>
                  </a:moveTo>
                  <a:lnTo>
                    <a:pt x="6972971" y="2414208"/>
                  </a:lnTo>
                  <a:lnTo>
                    <a:pt x="7074139" y="2414208"/>
                  </a:lnTo>
                  <a:lnTo>
                    <a:pt x="7074221" y="2414208"/>
                  </a:lnTo>
                  <a:lnTo>
                    <a:pt x="7074221" y="2226037"/>
                  </a:lnTo>
                  <a:close/>
                  <a:moveTo>
                    <a:pt x="6538419" y="2226037"/>
                  </a:moveTo>
                  <a:lnTo>
                    <a:pt x="6538419" y="2414208"/>
                  </a:lnTo>
                  <a:lnTo>
                    <a:pt x="6639669" y="2414208"/>
                  </a:lnTo>
                  <a:lnTo>
                    <a:pt x="6639669" y="2226037"/>
                  </a:lnTo>
                  <a:close/>
                  <a:moveTo>
                    <a:pt x="6106870" y="2226037"/>
                  </a:moveTo>
                  <a:lnTo>
                    <a:pt x="6106870" y="2414208"/>
                  </a:lnTo>
                  <a:lnTo>
                    <a:pt x="6208118" y="2414208"/>
                  </a:lnTo>
                  <a:lnTo>
                    <a:pt x="6208118" y="2226037"/>
                  </a:lnTo>
                  <a:close/>
                  <a:moveTo>
                    <a:pt x="2106995" y="2226037"/>
                  </a:moveTo>
                  <a:lnTo>
                    <a:pt x="2106995" y="2414208"/>
                  </a:lnTo>
                  <a:lnTo>
                    <a:pt x="2208160" y="2414208"/>
                  </a:lnTo>
                  <a:lnTo>
                    <a:pt x="2208240" y="2414208"/>
                  </a:lnTo>
                  <a:lnTo>
                    <a:pt x="2208240" y="2226037"/>
                  </a:lnTo>
                  <a:close/>
                  <a:moveTo>
                    <a:pt x="1675446" y="2226037"/>
                  </a:moveTo>
                  <a:lnTo>
                    <a:pt x="1675446" y="2414208"/>
                  </a:lnTo>
                  <a:lnTo>
                    <a:pt x="1776695" y="2414208"/>
                  </a:lnTo>
                  <a:lnTo>
                    <a:pt x="1776695" y="2226037"/>
                  </a:lnTo>
                  <a:close/>
                  <a:moveTo>
                    <a:pt x="1240894" y="2226037"/>
                  </a:moveTo>
                  <a:lnTo>
                    <a:pt x="1240894" y="2414208"/>
                  </a:lnTo>
                  <a:lnTo>
                    <a:pt x="1342143" y="2414208"/>
                  </a:lnTo>
                  <a:lnTo>
                    <a:pt x="1342143" y="2226037"/>
                  </a:lnTo>
                  <a:close/>
                  <a:moveTo>
                    <a:pt x="809426" y="2226037"/>
                  </a:moveTo>
                  <a:lnTo>
                    <a:pt x="809426" y="2414208"/>
                  </a:lnTo>
                  <a:lnTo>
                    <a:pt x="910676" y="2414208"/>
                  </a:lnTo>
                  <a:lnTo>
                    <a:pt x="910676" y="2226037"/>
                  </a:lnTo>
                  <a:close/>
                  <a:moveTo>
                    <a:pt x="362938" y="2226037"/>
                  </a:moveTo>
                  <a:lnTo>
                    <a:pt x="362938" y="2414208"/>
                  </a:lnTo>
                  <a:lnTo>
                    <a:pt x="464187" y="2414208"/>
                  </a:lnTo>
                  <a:lnTo>
                    <a:pt x="464187" y="2226037"/>
                  </a:lnTo>
                  <a:close/>
                  <a:moveTo>
                    <a:pt x="7823646" y="2199886"/>
                  </a:moveTo>
                  <a:lnTo>
                    <a:pt x="7979458" y="2199886"/>
                  </a:lnTo>
                  <a:lnTo>
                    <a:pt x="7979458" y="2439709"/>
                  </a:lnTo>
                  <a:lnTo>
                    <a:pt x="7823646" y="2439709"/>
                  </a:lnTo>
                  <a:close/>
                  <a:moveTo>
                    <a:pt x="7377157" y="2199886"/>
                  </a:moveTo>
                  <a:lnTo>
                    <a:pt x="7532969" y="2199886"/>
                  </a:lnTo>
                  <a:lnTo>
                    <a:pt x="7532969" y="2439709"/>
                  </a:lnTo>
                  <a:lnTo>
                    <a:pt x="7377157" y="2439709"/>
                  </a:lnTo>
                  <a:close/>
                  <a:moveTo>
                    <a:pt x="6945690" y="2199886"/>
                  </a:moveTo>
                  <a:lnTo>
                    <a:pt x="7101502" y="2199886"/>
                  </a:lnTo>
                  <a:lnTo>
                    <a:pt x="7101502" y="2439709"/>
                  </a:lnTo>
                  <a:lnTo>
                    <a:pt x="6945690" y="2439709"/>
                  </a:lnTo>
                  <a:close/>
                  <a:moveTo>
                    <a:pt x="6511138" y="2199886"/>
                  </a:moveTo>
                  <a:lnTo>
                    <a:pt x="6666950" y="2199886"/>
                  </a:lnTo>
                  <a:lnTo>
                    <a:pt x="6666950" y="2439709"/>
                  </a:lnTo>
                  <a:lnTo>
                    <a:pt x="6511138" y="2439709"/>
                  </a:lnTo>
                  <a:close/>
                  <a:moveTo>
                    <a:pt x="6079589" y="2199886"/>
                  </a:moveTo>
                  <a:lnTo>
                    <a:pt x="6235401" y="2199886"/>
                  </a:lnTo>
                  <a:lnTo>
                    <a:pt x="6235401" y="2439709"/>
                  </a:lnTo>
                  <a:lnTo>
                    <a:pt x="6079589" y="2439709"/>
                  </a:lnTo>
                  <a:close/>
                  <a:moveTo>
                    <a:pt x="2079714" y="2199886"/>
                  </a:moveTo>
                  <a:lnTo>
                    <a:pt x="2235523" y="2199886"/>
                  </a:lnTo>
                  <a:lnTo>
                    <a:pt x="2235523" y="2439709"/>
                  </a:lnTo>
                  <a:lnTo>
                    <a:pt x="2079714" y="2439709"/>
                  </a:lnTo>
                  <a:close/>
                  <a:moveTo>
                    <a:pt x="1648165" y="2199886"/>
                  </a:moveTo>
                  <a:lnTo>
                    <a:pt x="1803977" y="2199886"/>
                  </a:lnTo>
                  <a:lnTo>
                    <a:pt x="1803977" y="2439709"/>
                  </a:lnTo>
                  <a:lnTo>
                    <a:pt x="1648165" y="2439709"/>
                  </a:lnTo>
                  <a:close/>
                  <a:moveTo>
                    <a:pt x="1213613" y="2199886"/>
                  </a:moveTo>
                  <a:lnTo>
                    <a:pt x="1369425" y="2199886"/>
                  </a:lnTo>
                  <a:lnTo>
                    <a:pt x="1369425" y="2439709"/>
                  </a:lnTo>
                  <a:lnTo>
                    <a:pt x="1213613" y="2439709"/>
                  </a:lnTo>
                  <a:close/>
                  <a:moveTo>
                    <a:pt x="782145" y="2199886"/>
                  </a:moveTo>
                  <a:lnTo>
                    <a:pt x="937956" y="2199886"/>
                  </a:lnTo>
                  <a:lnTo>
                    <a:pt x="937956" y="2439709"/>
                  </a:lnTo>
                  <a:lnTo>
                    <a:pt x="782145" y="2439709"/>
                  </a:lnTo>
                  <a:close/>
                  <a:moveTo>
                    <a:pt x="335657" y="2199886"/>
                  </a:moveTo>
                  <a:lnTo>
                    <a:pt x="491469" y="2199886"/>
                  </a:lnTo>
                  <a:lnTo>
                    <a:pt x="491469" y="2439709"/>
                  </a:lnTo>
                  <a:lnTo>
                    <a:pt x="335657" y="2439709"/>
                  </a:lnTo>
                  <a:close/>
                  <a:moveTo>
                    <a:pt x="5474041" y="2191765"/>
                  </a:moveTo>
                  <a:lnTo>
                    <a:pt x="5677839" y="2191765"/>
                  </a:lnTo>
                  <a:lnTo>
                    <a:pt x="5677839" y="2659310"/>
                  </a:lnTo>
                  <a:lnTo>
                    <a:pt x="5474041" y="2659310"/>
                  </a:lnTo>
                  <a:close/>
                  <a:moveTo>
                    <a:pt x="2637272" y="2191765"/>
                  </a:moveTo>
                  <a:lnTo>
                    <a:pt x="2841070" y="2191765"/>
                  </a:lnTo>
                  <a:lnTo>
                    <a:pt x="2841070" y="2659310"/>
                  </a:lnTo>
                  <a:lnTo>
                    <a:pt x="2637272" y="2659310"/>
                  </a:lnTo>
                  <a:close/>
                  <a:moveTo>
                    <a:pt x="5055242" y="2123789"/>
                  </a:moveTo>
                  <a:lnTo>
                    <a:pt x="5055242" y="2241468"/>
                  </a:lnTo>
                  <a:lnTo>
                    <a:pt x="5121172" y="2241468"/>
                  </a:lnTo>
                  <a:lnTo>
                    <a:pt x="5121172" y="2123789"/>
                  </a:lnTo>
                  <a:close/>
                  <a:moveTo>
                    <a:pt x="4733468" y="2123789"/>
                  </a:moveTo>
                  <a:lnTo>
                    <a:pt x="4733468" y="2301403"/>
                  </a:lnTo>
                  <a:lnTo>
                    <a:pt x="4799399" y="2301403"/>
                  </a:lnTo>
                  <a:lnTo>
                    <a:pt x="4799399" y="2123789"/>
                  </a:lnTo>
                  <a:close/>
                  <a:moveTo>
                    <a:pt x="4535680" y="2123789"/>
                  </a:moveTo>
                  <a:lnTo>
                    <a:pt x="4535680" y="2301403"/>
                  </a:lnTo>
                  <a:lnTo>
                    <a:pt x="4601609" y="2301403"/>
                  </a:lnTo>
                  <a:lnTo>
                    <a:pt x="4601609" y="2123789"/>
                  </a:lnTo>
                  <a:close/>
                  <a:moveTo>
                    <a:pt x="4222188" y="2123789"/>
                  </a:moveTo>
                  <a:lnTo>
                    <a:pt x="4222188" y="2301403"/>
                  </a:lnTo>
                  <a:lnTo>
                    <a:pt x="4288117" y="2301403"/>
                  </a:lnTo>
                  <a:lnTo>
                    <a:pt x="4288117" y="2123789"/>
                  </a:lnTo>
                  <a:close/>
                  <a:moveTo>
                    <a:pt x="4024398" y="2123789"/>
                  </a:moveTo>
                  <a:lnTo>
                    <a:pt x="4024398" y="2301403"/>
                  </a:lnTo>
                  <a:lnTo>
                    <a:pt x="4090329" y="2301403"/>
                  </a:lnTo>
                  <a:lnTo>
                    <a:pt x="4090329" y="2123789"/>
                  </a:lnTo>
                  <a:close/>
                  <a:moveTo>
                    <a:pt x="3711881" y="2123789"/>
                  </a:moveTo>
                  <a:lnTo>
                    <a:pt x="3711881" y="2301403"/>
                  </a:lnTo>
                  <a:lnTo>
                    <a:pt x="3777810" y="2301403"/>
                  </a:lnTo>
                  <a:lnTo>
                    <a:pt x="3777810" y="2123789"/>
                  </a:lnTo>
                  <a:close/>
                  <a:moveTo>
                    <a:pt x="3514091" y="2123789"/>
                  </a:moveTo>
                  <a:lnTo>
                    <a:pt x="3514091" y="2301403"/>
                  </a:lnTo>
                  <a:lnTo>
                    <a:pt x="3580022" y="2301403"/>
                  </a:lnTo>
                  <a:lnTo>
                    <a:pt x="3580022" y="2123789"/>
                  </a:lnTo>
                  <a:close/>
                  <a:moveTo>
                    <a:pt x="3191342" y="2123789"/>
                  </a:moveTo>
                  <a:lnTo>
                    <a:pt x="3191342" y="2241468"/>
                  </a:lnTo>
                  <a:lnTo>
                    <a:pt x="3257273" y="2241468"/>
                  </a:lnTo>
                  <a:lnTo>
                    <a:pt x="3257273" y="2123789"/>
                  </a:lnTo>
                  <a:close/>
                  <a:moveTo>
                    <a:pt x="5447085" y="1971677"/>
                  </a:moveTo>
                  <a:lnTo>
                    <a:pt x="5704796" y="1971677"/>
                  </a:lnTo>
                  <a:lnTo>
                    <a:pt x="5704796" y="2019675"/>
                  </a:lnTo>
                  <a:lnTo>
                    <a:pt x="5447085" y="2019675"/>
                  </a:lnTo>
                  <a:close/>
                  <a:moveTo>
                    <a:pt x="2610315" y="1971677"/>
                  </a:moveTo>
                  <a:lnTo>
                    <a:pt x="2868026" y="1971677"/>
                  </a:lnTo>
                  <a:lnTo>
                    <a:pt x="2868026" y="2019675"/>
                  </a:lnTo>
                  <a:lnTo>
                    <a:pt x="2610315" y="2019675"/>
                  </a:lnTo>
                  <a:close/>
                  <a:moveTo>
                    <a:pt x="7850927" y="1794388"/>
                  </a:moveTo>
                  <a:lnTo>
                    <a:pt x="7850927" y="1982559"/>
                  </a:lnTo>
                  <a:lnTo>
                    <a:pt x="7952177" y="1982559"/>
                  </a:lnTo>
                  <a:lnTo>
                    <a:pt x="7952177" y="1794388"/>
                  </a:lnTo>
                  <a:close/>
                  <a:moveTo>
                    <a:pt x="7404438" y="1794388"/>
                  </a:moveTo>
                  <a:lnTo>
                    <a:pt x="7404438" y="1982559"/>
                  </a:lnTo>
                  <a:lnTo>
                    <a:pt x="7505686" y="1982559"/>
                  </a:lnTo>
                  <a:lnTo>
                    <a:pt x="7505686" y="1794388"/>
                  </a:lnTo>
                  <a:close/>
                  <a:moveTo>
                    <a:pt x="6972971" y="1794388"/>
                  </a:moveTo>
                  <a:lnTo>
                    <a:pt x="6972971" y="1982559"/>
                  </a:lnTo>
                  <a:lnTo>
                    <a:pt x="7074139" y="1982559"/>
                  </a:lnTo>
                  <a:lnTo>
                    <a:pt x="7074221" y="1982559"/>
                  </a:lnTo>
                  <a:lnTo>
                    <a:pt x="7074221" y="1794388"/>
                  </a:lnTo>
                  <a:close/>
                  <a:moveTo>
                    <a:pt x="6538419" y="1794388"/>
                  </a:moveTo>
                  <a:lnTo>
                    <a:pt x="6538419" y="1982559"/>
                  </a:lnTo>
                  <a:lnTo>
                    <a:pt x="6639669" y="1982559"/>
                  </a:lnTo>
                  <a:lnTo>
                    <a:pt x="6639669" y="1794388"/>
                  </a:lnTo>
                  <a:close/>
                  <a:moveTo>
                    <a:pt x="6106870" y="1794388"/>
                  </a:moveTo>
                  <a:lnTo>
                    <a:pt x="6106870" y="1982559"/>
                  </a:lnTo>
                  <a:lnTo>
                    <a:pt x="6208118" y="1982559"/>
                  </a:lnTo>
                  <a:lnTo>
                    <a:pt x="6208118" y="1794388"/>
                  </a:lnTo>
                  <a:close/>
                  <a:moveTo>
                    <a:pt x="2106995" y="1794388"/>
                  </a:moveTo>
                  <a:lnTo>
                    <a:pt x="2106995" y="1982559"/>
                  </a:lnTo>
                  <a:lnTo>
                    <a:pt x="2208160" y="1982559"/>
                  </a:lnTo>
                  <a:lnTo>
                    <a:pt x="2208240" y="1982559"/>
                  </a:lnTo>
                  <a:lnTo>
                    <a:pt x="2208240" y="1794388"/>
                  </a:lnTo>
                  <a:close/>
                  <a:moveTo>
                    <a:pt x="1675446" y="1794388"/>
                  </a:moveTo>
                  <a:lnTo>
                    <a:pt x="1675446" y="1982559"/>
                  </a:lnTo>
                  <a:lnTo>
                    <a:pt x="1776695" y="1982559"/>
                  </a:lnTo>
                  <a:lnTo>
                    <a:pt x="1776695" y="1794388"/>
                  </a:lnTo>
                  <a:close/>
                  <a:moveTo>
                    <a:pt x="1240894" y="1794388"/>
                  </a:moveTo>
                  <a:lnTo>
                    <a:pt x="1240894" y="1982559"/>
                  </a:lnTo>
                  <a:lnTo>
                    <a:pt x="1342143" y="1982559"/>
                  </a:lnTo>
                  <a:lnTo>
                    <a:pt x="1342143" y="1794388"/>
                  </a:lnTo>
                  <a:close/>
                  <a:moveTo>
                    <a:pt x="809426" y="1794388"/>
                  </a:moveTo>
                  <a:lnTo>
                    <a:pt x="809426" y="1982559"/>
                  </a:lnTo>
                  <a:lnTo>
                    <a:pt x="910676" y="1982559"/>
                  </a:lnTo>
                  <a:lnTo>
                    <a:pt x="910676" y="1794388"/>
                  </a:lnTo>
                  <a:close/>
                  <a:moveTo>
                    <a:pt x="362938" y="1794388"/>
                  </a:moveTo>
                  <a:lnTo>
                    <a:pt x="362938" y="1982559"/>
                  </a:lnTo>
                  <a:lnTo>
                    <a:pt x="464187" y="1982559"/>
                  </a:lnTo>
                  <a:lnTo>
                    <a:pt x="464187" y="1794388"/>
                  </a:lnTo>
                  <a:close/>
                  <a:moveTo>
                    <a:pt x="7823646" y="1768237"/>
                  </a:moveTo>
                  <a:lnTo>
                    <a:pt x="7979458" y="1768237"/>
                  </a:lnTo>
                  <a:lnTo>
                    <a:pt x="7979458" y="2008060"/>
                  </a:lnTo>
                  <a:lnTo>
                    <a:pt x="7823646" y="2008060"/>
                  </a:lnTo>
                  <a:close/>
                  <a:moveTo>
                    <a:pt x="7377157" y="1768237"/>
                  </a:moveTo>
                  <a:lnTo>
                    <a:pt x="7532969" y="1768237"/>
                  </a:lnTo>
                  <a:lnTo>
                    <a:pt x="7532969" y="2008060"/>
                  </a:lnTo>
                  <a:lnTo>
                    <a:pt x="7377157" y="2008060"/>
                  </a:lnTo>
                  <a:close/>
                  <a:moveTo>
                    <a:pt x="6945690" y="1768237"/>
                  </a:moveTo>
                  <a:lnTo>
                    <a:pt x="7101502" y="1768237"/>
                  </a:lnTo>
                  <a:lnTo>
                    <a:pt x="7101502" y="2008060"/>
                  </a:lnTo>
                  <a:lnTo>
                    <a:pt x="6945690" y="2008060"/>
                  </a:lnTo>
                  <a:close/>
                  <a:moveTo>
                    <a:pt x="6511138" y="1768237"/>
                  </a:moveTo>
                  <a:lnTo>
                    <a:pt x="6666950" y="1768237"/>
                  </a:lnTo>
                  <a:lnTo>
                    <a:pt x="6666950" y="2008060"/>
                  </a:lnTo>
                  <a:lnTo>
                    <a:pt x="6511138" y="2008060"/>
                  </a:lnTo>
                  <a:close/>
                  <a:moveTo>
                    <a:pt x="6079589" y="1768237"/>
                  </a:moveTo>
                  <a:lnTo>
                    <a:pt x="6235401" y="1768237"/>
                  </a:lnTo>
                  <a:lnTo>
                    <a:pt x="6235401" y="2008060"/>
                  </a:lnTo>
                  <a:lnTo>
                    <a:pt x="6079589" y="2008060"/>
                  </a:lnTo>
                  <a:close/>
                  <a:moveTo>
                    <a:pt x="2079714" y="1768237"/>
                  </a:moveTo>
                  <a:lnTo>
                    <a:pt x="2235523" y="1768237"/>
                  </a:lnTo>
                  <a:lnTo>
                    <a:pt x="2235523" y="2008060"/>
                  </a:lnTo>
                  <a:lnTo>
                    <a:pt x="2079714" y="2008060"/>
                  </a:lnTo>
                  <a:close/>
                  <a:moveTo>
                    <a:pt x="1648165" y="1768237"/>
                  </a:moveTo>
                  <a:lnTo>
                    <a:pt x="1803977" y="1768237"/>
                  </a:lnTo>
                  <a:lnTo>
                    <a:pt x="1803977" y="2008060"/>
                  </a:lnTo>
                  <a:lnTo>
                    <a:pt x="1648165" y="2008060"/>
                  </a:lnTo>
                  <a:close/>
                  <a:moveTo>
                    <a:pt x="1213613" y="1768237"/>
                  </a:moveTo>
                  <a:lnTo>
                    <a:pt x="1369425" y="1768237"/>
                  </a:lnTo>
                  <a:lnTo>
                    <a:pt x="1369425" y="2008060"/>
                  </a:lnTo>
                  <a:lnTo>
                    <a:pt x="1213613" y="2008060"/>
                  </a:lnTo>
                  <a:close/>
                  <a:moveTo>
                    <a:pt x="782145" y="1768237"/>
                  </a:moveTo>
                  <a:lnTo>
                    <a:pt x="937956" y="1768237"/>
                  </a:lnTo>
                  <a:lnTo>
                    <a:pt x="937956" y="2008060"/>
                  </a:lnTo>
                  <a:lnTo>
                    <a:pt x="782145" y="2008060"/>
                  </a:lnTo>
                  <a:close/>
                  <a:moveTo>
                    <a:pt x="335657" y="1768237"/>
                  </a:moveTo>
                  <a:lnTo>
                    <a:pt x="491469" y="1768237"/>
                  </a:lnTo>
                  <a:lnTo>
                    <a:pt x="491469" y="2008060"/>
                  </a:lnTo>
                  <a:lnTo>
                    <a:pt x="335657" y="2008060"/>
                  </a:lnTo>
                  <a:close/>
                  <a:moveTo>
                    <a:pt x="5055241" y="1745823"/>
                  </a:moveTo>
                  <a:lnTo>
                    <a:pt x="5055241" y="1958441"/>
                  </a:lnTo>
                  <a:lnTo>
                    <a:pt x="5121172" y="1958441"/>
                  </a:lnTo>
                  <a:lnTo>
                    <a:pt x="5121172" y="1745823"/>
                  </a:lnTo>
                  <a:close/>
                  <a:moveTo>
                    <a:pt x="4733466" y="1745823"/>
                  </a:moveTo>
                  <a:lnTo>
                    <a:pt x="4733466" y="1958441"/>
                  </a:lnTo>
                  <a:lnTo>
                    <a:pt x="4799397" y="1958441"/>
                  </a:lnTo>
                  <a:lnTo>
                    <a:pt x="4799397" y="1745823"/>
                  </a:lnTo>
                  <a:close/>
                  <a:moveTo>
                    <a:pt x="4535678" y="1745823"/>
                  </a:moveTo>
                  <a:lnTo>
                    <a:pt x="4535678" y="1958441"/>
                  </a:lnTo>
                  <a:lnTo>
                    <a:pt x="4601609" y="1958441"/>
                  </a:lnTo>
                  <a:lnTo>
                    <a:pt x="4601609" y="1745823"/>
                  </a:lnTo>
                  <a:close/>
                  <a:moveTo>
                    <a:pt x="4222186" y="1745823"/>
                  </a:moveTo>
                  <a:lnTo>
                    <a:pt x="4222186" y="1958441"/>
                  </a:lnTo>
                  <a:lnTo>
                    <a:pt x="4288115" y="1958441"/>
                  </a:lnTo>
                  <a:lnTo>
                    <a:pt x="4288115" y="1745823"/>
                  </a:lnTo>
                  <a:close/>
                  <a:moveTo>
                    <a:pt x="4024398" y="1745823"/>
                  </a:moveTo>
                  <a:lnTo>
                    <a:pt x="4024398" y="1958441"/>
                  </a:lnTo>
                  <a:lnTo>
                    <a:pt x="4090327" y="1958441"/>
                  </a:lnTo>
                  <a:lnTo>
                    <a:pt x="4090327" y="1745823"/>
                  </a:lnTo>
                  <a:close/>
                  <a:moveTo>
                    <a:pt x="3711880" y="1745823"/>
                  </a:moveTo>
                  <a:lnTo>
                    <a:pt x="3711880" y="1958441"/>
                  </a:lnTo>
                  <a:lnTo>
                    <a:pt x="3777809" y="1958441"/>
                  </a:lnTo>
                  <a:lnTo>
                    <a:pt x="3777809" y="1745823"/>
                  </a:lnTo>
                  <a:close/>
                  <a:moveTo>
                    <a:pt x="3514092" y="1745823"/>
                  </a:moveTo>
                  <a:lnTo>
                    <a:pt x="3514092" y="1958441"/>
                  </a:lnTo>
                  <a:lnTo>
                    <a:pt x="3580021" y="1958441"/>
                  </a:lnTo>
                  <a:lnTo>
                    <a:pt x="3580021" y="1745823"/>
                  </a:lnTo>
                  <a:close/>
                  <a:moveTo>
                    <a:pt x="3191342" y="1745823"/>
                  </a:moveTo>
                  <a:lnTo>
                    <a:pt x="3191342" y="1958441"/>
                  </a:lnTo>
                  <a:lnTo>
                    <a:pt x="3257271" y="1958441"/>
                  </a:lnTo>
                  <a:lnTo>
                    <a:pt x="3257271" y="1745823"/>
                  </a:lnTo>
                  <a:close/>
                  <a:moveTo>
                    <a:pt x="5016268" y="1708221"/>
                  </a:moveTo>
                  <a:lnTo>
                    <a:pt x="5160144" y="1708221"/>
                  </a:lnTo>
                  <a:lnTo>
                    <a:pt x="5160144" y="1995961"/>
                  </a:lnTo>
                  <a:lnTo>
                    <a:pt x="5016268" y="1995961"/>
                  </a:lnTo>
                  <a:close/>
                  <a:moveTo>
                    <a:pt x="4694493" y="1708221"/>
                  </a:moveTo>
                  <a:lnTo>
                    <a:pt x="4838369" y="1708221"/>
                  </a:lnTo>
                  <a:lnTo>
                    <a:pt x="4838369" y="1995961"/>
                  </a:lnTo>
                  <a:lnTo>
                    <a:pt x="4694493" y="1995961"/>
                  </a:lnTo>
                  <a:close/>
                  <a:moveTo>
                    <a:pt x="4496705" y="1708221"/>
                  </a:moveTo>
                  <a:lnTo>
                    <a:pt x="4640581" y="1708221"/>
                  </a:lnTo>
                  <a:lnTo>
                    <a:pt x="4640581" y="1995961"/>
                  </a:lnTo>
                  <a:lnTo>
                    <a:pt x="4496705" y="1995961"/>
                  </a:lnTo>
                  <a:close/>
                  <a:moveTo>
                    <a:pt x="4183293" y="1708221"/>
                  </a:moveTo>
                  <a:lnTo>
                    <a:pt x="4327169" y="1708221"/>
                  </a:lnTo>
                  <a:lnTo>
                    <a:pt x="4327169" y="1995961"/>
                  </a:lnTo>
                  <a:lnTo>
                    <a:pt x="4183293" y="1995961"/>
                  </a:lnTo>
                  <a:close/>
                  <a:moveTo>
                    <a:pt x="3985505" y="1708221"/>
                  </a:moveTo>
                  <a:lnTo>
                    <a:pt x="4129381" y="1708221"/>
                  </a:lnTo>
                  <a:lnTo>
                    <a:pt x="4129381" y="1995961"/>
                  </a:lnTo>
                  <a:lnTo>
                    <a:pt x="3985505" y="1995961"/>
                  </a:lnTo>
                  <a:close/>
                  <a:moveTo>
                    <a:pt x="3672987" y="1708221"/>
                  </a:moveTo>
                  <a:lnTo>
                    <a:pt x="3816863" y="1708221"/>
                  </a:lnTo>
                  <a:lnTo>
                    <a:pt x="3816863" y="1995961"/>
                  </a:lnTo>
                  <a:lnTo>
                    <a:pt x="3672987" y="1995961"/>
                  </a:lnTo>
                  <a:close/>
                  <a:moveTo>
                    <a:pt x="3475199" y="1708221"/>
                  </a:moveTo>
                  <a:lnTo>
                    <a:pt x="3619075" y="1708221"/>
                  </a:lnTo>
                  <a:lnTo>
                    <a:pt x="3619075" y="1995961"/>
                  </a:lnTo>
                  <a:lnTo>
                    <a:pt x="3475199" y="1995961"/>
                  </a:lnTo>
                  <a:close/>
                  <a:moveTo>
                    <a:pt x="3152449" y="1708221"/>
                  </a:moveTo>
                  <a:lnTo>
                    <a:pt x="3296325" y="1708221"/>
                  </a:lnTo>
                  <a:lnTo>
                    <a:pt x="3296325" y="1995961"/>
                  </a:lnTo>
                  <a:lnTo>
                    <a:pt x="3152449" y="1995961"/>
                  </a:lnTo>
                  <a:close/>
                  <a:moveTo>
                    <a:pt x="5918015" y="1576086"/>
                  </a:moveTo>
                  <a:lnTo>
                    <a:pt x="5918015" y="2700567"/>
                  </a:lnTo>
                  <a:lnTo>
                    <a:pt x="6079592" y="2700567"/>
                  </a:lnTo>
                  <a:lnTo>
                    <a:pt x="6079592" y="2631454"/>
                  </a:lnTo>
                  <a:lnTo>
                    <a:pt x="6235402" y="2631454"/>
                  </a:lnTo>
                  <a:lnTo>
                    <a:pt x="6235402" y="2700567"/>
                  </a:lnTo>
                  <a:lnTo>
                    <a:pt x="6511058" y="2700567"/>
                  </a:lnTo>
                  <a:lnTo>
                    <a:pt x="6511058" y="2631454"/>
                  </a:lnTo>
                  <a:lnTo>
                    <a:pt x="6666870" y="2631454"/>
                  </a:lnTo>
                  <a:lnTo>
                    <a:pt x="6666870" y="2871277"/>
                  </a:lnTo>
                  <a:lnTo>
                    <a:pt x="6651361" y="2871277"/>
                  </a:lnTo>
                  <a:lnTo>
                    <a:pt x="6675314" y="3041662"/>
                  </a:lnTo>
                  <a:lnTo>
                    <a:pt x="8135272" y="3041662"/>
                  </a:lnTo>
                  <a:lnTo>
                    <a:pt x="8135272" y="1576086"/>
                  </a:lnTo>
                  <a:close/>
                  <a:moveTo>
                    <a:pt x="179845" y="1576086"/>
                  </a:moveTo>
                  <a:lnTo>
                    <a:pt x="179845" y="3041662"/>
                  </a:lnTo>
                  <a:lnTo>
                    <a:pt x="1640208" y="3041662"/>
                  </a:lnTo>
                  <a:lnTo>
                    <a:pt x="1688519" y="2700567"/>
                  </a:lnTo>
                  <a:lnTo>
                    <a:pt x="1776859" y="2700567"/>
                  </a:lnTo>
                  <a:lnTo>
                    <a:pt x="1776859" y="2657605"/>
                  </a:lnTo>
                  <a:lnTo>
                    <a:pt x="1675609" y="2657605"/>
                  </a:lnTo>
                  <a:lnTo>
                    <a:pt x="1675609" y="2789820"/>
                  </a:lnTo>
                  <a:lnTo>
                    <a:pt x="1664161" y="2871277"/>
                  </a:lnTo>
                  <a:lnTo>
                    <a:pt x="1648247" y="2871277"/>
                  </a:lnTo>
                  <a:lnTo>
                    <a:pt x="1648247" y="2631454"/>
                  </a:lnTo>
                  <a:lnTo>
                    <a:pt x="1804057" y="2631454"/>
                  </a:lnTo>
                  <a:lnTo>
                    <a:pt x="1804057" y="2700567"/>
                  </a:lnTo>
                  <a:lnTo>
                    <a:pt x="2079713" y="2700567"/>
                  </a:lnTo>
                  <a:lnTo>
                    <a:pt x="2079713" y="2631454"/>
                  </a:lnTo>
                  <a:lnTo>
                    <a:pt x="2235523" y="2631454"/>
                  </a:lnTo>
                  <a:lnTo>
                    <a:pt x="2235523" y="2700567"/>
                  </a:lnTo>
                  <a:lnTo>
                    <a:pt x="2397100" y="2700567"/>
                  </a:lnTo>
                  <a:lnTo>
                    <a:pt x="2397100" y="1576086"/>
                  </a:lnTo>
                  <a:close/>
                  <a:moveTo>
                    <a:pt x="5918015" y="1510060"/>
                  </a:moveTo>
                  <a:lnTo>
                    <a:pt x="5918015" y="1558058"/>
                  </a:lnTo>
                  <a:lnTo>
                    <a:pt x="8135272" y="1558058"/>
                  </a:lnTo>
                  <a:lnTo>
                    <a:pt x="8135272" y="1510060"/>
                  </a:lnTo>
                  <a:close/>
                  <a:moveTo>
                    <a:pt x="179845" y="1510060"/>
                  </a:moveTo>
                  <a:lnTo>
                    <a:pt x="179845" y="1558058"/>
                  </a:lnTo>
                  <a:lnTo>
                    <a:pt x="2397100" y="1558058"/>
                  </a:lnTo>
                  <a:lnTo>
                    <a:pt x="2397100" y="1510060"/>
                  </a:lnTo>
                  <a:close/>
                  <a:moveTo>
                    <a:pt x="5513259" y="1370373"/>
                  </a:moveTo>
                  <a:lnTo>
                    <a:pt x="5513259" y="1761171"/>
                  </a:lnTo>
                  <a:lnTo>
                    <a:pt x="5638541" y="1761171"/>
                  </a:lnTo>
                  <a:lnTo>
                    <a:pt x="5638541" y="1370373"/>
                  </a:lnTo>
                  <a:close/>
                  <a:moveTo>
                    <a:pt x="2676489" y="1370373"/>
                  </a:moveTo>
                  <a:lnTo>
                    <a:pt x="2676489" y="1761171"/>
                  </a:lnTo>
                  <a:lnTo>
                    <a:pt x="2801773" y="1761171"/>
                  </a:lnTo>
                  <a:lnTo>
                    <a:pt x="2801773" y="1370373"/>
                  </a:lnTo>
                  <a:close/>
                  <a:moveTo>
                    <a:pt x="5055241" y="1367775"/>
                  </a:moveTo>
                  <a:lnTo>
                    <a:pt x="5055241" y="1580393"/>
                  </a:lnTo>
                  <a:lnTo>
                    <a:pt x="5121172" y="1580393"/>
                  </a:lnTo>
                  <a:lnTo>
                    <a:pt x="5121172" y="1367775"/>
                  </a:lnTo>
                  <a:close/>
                  <a:moveTo>
                    <a:pt x="4733466" y="1367775"/>
                  </a:moveTo>
                  <a:lnTo>
                    <a:pt x="4733466" y="1580393"/>
                  </a:lnTo>
                  <a:lnTo>
                    <a:pt x="4799397" y="1580393"/>
                  </a:lnTo>
                  <a:lnTo>
                    <a:pt x="4799397" y="1367775"/>
                  </a:lnTo>
                  <a:close/>
                  <a:moveTo>
                    <a:pt x="4535678" y="1367775"/>
                  </a:moveTo>
                  <a:lnTo>
                    <a:pt x="4535678" y="1580393"/>
                  </a:lnTo>
                  <a:lnTo>
                    <a:pt x="4601609" y="1580393"/>
                  </a:lnTo>
                  <a:lnTo>
                    <a:pt x="4601609" y="1367775"/>
                  </a:lnTo>
                  <a:close/>
                  <a:moveTo>
                    <a:pt x="4222186" y="1367775"/>
                  </a:moveTo>
                  <a:lnTo>
                    <a:pt x="4222186" y="1580393"/>
                  </a:lnTo>
                  <a:lnTo>
                    <a:pt x="4288115" y="1580393"/>
                  </a:lnTo>
                  <a:lnTo>
                    <a:pt x="4288115" y="1367775"/>
                  </a:lnTo>
                  <a:close/>
                  <a:moveTo>
                    <a:pt x="4024398" y="1367775"/>
                  </a:moveTo>
                  <a:lnTo>
                    <a:pt x="4024398" y="1580393"/>
                  </a:lnTo>
                  <a:lnTo>
                    <a:pt x="4090327" y="1580393"/>
                  </a:lnTo>
                  <a:lnTo>
                    <a:pt x="4090327" y="1367775"/>
                  </a:lnTo>
                  <a:close/>
                  <a:moveTo>
                    <a:pt x="3711880" y="1367775"/>
                  </a:moveTo>
                  <a:lnTo>
                    <a:pt x="3711880" y="1580393"/>
                  </a:lnTo>
                  <a:lnTo>
                    <a:pt x="3777809" y="1580393"/>
                  </a:lnTo>
                  <a:lnTo>
                    <a:pt x="3777809" y="1367775"/>
                  </a:lnTo>
                  <a:close/>
                  <a:moveTo>
                    <a:pt x="3514092" y="1367775"/>
                  </a:moveTo>
                  <a:lnTo>
                    <a:pt x="3514092" y="1580393"/>
                  </a:lnTo>
                  <a:lnTo>
                    <a:pt x="3580021" y="1580393"/>
                  </a:lnTo>
                  <a:lnTo>
                    <a:pt x="3580021" y="1367775"/>
                  </a:lnTo>
                  <a:close/>
                  <a:moveTo>
                    <a:pt x="3191342" y="1367775"/>
                  </a:moveTo>
                  <a:lnTo>
                    <a:pt x="3191342" y="1580393"/>
                  </a:lnTo>
                  <a:lnTo>
                    <a:pt x="3257271" y="1580393"/>
                  </a:lnTo>
                  <a:lnTo>
                    <a:pt x="3257271" y="1367775"/>
                  </a:lnTo>
                  <a:close/>
                  <a:moveTo>
                    <a:pt x="5474041" y="1332040"/>
                  </a:moveTo>
                  <a:lnTo>
                    <a:pt x="5677839" y="1332040"/>
                  </a:lnTo>
                  <a:lnTo>
                    <a:pt x="5677839" y="1799585"/>
                  </a:lnTo>
                  <a:lnTo>
                    <a:pt x="5474041" y="1799585"/>
                  </a:lnTo>
                  <a:close/>
                  <a:moveTo>
                    <a:pt x="2637191" y="1332040"/>
                  </a:moveTo>
                  <a:lnTo>
                    <a:pt x="2840989" y="1332040"/>
                  </a:lnTo>
                  <a:lnTo>
                    <a:pt x="2840989" y="1799585"/>
                  </a:lnTo>
                  <a:lnTo>
                    <a:pt x="2637191" y="1799585"/>
                  </a:lnTo>
                  <a:close/>
                  <a:moveTo>
                    <a:pt x="5016268" y="1330173"/>
                  </a:moveTo>
                  <a:lnTo>
                    <a:pt x="5160144" y="1330173"/>
                  </a:lnTo>
                  <a:lnTo>
                    <a:pt x="5160144" y="1617913"/>
                  </a:lnTo>
                  <a:lnTo>
                    <a:pt x="5016268" y="1617913"/>
                  </a:lnTo>
                  <a:close/>
                  <a:moveTo>
                    <a:pt x="4694493" y="1330173"/>
                  </a:moveTo>
                  <a:lnTo>
                    <a:pt x="4838369" y="1330173"/>
                  </a:lnTo>
                  <a:lnTo>
                    <a:pt x="4838369" y="1617913"/>
                  </a:lnTo>
                  <a:lnTo>
                    <a:pt x="4694493" y="1617913"/>
                  </a:lnTo>
                  <a:close/>
                  <a:moveTo>
                    <a:pt x="4496705" y="1330173"/>
                  </a:moveTo>
                  <a:lnTo>
                    <a:pt x="4640581" y="1330173"/>
                  </a:lnTo>
                  <a:lnTo>
                    <a:pt x="4640581" y="1617913"/>
                  </a:lnTo>
                  <a:lnTo>
                    <a:pt x="4496705" y="1617913"/>
                  </a:lnTo>
                  <a:close/>
                  <a:moveTo>
                    <a:pt x="4183293" y="1330173"/>
                  </a:moveTo>
                  <a:lnTo>
                    <a:pt x="4327169" y="1330173"/>
                  </a:lnTo>
                  <a:lnTo>
                    <a:pt x="4327169" y="1617913"/>
                  </a:lnTo>
                  <a:lnTo>
                    <a:pt x="4183293" y="1617913"/>
                  </a:lnTo>
                  <a:close/>
                  <a:moveTo>
                    <a:pt x="3985505" y="1330173"/>
                  </a:moveTo>
                  <a:lnTo>
                    <a:pt x="4129381" y="1330173"/>
                  </a:lnTo>
                  <a:lnTo>
                    <a:pt x="4129381" y="1617913"/>
                  </a:lnTo>
                  <a:lnTo>
                    <a:pt x="3985505" y="1617913"/>
                  </a:lnTo>
                  <a:close/>
                  <a:moveTo>
                    <a:pt x="3672987" y="1330173"/>
                  </a:moveTo>
                  <a:lnTo>
                    <a:pt x="3816863" y="1330173"/>
                  </a:lnTo>
                  <a:lnTo>
                    <a:pt x="3816863" y="1617913"/>
                  </a:lnTo>
                  <a:lnTo>
                    <a:pt x="3672987" y="1617913"/>
                  </a:lnTo>
                  <a:close/>
                  <a:moveTo>
                    <a:pt x="3475199" y="1330173"/>
                  </a:moveTo>
                  <a:lnTo>
                    <a:pt x="3619075" y="1330173"/>
                  </a:lnTo>
                  <a:lnTo>
                    <a:pt x="3619075" y="1617913"/>
                  </a:lnTo>
                  <a:lnTo>
                    <a:pt x="3475199" y="1617913"/>
                  </a:lnTo>
                  <a:close/>
                  <a:moveTo>
                    <a:pt x="3152449" y="1330173"/>
                  </a:moveTo>
                  <a:lnTo>
                    <a:pt x="3296325" y="1330173"/>
                  </a:lnTo>
                  <a:lnTo>
                    <a:pt x="3296325" y="1617913"/>
                  </a:lnTo>
                  <a:lnTo>
                    <a:pt x="3152449" y="1617913"/>
                  </a:lnTo>
                  <a:close/>
                  <a:moveTo>
                    <a:pt x="5276578" y="1252289"/>
                  </a:moveTo>
                  <a:lnTo>
                    <a:pt x="5276578" y="2700567"/>
                  </a:lnTo>
                  <a:lnTo>
                    <a:pt x="5877417" y="2700567"/>
                  </a:lnTo>
                  <a:lnTo>
                    <a:pt x="5877417" y="1252289"/>
                  </a:lnTo>
                  <a:close/>
                  <a:moveTo>
                    <a:pt x="3080025" y="1252289"/>
                  </a:moveTo>
                  <a:lnTo>
                    <a:pt x="3080025" y="2700485"/>
                  </a:lnTo>
                  <a:lnTo>
                    <a:pt x="3091069" y="2700485"/>
                  </a:lnTo>
                  <a:lnTo>
                    <a:pt x="3091069" y="2241386"/>
                  </a:lnTo>
                  <a:lnTo>
                    <a:pt x="3152451" y="2241386"/>
                  </a:lnTo>
                  <a:lnTo>
                    <a:pt x="3152451" y="2086189"/>
                  </a:lnTo>
                  <a:lnTo>
                    <a:pt x="3296327" y="2086189"/>
                  </a:lnTo>
                  <a:lnTo>
                    <a:pt x="3296327" y="2241386"/>
                  </a:lnTo>
                  <a:lnTo>
                    <a:pt x="3462695" y="2241386"/>
                  </a:lnTo>
                  <a:lnTo>
                    <a:pt x="3462695" y="2301321"/>
                  </a:lnTo>
                  <a:lnTo>
                    <a:pt x="3475198" y="2301321"/>
                  </a:lnTo>
                  <a:lnTo>
                    <a:pt x="3475198" y="2086189"/>
                  </a:lnTo>
                  <a:lnTo>
                    <a:pt x="3619076" y="2086189"/>
                  </a:lnTo>
                  <a:lnTo>
                    <a:pt x="3619076" y="2301321"/>
                  </a:lnTo>
                  <a:lnTo>
                    <a:pt x="3672988" y="2301321"/>
                  </a:lnTo>
                  <a:lnTo>
                    <a:pt x="3672988" y="2086189"/>
                  </a:lnTo>
                  <a:lnTo>
                    <a:pt x="3816864" y="2086189"/>
                  </a:lnTo>
                  <a:lnTo>
                    <a:pt x="3816864" y="2301321"/>
                  </a:lnTo>
                  <a:lnTo>
                    <a:pt x="3829369" y="2301321"/>
                  </a:lnTo>
                  <a:lnTo>
                    <a:pt x="3829369" y="2241386"/>
                  </a:lnTo>
                  <a:lnTo>
                    <a:pt x="3973164" y="2241386"/>
                  </a:lnTo>
                  <a:lnTo>
                    <a:pt x="3973164" y="2301321"/>
                  </a:lnTo>
                  <a:lnTo>
                    <a:pt x="3985425" y="2301321"/>
                  </a:lnTo>
                  <a:lnTo>
                    <a:pt x="3985425" y="2086189"/>
                  </a:lnTo>
                  <a:lnTo>
                    <a:pt x="4129301" y="2086189"/>
                  </a:lnTo>
                  <a:lnTo>
                    <a:pt x="4129301" y="2301321"/>
                  </a:lnTo>
                  <a:lnTo>
                    <a:pt x="4183215" y="2301321"/>
                  </a:lnTo>
                  <a:lnTo>
                    <a:pt x="4183215" y="2086189"/>
                  </a:lnTo>
                  <a:lnTo>
                    <a:pt x="4327091" y="2086189"/>
                  </a:lnTo>
                  <a:lnTo>
                    <a:pt x="4327091" y="2301321"/>
                  </a:lnTo>
                  <a:lnTo>
                    <a:pt x="4339108" y="2301321"/>
                  </a:lnTo>
                  <a:lnTo>
                    <a:pt x="4339108" y="2241386"/>
                  </a:lnTo>
                  <a:lnTo>
                    <a:pt x="4482902" y="2241386"/>
                  </a:lnTo>
                  <a:lnTo>
                    <a:pt x="4482902" y="2301321"/>
                  </a:lnTo>
                  <a:lnTo>
                    <a:pt x="4496705" y="2301321"/>
                  </a:lnTo>
                  <a:lnTo>
                    <a:pt x="4496705" y="2086189"/>
                  </a:lnTo>
                  <a:lnTo>
                    <a:pt x="4640583" y="2086189"/>
                  </a:lnTo>
                  <a:lnTo>
                    <a:pt x="4640583" y="2301321"/>
                  </a:lnTo>
                  <a:lnTo>
                    <a:pt x="4694495" y="2301321"/>
                  </a:lnTo>
                  <a:lnTo>
                    <a:pt x="4694495" y="2086189"/>
                  </a:lnTo>
                  <a:lnTo>
                    <a:pt x="4838373" y="2086189"/>
                  </a:lnTo>
                  <a:lnTo>
                    <a:pt x="4838373" y="2301321"/>
                  </a:lnTo>
                  <a:lnTo>
                    <a:pt x="4852174" y="2301321"/>
                  </a:lnTo>
                  <a:lnTo>
                    <a:pt x="4852174" y="2241386"/>
                  </a:lnTo>
                  <a:lnTo>
                    <a:pt x="5016269" y="2241386"/>
                  </a:lnTo>
                  <a:lnTo>
                    <a:pt x="5016269" y="2086189"/>
                  </a:lnTo>
                  <a:lnTo>
                    <a:pt x="5160145" y="2086189"/>
                  </a:lnTo>
                  <a:lnTo>
                    <a:pt x="5160145" y="2241468"/>
                  </a:lnTo>
                  <a:lnTo>
                    <a:pt x="5223721" y="2241468"/>
                  </a:lnTo>
                  <a:lnTo>
                    <a:pt x="5223721" y="2700567"/>
                  </a:lnTo>
                  <a:lnTo>
                    <a:pt x="5235006" y="2700567"/>
                  </a:lnTo>
                  <a:lnTo>
                    <a:pt x="5235006" y="1252289"/>
                  </a:lnTo>
                  <a:close/>
                  <a:moveTo>
                    <a:pt x="2437697" y="1252289"/>
                  </a:moveTo>
                  <a:lnTo>
                    <a:pt x="2437697" y="2700567"/>
                  </a:lnTo>
                  <a:lnTo>
                    <a:pt x="3038536" y="2700567"/>
                  </a:lnTo>
                  <a:lnTo>
                    <a:pt x="3038536" y="1252289"/>
                  </a:lnTo>
                  <a:lnTo>
                    <a:pt x="3020592" y="1252289"/>
                  </a:lnTo>
                  <a:close/>
                  <a:moveTo>
                    <a:pt x="5276578" y="1142326"/>
                  </a:moveTo>
                  <a:lnTo>
                    <a:pt x="5276578" y="1234340"/>
                  </a:lnTo>
                  <a:lnTo>
                    <a:pt x="5877417" y="1234340"/>
                  </a:lnTo>
                  <a:lnTo>
                    <a:pt x="5877417" y="1142326"/>
                  </a:lnTo>
                  <a:close/>
                  <a:moveTo>
                    <a:pt x="2437697" y="1142326"/>
                  </a:moveTo>
                  <a:lnTo>
                    <a:pt x="2437697" y="1234340"/>
                  </a:lnTo>
                  <a:lnTo>
                    <a:pt x="3020592" y="1234340"/>
                  </a:lnTo>
                  <a:lnTo>
                    <a:pt x="3038536" y="1234340"/>
                  </a:lnTo>
                  <a:lnTo>
                    <a:pt x="3038536" y="1142326"/>
                  </a:lnTo>
                  <a:close/>
                  <a:moveTo>
                    <a:pt x="3119000" y="1121374"/>
                  </a:moveTo>
                  <a:lnTo>
                    <a:pt x="3119000" y="1142326"/>
                  </a:lnTo>
                  <a:lnTo>
                    <a:pt x="3080025" y="1142326"/>
                  </a:lnTo>
                  <a:lnTo>
                    <a:pt x="3080025" y="1234340"/>
                  </a:lnTo>
                  <a:lnTo>
                    <a:pt x="5235088" y="1234340"/>
                  </a:lnTo>
                  <a:lnTo>
                    <a:pt x="5235088" y="1142326"/>
                  </a:lnTo>
                  <a:lnTo>
                    <a:pt x="5196115" y="1142326"/>
                  </a:lnTo>
                  <a:lnTo>
                    <a:pt x="5196115" y="1121374"/>
                  </a:lnTo>
                  <a:close/>
                  <a:moveTo>
                    <a:pt x="5052237" y="862709"/>
                  </a:moveTo>
                  <a:lnTo>
                    <a:pt x="5052237" y="1102450"/>
                  </a:lnTo>
                  <a:lnTo>
                    <a:pt x="5124175" y="1102450"/>
                  </a:lnTo>
                  <a:lnTo>
                    <a:pt x="5124175" y="862709"/>
                  </a:lnTo>
                  <a:close/>
                  <a:moveTo>
                    <a:pt x="4731602" y="862709"/>
                  </a:moveTo>
                  <a:lnTo>
                    <a:pt x="4731602" y="1102450"/>
                  </a:lnTo>
                  <a:lnTo>
                    <a:pt x="4803540" y="1102450"/>
                  </a:lnTo>
                  <a:lnTo>
                    <a:pt x="4803540" y="862709"/>
                  </a:lnTo>
                  <a:close/>
                  <a:moveTo>
                    <a:pt x="4533812" y="862709"/>
                  </a:moveTo>
                  <a:lnTo>
                    <a:pt x="4533812" y="1102450"/>
                  </a:lnTo>
                  <a:lnTo>
                    <a:pt x="4605750" y="1102450"/>
                  </a:lnTo>
                  <a:lnTo>
                    <a:pt x="4605750" y="862709"/>
                  </a:lnTo>
                  <a:close/>
                  <a:moveTo>
                    <a:pt x="4219183" y="862709"/>
                  </a:moveTo>
                  <a:lnTo>
                    <a:pt x="4219183" y="1102450"/>
                  </a:lnTo>
                  <a:lnTo>
                    <a:pt x="4291121" y="1102450"/>
                  </a:lnTo>
                  <a:lnTo>
                    <a:pt x="4291121" y="862709"/>
                  </a:lnTo>
                  <a:close/>
                  <a:moveTo>
                    <a:pt x="4021393" y="862709"/>
                  </a:moveTo>
                  <a:lnTo>
                    <a:pt x="4021393" y="1102450"/>
                  </a:lnTo>
                  <a:lnTo>
                    <a:pt x="4093331" y="1102450"/>
                  </a:lnTo>
                  <a:lnTo>
                    <a:pt x="4093331" y="862709"/>
                  </a:lnTo>
                  <a:close/>
                  <a:moveTo>
                    <a:pt x="3709770" y="862709"/>
                  </a:moveTo>
                  <a:lnTo>
                    <a:pt x="3709770" y="1102450"/>
                  </a:lnTo>
                  <a:lnTo>
                    <a:pt x="3781708" y="1102450"/>
                  </a:lnTo>
                  <a:lnTo>
                    <a:pt x="3781708" y="862709"/>
                  </a:lnTo>
                  <a:close/>
                  <a:moveTo>
                    <a:pt x="3511980" y="862709"/>
                  </a:moveTo>
                  <a:lnTo>
                    <a:pt x="3511980" y="1102450"/>
                  </a:lnTo>
                  <a:lnTo>
                    <a:pt x="3583918" y="1102450"/>
                  </a:lnTo>
                  <a:lnTo>
                    <a:pt x="3583918" y="862709"/>
                  </a:lnTo>
                  <a:close/>
                  <a:moveTo>
                    <a:pt x="3188340" y="862709"/>
                  </a:moveTo>
                  <a:lnTo>
                    <a:pt x="3188340" y="1102450"/>
                  </a:lnTo>
                  <a:lnTo>
                    <a:pt x="3260278" y="1102450"/>
                  </a:lnTo>
                  <a:lnTo>
                    <a:pt x="3260278" y="862709"/>
                  </a:lnTo>
                  <a:close/>
                  <a:moveTo>
                    <a:pt x="2932008" y="724808"/>
                  </a:moveTo>
                  <a:lnTo>
                    <a:pt x="2932008" y="1082310"/>
                  </a:lnTo>
                  <a:lnTo>
                    <a:pt x="3118511" y="1082310"/>
                  </a:lnTo>
                  <a:lnTo>
                    <a:pt x="3118511" y="1102450"/>
                  </a:lnTo>
                  <a:lnTo>
                    <a:pt x="3151965" y="1102450"/>
                  </a:lnTo>
                  <a:lnTo>
                    <a:pt x="3151965" y="862709"/>
                  </a:lnTo>
                  <a:cubicBezTo>
                    <a:pt x="3151965" y="822995"/>
                    <a:pt x="3184199" y="790834"/>
                    <a:pt x="3223903" y="790834"/>
                  </a:cubicBezTo>
                  <a:cubicBezTo>
                    <a:pt x="3263607" y="790834"/>
                    <a:pt x="3295841" y="822995"/>
                    <a:pt x="3295841" y="862709"/>
                  </a:cubicBezTo>
                  <a:lnTo>
                    <a:pt x="3295841" y="1102450"/>
                  </a:lnTo>
                  <a:lnTo>
                    <a:pt x="3475605" y="1102450"/>
                  </a:lnTo>
                  <a:lnTo>
                    <a:pt x="3475605" y="862709"/>
                  </a:lnTo>
                  <a:cubicBezTo>
                    <a:pt x="3475605" y="822995"/>
                    <a:pt x="3507839" y="790834"/>
                    <a:pt x="3547543" y="790834"/>
                  </a:cubicBezTo>
                  <a:cubicBezTo>
                    <a:pt x="3587247" y="790834"/>
                    <a:pt x="3619481" y="822995"/>
                    <a:pt x="3619481" y="862709"/>
                  </a:cubicBezTo>
                  <a:lnTo>
                    <a:pt x="3619481" y="1102450"/>
                  </a:lnTo>
                  <a:lnTo>
                    <a:pt x="3673475" y="1102450"/>
                  </a:lnTo>
                  <a:lnTo>
                    <a:pt x="3673475" y="862709"/>
                  </a:lnTo>
                  <a:cubicBezTo>
                    <a:pt x="3673475" y="822995"/>
                    <a:pt x="3705710" y="790834"/>
                    <a:pt x="3745415" y="790834"/>
                  </a:cubicBezTo>
                  <a:cubicBezTo>
                    <a:pt x="3785117" y="790834"/>
                    <a:pt x="3817353" y="822995"/>
                    <a:pt x="3817353" y="862709"/>
                  </a:cubicBezTo>
                  <a:lnTo>
                    <a:pt x="3817353" y="1102450"/>
                  </a:lnTo>
                  <a:lnTo>
                    <a:pt x="3985182" y="1102450"/>
                  </a:lnTo>
                  <a:lnTo>
                    <a:pt x="3985182" y="862709"/>
                  </a:lnTo>
                  <a:cubicBezTo>
                    <a:pt x="3985182" y="822995"/>
                    <a:pt x="4017416" y="790834"/>
                    <a:pt x="4057120" y="790834"/>
                  </a:cubicBezTo>
                  <a:cubicBezTo>
                    <a:pt x="4096823" y="790834"/>
                    <a:pt x="4129058" y="822995"/>
                    <a:pt x="4129058" y="862709"/>
                  </a:cubicBezTo>
                  <a:lnTo>
                    <a:pt x="4129058" y="1102450"/>
                  </a:lnTo>
                  <a:lnTo>
                    <a:pt x="4183052" y="1102450"/>
                  </a:lnTo>
                  <a:lnTo>
                    <a:pt x="4183052" y="862709"/>
                  </a:lnTo>
                  <a:cubicBezTo>
                    <a:pt x="4183052" y="822995"/>
                    <a:pt x="4215286" y="790834"/>
                    <a:pt x="4254990" y="790834"/>
                  </a:cubicBezTo>
                  <a:cubicBezTo>
                    <a:pt x="4294694" y="790834"/>
                    <a:pt x="4326928" y="822995"/>
                    <a:pt x="4326928" y="862709"/>
                  </a:cubicBezTo>
                  <a:lnTo>
                    <a:pt x="4326928" y="1102450"/>
                  </a:lnTo>
                  <a:lnTo>
                    <a:pt x="4497680" y="1102450"/>
                  </a:lnTo>
                  <a:lnTo>
                    <a:pt x="4497680" y="862709"/>
                  </a:lnTo>
                  <a:cubicBezTo>
                    <a:pt x="4497680" y="822995"/>
                    <a:pt x="4529914" y="790834"/>
                    <a:pt x="4569618" y="790834"/>
                  </a:cubicBezTo>
                  <a:cubicBezTo>
                    <a:pt x="4609322" y="790834"/>
                    <a:pt x="4641556" y="822995"/>
                    <a:pt x="4641556" y="862709"/>
                  </a:cubicBezTo>
                  <a:lnTo>
                    <a:pt x="4641556" y="1102450"/>
                  </a:lnTo>
                  <a:lnTo>
                    <a:pt x="4695552" y="1102450"/>
                  </a:lnTo>
                  <a:lnTo>
                    <a:pt x="4695552" y="862709"/>
                  </a:lnTo>
                  <a:cubicBezTo>
                    <a:pt x="4695552" y="822995"/>
                    <a:pt x="4727785" y="790834"/>
                    <a:pt x="4767490" y="790834"/>
                  </a:cubicBezTo>
                  <a:cubicBezTo>
                    <a:pt x="4807194" y="790834"/>
                    <a:pt x="4839428" y="822995"/>
                    <a:pt x="4839428" y="862709"/>
                  </a:cubicBezTo>
                  <a:lnTo>
                    <a:pt x="4839428" y="1102450"/>
                  </a:lnTo>
                  <a:lnTo>
                    <a:pt x="5016187" y="1102450"/>
                  </a:lnTo>
                  <a:lnTo>
                    <a:pt x="5016187" y="862709"/>
                  </a:lnTo>
                  <a:cubicBezTo>
                    <a:pt x="5016187" y="822995"/>
                    <a:pt x="5048423" y="790834"/>
                    <a:pt x="5088125" y="790834"/>
                  </a:cubicBezTo>
                  <a:cubicBezTo>
                    <a:pt x="5127830" y="790834"/>
                    <a:pt x="5160065" y="822995"/>
                    <a:pt x="5160065" y="862709"/>
                  </a:cubicBezTo>
                  <a:lnTo>
                    <a:pt x="5160065" y="1102450"/>
                  </a:lnTo>
                  <a:lnTo>
                    <a:pt x="5196033" y="1102450"/>
                  </a:lnTo>
                  <a:lnTo>
                    <a:pt x="5196033" y="1082310"/>
                  </a:lnTo>
                  <a:lnTo>
                    <a:pt x="5381157" y="1082310"/>
                  </a:lnTo>
                  <a:lnTo>
                    <a:pt x="5381157" y="724808"/>
                  </a:lnTo>
                  <a:lnTo>
                    <a:pt x="2932415" y="724808"/>
                  </a:lnTo>
                  <a:close/>
                  <a:moveTo>
                    <a:pt x="2932415" y="634905"/>
                  </a:moveTo>
                  <a:lnTo>
                    <a:pt x="2932415" y="706860"/>
                  </a:lnTo>
                  <a:lnTo>
                    <a:pt x="5381157" y="706860"/>
                  </a:lnTo>
                  <a:lnTo>
                    <a:pt x="5381157" y="634905"/>
                  </a:lnTo>
                  <a:close/>
                  <a:moveTo>
                    <a:pt x="2756871" y="574970"/>
                  </a:moveTo>
                  <a:lnTo>
                    <a:pt x="2894740" y="574970"/>
                  </a:lnTo>
                  <a:lnTo>
                    <a:pt x="5417856" y="574970"/>
                  </a:lnTo>
                  <a:lnTo>
                    <a:pt x="5555725" y="574970"/>
                  </a:lnTo>
                  <a:lnTo>
                    <a:pt x="5555725" y="634905"/>
                  </a:lnTo>
                  <a:lnTo>
                    <a:pt x="5417856" y="634905"/>
                  </a:lnTo>
                  <a:lnTo>
                    <a:pt x="5417856" y="1082390"/>
                  </a:lnTo>
                  <a:lnTo>
                    <a:pt x="5987191" y="1082390"/>
                  </a:lnTo>
                  <a:lnTo>
                    <a:pt x="5987191" y="1142326"/>
                  </a:lnTo>
                  <a:lnTo>
                    <a:pt x="5918015" y="1142326"/>
                  </a:lnTo>
                  <a:lnTo>
                    <a:pt x="5918015" y="1474164"/>
                  </a:lnTo>
                  <a:lnTo>
                    <a:pt x="8171240" y="1474164"/>
                  </a:lnTo>
                  <a:lnTo>
                    <a:pt x="8171240" y="1474245"/>
                  </a:lnTo>
                  <a:lnTo>
                    <a:pt x="8314954" y="1474245"/>
                  </a:lnTo>
                  <a:lnTo>
                    <a:pt x="8314954" y="1510142"/>
                  </a:lnTo>
                  <a:lnTo>
                    <a:pt x="8171158" y="1510142"/>
                  </a:lnTo>
                  <a:lnTo>
                    <a:pt x="8171158" y="1558138"/>
                  </a:lnTo>
                  <a:lnTo>
                    <a:pt x="8171158" y="1576086"/>
                  </a:lnTo>
                  <a:lnTo>
                    <a:pt x="8171158" y="3080564"/>
                  </a:lnTo>
                  <a:lnTo>
                    <a:pt x="6680753" y="3080564"/>
                  </a:lnTo>
                  <a:lnTo>
                    <a:pt x="6722488" y="3377886"/>
                  </a:lnTo>
                  <a:lnTo>
                    <a:pt x="1592385" y="3377886"/>
                  </a:lnTo>
                  <a:lnTo>
                    <a:pt x="1634444" y="3080564"/>
                  </a:lnTo>
                  <a:lnTo>
                    <a:pt x="143796" y="3080564"/>
                  </a:lnTo>
                  <a:lnTo>
                    <a:pt x="143796" y="1575924"/>
                  </a:lnTo>
                  <a:lnTo>
                    <a:pt x="143796" y="1557976"/>
                  </a:lnTo>
                  <a:lnTo>
                    <a:pt x="143796" y="1509978"/>
                  </a:lnTo>
                  <a:lnTo>
                    <a:pt x="0" y="1509978"/>
                  </a:lnTo>
                  <a:lnTo>
                    <a:pt x="0" y="1474082"/>
                  </a:lnTo>
                  <a:lnTo>
                    <a:pt x="143796" y="1474082"/>
                  </a:lnTo>
                  <a:lnTo>
                    <a:pt x="2397100" y="1474082"/>
                  </a:lnTo>
                  <a:lnTo>
                    <a:pt x="2397100" y="1142246"/>
                  </a:lnTo>
                  <a:lnTo>
                    <a:pt x="2327921" y="1142246"/>
                  </a:lnTo>
                  <a:lnTo>
                    <a:pt x="2327921" y="1082310"/>
                  </a:lnTo>
                  <a:lnTo>
                    <a:pt x="2894740" y="1082310"/>
                  </a:lnTo>
                  <a:lnTo>
                    <a:pt x="2894740" y="634905"/>
                  </a:lnTo>
                  <a:lnTo>
                    <a:pt x="2756871" y="634905"/>
                  </a:lnTo>
                  <a:close/>
                  <a:moveTo>
                    <a:pt x="4140884" y="0"/>
                  </a:moveTo>
                  <a:lnTo>
                    <a:pt x="4344623" y="0"/>
                  </a:lnTo>
                  <a:lnTo>
                    <a:pt x="4278767" y="89891"/>
                  </a:lnTo>
                  <a:lnTo>
                    <a:pt x="4344623" y="179783"/>
                  </a:lnTo>
                  <a:lnTo>
                    <a:pt x="4176858" y="179783"/>
                  </a:lnTo>
                  <a:lnTo>
                    <a:pt x="4176858" y="473493"/>
                  </a:lnTo>
                  <a:lnTo>
                    <a:pt x="4680315" y="473493"/>
                  </a:lnTo>
                  <a:lnTo>
                    <a:pt x="4680315" y="167846"/>
                  </a:lnTo>
                  <a:lnTo>
                    <a:pt x="4716287" y="167846"/>
                  </a:lnTo>
                  <a:lnTo>
                    <a:pt x="4716287" y="168215"/>
                  </a:lnTo>
                  <a:lnTo>
                    <a:pt x="4846555" y="168215"/>
                  </a:lnTo>
                  <a:lnTo>
                    <a:pt x="4788700" y="248955"/>
                  </a:lnTo>
                  <a:lnTo>
                    <a:pt x="4846556" y="329697"/>
                  </a:lnTo>
                  <a:lnTo>
                    <a:pt x="4716287" y="329697"/>
                  </a:lnTo>
                  <a:lnTo>
                    <a:pt x="4716287" y="473493"/>
                  </a:lnTo>
                  <a:lnTo>
                    <a:pt x="5225754" y="473493"/>
                  </a:lnTo>
                  <a:lnTo>
                    <a:pt x="5225754" y="167846"/>
                  </a:lnTo>
                  <a:lnTo>
                    <a:pt x="5227472" y="167846"/>
                  </a:lnTo>
                  <a:lnTo>
                    <a:pt x="5227472" y="167834"/>
                  </a:lnTo>
                  <a:lnTo>
                    <a:pt x="5391047" y="167834"/>
                  </a:lnTo>
                  <a:lnTo>
                    <a:pt x="5333191" y="248574"/>
                  </a:lnTo>
                  <a:lnTo>
                    <a:pt x="5391048" y="329316"/>
                  </a:lnTo>
                  <a:lnTo>
                    <a:pt x="5261726" y="329316"/>
                  </a:lnTo>
                  <a:lnTo>
                    <a:pt x="5261726" y="473493"/>
                  </a:lnTo>
                  <a:lnTo>
                    <a:pt x="5417555" y="473493"/>
                  </a:lnTo>
                  <a:lnTo>
                    <a:pt x="5417555" y="521403"/>
                  </a:lnTo>
                  <a:lnTo>
                    <a:pt x="2894178" y="521403"/>
                  </a:lnTo>
                  <a:lnTo>
                    <a:pt x="2894178" y="473493"/>
                  </a:lnTo>
                  <a:lnTo>
                    <a:pt x="3056016" y="473493"/>
                  </a:lnTo>
                  <a:lnTo>
                    <a:pt x="3056016" y="167846"/>
                  </a:lnTo>
                  <a:lnTo>
                    <a:pt x="3091988" y="167846"/>
                  </a:lnTo>
                  <a:lnTo>
                    <a:pt x="3091988" y="168215"/>
                  </a:lnTo>
                  <a:lnTo>
                    <a:pt x="3221668" y="168215"/>
                  </a:lnTo>
                  <a:lnTo>
                    <a:pt x="3163812" y="248955"/>
                  </a:lnTo>
                  <a:lnTo>
                    <a:pt x="3221669" y="329697"/>
                  </a:lnTo>
                  <a:lnTo>
                    <a:pt x="3091988" y="329697"/>
                  </a:lnTo>
                  <a:lnTo>
                    <a:pt x="3091988" y="473493"/>
                  </a:lnTo>
                  <a:lnTo>
                    <a:pt x="3601455" y="473493"/>
                  </a:lnTo>
                  <a:lnTo>
                    <a:pt x="3601455" y="167846"/>
                  </a:lnTo>
                  <a:lnTo>
                    <a:pt x="3637427" y="167846"/>
                  </a:lnTo>
                  <a:lnTo>
                    <a:pt x="3637427" y="168215"/>
                  </a:lnTo>
                  <a:lnTo>
                    <a:pt x="3767334" y="168215"/>
                  </a:lnTo>
                  <a:lnTo>
                    <a:pt x="3709478" y="248955"/>
                  </a:lnTo>
                  <a:lnTo>
                    <a:pt x="3767335" y="329697"/>
                  </a:lnTo>
                  <a:lnTo>
                    <a:pt x="3637427" y="329697"/>
                  </a:lnTo>
                  <a:lnTo>
                    <a:pt x="3637427" y="473493"/>
                  </a:lnTo>
                  <a:lnTo>
                    <a:pt x="4140884" y="473493"/>
                  </a:lnTo>
                  <a:lnTo>
                    <a:pt x="4140884" y="179783"/>
                  </a:lnTo>
                  <a:close/>
                </a:path>
              </a:pathLst>
            </a:custGeom>
            <a:solidFill>
              <a:schemeClr val="accent1"/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476" name="任意多边形: 形状 475"/>
            <p:cNvSpPr/>
            <p:nvPr/>
          </p:nvSpPr>
          <p:spPr>
            <a:xfrm>
              <a:off x="2186828" y="3166982"/>
              <a:ext cx="7955427" cy="1384766"/>
            </a:xfrm>
            <a:custGeom>
              <a:avLst/>
              <a:gdLst>
                <a:gd name="connsiteX0" fmla="*/ 7865545 w 7955427"/>
                <a:gd name="connsiteY0" fmla="*/ 1305339 h 1384766"/>
                <a:gd name="connsiteX1" fmla="*/ 7955427 w 7955427"/>
                <a:gd name="connsiteY1" fmla="*/ 1305339 h 1384766"/>
                <a:gd name="connsiteX2" fmla="*/ 7955427 w 7955427"/>
                <a:gd name="connsiteY2" fmla="*/ 1384766 h 1384766"/>
                <a:gd name="connsiteX3" fmla="*/ 7865545 w 7955427"/>
                <a:gd name="connsiteY3" fmla="*/ 1384766 h 1384766"/>
                <a:gd name="connsiteX4" fmla="*/ 7404037 w 7955427"/>
                <a:gd name="connsiteY4" fmla="*/ 1305339 h 1384766"/>
                <a:gd name="connsiteX5" fmla="*/ 7577874 w 7955427"/>
                <a:gd name="connsiteY5" fmla="*/ 1305339 h 1384766"/>
                <a:gd name="connsiteX6" fmla="*/ 7577874 w 7955427"/>
                <a:gd name="connsiteY6" fmla="*/ 1384766 h 1384766"/>
                <a:gd name="connsiteX7" fmla="*/ 7404037 w 7955427"/>
                <a:gd name="connsiteY7" fmla="*/ 1384766 h 1384766"/>
                <a:gd name="connsiteX8" fmla="*/ 6972569 w 7955427"/>
                <a:gd name="connsiteY8" fmla="*/ 1305339 h 1384766"/>
                <a:gd name="connsiteX9" fmla="*/ 7146406 w 7955427"/>
                <a:gd name="connsiteY9" fmla="*/ 1305339 h 1384766"/>
                <a:gd name="connsiteX10" fmla="*/ 7146406 w 7955427"/>
                <a:gd name="connsiteY10" fmla="*/ 1384766 h 1384766"/>
                <a:gd name="connsiteX11" fmla="*/ 6972569 w 7955427"/>
                <a:gd name="connsiteY11" fmla="*/ 1384766 h 1384766"/>
                <a:gd name="connsiteX12" fmla="*/ 6541020 w 7955427"/>
                <a:gd name="connsiteY12" fmla="*/ 1305339 h 1384766"/>
                <a:gd name="connsiteX13" fmla="*/ 6714857 w 7955427"/>
                <a:gd name="connsiteY13" fmla="*/ 1305339 h 1384766"/>
                <a:gd name="connsiteX14" fmla="*/ 6714857 w 7955427"/>
                <a:gd name="connsiteY14" fmla="*/ 1384766 h 1384766"/>
                <a:gd name="connsiteX15" fmla="*/ 6541020 w 7955427"/>
                <a:gd name="connsiteY15" fmla="*/ 1384766 h 1384766"/>
                <a:gd name="connsiteX16" fmla="*/ 1240570 w 7955427"/>
                <a:gd name="connsiteY16" fmla="*/ 1305339 h 1384766"/>
                <a:gd name="connsiteX17" fmla="*/ 1414407 w 7955427"/>
                <a:gd name="connsiteY17" fmla="*/ 1305339 h 1384766"/>
                <a:gd name="connsiteX18" fmla="*/ 1414407 w 7955427"/>
                <a:gd name="connsiteY18" fmla="*/ 1384766 h 1384766"/>
                <a:gd name="connsiteX19" fmla="*/ 1240570 w 7955427"/>
                <a:gd name="connsiteY19" fmla="*/ 1384766 h 1384766"/>
                <a:gd name="connsiteX20" fmla="*/ 809024 w 7955427"/>
                <a:gd name="connsiteY20" fmla="*/ 1305339 h 1384766"/>
                <a:gd name="connsiteX21" fmla="*/ 982862 w 7955427"/>
                <a:gd name="connsiteY21" fmla="*/ 1305339 h 1384766"/>
                <a:gd name="connsiteX22" fmla="*/ 982862 w 7955427"/>
                <a:gd name="connsiteY22" fmla="*/ 1384766 h 1384766"/>
                <a:gd name="connsiteX23" fmla="*/ 809024 w 7955427"/>
                <a:gd name="connsiteY23" fmla="*/ 1384766 h 1384766"/>
                <a:gd name="connsiteX24" fmla="*/ 377555 w 7955427"/>
                <a:gd name="connsiteY24" fmla="*/ 1305339 h 1384766"/>
                <a:gd name="connsiteX25" fmla="*/ 551394 w 7955427"/>
                <a:gd name="connsiteY25" fmla="*/ 1305339 h 1384766"/>
                <a:gd name="connsiteX26" fmla="*/ 551394 w 7955427"/>
                <a:gd name="connsiteY26" fmla="*/ 1384766 h 1384766"/>
                <a:gd name="connsiteX27" fmla="*/ 377555 w 7955427"/>
                <a:gd name="connsiteY27" fmla="*/ 1384766 h 1384766"/>
                <a:gd name="connsiteX28" fmla="*/ 0 w 7955427"/>
                <a:gd name="connsiteY28" fmla="*/ 1305339 h 1384766"/>
                <a:gd name="connsiteX29" fmla="*/ 89883 w 7955427"/>
                <a:gd name="connsiteY29" fmla="*/ 1305339 h 1384766"/>
                <a:gd name="connsiteX30" fmla="*/ 89883 w 7955427"/>
                <a:gd name="connsiteY30" fmla="*/ 1384766 h 1384766"/>
                <a:gd name="connsiteX31" fmla="*/ 0 w 7955427"/>
                <a:gd name="connsiteY31" fmla="*/ 1384766 h 1384766"/>
                <a:gd name="connsiteX32" fmla="*/ 7865545 w 7955427"/>
                <a:gd name="connsiteY32" fmla="*/ 1174750 h 1384766"/>
                <a:gd name="connsiteX33" fmla="*/ 7955427 w 7955427"/>
                <a:gd name="connsiteY33" fmla="*/ 1174750 h 1384766"/>
                <a:gd name="connsiteX34" fmla="*/ 7955427 w 7955427"/>
                <a:gd name="connsiteY34" fmla="*/ 1254177 h 1384766"/>
                <a:gd name="connsiteX35" fmla="*/ 7865545 w 7955427"/>
                <a:gd name="connsiteY35" fmla="*/ 1254177 h 1384766"/>
                <a:gd name="connsiteX36" fmla="*/ 7404037 w 7955427"/>
                <a:gd name="connsiteY36" fmla="*/ 1174750 h 1384766"/>
                <a:gd name="connsiteX37" fmla="*/ 7577874 w 7955427"/>
                <a:gd name="connsiteY37" fmla="*/ 1174750 h 1384766"/>
                <a:gd name="connsiteX38" fmla="*/ 7577874 w 7955427"/>
                <a:gd name="connsiteY38" fmla="*/ 1254177 h 1384766"/>
                <a:gd name="connsiteX39" fmla="*/ 7404037 w 7955427"/>
                <a:gd name="connsiteY39" fmla="*/ 1254177 h 1384766"/>
                <a:gd name="connsiteX40" fmla="*/ 6972569 w 7955427"/>
                <a:gd name="connsiteY40" fmla="*/ 1174750 h 1384766"/>
                <a:gd name="connsiteX41" fmla="*/ 7146406 w 7955427"/>
                <a:gd name="connsiteY41" fmla="*/ 1174750 h 1384766"/>
                <a:gd name="connsiteX42" fmla="*/ 7146406 w 7955427"/>
                <a:gd name="connsiteY42" fmla="*/ 1254177 h 1384766"/>
                <a:gd name="connsiteX43" fmla="*/ 6972569 w 7955427"/>
                <a:gd name="connsiteY43" fmla="*/ 1254177 h 1384766"/>
                <a:gd name="connsiteX44" fmla="*/ 6541020 w 7955427"/>
                <a:gd name="connsiteY44" fmla="*/ 1174750 h 1384766"/>
                <a:gd name="connsiteX45" fmla="*/ 6714857 w 7955427"/>
                <a:gd name="connsiteY45" fmla="*/ 1174750 h 1384766"/>
                <a:gd name="connsiteX46" fmla="*/ 6714857 w 7955427"/>
                <a:gd name="connsiteY46" fmla="*/ 1254177 h 1384766"/>
                <a:gd name="connsiteX47" fmla="*/ 6541020 w 7955427"/>
                <a:gd name="connsiteY47" fmla="*/ 1254177 h 1384766"/>
                <a:gd name="connsiteX48" fmla="*/ 1240570 w 7955427"/>
                <a:gd name="connsiteY48" fmla="*/ 1174750 h 1384766"/>
                <a:gd name="connsiteX49" fmla="*/ 1414407 w 7955427"/>
                <a:gd name="connsiteY49" fmla="*/ 1174750 h 1384766"/>
                <a:gd name="connsiteX50" fmla="*/ 1414407 w 7955427"/>
                <a:gd name="connsiteY50" fmla="*/ 1254177 h 1384766"/>
                <a:gd name="connsiteX51" fmla="*/ 1240570 w 7955427"/>
                <a:gd name="connsiteY51" fmla="*/ 1254177 h 1384766"/>
                <a:gd name="connsiteX52" fmla="*/ 809024 w 7955427"/>
                <a:gd name="connsiteY52" fmla="*/ 1174750 h 1384766"/>
                <a:gd name="connsiteX53" fmla="*/ 982862 w 7955427"/>
                <a:gd name="connsiteY53" fmla="*/ 1174750 h 1384766"/>
                <a:gd name="connsiteX54" fmla="*/ 982862 w 7955427"/>
                <a:gd name="connsiteY54" fmla="*/ 1254177 h 1384766"/>
                <a:gd name="connsiteX55" fmla="*/ 809024 w 7955427"/>
                <a:gd name="connsiteY55" fmla="*/ 1254177 h 1384766"/>
                <a:gd name="connsiteX56" fmla="*/ 377555 w 7955427"/>
                <a:gd name="connsiteY56" fmla="*/ 1174750 h 1384766"/>
                <a:gd name="connsiteX57" fmla="*/ 551394 w 7955427"/>
                <a:gd name="connsiteY57" fmla="*/ 1174750 h 1384766"/>
                <a:gd name="connsiteX58" fmla="*/ 551394 w 7955427"/>
                <a:gd name="connsiteY58" fmla="*/ 1254177 h 1384766"/>
                <a:gd name="connsiteX59" fmla="*/ 377555 w 7955427"/>
                <a:gd name="connsiteY59" fmla="*/ 1254177 h 1384766"/>
                <a:gd name="connsiteX60" fmla="*/ 0 w 7955427"/>
                <a:gd name="connsiteY60" fmla="*/ 1174750 h 1384766"/>
                <a:gd name="connsiteX61" fmla="*/ 89883 w 7955427"/>
                <a:gd name="connsiteY61" fmla="*/ 1174750 h 1384766"/>
                <a:gd name="connsiteX62" fmla="*/ 89883 w 7955427"/>
                <a:gd name="connsiteY62" fmla="*/ 1254177 h 1384766"/>
                <a:gd name="connsiteX63" fmla="*/ 0 w 7955427"/>
                <a:gd name="connsiteY63" fmla="*/ 1254177 h 1384766"/>
                <a:gd name="connsiteX64" fmla="*/ 7865545 w 7955427"/>
                <a:gd name="connsiteY64" fmla="*/ 1044157 h 1384766"/>
                <a:gd name="connsiteX65" fmla="*/ 7955427 w 7955427"/>
                <a:gd name="connsiteY65" fmla="*/ 1044157 h 1384766"/>
                <a:gd name="connsiteX66" fmla="*/ 7955427 w 7955427"/>
                <a:gd name="connsiteY66" fmla="*/ 1123584 h 1384766"/>
                <a:gd name="connsiteX67" fmla="*/ 7865545 w 7955427"/>
                <a:gd name="connsiteY67" fmla="*/ 1123584 h 1384766"/>
                <a:gd name="connsiteX68" fmla="*/ 7404037 w 7955427"/>
                <a:gd name="connsiteY68" fmla="*/ 1044157 h 1384766"/>
                <a:gd name="connsiteX69" fmla="*/ 7577874 w 7955427"/>
                <a:gd name="connsiteY69" fmla="*/ 1044157 h 1384766"/>
                <a:gd name="connsiteX70" fmla="*/ 7577874 w 7955427"/>
                <a:gd name="connsiteY70" fmla="*/ 1123584 h 1384766"/>
                <a:gd name="connsiteX71" fmla="*/ 7404037 w 7955427"/>
                <a:gd name="connsiteY71" fmla="*/ 1123584 h 1384766"/>
                <a:gd name="connsiteX72" fmla="*/ 6972569 w 7955427"/>
                <a:gd name="connsiteY72" fmla="*/ 1044157 h 1384766"/>
                <a:gd name="connsiteX73" fmla="*/ 7146406 w 7955427"/>
                <a:gd name="connsiteY73" fmla="*/ 1044157 h 1384766"/>
                <a:gd name="connsiteX74" fmla="*/ 7146406 w 7955427"/>
                <a:gd name="connsiteY74" fmla="*/ 1123584 h 1384766"/>
                <a:gd name="connsiteX75" fmla="*/ 6972569 w 7955427"/>
                <a:gd name="connsiteY75" fmla="*/ 1123584 h 1384766"/>
                <a:gd name="connsiteX76" fmla="*/ 6541020 w 7955427"/>
                <a:gd name="connsiteY76" fmla="*/ 1044157 h 1384766"/>
                <a:gd name="connsiteX77" fmla="*/ 6714857 w 7955427"/>
                <a:gd name="connsiteY77" fmla="*/ 1044157 h 1384766"/>
                <a:gd name="connsiteX78" fmla="*/ 6714857 w 7955427"/>
                <a:gd name="connsiteY78" fmla="*/ 1123584 h 1384766"/>
                <a:gd name="connsiteX79" fmla="*/ 6541020 w 7955427"/>
                <a:gd name="connsiteY79" fmla="*/ 1123584 h 1384766"/>
                <a:gd name="connsiteX80" fmla="*/ 6103545 w 7955427"/>
                <a:gd name="connsiteY80" fmla="*/ 1044157 h 1384766"/>
                <a:gd name="connsiteX81" fmla="*/ 6277302 w 7955427"/>
                <a:gd name="connsiteY81" fmla="*/ 1044157 h 1384766"/>
                <a:gd name="connsiteX82" fmla="*/ 6277302 w 7955427"/>
                <a:gd name="connsiteY82" fmla="*/ 1085008 h 1384766"/>
                <a:gd name="connsiteX83" fmla="*/ 6103545 w 7955427"/>
                <a:gd name="connsiteY83" fmla="*/ 1085008 h 1384766"/>
                <a:gd name="connsiteX84" fmla="*/ 5761961 w 7955427"/>
                <a:gd name="connsiteY84" fmla="*/ 1044157 h 1384766"/>
                <a:gd name="connsiteX85" fmla="*/ 5851843 w 7955427"/>
                <a:gd name="connsiteY85" fmla="*/ 1044157 h 1384766"/>
                <a:gd name="connsiteX86" fmla="*/ 5851843 w 7955427"/>
                <a:gd name="connsiteY86" fmla="*/ 1085008 h 1384766"/>
                <a:gd name="connsiteX87" fmla="*/ 5761961 w 7955427"/>
                <a:gd name="connsiteY87" fmla="*/ 1085008 h 1384766"/>
                <a:gd name="connsiteX88" fmla="*/ 2103584 w 7955427"/>
                <a:gd name="connsiteY88" fmla="*/ 1044157 h 1384766"/>
                <a:gd name="connsiteX89" fmla="*/ 2193466 w 7955427"/>
                <a:gd name="connsiteY89" fmla="*/ 1044157 h 1384766"/>
                <a:gd name="connsiteX90" fmla="*/ 2193466 w 7955427"/>
                <a:gd name="connsiteY90" fmla="*/ 1085008 h 1384766"/>
                <a:gd name="connsiteX91" fmla="*/ 2103584 w 7955427"/>
                <a:gd name="connsiteY91" fmla="*/ 1085008 h 1384766"/>
                <a:gd name="connsiteX92" fmla="*/ 1678126 w 7955427"/>
                <a:gd name="connsiteY92" fmla="*/ 1044157 h 1384766"/>
                <a:gd name="connsiteX93" fmla="*/ 1851883 w 7955427"/>
                <a:gd name="connsiteY93" fmla="*/ 1044157 h 1384766"/>
                <a:gd name="connsiteX94" fmla="*/ 1851883 w 7955427"/>
                <a:gd name="connsiteY94" fmla="*/ 1085008 h 1384766"/>
                <a:gd name="connsiteX95" fmla="*/ 1678126 w 7955427"/>
                <a:gd name="connsiteY95" fmla="*/ 1085008 h 1384766"/>
                <a:gd name="connsiteX96" fmla="*/ 1240570 w 7955427"/>
                <a:gd name="connsiteY96" fmla="*/ 1044157 h 1384766"/>
                <a:gd name="connsiteX97" fmla="*/ 1414407 w 7955427"/>
                <a:gd name="connsiteY97" fmla="*/ 1044157 h 1384766"/>
                <a:gd name="connsiteX98" fmla="*/ 1414407 w 7955427"/>
                <a:gd name="connsiteY98" fmla="*/ 1123584 h 1384766"/>
                <a:gd name="connsiteX99" fmla="*/ 1240570 w 7955427"/>
                <a:gd name="connsiteY99" fmla="*/ 1123584 h 1384766"/>
                <a:gd name="connsiteX100" fmla="*/ 809024 w 7955427"/>
                <a:gd name="connsiteY100" fmla="*/ 1044157 h 1384766"/>
                <a:gd name="connsiteX101" fmla="*/ 982862 w 7955427"/>
                <a:gd name="connsiteY101" fmla="*/ 1044157 h 1384766"/>
                <a:gd name="connsiteX102" fmla="*/ 982862 w 7955427"/>
                <a:gd name="connsiteY102" fmla="*/ 1123584 h 1384766"/>
                <a:gd name="connsiteX103" fmla="*/ 809024 w 7955427"/>
                <a:gd name="connsiteY103" fmla="*/ 1123584 h 1384766"/>
                <a:gd name="connsiteX104" fmla="*/ 377555 w 7955427"/>
                <a:gd name="connsiteY104" fmla="*/ 1044157 h 1384766"/>
                <a:gd name="connsiteX105" fmla="*/ 551394 w 7955427"/>
                <a:gd name="connsiteY105" fmla="*/ 1044157 h 1384766"/>
                <a:gd name="connsiteX106" fmla="*/ 551394 w 7955427"/>
                <a:gd name="connsiteY106" fmla="*/ 1123584 h 1384766"/>
                <a:gd name="connsiteX107" fmla="*/ 377555 w 7955427"/>
                <a:gd name="connsiteY107" fmla="*/ 1123584 h 1384766"/>
                <a:gd name="connsiteX108" fmla="*/ 0 w 7955427"/>
                <a:gd name="connsiteY108" fmla="*/ 1044157 h 1384766"/>
                <a:gd name="connsiteX109" fmla="*/ 89883 w 7955427"/>
                <a:gd name="connsiteY109" fmla="*/ 1044157 h 1384766"/>
                <a:gd name="connsiteX110" fmla="*/ 89883 w 7955427"/>
                <a:gd name="connsiteY110" fmla="*/ 1123584 h 1384766"/>
                <a:gd name="connsiteX111" fmla="*/ 0 w 7955427"/>
                <a:gd name="connsiteY111" fmla="*/ 1123584 h 1384766"/>
                <a:gd name="connsiteX112" fmla="*/ 4759291 w 7955427"/>
                <a:gd name="connsiteY112" fmla="*/ 954499 h 1384766"/>
                <a:gd name="connsiteX113" fmla="*/ 4957000 w 7955427"/>
                <a:gd name="connsiteY113" fmla="*/ 954499 h 1384766"/>
                <a:gd name="connsiteX114" fmla="*/ 4957000 w 7955427"/>
                <a:gd name="connsiteY114" fmla="*/ 1034331 h 1384766"/>
                <a:gd name="connsiteX115" fmla="*/ 4759291 w 7955427"/>
                <a:gd name="connsiteY115" fmla="*/ 1034331 h 1384766"/>
                <a:gd name="connsiteX116" fmla="*/ 4219186 w 7955427"/>
                <a:gd name="connsiteY116" fmla="*/ 954499 h 1384766"/>
                <a:gd name="connsiteX117" fmla="*/ 4243137 w 7955427"/>
                <a:gd name="connsiteY117" fmla="*/ 954499 h 1384766"/>
                <a:gd name="connsiteX118" fmla="*/ 4243137 w 7955427"/>
                <a:gd name="connsiteY118" fmla="*/ 1034331 h 1384766"/>
                <a:gd name="connsiteX119" fmla="*/ 4219186 w 7955427"/>
                <a:gd name="connsiteY119" fmla="*/ 1034331 h 1384766"/>
                <a:gd name="connsiteX120" fmla="*/ 3709447 w 7955427"/>
                <a:gd name="connsiteY120" fmla="*/ 954499 h 1384766"/>
                <a:gd name="connsiteX121" fmla="*/ 3733480 w 7955427"/>
                <a:gd name="connsiteY121" fmla="*/ 954499 h 1384766"/>
                <a:gd name="connsiteX122" fmla="*/ 3733480 w 7955427"/>
                <a:gd name="connsiteY122" fmla="*/ 1034331 h 1384766"/>
                <a:gd name="connsiteX123" fmla="*/ 3709447 w 7955427"/>
                <a:gd name="connsiteY123" fmla="*/ 1034331 h 1384766"/>
                <a:gd name="connsiteX124" fmla="*/ 2998103 w 7955427"/>
                <a:gd name="connsiteY124" fmla="*/ 954499 h 1384766"/>
                <a:gd name="connsiteX125" fmla="*/ 3195812 w 7955427"/>
                <a:gd name="connsiteY125" fmla="*/ 954499 h 1384766"/>
                <a:gd name="connsiteX126" fmla="*/ 3195812 w 7955427"/>
                <a:gd name="connsiteY126" fmla="*/ 1034331 h 1384766"/>
                <a:gd name="connsiteX127" fmla="*/ 2998103 w 7955427"/>
                <a:gd name="connsiteY127" fmla="*/ 1034331 h 1384766"/>
                <a:gd name="connsiteX128" fmla="*/ 7865545 w 7955427"/>
                <a:gd name="connsiteY128" fmla="*/ 913811 h 1384766"/>
                <a:gd name="connsiteX129" fmla="*/ 7955427 w 7955427"/>
                <a:gd name="connsiteY129" fmla="*/ 913811 h 1384766"/>
                <a:gd name="connsiteX130" fmla="*/ 7955427 w 7955427"/>
                <a:gd name="connsiteY130" fmla="*/ 993238 h 1384766"/>
                <a:gd name="connsiteX131" fmla="*/ 7865545 w 7955427"/>
                <a:gd name="connsiteY131" fmla="*/ 993238 h 1384766"/>
                <a:gd name="connsiteX132" fmla="*/ 7404037 w 7955427"/>
                <a:gd name="connsiteY132" fmla="*/ 913811 h 1384766"/>
                <a:gd name="connsiteX133" fmla="*/ 7577874 w 7955427"/>
                <a:gd name="connsiteY133" fmla="*/ 913811 h 1384766"/>
                <a:gd name="connsiteX134" fmla="*/ 7577874 w 7955427"/>
                <a:gd name="connsiteY134" fmla="*/ 993238 h 1384766"/>
                <a:gd name="connsiteX135" fmla="*/ 7404037 w 7955427"/>
                <a:gd name="connsiteY135" fmla="*/ 993238 h 1384766"/>
                <a:gd name="connsiteX136" fmla="*/ 6972569 w 7955427"/>
                <a:gd name="connsiteY136" fmla="*/ 913811 h 1384766"/>
                <a:gd name="connsiteX137" fmla="*/ 7146406 w 7955427"/>
                <a:gd name="connsiteY137" fmla="*/ 913811 h 1384766"/>
                <a:gd name="connsiteX138" fmla="*/ 7146406 w 7955427"/>
                <a:gd name="connsiteY138" fmla="*/ 993238 h 1384766"/>
                <a:gd name="connsiteX139" fmla="*/ 6972569 w 7955427"/>
                <a:gd name="connsiteY139" fmla="*/ 993238 h 1384766"/>
                <a:gd name="connsiteX140" fmla="*/ 6541020 w 7955427"/>
                <a:gd name="connsiteY140" fmla="*/ 913811 h 1384766"/>
                <a:gd name="connsiteX141" fmla="*/ 6714857 w 7955427"/>
                <a:gd name="connsiteY141" fmla="*/ 913811 h 1384766"/>
                <a:gd name="connsiteX142" fmla="*/ 6714857 w 7955427"/>
                <a:gd name="connsiteY142" fmla="*/ 993238 h 1384766"/>
                <a:gd name="connsiteX143" fmla="*/ 6541020 w 7955427"/>
                <a:gd name="connsiteY143" fmla="*/ 993238 h 1384766"/>
                <a:gd name="connsiteX144" fmla="*/ 6103545 w 7955427"/>
                <a:gd name="connsiteY144" fmla="*/ 913811 h 1384766"/>
                <a:gd name="connsiteX145" fmla="*/ 6277302 w 7955427"/>
                <a:gd name="connsiteY145" fmla="*/ 913811 h 1384766"/>
                <a:gd name="connsiteX146" fmla="*/ 6277302 w 7955427"/>
                <a:gd name="connsiteY146" fmla="*/ 993238 h 1384766"/>
                <a:gd name="connsiteX147" fmla="*/ 6103545 w 7955427"/>
                <a:gd name="connsiteY147" fmla="*/ 993238 h 1384766"/>
                <a:gd name="connsiteX148" fmla="*/ 5761961 w 7955427"/>
                <a:gd name="connsiteY148" fmla="*/ 913811 h 1384766"/>
                <a:gd name="connsiteX149" fmla="*/ 5851843 w 7955427"/>
                <a:gd name="connsiteY149" fmla="*/ 913811 h 1384766"/>
                <a:gd name="connsiteX150" fmla="*/ 5851843 w 7955427"/>
                <a:gd name="connsiteY150" fmla="*/ 993238 h 1384766"/>
                <a:gd name="connsiteX151" fmla="*/ 5761961 w 7955427"/>
                <a:gd name="connsiteY151" fmla="*/ 993238 h 1384766"/>
                <a:gd name="connsiteX152" fmla="*/ 2103584 w 7955427"/>
                <a:gd name="connsiteY152" fmla="*/ 913811 h 1384766"/>
                <a:gd name="connsiteX153" fmla="*/ 2193466 w 7955427"/>
                <a:gd name="connsiteY153" fmla="*/ 913811 h 1384766"/>
                <a:gd name="connsiteX154" fmla="*/ 2193466 w 7955427"/>
                <a:gd name="connsiteY154" fmla="*/ 993238 h 1384766"/>
                <a:gd name="connsiteX155" fmla="*/ 2103584 w 7955427"/>
                <a:gd name="connsiteY155" fmla="*/ 993238 h 1384766"/>
                <a:gd name="connsiteX156" fmla="*/ 1678126 w 7955427"/>
                <a:gd name="connsiteY156" fmla="*/ 913811 h 1384766"/>
                <a:gd name="connsiteX157" fmla="*/ 1851883 w 7955427"/>
                <a:gd name="connsiteY157" fmla="*/ 913811 h 1384766"/>
                <a:gd name="connsiteX158" fmla="*/ 1851883 w 7955427"/>
                <a:gd name="connsiteY158" fmla="*/ 993238 h 1384766"/>
                <a:gd name="connsiteX159" fmla="*/ 1678126 w 7955427"/>
                <a:gd name="connsiteY159" fmla="*/ 993238 h 1384766"/>
                <a:gd name="connsiteX160" fmla="*/ 1240570 w 7955427"/>
                <a:gd name="connsiteY160" fmla="*/ 913811 h 1384766"/>
                <a:gd name="connsiteX161" fmla="*/ 1414407 w 7955427"/>
                <a:gd name="connsiteY161" fmla="*/ 913811 h 1384766"/>
                <a:gd name="connsiteX162" fmla="*/ 1414407 w 7955427"/>
                <a:gd name="connsiteY162" fmla="*/ 993238 h 1384766"/>
                <a:gd name="connsiteX163" fmla="*/ 1240570 w 7955427"/>
                <a:gd name="connsiteY163" fmla="*/ 993238 h 1384766"/>
                <a:gd name="connsiteX164" fmla="*/ 809024 w 7955427"/>
                <a:gd name="connsiteY164" fmla="*/ 913811 h 1384766"/>
                <a:gd name="connsiteX165" fmla="*/ 982862 w 7955427"/>
                <a:gd name="connsiteY165" fmla="*/ 913811 h 1384766"/>
                <a:gd name="connsiteX166" fmla="*/ 982862 w 7955427"/>
                <a:gd name="connsiteY166" fmla="*/ 993238 h 1384766"/>
                <a:gd name="connsiteX167" fmla="*/ 809024 w 7955427"/>
                <a:gd name="connsiteY167" fmla="*/ 993238 h 1384766"/>
                <a:gd name="connsiteX168" fmla="*/ 377555 w 7955427"/>
                <a:gd name="connsiteY168" fmla="*/ 913811 h 1384766"/>
                <a:gd name="connsiteX169" fmla="*/ 551394 w 7955427"/>
                <a:gd name="connsiteY169" fmla="*/ 913811 h 1384766"/>
                <a:gd name="connsiteX170" fmla="*/ 551394 w 7955427"/>
                <a:gd name="connsiteY170" fmla="*/ 993238 h 1384766"/>
                <a:gd name="connsiteX171" fmla="*/ 377555 w 7955427"/>
                <a:gd name="connsiteY171" fmla="*/ 993238 h 1384766"/>
                <a:gd name="connsiteX172" fmla="*/ 0 w 7955427"/>
                <a:gd name="connsiteY172" fmla="*/ 913811 h 1384766"/>
                <a:gd name="connsiteX173" fmla="*/ 89883 w 7955427"/>
                <a:gd name="connsiteY173" fmla="*/ 913811 h 1384766"/>
                <a:gd name="connsiteX174" fmla="*/ 89883 w 7955427"/>
                <a:gd name="connsiteY174" fmla="*/ 993238 h 1384766"/>
                <a:gd name="connsiteX175" fmla="*/ 0 w 7955427"/>
                <a:gd name="connsiteY175" fmla="*/ 993238 h 1384766"/>
                <a:gd name="connsiteX176" fmla="*/ 4759291 w 7955427"/>
                <a:gd name="connsiteY176" fmla="*/ 835196 h 1384766"/>
                <a:gd name="connsiteX177" fmla="*/ 4957000 w 7955427"/>
                <a:gd name="connsiteY177" fmla="*/ 835196 h 1384766"/>
                <a:gd name="connsiteX178" fmla="*/ 4957000 w 7955427"/>
                <a:gd name="connsiteY178" fmla="*/ 915028 h 1384766"/>
                <a:gd name="connsiteX179" fmla="*/ 4759291 w 7955427"/>
                <a:gd name="connsiteY179" fmla="*/ 915028 h 1384766"/>
                <a:gd name="connsiteX180" fmla="*/ 4219186 w 7955427"/>
                <a:gd name="connsiteY180" fmla="*/ 835196 h 1384766"/>
                <a:gd name="connsiteX181" fmla="*/ 4243137 w 7955427"/>
                <a:gd name="connsiteY181" fmla="*/ 835196 h 1384766"/>
                <a:gd name="connsiteX182" fmla="*/ 4243137 w 7955427"/>
                <a:gd name="connsiteY182" fmla="*/ 915028 h 1384766"/>
                <a:gd name="connsiteX183" fmla="*/ 4219186 w 7955427"/>
                <a:gd name="connsiteY183" fmla="*/ 915028 h 1384766"/>
                <a:gd name="connsiteX184" fmla="*/ 3709447 w 7955427"/>
                <a:gd name="connsiteY184" fmla="*/ 835196 h 1384766"/>
                <a:gd name="connsiteX185" fmla="*/ 3733480 w 7955427"/>
                <a:gd name="connsiteY185" fmla="*/ 835196 h 1384766"/>
                <a:gd name="connsiteX186" fmla="*/ 3733480 w 7955427"/>
                <a:gd name="connsiteY186" fmla="*/ 915028 h 1384766"/>
                <a:gd name="connsiteX187" fmla="*/ 3709447 w 7955427"/>
                <a:gd name="connsiteY187" fmla="*/ 915028 h 1384766"/>
                <a:gd name="connsiteX188" fmla="*/ 2998103 w 7955427"/>
                <a:gd name="connsiteY188" fmla="*/ 835196 h 1384766"/>
                <a:gd name="connsiteX189" fmla="*/ 3195812 w 7955427"/>
                <a:gd name="connsiteY189" fmla="*/ 835196 h 1384766"/>
                <a:gd name="connsiteX190" fmla="*/ 3195812 w 7955427"/>
                <a:gd name="connsiteY190" fmla="*/ 915028 h 1384766"/>
                <a:gd name="connsiteX191" fmla="*/ 2998103 w 7955427"/>
                <a:gd name="connsiteY191" fmla="*/ 915028 h 1384766"/>
                <a:gd name="connsiteX192" fmla="*/ 7865545 w 7955427"/>
                <a:gd name="connsiteY192" fmla="*/ 783220 h 1384766"/>
                <a:gd name="connsiteX193" fmla="*/ 7955427 w 7955427"/>
                <a:gd name="connsiteY193" fmla="*/ 783220 h 1384766"/>
                <a:gd name="connsiteX194" fmla="*/ 7955427 w 7955427"/>
                <a:gd name="connsiteY194" fmla="*/ 862647 h 1384766"/>
                <a:gd name="connsiteX195" fmla="*/ 7865545 w 7955427"/>
                <a:gd name="connsiteY195" fmla="*/ 862647 h 1384766"/>
                <a:gd name="connsiteX196" fmla="*/ 7404037 w 7955427"/>
                <a:gd name="connsiteY196" fmla="*/ 783220 h 1384766"/>
                <a:gd name="connsiteX197" fmla="*/ 7577874 w 7955427"/>
                <a:gd name="connsiteY197" fmla="*/ 783220 h 1384766"/>
                <a:gd name="connsiteX198" fmla="*/ 7577874 w 7955427"/>
                <a:gd name="connsiteY198" fmla="*/ 862647 h 1384766"/>
                <a:gd name="connsiteX199" fmla="*/ 7404037 w 7955427"/>
                <a:gd name="connsiteY199" fmla="*/ 862647 h 1384766"/>
                <a:gd name="connsiteX200" fmla="*/ 6972569 w 7955427"/>
                <a:gd name="connsiteY200" fmla="*/ 783220 h 1384766"/>
                <a:gd name="connsiteX201" fmla="*/ 7146406 w 7955427"/>
                <a:gd name="connsiteY201" fmla="*/ 783220 h 1384766"/>
                <a:gd name="connsiteX202" fmla="*/ 7146406 w 7955427"/>
                <a:gd name="connsiteY202" fmla="*/ 862647 h 1384766"/>
                <a:gd name="connsiteX203" fmla="*/ 6972569 w 7955427"/>
                <a:gd name="connsiteY203" fmla="*/ 862647 h 1384766"/>
                <a:gd name="connsiteX204" fmla="*/ 6541020 w 7955427"/>
                <a:gd name="connsiteY204" fmla="*/ 783220 h 1384766"/>
                <a:gd name="connsiteX205" fmla="*/ 6714857 w 7955427"/>
                <a:gd name="connsiteY205" fmla="*/ 783220 h 1384766"/>
                <a:gd name="connsiteX206" fmla="*/ 6714857 w 7955427"/>
                <a:gd name="connsiteY206" fmla="*/ 862647 h 1384766"/>
                <a:gd name="connsiteX207" fmla="*/ 6541020 w 7955427"/>
                <a:gd name="connsiteY207" fmla="*/ 862647 h 1384766"/>
                <a:gd name="connsiteX208" fmla="*/ 6103545 w 7955427"/>
                <a:gd name="connsiteY208" fmla="*/ 783220 h 1384766"/>
                <a:gd name="connsiteX209" fmla="*/ 6277302 w 7955427"/>
                <a:gd name="connsiteY209" fmla="*/ 783220 h 1384766"/>
                <a:gd name="connsiteX210" fmla="*/ 6277302 w 7955427"/>
                <a:gd name="connsiteY210" fmla="*/ 862647 h 1384766"/>
                <a:gd name="connsiteX211" fmla="*/ 6103545 w 7955427"/>
                <a:gd name="connsiteY211" fmla="*/ 862647 h 1384766"/>
                <a:gd name="connsiteX212" fmla="*/ 5761961 w 7955427"/>
                <a:gd name="connsiteY212" fmla="*/ 783220 h 1384766"/>
                <a:gd name="connsiteX213" fmla="*/ 5851843 w 7955427"/>
                <a:gd name="connsiteY213" fmla="*/ 783220 h 1384766"/>
                <a:gd name="connsiteX214" fmla="*/ 5851843 w 7955427"/>
                <a:gd name="connsiteY214" fmla="*/ 862647 h 1384766"/>
                <a:gd name="connsiteX215" fmla="*/ 5761961 w 7955427"/>
                <a:gd name="connsiteY215" fmla="*/ 862647 h 1384766"/>
                <a:gd name="connsiteX216" fmla="*/ 2103584 w 7955427"/>
                <a:gd name="connsiteY216" fmla="*/ 783220 h 1384766"/>
                <a:gd name="connsiteX217" fmla="*/ 2193466 w 7955427"/>
                <a:gd name="connsiteY217" fmla="*/ 783220 h 1384766"/>
                <a:gd name="connsiteX218" fmla="*/ 2193466 w 7955427"/>
                <a:gd name="connsiteY218" fmla="*/ 862647 h 1384766"/>
                <a:gd name="connsiteX219" fmla="*/ 2103584 w 7955427"/>
                <a:gd name="connsiteY219" fmla="*/ 862647 h 1384766"/>
                <a:gd name="connsiteX220" fmla="*/ 1678126 w 7955427"/>
                <a:gd name="connsiteY220" fmla="*/ 783220 h 1384766"/>
                <a:gd name="connsiteX221" fmla="*/ 1851883 w 7955427"/>
                <a:gd name="connsiteY221" fmla="*/ 783220 h 1384766"/>
                <a:gd name="connsiteX222" fmla="*/ 1851883 w 7955427"/>
                <a:gd name="connsiteY222" fmla="*/ 862647 h 1384766"/>
                <a:gd name="connsiteX223" fmla="*/ 1678126 w 7955427"/>
                <a:gd name="connsiteY223" fmla="*/ 862647 h 1384766"/>
                <a:gd name="connsiteX224" fmla="*/ 1240570 w 7955427"/>
                <a:gd name="connsiteY224" fmla="*/ 783220 h 1384766"/>
                <a:gd name="connsiteX225" fmla="*/ 1414407 w 7955427"/>
                <a:gd name="connsiteY225" fmla="*/ 783220 h 1384766"/>
                <a:gd name="connsiteX226" fmla="*/ 1414407 w 7955427"/>
                <a:gd name="connsiteY226" fmla="*/ 862647 h 1384766"/>
                <a:gd name="connsiteX227" fmla="*/ 1240570 w 7955427"/>
                <a:gd name="connsiteY227" fmla="*/ 862647 h 1384766"/>
                <a:gd name="connsiteX228" fmla="*/ 809024 w 7955427"/>
                <a:gd name="connsiteY228" fmla="*/ 783220 h 1384766"/>
                <a:gd name="connsiteX229" fmla="*/ 982862 w 7955427"/>
                <a:gd name="connsiteY229" fmla="*/ 783220 h 1384766"/>
                <a:gd name="connsiteX230" fmla="*/ 982862 w 7955427"/>
                <a:gd name="connsiteY230" fmla="*/ 862647 h 1384766"/>
                <a:gd name="connsiteX231" fmla="*/ 809024 w 7955427"/>
                <a:gd name="connsiteY231" fmla="*/ 862647 h 1384766"/>
                <a:gd name="connsiteX232" fmla="*/ 377555 w 7955427"/>
                <a:gd name="connsiteY232" fmla="*/ 783220 h 1384766"/>
                <a:gd name="connsiteX233" fmla="*/ 551394 w 7955427"/>
                <a:gd name="connsiteY233" fmla="*/ 783220 h 1384766"/>
                <a:gd name="connsiteX234" fmla="*/ 551394 w 7955427"/>
                <a:gd name="connsiteY234" fmla="*/ 862647 h 1384766"/>
                <a:gd name="connsiteX235" fmla="*/ 377555 w 7955427"/>
                <a:gd name="connsiteY235" fmla="*/ 862647 h 1384766"/>
                <a:gd name="connsiteX236" fmla="*/ 0 w 7955427"/>
                <a:gd name="connsiteY236" fmla="*/ 783220 h 1384766"/>
                <a:gd name="connsiteX237" fmla="*/ 89883 w 7955427"/>
                <a:gd name="connsiteY237" fmla="*/ 783220 h 1384766"/>
                <a:gd name="connsiteX238" fmla="*/ 89883 w 7955427"/>
                <a:gd name="connsiteY238" fmla="*/ 862647 h 1384766"/>
                <a:gd name="connsiteX239" fmla="*/ 0 w 7955427"/>
                <a:gd name="connsiteY239" fmla="*/ 862647 h 1384766"/>
                <a:gd name="connsiteX240" fmla="*/ 4759291 w 7955427"/>
                <a:gd name="connsiteY240" fmla="*/ 715894 h 1384766"/>
                <a:gd name="connsiteX241" fmla="*/ 4957000 w 7955427"/>
                <a:gd name="connsiteY241" fmla="*/ 715894 h 1384766"/>
                <a:gd name="connsiteX242" fmla="*/ 4957000 w 7955427"/>
                <a:gd name="connsiteY242" fmla="*/ 795890 h 1384766"/>
                <a:gd name="connsiteX243" fmla="*/ 4759291 w 7955427"/>
                <a:gd name="connsiteY243" fmla="*/ 795890 h 1384766"/>
                <a:gd name="connsiteX244" fmla="*/ 4219186 w 7955427"/>
                <a:gd name="connsiteY244" fmla="*/ 715894 h 1384766"/>
                <a:gd name="connsiteX245" fmla="*/ 4243137 w 7955427"/>
                <a:gd name="connsiteY245" fmla="*/ 715894 h 1384766"/>
                <a:gd name="connsiteX246" fmla="*/ 4243137 w 7955427"/>
                <a:gd name="connsiteY246" fmla="*/ 795890 h 1384766"/>
                <a:gd name="connsiteX247" fmla="*/ 4219186 w 7955427"/>
                <a:gd name="connsiteY247" fmla="*/ 795890 h 1384766"/>
                <a:gd name="connsiteX248" fmla="*/ 3709447 w 7955427"/>
                <a:gd name="connsiteY248" fmla="*/ 715894 h 1384766"/>
                <a:gd name="connsiteX249" fmla="*/ 3733480 w 7955427"/>
                <a:gd name="connsiteY249" fmla="*/ 715894 h 1384766"/>
                <a:gd name="connsiteX250" fmla="*/ 3733480 w 7955427"/>
                <a:gd name="connsiteY250" fmla="*/ 795890 h 1384766"/>
                <a:gd name="connsiteX251" fmla="*/ 3709447 w 7955427"/>
                <a:gd name="connsiteY251" fmla="*/ 795890 h 1384766"/>
                <a:gd name="connsiteX252" fmla="*/ 2998103 w 7955427"/>
                <a:gd name="connsiteY252" fmla="*/ 715894 h 1384766"/>
                <a:gd name="connsiteX253" fmla="*/ 3195812 w 7955427"/>
                <a:gd name="connsiteY253" fmla="*/ 715894 h 1384766"/>
                <a:gd name="connsiteX254" fmla="*/ 3195812 w 7955427"/>
                <a:gd name="connsiteY254" fmla="*/ 795890 h 1384766"/>
                <a:gd name="connsiteX255" fmla="*/ 2998103 w 7955427"/>
                <a:gd name="connsiteY255" fmla="*/ 795890 h 1384766"/>
                <a:gd name="connsiteX256" fmla="*/ 7865545 w 7955427"/>
                <a:gd name="connsiteY256" fmla="*/ 652711 h 1384766"/>
                <a:gd name="connsiteX257" fmla="*/ 7955427 w 7955427"/>
                <a:gd name="connsiteY257" fmla="*/ 652711 h 1384766"/>
                <a:gd name="connsiteX258" fmla="*/ 7955427 w 7955427"/>
                <a:gd name="connsiteY258" fmla="*/ 732138 h 1384766"/>
                <a:gd name="connsiteX259" fmla="*/ 7865545 w 7955427"/>
                <a:gd name="connsiteY259" fmla="*/ 732138 h 1384766"/>
                <a:gd name="connsiteX260" fmla="*/ 7404037 w 7955427"/>
                <a:gd name="connsiteY260" fmla="*/ 652711 h 1384766"/>
                <a:gd name="connsiteX261" fmla="*/ 7577874 w 7955427"/>
                <a:gd name="connsiteY261" fmla="*/ 652711 h 1384766"/>
                <a:gd name="connsiteX262" fmla="*/ 7577874 w 7955427"/>
                <a:gd name="connsiteY262" fmla="*/ 732138 h 1384766"/>
                <a:gd name="connsiteX263" fmla="*/ 7404037 w 7955427"/>
                <a:gd name="connsiteY263" fmla="*/ 732138 h 1384766"/>
                <a:gd name="connsiteX264" fmla="*/ 6972569 w 7955427"/>
                <a:gd name="connsiteY264" fmla="*/ 652711 h 1384766"/>
                <a:gd name="connsiteX265" fmla="*/ 7146406 w 7955427"/>
                <a:gd name="connsiteY265" fmla="*/ 652711 h 1384766"/>
                <a:gd name="connsiteX266" fmla="*/ 7146406 w 7955427"/>
                <a:gd name="connsiteY266" fmla="*/ 732138 h 1384766"/>
                <a:gd name="connsiteX267" fmla="*/ 6972569 w 7955427"/>
                <a:gd name="connsiteY267" fmla="*/ 732138 h 1384766"/>
                <a:gd name="connsiteX268" fmla="*/ 6541020 w 7955427"/>
                <a:gd name="connsiteY268" fmla="*/ 652711 h 1384766"/>
                <a:gd name="connsiteX269" fmla="*/ 6714857 w 7955427"/>
                <a:gd name="connsiteY269" fmla="*/ 652711 h 1384766"/>
                <a:gd name="connsiteX270" fmla="*/ 6714857 w 7955427"/>
                <a:gd name="connsiteY270" fmla="*/ 732138 h 1384766"/>
                <a:gd name="connsiteX271" fmla="*/ 6541020 w 7955427"/>
                <a:gd name="connsiteY271" fmla="*/ 732138 h 1384766"/>
                <a:gd name="connsiteX272" fmla="*/ 6103545 w 7955427"/>
                <a:gd name="connsiteY272" fmla="*/ 652711 h 1384766"/>
                <a:gd name="connsiteX273" fmla="*/ 6277302 w 7955427"/>
                <a:gd name="connsiteY273" fmla="*/ 652711 h 1384766"/>
                <a:gd name="connsiteX274" fmla="*/ 6277302 w 7955427"/>
                <a:gd name="connsiteY274" fmla="*/ 732138 h 1384766"/>
                <a:gd name="connsiteX275" fmla="*/ 6103545 w 7955427"/>
                <a:gd name="connsiteY275" fmla="*/ 732138 h 1384766"/>
                <a:gd name="connsiteX276" fmla="*/ 5761961 w 7955427"/>
                <a:gd name="connsiteY276" fmla="*/ 652711 h 1384766"/>
                <a:gd name="connsiteX277" fmla="*/ 5851843 w 7955427"/>
                <a:gd name="connsiteY277" fmla="*/ 652711 h 1384766"/>
                <a:gd name="connsiteX278" fmla="*/ 5851843 w 7955427"/>
                <a:gd name="connsiteY278" fmla="*/ 732138 h 1384766"/>
                <a:gd name="connsiteX279" fmla="*/ 5761961 w 7955427"/>
                <a:gd name="connsiteY279" fmla="*/ 732138 h 1384766"/>
                <a:gd name="connsiteX280" fmla="*/ 2103584 w 7955427"/>
                <a:gd name="connsiteY280" fmla="*/ 652711 h 1384766"/>
                <a:gd name="connsiteX281" fmla="*/ 2193466 w 7955427"/>
                <a:gd name="connsiteY281" fmla="*/ 652711 h 1384766"/>
                <a:gd name="connsiteX282" fmla="*/ 2193466 w 7955427"/>
                <a:gd name="connsiteY282" fmla="*/ 732138 h 1384766"/>
                <a:gd name="connsiteX283" fmla="*/ 2103584 w 7955427"/>
                <a:gd name="connsiteY283" fmla="*/ 732138 h 1384766"/>
                <a:gd name="connsiteX284" fmla="*/ 1678126 w 7955427"/>
                <a:gd name="connsiteY284" fmla="*/ 652711 h 1384766"/>
                <a:gd name="connsiteX285" fmla="*/ 1851883 w 7955427"/>
                <a:gd name="connsiteY285" fmla="*/ 652711 h 1384766"/>
                <a:gd name="connsiteX286" fmla="*/ 1851883 w 7955427"/>
                <a:gd name="connsiteY286" fmla="*/ 732138 h 1384766"/>
                <a:gd name="connsiteX287" fmla="*/ 1678126 w 7955427"/>
                <a:gd name="connsiteY287" fmla="*/ 732138 h 1384766"/>
                <a:gd name="connsiteX288" fmla="*/ 1240570 w 7955427"/>
                <a:gd name="connsiteY288" fmla="*/ 652711 h 1384766"/>
                <a:gd name="connsiteX289" fmla="*/ 1414407 w 7955427"/>
                <a:gd name="connsiteY289" fmla="*/ 652711 h 1384766"/>
                <a:gd name="connsiteX290" fmla="*/ 1414407 w 7955427"/>
                <a:gd name="connsiteY290" fmla="*/ 732138 h 1384766"/>
                <a:gd name="connsiteX291" fmla="*/ 1240570 w 7955427"/>
                <a:gd name="connsiteY291" fmla="*/ 732138 h 1384766"/>
                <a:gd name="connsiteX292" fmla="*/ 809024 w 7955427"/>
                <a:gd name="connsiteY292" fmla="*/ 652711 h 1384766"/>
                <a:gd name="connsiteX293" fmla="*/ 982862 w 7955427"/>
                <a:gd name="connsiteY293" fmla="*/ 652711 h 1384766"/>
                <a:gd name="connsiteX294" fmla="*/ 982862 w 7955427"/>
                <a:gd name="connsiteY294" fmla="*/ 732138 h 1384766"/>
                <a:gd name="connsiteX295" fmla="*/ 809024 w 7955427"/>
                <a:gd name="connsiteY295" fmla="*/ 732138 h 1384766"/>
                <a:gd name="connsiteX296" fmla="*/ 377555 w 7955427"/>
                <a:gd name="connsiteY296" fmla="*/ 652711 h 1384766"/>
                <a:gd name="connsiteX297" fmla="*/ 551394 w 7955427"/>
                <a:gd name="connsiteY297" fmla="*/ 652711 h 1384766"/>
                <a:gd name="connsiteX298" fmla="*/ 551394 w 7955427"/>
                <a:gd name="connsiteY298" fmla="*/ 732138 h 1384766"/>
                <a:gd name="connsiteX299" fmla="*/ 377555 w 7955427"/>
                <a:gd name="connsiteY299" fmla="*/ 732138 h 1384766"/>
                <a:gd name="connsiteX300" fmla="*/ 0 w 7955427"/>
                <a:gd name="connsiteY300" fmla="*/ 652711 h 1384766"/>
                <a:gd name="connsiteX301" fmla="*/ 89883 w 7955427"/>
                <a:gd name="connsiteY301" fmla="*/ 652711 h 1384766"/>
                <a:gd name="connsiteX302" fmla="*/ 89883 w 7955427"/>
                <a:gd name="connsiteY302" fmla="*/ 732138 h 1384766"/>
                <a:gd name="connsiteX303" fmla="*/ 0 w 7955427"/>
                <a:gd name="connsiteY303" fmla="*/ 732138 h 1384766"/>
                <a:gd name="connsiteX304" fmla="*/ 7865545 w 7955427"/>
                <a:gd name="connsiteY304" fmla="*/ 522121 h 1384766"/>
                <a:gd name="connsiteX305" fmla="*/ 7955427 w 7955427"/>
                <a:gd name="connsiteY305" fmla="*/ 522121 h 1384766"/>
                <a:gd name="connsiteX306" fmla="*/ 7955427 w 7955427"/>
                <a:gd name="connsiteY306" fmla="*/ 601548 h 1384766"/>
                <a:gd name="connsiteX307" fmla="*/ 7865545 w 7955427"/>
                <a:gd name="connsiteY307" fmla="*/ 601548 h 1384766"/>
                <a:gd name="connsiteX308" fmla="*/ 7404037 w 7955427"/>
                <a:gd name="connsiteY308" fmla="*/ 522121 h 1384766"/>
                <a:gd name="connsiteX309" fmla="*/ 7577874 w 7955427"/>
                <a:gd name="connsiteY309" fmla="*/ 522121 h 1384766"/>
                <a:gd name="connsiteX310" fmla="*/ 7577874 w 7955427"/>
                <a:gd name="connsiteY310" fmla="*/ 601548 h 1384766"/>
                <a:gd name="connsiteX311" fmla="*/ 7404037 w 7955427"/>
                <a:gd name="connsiteY311" fmla="*/ 601548 h 1384766"/>
                <a:gd name="connsiteX312" fmla="*/ 6972569 w 7955427"/>
                <a:gd name="connsiteY312" fmla="*/ 522121 h 1384766"/>
                <a:gd name="connsiteX313" fmla="*/ 7146406 w 7955427"/>
                <a:gd name="connsiteY313" fmla="*/ 522121 h 1384766"/>
                <a:gd name="connsiteX314" fmla="*/ 7146406 w 7955427"/>
                <a:gd name="connsiteY314" fmla="*/ 601548 h 1384766"/>
                <a:gd name="connsiteX315" fmla="*/ 6972569 w 7955427"/>
                <a:gd name="connsiteY315" fmla="*/ 601548 h 1384766"/>
                <a:gd name="connsiteX316" fmla="*/ 6541020 w 7955427"/>
                <a:gd name="connsiteY316" fmla="*/ 522121 h 1384766"/>
                <a:gd name="connsiteX317" fmla="*/ 6714857 w 7955427"/>
                <a:gd name="connsiteY317" fmla="*/ 522121 h 1384766"/>
                <a:gd name="connsiteX318" fmla="*/ 6714857 w 7955427"/>
                <a:gd name="connsiteY318" fmla="*/ 601548 h 1384766"/>
                <a:gd name="connsiteX319" fmla="*/ 6541020 w 7955427"/>
                <a:gd name="connsiteY319" fmla="*/ 601548 h 1384766"/>
                <a:gd name="connsiteX320" fmla="*/ 6103545 w 7955427"/>
                <a:gd name="connsiteY320" fmla="*/ 522121 h 1384766"/>
                <a:gd name="connsiteX321" fmla="*/ 6277302 w 7955427"/>
                <a:gd name="connsiteY321" fmla="*/ 522121 h 1384766"/>
                <a:gd name="connsiteX322" fmla="*/ 6277302 w 7955427"/>
                <a:gd name="connsiteY322" fmla="*/ 601548 h 1384766"/>
                <a:gd name="connsiteX323" fmla="*/ 6103545 w 7955427"/>
                <a:gd name="connsiteY323" fmla="*/ 601548 h 1384766"/>
                <a:gd name="connsiteX324" fmla="*/ 5761961 w 7955427"/>
                <a:gd name="connsiteY324" fmla="*/ 522121 h 1384766"/>
                <a:gd name="connsiteX325" fmla="*/ 5851843 w 7955427"/>
                <a:gd name="connsiteY325" fmla="*/ 522121 h 1384766"/>
                <a:gd name="connsiteX326" fmla="*/ 5851843 w 7955427"/>
                <a:gd name="connsiteY326" fmla="*/ 601548 h 1384766"/>
                <a:gd name="connsiteX327" fmla="*/ 5761961 w 7955427"/>
                <a:gd name="connsiteY327" fmla="*/ 601548 h 1384766"/>
                <a:gd name="connsiteX328" fmla="*/ 2103584 w 7955427"/>
                <a:gd name="connsiteY328" fmla="*/ 522121 h 1384766"/>
                <a:gd name="connsiteX329" fmla="*/ 2193466 w 7955427"/>
                <a:gd name="connsiteY329" fmla="*/ 522121 h 1384766"/>
                <a:gd name="connsiteX330" fmla="*/ 2193466 w 7955427"/>
                <a:gd name="connsiteY330" fmla="*/ 601548 h 1384766"/>
                <a:gd name="connsiteX331" fmla="*/ 2103584 w 7955427"/>
                <a:gd name="connsiteY331" fmla="*/ 601548 h 1384766"/>
                <a:gd name="connsiteX332" fmla="*/ 1678126 w 7955427"/>
                <a:gd name="connsiteY332" fmla="*/ 522121 h 1384766"/>
                <a:gd name="connsiteX333" fmla="*/ 1851883 w 7955427"/>
                <a:gd name="connsiteY333" fmla="*/ 522121 h 1384766"/>
                <a:gd name="connsiteX334" fmla="*/ 1851883 w 7955427"/>
                <a:gd name="connsiteY334" fmla="*/ 601548 h 1384766"/>
                <a:gd name="connsiteX335" fmla="*/ 1678126 w 7955427"/>
                <a:gd name="connsiteY335" fmla="*/ 601548 h 1384766"/>
                <a:gd name="connsiteX336" fmla="*/ 1240570 w 7955427"/>
                <a:gd name="connsiteY336" fmla="*/ 522121 h 1384766"/>
                <a:gd name="connsiteX337" fmla="*/ 1414407 w 7955427"/>
                <a:gd name="connsiteY337" fmla="*/ 522121 h 1384766"/>
                <a:gd name="connsiteX338" fmla="*/ 1414407 w 7955427"/>
                <a:gd name="connsiteY338" fmla="*/ 601548 h 1384766"/>
                <a:gd name="connsiteX339" fmla="*/ 1240570 w 7955427"/>
                <a:gd name="connsiteY339" fmla="*/ 601548 h 1384766"/>
                <a:gd name="connsiteX340" fmla="*/ 809024 w 7955427"/>
                <a:gd name="connsiteY340" fmla="*/ 522121 h 1384766"/>
                <a:gd name="connsiteX341" fmla="*/ 982862 w 7955427"/>
                <a:gd name="connsiteY341" fmla="*/ 522121 h 1384766"/>
                <a:gd name="connsiteX342" fmla="*/ 982862 w 7955427"/>
                <a:gd name="connsiteY342" fmla="*/ 601548 h 1384766"/>
                <a:gd name="connsiteX343" fmla="*/ 809024 w 7955427"/>
                <a:gd name="connsiteY343" fmla="*/ 601548 h 1384766"/>
                <a:gd name="connsiteX344" fmla="*/ 377555 w 7955427"/>
                <a:gd name="connsiteY344" fmla="*/ 522121 h 1384766"/>
                <a:gd name="connsiteX345" fmla="*/ 551394 w 7955427"/>
                <a:gd name="connsiteY345" fmla="*/ 522121 h 1384766"/>
                <a:gd name="connsiteX346" fmla="*/ 551394 w 7955427"/>
                <a:gd name="connsiteY346" fmla="*/ 601548 h 1384766"/>
                <a:gd name="connsiteX347" fmla="*/ 377555 w 7955427"/>
                <a:gd name="connsiteY347" fmla="*/ 601548 h 1384766"/>
                <a:gd name="connsiteX348" fmla="*/ 0 w 7955427"/>
                <a:gd name="connsiteY348" fmla="*/ 522121 h 1384766"/>
                <a:gd name="connsiteX349" fmla="*/ 89883 w 7955427"/>
                <a:gd name="connsiteY349" fmla="*/ 522121 h 1384766"/>
                <a:gd name="connsiteX350" fmla="*/ 89883 w 7955427"/>
                <a:gd name="connsiteY350" fmla="*/ 601548 h 1384766"/>
                <a:gd name="connsiteX351" fmla="*/ 0 w 7955427"/>
                <a:gd name="connsiteY351" fmla="*/ 601548 h 1384766"/>
                <a:gd name="connsiteX352" fmla="*/ 7865545 w 7955427"/>
                <a:gd name="connsiteY352" fmla="*/ 391529 h 1384766"/>
                <a:gd name="connsiteX353" fmla="*/ 7955427 w 7955427"/>
                <a:gd name="connsiteY353" fmla="*/ 391529 h 1384766"/>
                <a:gd name="connsiteX354" fmla="*/ 7955427 w 7955427"/>
                <a:gd name="connsiteY354" fmla="*/ 470956 h 1384766"/>
                <a:gd name="connsiteX355" fmla="*/ 7865545 w 7955427"/>
                <a:gd name="connsiteY355" fmla="*/ 470956 h 1384766"/>
                <a:gd name="connsiteX356" fmla="*/ 7404037 w 7955427"/>
                <a:gd name="connsiteY356" fmla="*/ 391529 h 1384766"/>
                <a:gd name="connsiteX357" fmla="*/ 7577874 w 7955427"/>
                <a:gd name="connsiteY357" fmla="*/ 391529 h 1384766"/>
                <a:gd name="connsiteX358" fmla="*/ 7577874 w 7955427"/>
                <a:gd name="connsiteY358" fmla="*/ 470956 h 1384766"/>
                <a:gd name="connsiteX359" fmla="*/ 7404037 w 7955427"/>
                <a:gd name="connsiteY359" fmla="*/ 470956 h 1384766"/>
                <a:gd name="connsiteX360" fmla="*/ 6972569 w 7955427"/>
                <a:gd name="connsiteY360" fmla="*/ 391529 h 1384766"/>
                <a:gd name="connsiteX361" fmla="*/ 7146406 w 7955427"/>
                <a:gd name="connsiteY361" fmla="*/ 391529 h 1384766"/>
                <a:gd name="connsiteX362" fmla="*/ 7146406 w 7955427"/>
                <a:gd name="connsiteY362" fmla="*/ 470956 h 1384766"/>
                <a:gd name="connsiteX363" fmla="*/ 6972569 w 7955427"/>
                <a:gd name="connsiteY363" fmla="*/ 470956 h 1384766"/>
                <a:gd name="connsiteX364" fmla="*/ 6541020 w 7955427"/>
                <a:gd name="connsiteY364" fmla="*/ 391529 h 1384766"/>
                <a:gd name="connsiteX365" fmla="*/ 6714857 w 7955427"/>
                <a:gd name="connsiteY365" fmla="*/ 391529 h 1384766"/>
                <a:gd name="connsiteX366" fmla="*/ 6714857 w 7955427"/>
                <a:gd name="connsiteY366" fmla="*/ 470956 h 1384766"/>
                <a:gd name="connsiteX367" fmla="*/ 6541020 w 7955427"/>
                <a:gd name="connsiteY367" fmla="*/ 470956 h 1384766"/>
                <a:gd name="connsiteX368" fmla="*/ 6103545 w 7955427"/>
                <a:gd name="connsiteY368" fmla="*/ 391529 h 1384766"/>
                <a:gd name="connsiteX369" fmla="*/ 6277302 w 7955427"/>
                <a:gd name="connsiteY369" fmla="*/ 391529 h 1384766"/>
                <a:gd name="connsiteX370" fmla="*/ 6277302 w 7955427"/>
                <a:gd name="connsiteY370" fmla="*/ 470956 h 1384766"/>
                <a:gd name="connsiteX371" fmla="*/ 6103545 w 7955427"/>
                <a:gd name="connsiteY371" fmla="*/ 470956 h 1384766"/>
                <a:gd name="connsiteX372" fmla="*/ 5761961 w 7955427"/>
                <a:gd name="connsiteY372" fmla="*/ 391529 h 1384766"/>
                <a:gd name="connsiteX373" fmla="*/ 5851843 w 7955427"/>
                <a:gd name="connsiteY373" fmla="*/ 391529 h 1384766"/>
                <a:gd name="connsiteX374" fmla="*/ 5851843 w 7955427"/>
                <a:gd name="connsiteY374" fmla="*/ 470956 h 1384766"/>
                <a:gd name="connsiteX375" fmla="*/ 5761961 w 7955427"/>
                <a:gd name="connsiteY375" fmla="*/ 470956 h 1384766"/>
                <a:gd name="connsiteX376" fmla="*/ 2103584 w 7955427"/>
                <a:gd name="connsiteY376" fmla="*/ 391529 h 1384766"/>
                <a:gd name="connsiteX377" fmla="*/ 2193466 w 7955427"/>
                <a:gd name="connsiteY377" fmla="*/ 391529 h 1384766"/>
                <a:gd name="connsiteX378" fmla="*/ 2193466 w 7955427"/>
                <a:gd name="connsiteY378" fmla="*/ 470956 h 1384766"/>
                <a:gd name="connsiteX379" fmla="*/ 2103584 w 7955427"/>
                <a:gd name="connsiteY379" fmla="*/ 470956 h 1384766"/>
                <a:gd name="connsiteX380" fmla="*/ 1678126 w 7955427"/>
                <a:gd name="connsiteY380" fmla="*/ 391529 h 1384766"/>
                <a:gd name="connsiteX381" fmla="*/ 1851883 w 7955427"/>
                <a:gd name="connsiteY381" fmla="*/ 391529 h 1384766"/>
                <a:gd name="connsiteX382" fmla="*/ 1851883 w 7955427"/>
                <a:gd name="connsiteY382" fmla="*/ 470956 h 1384766"/>
                <a:gd name="connsiteX383" fmla="*/ 1678126 w 7955427"/>
                <a:gd name="connsiteY383" fmla="*/ 470956 h 1384766"/>
                <a:gd name="connsiteX384" fmla="*/ 1240570 w 7955427"/>
                <a:gd name="connsiteY384" fmla="*/ 391529 h 1384766"/>
                <a:gd name="connsiteX385" fmla="*/ 1414407 w 7955427"/>
                <a:gd name="connsiteY385" fmla="*/ 391529 h 1384766"/>
                <a:gd name="connsiteX386" fmla="*/ 1414407 w 7955427"/>
                <a:gd name="connsiteY386" fmla="*/ 470956 h 1384766"/>
                <a:gd name="connsiteX387" fmla="*/ 1240570 w 7955427"/>
                <a:gd name="connsiteY387" fmla="*/ 470956 h 1384766"/>
                <a:gd name="connsiteX388" fmla="*/ 809024 w 7955427"/>
                <a:gd name="connsiteY388" fmla="*/ 391529 h 1384766"/>
                <a:gd name="connsiteX389" fmla="*/ 982862 w 7955427"/>
                <a:gd name="connsiteY389" fmla="*/ 391529 h 1384766"/>
                <a:gd name="connsiteX390" fmla="*/ 982862 w 7955427"/>
                <a:gd name="connsiteY390" fmla="*/ 470956 h 1384766"/>
                <a:gd name="connsiteX391" fmla="*/ 809024 w 7955427"/>
                <a:gd name="connsiteY391" fmla="*/ 470956 h 1384766"/>
                <a:gd name="connsiteX392" fmla="*/ 377555 w 7955427"/>
                <a:gd name="connsiteY392" fmla="*/ 391529 h 1384766"/>
                <a:gd name="connsiteX393" fmla="*/ 551394 w 7955427"/>
                <a:gd name="connsiteY393" fmla="*/ 391529 h 1384766"/>
                <a:gd name="connsiteX394" fmla="*/ 551394 w 7955427"/>
                <a:gd name="connsiteY394" fmla="*/ 470956 h 1384766"/>
                <a:gd name="connsiteX395" fmla="*/ 377555 w 7955427"/>
                <a:gd name="connsiteY395" fmla="*/ 470956 h 1384766"/>
                <a:gd name="connsiteX396" fmla="*/ 0 w 7955427"/>
                <a:gd name="connsiteY396" fmla="*/ 391529 h 1384766"/>
                <a:gd name="connsiteX397" fmla="*/ 89883 w 7955427"/>
                <a:gd name="connsiteY397" fmla="*/ 391529 h 1384766"/>
                <a:gd name="connsiteX398" fmla="*/ 89883 w 7955427"/>
                <a:gd name="connsiteY398" fmla="*/ 470956 h 1384766"/>
                <a:gd name="connsiteX399" fmla="*/ 0 w 7955427"/>
                <a:gd name="connsiteY399" fmla="*/ 470956 h 1384766"/>
                <a:gd name="connsiteX400" fmla="*/ 7865545 w 7955427"/>
                <a:gd name="connsiteY400" fmla="*/ 261182 h 1384766"/>
                <a:gd name="connsiteX401" fmla="*/ 7955427 w 7955427"/>
                <a:gd name="connsiteY401" fmla="*/ 261182 h 1384766"/>
                <a:gd name="connsiteX402" fmla="*/ 7955427 w 7955427"/>
                <a:gd name="connsiteY402" fmla="*/ 340609 h 1384766"/>
                <a:gd name="connsiteX403" fmla="*/ 7865545 w 7955427"/>
                <a:gd name="connsiteY403" fmla="*/ 340609 h 1384766"/>
                <a:gd name="connsiteX404" fmla="*/ 7404037 w 7955427"/>
                <a:gd name="connsiteY404" fmla="*/ 261182 h 1384766"/>
                <a:gd name="connsiteX405" fmla="*/ 7577874 w 7955427"/>
                <a:gd name="connsiteY405" fmla="*/ 261182 h 1384766"/>
                <a:gd name="connsiteX406" fmla="*/ 7577874 w 7955427"/>
                <a:gd name="connsiteY406" fmla="*/ 340609 h 1384766"/>
                <a:gd name="connsiteX407" fmla="*/ 7404037 w 7955427"/>
                <a:gd name="connsiteY407" fmla="*/ 340609 h 1384766"/>
                <a:gd name="connsiteX408" fmla="*/ 6972569 w 7955427"/>
                <a:gd name="connsiteY408" fmla="*/ 261182 h 1384766"/>
                <a:gd name="connsiteX409" fmla="*/ 7146406 w 7955427"/>
                <a:gd name="connsiteY409" fmla="*/ 261182 h 1384766"/>
                <a:gd name="connsiteX410" fmla="*/ 7146406 w 7955427"/>
                <a:gd name="connsiteY410" fmla="*/ 340609 h 1384766"/>
                <a:gd name="connsiteX411" fmla="*/ 6972569 w 7955427"/>
                <a:gd name="connsiteY411" fmla="*/ 340609 h 1384766"/>
                <a:gd name="connsiteX412" fmla="*/ 6541020 w 7955427"/>
                <a:gd name="connsiteY412" fmla="*/ 261182 h 1384766"/>
                <a:gd name="connsiteX413" fmla="*/ 6714857 w 7955427"/>
                <a:gd name="connsiteY413" fmla="*/ 261182 h 1384766"/>
                <a:gd name="connsiteX414" fmla="*/ 6714857 w 7955427"/>
                <a:gd name="connsiteY414" fmla="*/ 340609 h 1384766"/>
                <a:gd name="connsiteX415" fmla="*/ 6541020 w 7955427"/>
                <a:gd name="connsiteY415" fmla="*/ 340609 h 1384766"/>
                <a:gd name="connsiteX416" fmla="*/ 6103545 w 7955427"/>
                <a:gd name="connsiteY416" fmla="*/ 261182 h 1384766"/>
                <a:gd name="connsiteX417" fmla="*/ 6277302 w 7955427"/>
                <a:gd name="connsiteY417" fmla="*/ 261182 h 1384766"/>
                <a:gd name="connsiteX418" fmla="*/ 6277302 w 7955427"/>
                <a:gd name="connsiteY418" fmla="*/ 340609 h 1384766"/>
                <a:gd name="connsiteX419" fmla="*/ 6103545 w 7955427"/>
                <a:gd name="connsiteY419" fmla="*/ 340609 h 1384766"/>
                <a:gd name="connsiteX420" fmla="*/ 5761961 w 7955427"/>
                <a:gd name="connsiteY420" fmla="*/ 261182 h 1384766"/>
                <a:gd name="connsiteX421" fmla="*/ 5851843 w 7955427"/>
                <a:gd name="connsiteY421" fmla="*/ 261182 h 1384766"/>
                <a:gd name="connsiteX422" fmla="*/ 5851843 w 7955427"/>
                <a:gd name="connsiteY422" fmla="*/ 340609 h 1384766"/>
                <a:gd name="connsiteX423" fmla="*/ 5761961 w 7955427"/>
                <a:gd name="connsiteY423" fmla="*/ 340609 h 1384766"/>
                <a:gd name="connsiteX424" fmla="*/ 2103584 w 7955427"/>
                <a:gd name="connsiteY424" fmla="*/ 261182 h 1384766"/>
                <a:gd name="connsiteX425" fmla="*/ 2193466 w 7955427"/>
                <a:gd name="connsiteY425" fmla="*/ 261182 h 1384766"/>
                <a:gd name="connsiteX426" fmla="*/ 2193466 w 7955427"/>
                <a:gd name="connsiteY426" fmla="*/ 340609 h 1384766"/>
                <a:gd name="connsiteX427" fmla="*/ 2103584 w 7955427"/>
                <a:gd name="connsiteY427" fmla="*/ 340609 h 1384766"/>
                <a:gd name="connsiteX428" fmla="*/ 1678126 w 7955427"/>
                <a:gd name="connsiteY428" fmla="*/ 261182 h 1384766"/>
                <a:gd name="connsiteX429" fmla="*/ 1851883 w 7955427"/>
                <a:gd name="connsiteY429" fmla="*/ 261182 h 1384766"/>
                <a:gd name="connsiteX430" fmla="*/ 1851883 w 7955427"/>
                <a:gd name="connsiteY430" fmla="*/ 340609 h 1384766"/>
                <a:gd name="connsiteX431" fmla="*/ 1678126 w 7955427"/>
                <a:gd name="connsiteY431" fmla="*/ 340609 h 1384766"/>
                <a:gd name="connsiteX432" fmla="*/ 1240570 w 7955427"/>
                <a:gd name="connsiteY432" fmla="*/ 261182 h 1384766"/>
                <a:gd name="connsiteX433" fmla="*/ 1414407 w 7955427"/>
                <a:gd name="connsiteY433" fmla="*/ 261182 h 1384766"/>
                <a:gd name="connsiteX434" fmla="*/ 1414407 w 7955427"/>
                <a:gd name="connsiteY434" fmla="*/ 340609 h 1384766"/>
                <a:gd name="connsiteX435" fmla="*/ 1240570 w 7955427"/>
                <a:gd name="connsiteY435" fmla="*/ 340609 h 1384766"/>
                <a:gd name="connsiteX436" fmla="*/ 809024 w 7955427"/>
                <a:gd name="connsiteY436" fmla="*/ 261182 h 1384766"/>
                <a:gd name="connsiteX437" fmla="*/ 982862 w 7955427"/>
                <a:gd name="connsiteY437" fmla="*/ 261182 h 1384766"/>
                <a:gd name="connsiteX438" fmla="*/ 982862 w 7955427"/>
                <a:gd name="connsiteY438" fmla="*/ 340609 h 1384766"/>
                <a:gd name="connsiteX439" fmla="*/ 809024 w 7955427"/>
                <a:gd name="connsiteY439" fmla="*/ 340609 h 1384766"/>
                <a:gd name="connsiteX440" fmla="*/ 377555 w 7955427"/>
                <a:gd name="connsiteY440" fmla="*/ 261182 h 1384766"/>
                <a:gd name="connsiteX441" fmla="*/ 551394 w 7955427"/>
                <a:gd name="connsiteY441" fmla="*/ 261182 h 1384766"/>
                <a:gd name="connsiteX442" fmla="*/ 551394 w 7955427"/>
                <a:gd name="connsiteY442" fmla="*/ 340609 h 1384766"/>
                <a:gd name="connsiteX443" fmla="*/ 377555 w 7955427"/>
                <a:gd name="connsiteY443" fmla="*/ 340609 h 1384766"/>
                <a:gd name="connsiteX444" fmla="*/ 0 w 7955427"/>
                <a:gd name="connsiteY444" fmla="*/ 261182 h 1384766"/>
                <a:gd name="connsiteX445" fmla="*/ 89883 w 7955427"/>
                <a:gd name="connsiteY445" fmla="*/ 261182 h 1384766"/>
                <a:gd name="connsiteX446" fmla="*/ 89883 w 7955427"/>
                <a:gd name="connsiteY446" fmla="*/ 340609 h 1384766"/>
                <a:gd name="connsiteX447" fmla="*/ 0 w 7955427"/>
                <a:gd name="connsiteY447" fmla="*/ 340609 h 1384766"/>
                <a:gd name="connsiteX448" fmla="*/ 7865545 w 7955427"/>
                <a:gd name="connsiteY448" fmla="*/ 130591 h 1384766"/>
                <a:gd name="connsiteX449" fmla="*/ 7955427 w 7955427"/>
                <a:gd name="connsiteY449" fmla="*/ 130591 h 1384766"/>
                <a:gd name="connsiteX450" fmla="*/ 7955427 w 7955427"/>
                <a:gd name="connsiteY450" fmla="*/ 210018 h 1384766"/>
                <a:gd name="connsiteX451" fmla="*/ 7865545 w 7955427"/>
                <a:gd name="connsiteY451" fmla="*/ 210018 h 1384766"/>
                <a:gd name="connsiteX452" fmla="*/ 7404037 w 7955427"/>
                <a:gd name="connsiteY452" fmla="*/ 130591 h 1384766"/>
                <a:gd name="connsiteX453" fmla="*/ 7577874 w 7955427"/>
                <a:gd name="connsiteY453" fmla="*/ 130591 h 1384766"/>
                <a:gd name="connsiteX454" fmla="*/ 7577874 w 7955427"/>
                <a:gd name="connsiteY454" fmla="*/ 210018 h 1384766"/>
                <a:gd name="connsiteX455" fmla="*/ 7404037 w 7955427"/>
                <a:gd name="connsiteY455" fmla="*/ 210018 h 1384766"/>
                <a:gd name="connsiteX456" fmla="*/ 6972569 w 7955427"/>
                <a:gd name="connsiteY456" fmla="*/ 130591 h 1384766"/>
                <a:gd name="connsiteX457" fmla="*/ 7146406 w 7955427"/>
                <a:gd name="connsiteY457" fmla="*/ 130591 h 1384766"/>
                <a:gd name="connsiteX458" fmla="*/ 7146406 w 7955427"/>
                <a:gd name="connsiteY458" fmla="*/ 210018 h 1384766"/>
                <a:gd name="connsiteX459" fmla="*/ 6972569 w 7955427"/>
                <a:gd name="connsiteY459" fmla="*/ 210018 h 1384766"/>
                <a:gd name="connsiteX460" fmla="*/ 6541020 w 7955427"/>
                <a:gd name="connsiteY460" fmla="*/ 130591 h 1384766"/>
                <a:gd name="connsiteX461" fmla="*/ 6714857 w 7955427"/>
                <a:gd name="connsiteY461" fmla="*/ 130591 h 1384766"/>
                <a:gd name="connsiteX462" fmla="*/ 6714857 w 7955427"/>
                <a:gd name="connsiteY462" fmla="*/ 210018 h 1384766"/>
                <a:gd name="connsiteX463" fmla="*/ 6541020 w 7955427"/>
                <a:gd name="connsiteY463" fmla="*/ 210018 h 1384766"/>
                <a:gd name="connsiteX464" fmla="*/ 6103545 w 7955427"/>
                <a:gd name="connsiteY464" fmla="*/ 130591 h 1384766"/>
                <a:gd name="connsiteX465" fmla="*/ 6277302 w 7955427"/>
                <a:gd name="connsiteY465" fmla="*/ 130591 h 1384766"/>
                <a:gd name="connsiteX466" fmla="*/ 6277302 w 7955427"/>
                <a:gd name="connsiteY466" fmla="*/ 210018 h 1384766"/>
                <a:gd name="connsiteX467" fmla="*/ 6103545 w 7955427"/>
                <a:gd name="connsiteY467" fmla="*/ 210018 h 1384766"/>
                <a:gd name="connsiteX468" fmla="*/ 5761961 w 7955427"/>
                <a:gd name="connsiteY468" fmla="*/ 130591 h 1384766"/>
                <a:gd name="connsiteX469" fmla="*/ 5851843 w 7955427"/>
                <a:gd name="connsiteY469" fmla="*/ 130591 h 1384766"/>
                <a:gd name="connsiteX470" fmla="*/ 5851843 w 7955427"/>
                <a:gd name="connsiteY470" fmla="*/ 210018 h 1384766"/>
                <a:gd name="connsiteX471" fmla="*/ 5761961 w 7955427"/>
                <a:gd name="connsiteY471" fmla="*/ 210018 h 1384766"/>
                <a:gd name="connsiteX472" fmla="*/ 2103584 w 7955427"/>
                <a:gd name="connsiteY472" fmla="*/ 130591 h 1384766"/>
                <a:gd name="connsiteX473" fmla="*/ 2193466 w 7955427"/>
                <a:gd name="connsiteY473" fmla="*/ 130591 h 1384766"/>
                <a:gd name="connsiteX474" fmla="*/ 2193466 w 7955427"/>
                <a:gd name="connsiteY474" fmla="*/ 210018 h 1384766"/>
                <a:gd name="connsiteX475" fmla="*/ 2103584 w 7955427"/>
                <a:gd name="connsiteY475" fmla="*/ 210018 h 1384766"/>
                <a:gd name="connsiteX476" fmla="*/ 1678126 w 7955427"/>
                <a:gd name="connsiteY476" fmla="*/ 130591 h 1384766"/>
                <a:gd name="connsiteX477" fmla="*/ 1851883 w 7955427"/>
                <a:gd name="connsiteY477" fmla="*/ 130591 h 1384766"/>
                <a:gd name="connsiteX478" fmla="*/ 1851883 w 7955427"/>
                <a:gd name="connsiteY478" fmla="*/ 210018 h 1384766"/>
                <a:gd name="connsiteX479" fmla="*/ 1678126 w 7955427"/>
                <a:gd name="connsiteY479" fmla="*/ 210018 h 1384766"/>
                <a:gd name="connsiteX480" fmla="*/ 1240570 w 7955427"/>
                <a:gd name="connsiteY480" fmla="*/ 130591 h 1384766"/>
                <a:gd name="connsiteX481" fmla="*/ 1414407 w 7955427"/>
                <a:gd name="connsiteY481" fmla="*/ 130591 h 1384766"/>
                <a:gd name="connsiteX482" fmla="*/ 1414407 w 7955427"/>
                <a:gd name="connsiteY482" fmla="*/ 210018 h 1384766"/>
                <a:gd name="connsiteX483" fmla="*/ 1240570 w 7955427"/>
                <a:gd name="connsiteY483" fmla="*/ 210018 h 1384766"/>
                <a:gd name="connsiteX484" fmla="*/ 809024 w 7955427"/>
                <a:gd name="connsiteY484" fmla="*/ 130591 h 1384766"/>
                <a:gd name="connsiteX485" fmla="*/ 982862 w 7955427"/>
                <a:gd name="connsiteY485" fmla="*/ 130591 h 1384766"/>
                <a:gd name="connsiteX486" fmla="*/ 982862 w 7955427"/>
                <a:gd name="connsiteY486" fmla="*/ 210018 h 1384766"/>
                <a:gd name="connsiteX487" fmla="*/ 809024 w 7955427"/>
                <a:gd name="connsiteY487" fmla="*/ 210018 h 1384766"/>
                <a:gd name="connsiteX488" fmla="*/ 377555 w 7955427"/>
                <a:gd name="connsiteY488" fmla="*/ 130591 h 1384766"/>
                <a:gd name="connsiteX489" fmla="*/ 551394 w 7955427"/>
                <a:gd name="connsiteY489" fmla="*/ 130591 h 1384766"/>
                <a:gd name="connsiteX490" fmla="*/ 551394 w 7955427"/>
                <a:gd name="connsiteY490" fmla="*/ 210018 h 1384766"/>
                <a:gd name="connsiteX491" fmla="*/ 377555 w 7955427"/>
                <a:gd name="connsiteY491" fmla="*/ 210018 h 1384766"/>
                <a:gd name="connsiteX492" fmla="*/ 0 w 7955427"/>
                <a:gd name="connsiteY492" fmla="*/ 130591 h 1384766"/>
                <a:gd name="connsiteX493" fmla="*/ 89883 w 7955427"/>
                <a:gd name="connsiteY493" fmla="*/ 130591 h 1384766"/>
                <a:gd name="connsiteX494" fmla="*/ 89883 w 7955427"/>
                <a:gd name="connsiteY494" fmla="*/ 210018 h 1384766"/>
                <a:gd name="connsiteX495" fmla="*/ 0 w 7955427"/>
                <a:gd name="connsiteY495" fmla="*/ 210018 h 1384766"/>
                <a:gd name="connsiteX496" fmla="*/ 7865545 w 7955427"/>
                <a:gd name="connsiteY496" fmla="*/ 0 h 1384766"/>
                <a:gd name="connsiteX497" fmla="*/ 7955427 w 7955427"/>
                <a:gd name="connsiteY497" fmla="*/ 0 h 1384766"/>
                <a:gd name="connsiteX498" fmla="*/ 7955427 w 7955427"/>
                <a:gd name="connsiteY498" fmla="*/ 79427 h 1384766"/>
                <a:gd name="connsiteX499" fmla="*/ 7865545 w 7955427"/>
                <a:gd name="connsiteY499" fmla="*/ 79427 h 1384766"/>
                <a:gd name="connsiteX500" fmla="*/ 7404037 w 7955427"/>
                <a:gd name="connsiteY500" fmla="*/ 0 h 1384766"/>
                <a:gd name="connsiteX501" fmla="*/ 7577874 w 7955427"/>
                <a:gd name="connsiteY501" fmla="*/ 0 h 1384766"/>
                <a:gd name="connsiteX502" fmla="*/ 7577874 w 7955427"/>
                <a:gd name="connsiteY502" fmla="*/ 79427 h 1384766"/>
                <a:gd name="connsiteX503" fmla="*/ 7404037 w 7955427"/>
                <a:gd name="connsiteY503" fmla="*/ 79427 h 1384766"/>
                <a:gd name="connsiteX504" fmla="*/ 6972569 w 7955427"/>
                <a:gd name="connsiteY504" fmla="*/ 0 h 1384766"/>
                <a:gd name="connsiteX505" fmla="*/ 7146406 w 7955427"/>
                <a:gd name="connsiteY505" fmla="*/ 0 h 1384766"/>
                <a:gd name="connsiteX506" fmla="*/ 7146406 w 7955427"/>
                <a:gd name="connsiteY506" fmla="*/ 79427 h 1384766"/>
                <a:gd name="connsiteX507" fmla="*/ 6972569 w 7955427"/>
                <a:gd name="connsiteY507" fmla="*/ 79427 h 1384766"/>
                <a:gd name="connsiteX508" fmla="*/ 6541020 w 7955427"/>
                <a:gd name="connsiteY508" fmla="*/ 0 h 1384766"/>
                <a:gd name="connsiteX509" fmla="*/ 6714857 w 7955427"/>
                <a:gd name="connsiteY509" fmla="*/ 0 h 1384766"/>
                <a:gd name="connsiteX510" fmla="*/ 6714857 w 7955427"/>
                <a:gd name="connsiteY510" fmla="*/ 79427 h 1384766"/>
                <a:gd name="connsiteX511" fmla="*/ 6541020 w 7955427"/>
                <a:gd name="connsiteY511" fmla="*/ 79427 h 1384766"/>
                <a:gd name="connsiteX512" fmla="*/ 6103545 w 7955427"/>
                <a:gd name="connsiteY512" fmla="*/ 0 h 1384766"/>
                <a:gd name="connsiteX513" fmla="*/ 6277302 w 7955427"/>
                <a:gd name="connsiteY513" fmla="*/ 0 h 1384766"/>
                <a:gd name="connsiteX514" fmla="*/ 6277302 w 7955427"/>
                <a:gd name="connsiteY514" fmla="*/ 79427 h 1384766"/>
                <a:gd name="connsiteX515" fmla="*/ 6103545 w 7955427"/>
                <a:gd name="connsiteY515" fmla="*/ 79427 h 1384766"/>
                <a:gd name="connsiteX516" fmla="*/ 5761961 w 7955427"/>
                <a:gd name="connsiteY516" fmla="*/ 0 h 1384766"/>
                <a:gd name="connsiteX517" fmla="*/ 5851843 w 7955427"/>
                <a:gd name="connsiteY517" fmla="*/ 0 h 1384766"/>
                <a:gd name="connsiteX518" fmla="*/ 5851843 w 7955427"/>
                <a:gd name="connsiteY518" fmla="*/ 79427 h 1384766"/>
                <a:gd name="connsiteX519" fmla="*/ 5761961 w 7955427"/>
                <a:gd name="connsiteY519" fmla="*/ 79427 h 1384766"/>
                <a:gd name="connsiteX520" fmla="*/ 2103584 w 7955427"/>
                <a:gd name="connsiteY520" fmla="*/ 0 h 1384766"/>
                <a:gd name="connsiteX521" fmla="*/ 2193466 w 7955427"/>
                <a:gd name="connsiteY521" fmla="*/ 0 h 1384766"/>
                <a:gd name="connsiteX522" fmla="*/ 2193466 w 7955427"/>
                <a:gd name="connsiteY522" fmla="*/ 79427 h 1384766"/>
                <a:gd name="connsiteX523" fmla="*/ 2103584 w 7955427"/>
                <a:gd name="connsiteY523" fmla="*/ 79427 h 1384766"/>
                <a:gd name="connsiteX524" fmla="*/ 1678126 w 7955427"/>
                <a:gd name="connsiteY524" fmla="*/ 0 h 1384766"/>
                <a:gd name="connsiteX525" fmla="*/ 1851883 w 7955427"/>
                <a:gd name="connsiteY525" fmla="*/ 0 h 1384766"/>
                <a:gd name="connsiteX526" fmla="*/ 1851883 w 7955427"/>
                <a:gd name="connsiteY526" fmla="*/ 79427 h 1384766"/>
                <a:gd name="connsiteX527" fmla="*/ 1678126 w 7955427"/>
                <a:gd name="connsiteY527" fmla="*/ 79427 h 1384766"/>
                <a:gd name="connsiteX528" fmla="*/ 1240570 w 7955427"/>
                <a:gd name="connsiteY528" fmla="*/ 0 h 1384766"/>
                <a:gd name="connsiteX529" fmla="*/ 1414407 w 7955427"/>
                <a:gd name="connsiteY529" fmla="*/ 0 h 1384766"/>
                <a:gd name="connsiteX530" fmla="*/ 1414407 w 7955427"/>
                <a:gd name="connsiteY530" fmla="*/ 79427 h 1384766"/>
                <a:gd name="connsiteX531" fmla="*/ 1240570 w 7955427"/>
                <a:gd name="connsiteY531" fmla="*/ 79427 h 1384766"/>
                <a:gd name="connsiteX532" fmla="*/ 809024 w 7955427"/>
                <a:gd name="connsiteY532" fmla="*/ 0 h 1384766"/>
                <a:gd name="connsiteX533" fmla="*/ 982862 w 7955427"/>
                <a:gd name="connsiteY533" fmla="*/ 0 h 1384766"/>
                <a:gd name="connsiteX534" fmla="*/ 982862 w 7955427"/>
                <a:gd name="connsiteY534" fmla="*/ 79427 h 1384766"/>
                <a:gd name="connsiteX535" fmla="*/ 809024 w 7955427"/>
                <a:gd name="connsiteY535" fmla="*/ 79427 h 1384766"/>
                <a:gd name="connsiteX536" fmla="*/ 377555 w 7955427"/>
                <a:gd name="connsiteY536" fmla="*/ 0 h 1384766"/>
                <a:gd name="connsiteX537" fmla="*/ 551394 w 7955427"/>
                <a:gd name="connsiteY537" fmla="*/ 0 h 1384766"/>
                <a:gd name="connsiteX538" fmla="*/ 551394 w 7955427"/>
                <a:gd name="connsiteY538" fmla="*/ 79427 h 1384766"/>
                <a:gd name="connsiteX539" fmla="*/ 377555 w 7955427"/>
                <a:gd name="connsiteY539" fmla="*/ 79427 h 1384766"/>
                <a:gd name="connsiteX540" fmla="*/ 0 w 7955427"/>
                <a:gd name="connsiteY540" fmla="*/ 0 h 1384766"/>
                <a:gd name="connsiteX541" fmla="*/ 89883 w 7955427"/>
                <a:gd name="connsiteY541" fmla="*/ 0 h 1384766"/>
                <a:gd name="connsiteX542" fmla="*/ 89883 w 7955427"/>
                <a:gd name="connsiteY542" fmla="*/ 79427 h 1384766"/>
                <a:gd name="connsiteX543" fmla="*/ 0 w 7955427"/>
                <a:gd name="connsiteY543" fmla="*/ 79427 h 138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7955427" h="1384766">
                  <a:moveTo>
                    <a:pt x="7865545" y="1305339"/>
                  </a:moveTo>
                  <a:lnTo>
                    <a:pt x="7955427" y="1305339"/>
                  </a:lnTo>
                  <a:lnTo>
                    <a:pt x="7955427" y="1384766"/>
                  </a:lnTo>
                  <a:lnTo>
                    <a:pt x="7865545" y="1384766"/>
                  </a:lnTo>
                  <a:close/>
                  <a:moveTo>
                    <a:pt x="7404037" y="1305339"/>
                  </a:moveTo>
                  <a:lnTo>
                    <a:pt x="7577874" y="1305339"/>
                  </a:lnTo>
                  <a:lnTo>
                    <a:pt x="7577874" y="1384766"/>
                  </a:lnTo>
                  <a:lnTo>
                    <a:pt x="7404037" y="1384766"/>
                  </a:lnTo>
                  <a:close/>
                  <a:moveTo>
                    <a:pt x="6972569" y="1305339"/>
                  </a:moveTo>
                  <a:lnTo>
                    <a:pt x="7146406" y="1305339"/>
                  </a:lnTo>
                  <a:lnTo>
                    <a:pt x="7146406" y="1384766"/>
                  </a:lnTo>
                  <a:lnTo>
                    <a:pt x="6972569" y="1384766"/>
                  </a:lnTo>
                  <a:close/>
                  <a:moveTo>
                    <a:pt x="6541020" y="1305339"/>
                  </a:moveTo>
                  <a:lnTo>
                    <a:pt x="6714857" y="1305339"/>
                  </a:lnTo>
                  <a:lnTo>
                    <a:pt x="6714857" y="1384766"/>
                  </a:lnTo>
                  <a:lnTo>
                    <a:pt x="6541020" y="1384766"/>
                  </a:lnTo>
                  <a:close/>
                  <a:moveTo>
                    <a:pt x="1240570" y="1305339"/>
                  </a:moveTo>
                  <a:lnTo>
                    <a:pt x="1414407" y="1305339"/>
                  </a:lnTo>
                  <a:lnTo>
                    <a:pt x="1414407" y="1384766"/>
                  </a:lnTo>
                  <a:lnTo>
                    <a:pt x="1240570" y="1384766"/>
                  </a:lnTo>
                  <a:close/>
                  <a:moveTo>
                    <a:pt x="809024" y="1305339"/>
                  </a:moveTo>
                  <a:lnTo>
                    <a:pt x="982862" y="1305339"/>
                  </a:lnTo>
                  <a:lnTo>
                    <a:pt x="982862" y="1384766"/>
                  </a:lnTo>
                  <a:lnTo>
                    <a:pt x="809024" y="1384766"/>
                  </a:lnTo>
                  <a:close/>
                  <a:moveTo>
                    <a:pt x="377555" y="1305339"/>
                  </a:moveTo>
                  <a:lnTo>
                    <a:pt x="551394" y="1305339"/>
                  </a:lnTo>
                  <a:lnTo>
                    <a:pt x="551394" y="1384766"/>
                  </a:lnTo>
                  <a:lnTo>
                    <a:pt x="377555" y="1384766"/>
                  </a:lnTo>
                  <a:close/>
                  <a:moveTo>
                    <a:pt x="0" y="1305339"/>
                  </a:moveTo>
                  <a:lnTo>
                    <a:pt x="89883" y="1305339"/>
                  </a:lnTo>
                  <a:lnTo>
                    <a:pt x="89883" y="1384766"/>
                  </a:lnTo>
                  <a:lnTo>
                    <a:pt x="0" y="1384766"/>
                  </a:lnTo>
                  <a:close/>
                  <a:moveTo>
                    <a:pt x="7865545" y="1174750"/>
                  </a:moveTo>
                  <a:lnTo>
                    <a:pt x="7955427" y="1174750"/>
                  </a:lnTo>
                  <a:lnTo>
                    <a:pt x="7955427" y="1254177"/>
                  </a:lnTo>
                  <a:lnTo>
                    <a:pt x="7865545" y="1254177"/>
                  </a:lnTo>
                  <a:close/>
                  <a:moveTo>
                    <a:pt x="7404037" y="1174750"/>
                  </a:moveTo>
                  <a:lnTo>
                    <a:pt x="7577874" y="1174750"/>
                  </a:lnTo>
                  <a:lnTo>
                    <a:pt x="7577874" y="1254177"/>
                  </a:lnTo>
                  <a:lnTo>
                    <a:pt x="7404037" y="1254177"/>
                  </a:lnTo>
                  <a:close/>
                  <a:moveTo>
                    <a:pt x="6972569" y="1174750"/>
                  </a:moveTo>
                  <a:lnTo>
                    <a:pt x="7146406" y="1174750"/>
                  </a:lnTo>
                  <a:lnTo>
                    <a:pt x="7146406" y="1254177"/>
                  </a:lnTo>
                  <a:lnTo>
                    <a:pt x="6972569" y="1254177"/>
                  </a:lnTo>
                  <a:close/>
                  <a:moveTo>
                    <a:pt x="6541020" y="1174750"/>
                  </a:moveTo>
                  <a:lnTo>
                    <a:pt x="6714857" y="1174750"/>
                  </a:lnTo>
                  <a:lnTo>
                    <a:pt x="6714857" y="1254177"/>
                  </a:lnTo>
                  <a:lnTo>
                    <a:pt x="6541020" y="1254177"/>
                  </a:lnTo>
                  <a:close/>
                  <a:moveTo>
                    <a:pt x="1240570" y="1174750"/>
                  </a:moveTo>
                  <a:lnTo>
                    <a:pt x="1414407" y="1174750"/>
                  </a:lnTo>
                  <a:lnTo>
                    <a:pt x="1414407" y="1254177"/>
                  </a:lnTo>
                  <a:lnTo>
                    <a:pt x="1240570" y="1254177"/>
                  </a:lnTo>
                  <a:close/>
                  <a:moveTo>
                    <a:pt x="809024" y="1174750"/>
                  </a:moveTo>
                  <a:lnTo>
                    <a:pt x="982862" y="1174750"/>
                  </a:lnTo>
                  <a:lnTo>
                    <a:pt x="982862" y="1254177"/>
                  </a:lnTo>
                  <a:lnTo>
                    <a:pt x="809024" y="1254177"/>
                  </a:lnTo>
                  <a:close/>
                  <a:moveTo>
                    <a:pt x="377555" y="1174750"/>
                  </a:moveTo>
                  <a:lnTo>
                    <a:pt x="551394" y="1174750"/>
                  </a:lnTo>
                  <a:lnTo>
                    <a:pt x="551394" y="1254177"/>
                  </a:lnTo>
                  <a:lnTo>
                    <a:pt x="377555" y="1254177"/>
                  </a:lnTo>
                  <a:close/>
                  <a:moveTo>
                    <a:pt x="0" y="1174750"/>
                  </a:moveTo>
                  <a:lnTo>
                    <a:pt x="89883" y="1174750"/>
                  </a:lnTo>
                  <a:lnTo>
                    <a:pt x="89883" y="1254177"/>
                  </a:lnTo>
                  <a:lnTo>
                    <a:pt x="0" y="1254177"/>
                  </a:lnTo>
                  <a:close/>
                  <a:moveTo>
                    <a:pt x="7865545" y="1044157"/>
                  </a:moveTo>
                  <a:lnTo>
                    <a:pt x="7955427" y="1044157"/>
                  </a:lnTo>
                  <a:lnTo>
                    <a:pt x="7955427" y="1123584"/>
                  </a:lnTo>
                  <a:lnTo>
                    <a:pt x="7865545" y="1123584"/>
                  </a:lnTo>
                  <a:close/>
                  <a:moveTo>
                    <a:pt x="7404037" y="1044157"/>
                  </a:moveTo>
                  <a:lnTo>
                    <a:pt x="7577874" y="1044157"/>
                  </a:lnTo>
                  <a:lnTo>
                    <a:pt x="7577874" y="1123584"/>
                  </a:lnTo>
                  <a:lnTo>
                    <a:pt x="7404037" y="1123584"/>
                  </a:lnTo>
                  <a:close/>
                  <a:moveTo>
                    <a:pt x="6972569" y="1044157"/>
                  </a:moveTo>
                  <a:lnTo>
                    <a:pt x="7146406" y="1044157"/>
                  </a:lnTo>
                  <a:lnTo>
                    <a:pt x="7146406" y="1123584"/>
                  </a:lnTo>
                  <a:lnTo>
                    <a:pt x="6972569" y="1123584"/>
                  </a:lnTo>
                  <a:close/>
                  <a:moveTo>
                    <a:pt x="6541020" y="1044157"/>
                  </a:moveTo>
                  <a:lnTo>
                    <a:pt x="6714857" y="1044157"/>
                  </a:lnTo>
                  <a:lnTo>
                    <a:pt x="6714857" y="1123584"/>
                  </a:lnTo>
                  <a:lnTo>
                    <a:pt x="6541020" y="1123584"/>
                  </a:lnTo>
                  <a:close/>
                  <a:moveTo>
                    <a:pt x="6103545" y="1044157"/>
                  </a:moveTo>
                  <a:lnTo>
                    <a:pt x="6277302" y="1044157"/>
                  </a:lnTo>
                  <a:lnTo>
                    <a:pt x="6277302" y="1085008"/>
                  </a:lnTo>
                  <a:lnTo>
                    <a:pt x="6103545" y="1085008"/>
                  </a:lnTo>
                  <a:close/>
                  <a:moveTo>
                    <a:pt x="5761961" y="1044157"/>
                  </a:moveTo>
                  <a:lnTo>
                    <a:pt x="5851843" y="1044157"/>
                  </a:lnTo>
                  <a:lnTo>
                    <a:pt x="5851843" y="1085008"/>
                  </a:lnTo>
                  <a:lnTo>
                    <a:pt x="5761961" y="1085008"/>
                  </a:lnTo>
                  <a:close/>
                  <a:moveTo>
                    <a:pt x="2103584" y="1044157"/>
                  </a:moveTo>
                  <a:lnTo>
                    <a:pt x="2193466" y="1044157"/>
                  </a:lnTo>
                  <a:lnTo>
                    <a:pt x="2193466" y="1085008"/>
                  </a:lnTo>
                  <a:lnTo>
                    <a:pt x="2103584" y="1085008"/>
                  </a:lnTo>
                  <a:close/>
                  <a:moveTo>
                    <a:pt x="1678126" y="1044157"/>
                  </a:moveTo>
                  <a:lnTo>
                    <a:pt x="1851883" y="1044157"/>
                  </a:lnTo>
                  <a:lnTo>
                    <a:pt x="1851883" y="1085008"/>
                  </a:lnTo>
                  <a:lnTo>
                    <a:pt x="1678126" y="1085008"/>
                  </a:lnTo>
                  <a:close/>
                  <a:moveTo>
                    <a:pt x="1240570" y="1044157"/>
                  </a:moveTo>
                  <a:lnTo>
                    <a:pt x="1414407" y="1044157"/>
                  </a:lnTo>
                  <a:lnTo>
                    <a:pt x="1414407" y="1123584"/>
                  </a:lnTo>
                  <a:lnTo>
                    <a:pt x="1240570" y="1123584"/>
                  </a:lnTo>
                  <a:close/>
                  <a:moveTo>
                    <a:pt x="809024" y="1044157"/>
                  </a:moveTo>
                  <a:lnTo>
                    <a:pt x="982862" y="1044157"/>
                  </a:lnTo>
                  <a:lnTo>
                    <a:pt x="982862" y="1123584"/>
                  </a:lnTo>
                  <a:lnTo>
                    <a:pt x="809024" y="1123584"/>
                  </a:lnTo>
                  <a:close/>
                  <a:moveTo>
                    <a:pt x="377555" y="1044157"/>
                  </a:moveTo>
                  <a:lnTo>
                    <a:pt x="551394" y="1044157"/>
                  </a:lnTo>
                  <a:lnTo>
                    <a:pt x="551394" y="1123584"/>
                  </a:lnTo>
                  <a:lnTo>
                    <a:pt x="377555" y="1123584"/>
                  </a:lnTo>
                  <a:close/>
                  <a:moveTo>
                    <a:pt x="0" y="1044157"/>
                  </a:moveTo>
                  <a:lnTo>
                    <a:pt x="89883" y="1044157"/>
                  </a:lnTo>
                  <a:lnTo>
                    <a:pt x="89883" y="1123584"/>
                  </a:lnTo>
                  <a:lnTo>
                    <a:pt x="0" y="1123584"/>
                  </a:lnTo>
                  <a:close/>
                  <a:moveTo>
                    <a:pt x="4759291" y="954499"/>
                  </a:moveTo>
                  <a:lnTo>
                    <a:pt x="4957000" y="954499"/>
                  </a:lnTo>
                  <a:lnTo>
                    <a:pt x="4957000" y="1034331"/>
                  </a:lnTo>
                  <a:lnTo>
                    <a:pt x="4759291" y="1034331"/>
                  </a:lnTo>
                  <a:close/>
                  <a:moveTo>
                    <a:pt x="4219186" y="954499"/>
                  </a:moveTo>
                  <a:lnTo>
                    <a:pt x="4243137" y="954499"/>
                  </a:lnTo>
                  <a:lnTo>
                    <a:pt x="4243137" y="1034331"/>
                  </a:lnTo>
                  <a:lnTo>
                    <a:pt x="4219186" y="1034331"/>
                  </a:lnTo>
                  <a:close/>
                  <a:moveTo>
                    <a:pt x="3709447" y="954499"/>
                  </a:moveTo>
                  <a:lnTo>
                    <a:pt x="3733480" y="954499"/>
                  </a:lnTo>
                  <a:lnTo>
                    <a:pt x="3733480" y="1034331"/>
                  </a:lnTo>
                  <a:lnTo>
                    <a:pt x="3709447" y="1034331"/>
                  </a:lnTo>
                  <a:close/>
                  <a:moveTo>
                    <a:pt x="2998103" y="954499"/>
                  </a:moveTo>
                  <a:lnTo>
                    <a:pt x="3195812" y="954499"/>
                  </a:lnTo>
                  <a:lnTo>
                    <a:pt x="3195812" y="1034331"/>
                  </a:lnTo>
                  <a:lnTo>
                    <a:pt x="2998103" y="1034331"/>
                  </a:lnTo>
                  <a:close/>
                  <a:moveTo>
                    <a:pt x="7865545" y="913811"/>
                  </a:moveTo>
                  <a:lnTo>
                    <a:pt x="7955427" y="913811"/>
                  </a:lnTo>
                  <a:lnTo>
                    <a:pt x="7955427" y="993238"/>
                  </a:lnTo>
                  <a:lnTo>
                    <a:pt x="7865545" y="993238"/>
                  </a:lnTo>
                  <a:close/>
                  <a:moveTo>
                    <a:pt x="7404037" y="913811"/>
                  </a:moveTo>
                  <a:lnTo>
                    <a:pt x="7577874" y="913811"/>
                  </a:lnTo>
                  <a:lnTo>
                    <a:pt x="7577874" y="993238"/>
                  </a:lnTo>
                  <a:lnTo>
                    <a:pt x="7404037" y="993238"/>
                  </a:lnTo>
                  <a:close/>
                  <a:moveTo>
                    <a:pt x="6972569" y="913811"/>
                  </a:moveTo>
                  <a:lnTo>
                    <a:pt x="7146406" y="913811"/>
                  </a:lnTo>
                  <a:lnTo>
                    <a:pt x="7146406" y="993238"/>
                  </a:lnTo>
                  <a:lnTo>
                    <a:pt x="6972569" y="993238"/>
                  </a:lnTo>
                  <a:close/>
                  <a:moveTo>
                    <a:pt x="6541020" y="913811"/>
                  </a:moveTo>
                  <a:lnTo>
                    <a:pt x="6714857" y="913811"/>
                  </a:lnTo>
                  <a:lnTo>
                    <a:pt x="6714857" y="993238"/>
                  </a:lnTo>
                  <a:lnTo>
                    <a:pt x="6541020" y="993238"/>
                  </a:lnTo>
                  <a:close/>
                  <a:moveTo>
                    <a:pt x="6103545" y="913811"/>
                  </a:moveTo>
                  <a:lnTo>
                    <a:pt x="6277302" y="913811"/>
                  </a:lnTo>
                  <a:lnTo>
                    <a:pt x="6277302" y="993238"/>
                  </a:lnTo>
                  <a:lnTo>
                    <a:pt x="6103545" y="993238"/>
                  </a:lnTo>
                  <a:close/>
                  <a:moveTo>
                    <a:pt x="5761961" y="913811"/>
                  </a:moveTo>
                  <a:lnTo>
                    <a:pt x="5851843" y="913811"/>
                  </a:lnTo>
                  <a:lnTo>
                    <a:pt x="5851843" y="993238"/>
                  </a:lnTo>
                  <a:lnTo>
                    <a:pt x="5761961" y="993238"/>
                  </a:lnTo>
                  <a:close/>
                  <a:moveTo>
                    <a:pt x="2103584" y="913811"/>
                  </a:moveTo>
                  <a:lnTo>
                    <a:pt x="2193466" y="913811"/>
                  </a:lnTo>
                  <a:lnTo>
                    <a:pt x="2193466" y="993238"/>
                  </a:lnTo>
                  <a:lnTo>
                    <a:pt x="2103584" y="993238"/>
                  </a:lnTo>
                  <a:close/>
                  <a:moveTo>
                    <a:pt x="1678126" y="913811"/>
                  </a:moveTo>
                  <a:lnTo>
                    <a:pt x="1851883" y="913811"/>
                  </a:lnTo>
                  <a:lnTo>
                    <a:pt x="1851883" y="993238"/>
                  </a:lnTo>
                  <a:lnTo>
                    <a:pt x="1678126" y="993238"/>
                  </a:lnTo>
                  <a:close/>
                  <a:moveTo>
                    <a:pt x="1240570" y="913811"/>
                  </a:moveTo>
                  <a:lnTo>
                    <a:pt x="1414407" y="913811"/>
                  </a:lnTo>
                  <a:lnTo>
                    <a:pt x="1414407" y="993238"/>
                  </a:lnTo>
                  <a:lnTo>
                    <a:pt x="1240570" y="993238"/>
                  </a:lnTo>
                  <a:close/>
                  <a:moveTo>
                    <a:pt x="809024" y="913811"/>
                  </a:moveTo>
                  <a:lnTo>
                    <a:pt x="982862" y="913811"/>
                  </a:lnTo>
                  <a:lnTo>
                    <a:pt x="982862" y="993238"/>
                  </a:lnTo>
                  <a:lnTo>
                    <a:pt x="809024" y="993238"/>
                  </a:lnTo>
                  <a:close/>
                  <a:moveTo>
                    <a:pt x="377555" y="913811"/>
                  </a:moveTo>
                  <a:lnTo>
                    <a:pt x="551394" y="913811"/>
                  </a:lnTo>
                  <a:lnTo>
                    <a:pt x="551394" y="993238"/>
                  </a:lnTo>
                  <a:lnTo>
                    <a:pt x="377555" y="993238"/>
                  </a:lnTo>
                  <a:close/>
                  <a:moveTo>
                    <a:pt x="0" y="913811"/>
                  </a:moveTo>
                  <a:lnTo>
                    <a:pt x="89883" y="913811"/>
                  </a:lnTo>
                  <a:lnTo>
                    <a:pt x="89883" y="993238"/>
                  </a:lnTo>
                  <a:lnTo>
                    <a:pt x="0" y="993238"/>
                  </a:lnTo>
                  <a:close/>
                  <a:moveTo>
                    <a:pt x="4759291" y="835196"/>
                  </a:moveTo>
                  <a:lnTo>
                    <a:pt x="4957000" y="835196"/>
                  </a:lnTo>
                  <a:lnTo>
                    <a:pt x="4957000" y="915028"/>
                  </a:lnTo>
                  <a:lnTo>
                    <a:pt x="4759291" y="915028"/>
                  </a:lnTo>
                  <a:close/>
                  <a:moveTo>
                    <a:pt x="4219186" y="835196"/>
                  </a:moveTo>
                  <a:lnTo>
                    <a:pt x="4243137" y="835196"/>
                  </a:lnTo>
                  <a:lnTo>
                    <a:pt x="4243137" y="915028"/>
                  </a:lnTo>
                  <a:lnTo>
                    <a:pt x="4219186" y="915028"/>
                  </a:lnTo>
                  <a:close/>
                  <a:moveTo>
                    <a:pt x="3709447" y="835196"/>
                  </a:moveTo>
                  <a:lnTo>
                    <a:pt x="3733480" y="835196"/>
                  </a:lnTo>
                  <a:lnTo>
                    <a:pt x="3733480" y="915028"/>
                  </a:lnTo>
                  <a:lnTo>
                    <a:pt x="3709447" y="915028"/>
                  </a:lnTo>
                  <a:close/>
                  <a:moveTo>
                    <a:pt x="2998103" y="835196"/>
                  </a:moveTo>
                  <a:lnTo>
                    <a:pt x="3195812" y="835196"/>
                  </a:lnTo>
                  <a:lnTo>
                    <a:pt x="3195812" y="915028"/>
                  </a:lnTo>
                  <a:lnTo>
                    <a:pt x="2998103" y="915028"/>
                  </a:lnTo>
                  <a:close/>
                  <a:moveTo>
                    <a:pt x="7865545" y="783220"/>
                  </a:moveTo>
                  <a:lnTo>
                    <a:pt x="7955427" y="783220"/>
                  </a:lnTo>
                  <a:lnTo>
                    <a:pt x="7955427" y="862647"/>
                  </a:lnTo>
                  <a:lnTo>
                    <a:pt x="7865545" y="862647"/>
                  </a:lnTo>
                  <a:close/>
                  <a:moveTo>
                    <a:pt x="7404037" y="783220"/>
                  </a:moveTo>
                  <a:lnTo>
                    <a:pt x="7577874" y="783220"/>
                  </a:lnTo>
                  <a:lnTo>
                    <a:pt x="7577874" y="862647"/>
                  </a:lnTo>
                  <a:lnTo>
                    <a:pt x="7404037" y="862647"/>
                  </a:lnTo>
                  <a:close/>
                  <a:moveTo>
                    <a:pt x="6972569" y="783220"/>
                  </a:moveTo>
                  <a:lnTo>
                    <a:pt x="7146406" y="783220"/>
                  </a:lnTo>
                  <a:lnTo>
                    <a:pt x="7146406" y="862647"/>
                  </a:lnTo>
                  <a:lnTo>
                    <a:pt x="6972569" y="862647"/>
                  </a:lnTo>
                  <a:close/>
                  <a:moveTo>
                    <a:pt x="6541020" y="783220"/>
                  </a:moveTo>
                  <a:lnTo>
                    <a:pt x="6714857" y="783220"/>
                  </a:lnTo>
                  <a:lnTo>
                    <a:pt x="6714857" y="862647"/>
                  </a:lnTo>
                  <a:lnTo>
                    <a:pt x="6541020" y="862647"/>
                  </a:lnTo>
                  <a:close/>
                  <a:moveTo>
                    <a:pt x="6103545" y="783220"/>
                  </a:moveTo>
                  <a:lnTo>
                    <a:pt x="6277302" y="783220"/>
                  </a:lnTo>
                  <a:lnTo>
                    <a:pt x="6277302" y="862647"/>
                  </a:lnTo>
                  <a:lnTo>
                    <a:pt x="6103545" y="862647"/>
                  </a:lnTo>
                  <a:close/>
                  <a:moveTo>
                    <a:pt x="5761961" y="783220"/>
                  </a:moveTo>
                  <a:lnTo>
                    <a:pt x="5851843" y="783220"/>
                  </a:lnTo>
                  <a:lnTo>
                    <a:pt x="5851843" y="862647"/>
                  </a:lnTo>
                  <a:lnTo>
                    <a:pt x="5761961" y="862647"/>
                  </a:lnTo>
                  <a:close/>
                  <a:moveTo>
                    <a:pt x="2103584" y="783220"/>
                  </a:moveTo>
                  <a:lnTo>
                    <a:pt x="2193466" y="783220"/>
                  </a:lnTo>
                  <a:lnTo>
                    <a:pt x="2193466" y="862647"/>
                  </a:lnTo>
                  <a:lnTo>
                    <a:pt x="2103584" y="862647"/>
                  </a:lnTo>
                  <a:close/>
                  <a:moveTo>
                    <a:pt x="1678126" y="783220"/>
                  </a:moveTo>
                  <a:lnTo>
                    <a:pt x="1851883" y="783220"/>
                  </a:lnTo>
                  <a:lnTo>
                    <a:pt x="1851883" y="862647"/>
                  </a:lnTo>
                  <a:lnTo>
                    <a:pt x="1678126" y="862647"/>
                  </a:lnTo>
                  <a:close/>
                  <a:moveTo>
                    <a:pt x="1240570" y="783220"/>
                  </a:moveTo>
                  <a:lnTo>
                    <a:pt x="1414407" y="783220"/>
                  </a:lnTo>
                  <a:lnTo>
                    <a:pt x="1414407" y="862647"/>
                  </a:lnTo>
                  <a:lnTo>
                    <a:pt x="1240570" y="862647"/>
                  </a:lnTo>
                  <a:close/>
                  <a:moveTo>
                    <a:pt x="809024" y="783220"/>
                  </a:moveTo>
                  <a:lnTo>
                    <a:pt x="982862" y="783220"/>
                  </a:lnTo>
                  <a:lnTo>
                    <a:pt x="982862" y="862647"/>
                  </a:lnTo>
                  <a:lnTo>
                    <a:pt x="809024" y="862647"/>
                  </a:lnTo>
                  <a:close/>
                  <a:moveTo>
                    <a:pt x="377555" y="783220"/>
                  </a:moveTo>
                  <a:lnTo>
                    <a:pt x="551394" y="783220"/>
                  </a:lnTo>
                  <a:lnTo>
                    <a:pt x="551394" y="862647"/>
                  </a:lnTo>
                  <a:lnTo>
                    <a:pt x="377555" y="862647"/>
                  </a:lnTo>
                  <a:close/>
                  <a:moveTo>
                    <a:pt x="0" y="783220"/>
                  </a:moveTo>
                  <a:lnTo>
                    <a:pt x="89883" y="783220"/>
                  </a:lnTo>
                  <a:lnTo>
                    <a:pt x="89883" y="862647"/>
                  </a:lnTo>
                  <a:lnTo>
                    <a:pt x="0" y="862647"/>
                  </a:lnTo>
                  <a:close/>
                  <a:moveTo>
                    <a:pt x="4759291" y="715894"/>
                  </a:moveTo>
                  <a:lnTo>
                    <a:pt x="4957000" y="715894"/>
                  </a:lnTo>
                  <a:lnTo>
                    <a:pt x="4957000" y="795890"/>
                  </a:lnTo>
                  <a:lnTo>
                    <a:pt x="4759291" y="795890"/>
                  </a:lnTo>
                  <a:close/>
                  <a:moveTo>
                    <a:pt x="4219186" y="715894"/>
                  </a:moveTo>
                  <a:lnTo>
                    <a:pt x="4243137" y="715894"/>
                  </a:lnTo>
                  <a:lnTo>
                    <a:pt x="4243137" y="795890"/>
                  </a:lnTo>
                  <a:lnTo>
                    <a:pt x="4219186" y="795890"/>
                  </a:lnTo>
                  <a:close/>
                  <a:moveTo>
                    <a:pt x="3709447" y="715894"/>
                  </a:moveTo>
                  <a:lnTo>
                    <a:pt x="3733480" y="715894"/>
                  </a:lnTo>
                  <a:lnTo>
                    <a:pt x="3733480" y="795890"/>
                  </a:lnTo>
                  <a:lnTo>
                    <a:pt x="3709447" y="795890"/>
                  </a:lnTo>
                  <a:close/>
                  <a:moveTo>
                    <a:pt x="2998103" y="715894"/>
                  </a:moveTo>
                  <a:lnTo>
                    <a:pt x="3195812" y="715894"/>
                  </a:lnTo>
                  <a:lnTo>
                    <a:pt x="3195812" y="795890"/>
                  </a:lnTo>
                  <a:lnTo>
                    <a:pt x="2998103" y="795890"/>
                  </a:lnTo>
                  <a:close/>
                  <a:moveTo>
                    <a:pt x="7865545" y="652711"/>
                  </a:moveTo>
                  <a:lnTo>
                    <a:pt x="7955427" y="652711"/>
                  </a:lnTo>
                  <a:lnTo>
                    <a:pt x="7955427" y="732138"/>
                  </a:lnTo>
                  <a:lnTo>
                    <a:pt x="7865545" y="732138"/>
                  </a:lnTo>
                  <a:close/>
                  <a:moveTo>
                    <a:pt x="7404037" y="652711"/>
                  </a:moveTo>
                  <a:lnTo>
                    <a:pt x="7577874" y="652711"/>
                  </a:lnTo>
                  <a:lnTo>
                    <a:pt x="7577874" y="732138"/>
                  </a:lnTo>
                  <a:lnTo>
                    <a:pt x="7404037" y="732138"/>
                  </a:lnTo>
                  <a:close/>
                  <a:moveTo>
                    <a:pt x="6972569" y="652711"/>
                  </a:moveTo>
                  <a:lnTo>
                    <a:pt x="7146406" y="652711"/>
                  </a:lnTo>
                  <a:lnTo>
                    <a:pt x="7146406" y="732138"/>
                  </a:lnTo>
                  <a:lnTo>
                    <a:pt x="6972569" y="732138"/>
                  </a:lnTo>
                  <a:close/>
                  <a:moveTo>
                    <a:pt x="6541020" y="652711"/>
                  </a:moveTo>
                  <a:lnTo>
                    <a:pt x="6714857" y="652711"/>
                  </a:lnTo>
                  <a:lnTo>
                    <a:pt x="6714857" y="732138"/>
                  </a:lnTo>
                  <a:lnTo>
                    <a:pt x="6541020" y="732138"/>
                  </a:lnTo>
                  <a:close/>
                  <a:moveTo>
                    <a:pt x="6103545" y="652711"/>
                  </a:moveTo>
                  <a:lnTo>
                    <a:pt x="6277302" y="652711"/>
                  </a:lnTo>
                  <a:lnTo>
                    <a:pt x="6277302" y="732138"/>
                  </a:lnTo>
                  <a:lnTo>
                    <a:pt x="6103545" y="732138"/>
                  </a:lnTo>
                  <a:close/>
                  <a:moveTo>
                    <a:pt x="5761961" y="652711"/>
                  </a:moveTo>
                  <a:lnTo>
                    <a:pt x="5851843" y="652711"/>
                  </a:lnTo>
                  <a:lnTo>
                    <a:pt x="5851843" y="732138"/>
                  </a:lnTo>
                  <a:lnTo>
                    <a:pt x="5761961" y="732138"/>
                  </a:lnTo>
                  <a:close/>
                  <a:moveTo>
                    <a:pt x="2103584" y="652711"/>
                  </a:moveTo>
                  <a:lnTo>
                    <a:pt x="2193466" y="652711"/>
                  </a:lnTo>
                  <a:lnTo>
                    <a:pt x="2193466" y="732138"/>
                  </a:lnTo>
                  <a:lnTo>
                    <a:pt x="2103584" y="732138"/>
                  </a:lnTo>
                  <a:close/>
                  <a:moveTo>
                    <a:pt x="1678126" y="652711"/>
                  </a:moveTo>
                  <a:lnTo>
                    <a:pt x="1851883" y="652711"/>
                  </a:lnTo>
                  <a:lnTo>
                    <a:pt x="1851883" y="732138"/>
                  </a:lnTo>
                  <a:lnTo>
                    <a:pt x="1678126" y="732138"/>
                  </a:lnTo>
                  <a:close/>
                  <a:moveTo>
                    <a:pt x="1240570" y="652711"/>
                  </a:moveTo>
                  <a:lnTo>
                    <a:pt x="1414407" y="652711"/>
                  </a:lnTo>
                  <a:lnTo>
                    <a:pt x="1414407" y="732138"/>
                  </a:lnTo>
                  <a:lnTo>
                    <a:pt x="1240570" y="732138"/>
                  </a:lnTo>
                  <a:close/>
                  <a:moveTo>
                    <a:pt x="809024" y="652711"/>
                  </a:moveTo>
                  <a:lnTo>
                    <a:pt x="982862" y="652711"/>
                  </a:lnTo>
                  <a:lnTo>
                    <a:pt x="982862" y="732138"/>
                  </a:lnTo>
                  <a:lnTo>
                    <a:pt x="809024" y="732138"/>
                  </a:lnTo>
                  <a:close/>
                  <a:moveTo>
                    <a:pt x="377555" y="652711"/>
                  </a:moveTo>
                  <a:lnTo>
                    <a:pt x="551394" y="652711"/>
                  </a:lnTo>
                  <a:lnTo>
                    <a:pt x="551394" y="732138"/>
                  </a:lnTo>
                  <a:lnTo>
                    <a:pt x="377555" y="732138"/>
                  </a:lnTo>
                  <a:close/>
                  <a:moveTo>
                    <a:pt x="0" y="652711"/>
                  </a:moveTo>
                  <a:lnTo>
                    <a:pt x="89883" y="652711"/>
                  </a:lnTo>
                  <a:lnTo>
                    <a:pt x="89883" y="732138"/>
                  </a:lnTo>
                  <a:lnTo>
                    <a:pt x="0" y="732138"/>
                  </a:lnTo>
                  <a:close/>
                  <a:moveTo>
                    <a:pt x="7865545" y="522121"/>
                  </a:moveTo>
                  <a:lnTo>
                    <a:pt x="7955427" y="522121"/>
                  </a:lnTo>
                  <a:lnTo>
                    <a:pt x="7955427" y="601548"/>
                  </a:lnTo>
                  <a:lnTo>
                    <a:pt x="7865545" y="601548"/>
                  </a:lnTo>
                  <a:close/>
                  <a:moveTo>
                    <a:pt x="7404037" y="522121"/>
                  </a:moveTo>
                  <a:lnTo>
                    <a:pt x="7577874" y="522121"/>
                  </a:lnTo>
                  <a:lnTo>
                    <a:pt x="7577874" y="601548"/>
                  </a:lnTo>
                  <a:lnTo>
                    <a:pt x="7404037" y="601548"/>
                  </a:lnTo>
                  <a:close/>
                  <a:moveTo>
                    <a:pt x="6972569" y="522121"/>
                  </a:moveTo>
                  <a:lnTo>
                    <a:pt x="7146406" y="522121"/>
                  </a:lnTo>
                  <a:lnTo>
                    <a:pt x="7146406" y="601548"/>
                  </a:lnTo>
                  <a:lnTo>
                    <a:pt x="6972569" y="601548"/>
                  </a:lnTo>
                  <a:close/>
                  <a:moveTo>
                    <a:pt x="6541020" y="522121"/>
                  </a:moveTo>
                  <a:lnTo>
                    <a:pt x="6714857" y="522121"/>
                  </a:lnTo>
                  <a:lnTo>
                    <a:pt x="6714857" y="601548"/>
                  </a:lnTo>
                  <a:lnTo>
                    <a:pt x="6541020" y="601548"/>
                  </a:lnTo>
                  <a:close/>
                  <a:moveTo>
                    <a:pt x="6103545" y="522121"/>
                  </a:moveTo>
                  <a:lnTo>
                    <a:pt x="6277302" y="522121"/>
                  </a:lnTo>
                  <a:lnTo>
                    <a:pt x="6277302" y="601548"/>
                  </a:lnTo>
                  <a:lnTo>
                    <a:pt x="6103545" y="601548"/>
                  </a:lnTo>
                  <a:close/>
                  <a:moveTo>
                    <a:pt x="5761961" y="522121"/>
                  </a:moveTo>
                  <a:lnTo>
                    <a:pt x="5851843" y="522121"/>
                  </a:lnTo>
                  <a:lnTo>
                    <a:pt x="5851843" y="601548"/>
                  </a:lnTo>
                  <a:lnTo>
                    <a:pt x="5761961" y="601548"/>
                  </a:lnTo>
                  <a:close/>
                  <a:moveTo>
                    <a:pt x="2103584" y="522121"/>
                  </a:moveTo>
                  <a:lnTo>
                    <a:pt x="2193466" y="522121"/>
                  </a:lnTo>
                  <a:lnTo>
                    <a:pt x="2193466" y="601548"/>
                  </a:lnTo>
                  <a:lnTo>
                    <a:pt x="2103584" y="601548"/>
                  </a:lnTo>
                  <a:close/>
                  <a:moveTo>
                    <a:pt x="1678126" y="522121"/>
                  </a:moveTo>
                  <a:lnTo>
                    <a:pt x="1851883" y="522121"/>
                  </a:lnTo>
                  <a:lnTo>
                    <a:pt x="1851883" y="601548"/>
                  </a:lnTo>
                  <a:lnTo>
                    <a:pt x="1678126" y="601548"/>
                  </a:lnTo>
                  <a:close/>
                  <a:moveTo>
                    <a:pt x="1240570" y="522121"/>
                  </a:moveTo>
                  <a:lnTo>
                    <a:pt x="1414407" y="522121"/>
                  </a:lnTo>
                  <a:lnTo>
                    <a:pt x="1414407" y="601548"/>
                  </a:lnTo>
                  <a:lnTo>
                    <a:pt x="1240570" y="601548"/>
                  </a:lnTo>
                  <a:close/>
                  <a:moveTo>
                    <a:pt x="809024" y="522121"/>
                  </a:moveTo>
                  <a:lnTo>
                    <a:pt x="982862" y="522121"/>
                  </a:lnTo>
                  <a:lnTo>
                    <a:pt x="982862" y="601548"/>
                  </a:lnTo>
                  <a:lnTo>
                    <a:pt x="809024" y="601548"/>
                  </a:lnTo>
                  <a:close/>
                  <a:moveTo>
                    <a:pt x="377555" y="522121"/>
                  </a:moveTo>
                  <a:lnTo>
                    <a:pt x="551394" y="522121"/>
                  </a:lnTo>
                  <a:lnTo>
                    <a:pt x="551394" y="601548"/>
                  </a:lnTo>
                  <a:lnTo>
                    <a:pt x="377555" y="601548"/>
                  </a:lnTo>
                  <a:close/>
                  <a:moveTo>
                    <a:pt x="0" y="522121"/>
                  </a:moveTo>
                  <a:lnTo>
                    <a:pt x="89883" y="522121"/>
                  </a:lnTo>
                  <a:lnTo>
                    <a:pt x="89883" y="601548"/>
                  </a:lnTo>
                  <a:lnTo>
                    <a:pt x="0" y="601548"/>
                  </a:lnTo>
                  <a:close/>
                  <a:moveTo>
                    <a:pt x="7865545" y="391529"/>
                  </a:moveTo>
                  <a:lnTo>
                    <a:pt x="7955427" y="391529"/>
                  </a:lnTo>
                  <a:lnTo>
                    <a:pt x="7955427" y="470956"/>
                  </a:lnTo>
                  <a:lnTo>
                    <a:pt x="7865545" y="470956"/>
                  </a:lnTo>
                  <a:close/>
                  <a:moveTo>
                    <a:pt x="7404037" y="391529"/>
                  </a:moveTo>
                  <a:lnTo>
                    <a:pt x="7577874" y="391529"/>
                  </a:lnTo>
                  <a:lnTo>
                    <a:pt x="7577874" y="470956"/>
                  </a:lnTo>
                  <a:lnTo>
                    <a:pt x="7404037" y="470956"/>
                  </a:lnTo>
                  <a:close/>
                  <a:moveTo>
                    <a:pt x="6972569" y="391529"/>
                  </a:moveTo>
                  <a:lnTo>
                    <a:pt x="7146406" y="391529"/>
                  </a:lnTo>
                  <a:lnTo>
                    <a:pt x="7146406" y="470956"/>
                  </a:lnTo>
                  <a:lnTo>
                    <a:pt x="6972569" y="470956"/>
                  </a:lnTo>
                  <a:close/>
                  <a:moveTo>
                    <a:pt x="6541020" y="391529"/>
                  </a:moveTo>
                  <a:lnTo>
                    <a:pt x="6714857" y="391529"/>
                  </a:lnTo>
                  <a:lnTo>
                    <a:pt x="6714857" y="470956"/>
                  </a:lnTo>
                  <a:lnTo>
                    <a:pt x="6541020" y="470956"/>
                  </a:lnTo>
                  <a:close/>
                  <a:moveTo>
                    <a:pt x="6103545" y="391529"/>
                  </a:moveTo>
                  <a:lnTo>
                    <a:pt x="6277302" y="391529"/>
                  </a:lnTo>
                  <a:lnTo>
                    <a:pt x="6277302" y="470956"/>
                  </a:lnTo>
                  <a:lnTo>
                    <a:pt x="6103545" y="470956"/>
                  </a:lnTo>
                  <a:close/>
                  <a:moveTo>
                    <a:pt x="5761961" y="391529"/>
                  </a:moveTo>
                  <a:lnTo>
                    <a:pt x="5851843" y="391529"/>
                  </a:lnTo>
                  <a:lnTo>
                    <a:pt x="5851843" y="470956"/>
                  </a:lnTo>
                  <a:lnTo>
                    <a:pt x="5761961" y="470956"/>
                  </a:lnTo>
                  <a:close/>
                  <a:moveTo>
                    <a:pt x="2103584" y="391529"/>
                  </a:moveTo>
                  <a:lnTo>
                    <a:pt x="2193466" y="391529"/>
                  </a:lnTo>
                  <a:lnTo>
                    <a:pt x="2193466" y="470956"/>
                  </a:lnTo>
                  <a:lnTo>
                    <a:pt x="2103584" y="470956"/>
                  </a:lnTo>
                  <a:close/>
                  <a:moveTo>
                    <a:pt x="1678126" y="391529"/>
                  </a:moveTo>
                  <a:lnTo>
                    <a:pt x="1851883" y="391529"/>
                  </a:lnTo>
                  <a:lnTo>
                    <a:pt x="1851883" y="470956"/>
                  </a:lnTo>
                  <a:lnTo>
                    <a:pt x="1678126" y="470956"/>
                  </a:lnTo>
                  <a:close/>
                  <a:moveTo>
                    <a:pt x="1240570" y="391529"/>
                  </a:moveTo>
                  <a:lnTo>
                    <a:pt x="1414407" y="391529"/>
                  </a:lnTo>
                  <a:lnTo>
                    <a:pt x="1414407" y="470956"/>
                  </a:lnTo>
                  <a:lnTo>
                    <a:pt x="1240570" y="470956"/>
                  </a:lnTo>
                  <a:close/>
                  <a:moveTo>
                    <a:pt x="809024" y="391529"/>
                  </a:moveTo>
                  <a:lnTo>
                    <a:pt x="982862" y="391529"/>
                  </a:lnTo>
                  <a:lnTo>
                    <a:pt x="982862" y="470956"/>
                  </a:lnTo>
                  <a:lnTo>
                    <a:pt x="809024" y="470956"/>
                  </a:lnTo>
                  <a:close/>
                  <a:moveTo>
                    <a:pt x="377555" y="391529"/>
                  </a:moveTo>
                  <a:lnTo>
                    <a:pt x="551394" y="391529"/>
                  </a:lnTo>
                  <a:lnTo>
                    <a:pt x="551394" y="470956"/>
                  </a:lnTo>
                  <a:lnTo>
                    <a:pt x="377555" y="470956"/>
                  </a:lnTo>
                  <a:close/>
                  <a:moveTo>
                    <a:pt x="0" y="391529"/>
                  </a:moveTo>
                  <a:lnTo>
                    <a:pt x="89883" y="391529"/>
                  </a:lnTo>
                  <a:lnTo>
                    <a:pt x="89883" y="470956"/>
                  </a:lnTo>
                  <a:lnTo>
                    <a:pt x="0" y="470956"/>
                  </a:lnTo>
                  <a:close/>
                  <a:moveTo>
                    <a:pt x="7865545" y="261182"/>
                  </a:moveTo>
                  <a:lnTo>
                    <a:pt x="7955427" y="261182"/>
                  </a:lnTo>
                  <a:lnTo>
                    <a:pt x="7955427" y="340609"/>
                  </a:lnTo>
                  <a:lnTo>
                    <a:pt x="7865545" y="340609"/>
                  </a:lnTo>
                  <a:close/>
                  <a:moveTo>
                    <a:pt x="7404037" y="261182"/>
                  </a:moveTo>
                  <a:lnTo>
                    <a:pt x="7577874" y="261182"/>
                  </a:lnTo>
                  <a:lnTo>
                    <a:pt x="7577874" y="340609"/>
                  </a:lnTo>
                  <a:lnTo>
                    <a:pt x="7404037" y="340609"/>
                  </a:lnTo>
                  <a:close/>
                  <a:moveTo>
                    <a:pt x="6972569" y="261182"/>
                  </a:moveTo>
                  <a:lnTo>
                    <a:pt x="7146406" y="261182"/>
                  </a:lnTo>
                  <a:lnTo>
                    <a:pt x="7146406" y="340609"/>
                  </a:lnTo>
                  <a:lnTo>
                    <a:pt x="6972569" y="340609"/>
                  </a:lnTo>
                  <a:close/>
                  <a:moveTo>
                    <a:pt x="6541020" y="261182"/>
                  </a:moveTo>
                  <a:lnTo>
                    <a:pt x="6714857" y="261182"/>
                  </a:lnTo>
                  <a:lnTo>
                    <a:pt x="6714857" y="340609"/>
                  </a:lnTo>
                  <a:lnTo>
                    <a:pt x="6541020" y="340609"/>
                  </a:lnTo>
                  <a:close/>
                  <a:moveTo>
                    <a:pt x="6103545" y="261182"/>
                  </a:moveTo>
                  <a:lnTo>
                    <a:pt x="6277302" y="261182"/>
                  </a:lnTo>
                  <a:lnTo>
                    <a:pt x="6277302" y="340609"/>
                  </a:lnTo>
                  <a:lnTo>
                    <a:pt x="6103545" y="340609"/>
                  </a:lnTo>
                  <a:close/>
                  <a:moveTo>
                    <a:pt x="5761961" y="261182"/>
                  </a:moveTo>
                  <a:lnTo>
                    <a:pt x="5851843" y="261182"/>
                  </a:lnTo>
                  <a:lnTo>
                    <a:pt x="5851843" y="340609"/>
                  </a:lnTo>
                  <a:lnTo>
                    <a:pt x="5761961" y="340609"/>
                  </a:lnTo>
                  <a:close/>
                  <a:moveTo>
                    <a:pt x="2103584" y="261182"/>
                  </a:moveTo>
                  <a:lnTo>
                    <a:pt x="2193466" y="261182"/>
                  </a:lnTo>
                  <a:lnTo>
                    <a:pt x="2193466" y="340609"/>
                  </a:lnTo>
                  <a:lnTo>
                    <a:pt x="2103584" y="340609"/>
                  </a:lnTo>
                  <a:close/>
                  <a:moveTo>
                    <a:pt x="1678126" y="261182"/>
                  </a:moveTo>
                  <a:lnTo>
                    <a:pt x="1851883" y="261182"/>
                  </a:lnTo>
                  <a:lnTo>
                    <a:pt x="1851883" y="340609"/>
                  </a:lnTo>
                  <a:lnTo>
                    <a:pt x="1678126" y="340609"/>
                  </a:lnTo>
                  <a:close/>
                  <a:moveTo>
                    <a:pt x="1240570" y="261182"/>
                  </a:moveTo>
                  <a:lnTo>
                    <a:pt x="1414407" y="261182"/>
                  </a:lnTo>
                  <a:lnTo>
                    <a:pt x="1414407" y="340609"/>
                  </a:lnTo>
                  <a:lnTo>
                    <a:pt x="1240570" y="340609"/>
                  </a:lnTo>
                  <a:close/>
                  <a:moveTo>
                    <a:pt x="809024" y="261182"/>
                  </a:moveTo>
                  <a:lnTo>
                    <a:pt x="982862" y="261182"/>
                  </a:lnTo>
                  <a:lnTo>
                    <a:pt x="982862" y="340609"/>
                  </a:lnTo>
                  <a:lnTo>
                    <a:pt x="809024" y="340609"/>
                  </a:lnTo>
                  <a:close/>
                  <a:moveTo>
                    <a:pt x="377555" y="261182"/>
                  </a:moveTo>
                  <a:lnTo>
                    <a:pt x="551394" y="261182"/>
                  </a:lnTo>
                  <a:lnTo>
                    <a:pt x="551394" y="340609"/>
                  </a:lnTo>
                  <a:lnTo>
                    <a:pt x="377555" y="340609"/>
                  </a:lnTo>
                  <a:close/>
                  <a:moveTo>
                    <a:pt x="0" y="261182"/>
                  </a:moveTo>
                  <a:lnTo>
                    <a:pt x="89883" y="261182"/>
                  </a:lnTo>
                  <a:lnTo>
                    <a:pt x="89883" y="340609"/>
                  </a:lnTo>
                  <a:lnTo>
                    <a:pt x="0" y="340609"/>
                  </a:lnTo>
                  <a:close/>
                  <a:moveTo>
                    <a:pt x="7865545" y="130591"/>
                  </a:moveTo>
                  <a:lnTo>
                    <a:pt x="7955427" y="130591"/>
                  </a:lnTo>
                  <a:lnTo>
                    <a:pt x="7955427" y="210018"/>
                  </a:lnTo>
                  <a:lnTo>
                    <a:pt x="7865545" y="210018"/>
                  </a:lnTo>
                  <a:close/>
                  <a:moveTo>
                    <a:pt x="7404037" y="130591"/>
                  </a:moveTo>
                  <a:lnTo>
                    <a:pt x="7577874" y="130591"/>
                  </a:lnTo>
                  <a:lnTo>
                    <a:pt x="7577874" y="210018"/>
                  </a:lnTo>
                  <a:lnTo>
                    <a:pt x="7404037" y="210018"/>
                  </a:lnTo>
                  <a:close/>
                  <a:moveTo>
                    <a:pt x="6972569" y="130591"/>
                  </a:moveTo>
                  <a:lnTo>
                    <a:pt x="7146406" y="130591"/>
                  </a:lnTo>
                  <a:lnTo>
                    <a:pt x="7146406" y="210018"/>
                  </a:lnTo>
                  <a:lnTo>
                    <a:pt x="6972569" y="210018"/>
                  </a:lnTo>
                  <a:close/>
                  <a:moveTo>
                    <a:pt x="6541020" y="130591"/>
                  </a:moveTo>
                  <a:lnTo>
                    <a:pt x="6714857" y="130591"/>
                  </a:lnTo>
                  <a:lnTo>
                    <a:pt x="6714857" y="210018"/>
                  </a:lnTo>
                  <a:lnTo>
                    <a:pt x="6541020" y="210018"/>
                  </a:lnTo>
                  <a:close/>
                  <a:moveTo>
                    <a:pt x="6103545" y="130591"/>
                  </a:moveTo>
                  <a:lnTo>
                    <a:pt x="6277302" y="130591"/>
                  </a:lnTo>
                  <a:lnTo>
                    <a:pt x="6277302" y="210018"/>
                  </a:lnTo>
                  <a:lnTo>
                    <a:pt x="6103545" y="210018"/>
                  </a:lnTo>
                  <a:close/>
                  <a:moveTo>
                    <a:pt x="5761961" y="130591"/>
                  </a:moveTo>
                  <a:lnTo>
                    <a:pt x="5851843" y="130591"/>
                  </a:lnTo>
                  <a:lnTo>
                    <a:pt x="5851843" y="210018"/>
                  </a:lnTo>
                  <a:lnTo>
                    <a:pt x="5761961" y="210018"/>
                  </a:lnTo>
                  <a:close/>
                  <a:moveTo>
                    <a:pt x="2103584" y="130591"/>
                  </a:moveTo>
                  <a:lnTo>
                    <a:pt x="2193466" y="130591"/>
                  </a:lnTo>
                  <a:lnTo>
                    <a:pt x="2193466" y="210018"/>
                  </a:lnTo>
                  <a:lnTo>
                    <a:pt x="2103584" y="210018"/>
                  </a:lnTo>
                  <a:close/>
                  <a:moveTo>
                    <a:pt x="1678126" y="130591"/>
                  </a:moveTo>
                  <a:lnTo>
                    <a:pt x="1851883" y="130591"/>
                  </a:lnTo>
                  <a:lnTo>
                    <a:pt x="1851883" y="210018"/>
                  </a:lnTo>
                  <a:lnTo>
                    <a:pt x="1678126" y="210018"/>
                  </a:lnTo>
                  <a:close/>
                  <a:moveTo>
                    <a:pt x="1240570" y="130591"/>
                  </a:moveTo>
                  <a:lnTo>
                    <a:pt x="1414407" y="130591"/>
                  </a:lnTo>
                  <a:lnTo>
                    <a:pt x="1414407" y="210018"/>
                  </a:lnTo>
                  <a:lnTo>
                    <a:pt x="1240570" y="210018"/>
                  </a:lnTo>
                  <a:close/>
                  <a:moveTo>
                    <a:pt x="809024" y="130591"/>
                  </a:moveTo>
                  <a:lnTo>
                    <a:pt x="982862" y="130591"/>
                  </a:lnTo>
                  <a:lnTo>
                    <a:pt x="982862" y="210018"/>
                  </a:lnTo>
                  <a:lnTo>
                    <a:pt x="809024" y="210018"/>
                  </a:lnTo>
                  <a:close/>
                  <a:moveTo>
                    <a:pt x="377555" y="130591"/>
                  </a:moveTo>
                  <a:lnTo>
                    <a:pt x="551394" y="130591"/>
                  </a:lnTo>
                  <a:lnTo>
                    <a:pt x="551394" y="210018"/>
                  </a:lnTo>
                  <a:lnTo>
                    <a:pt x="377555" y="210018"/>
                  </a:lnTo>
                  <a:close/>
                  <a:moveTo>
                    <a:pt x="0" y="130591"/>
                  </a:moveTo>
                  <a:lnTo>
                    <a:pt x="89883" y="130591"/>
                  </a:lnTo>
                  <a:lnTo>
                    <a:pt x="89883" y="210018"/>
                  </a:lnTo>
                  <a:lnTo>
                    <a:pt x="0" y="210018"/>
                  </a:lnTo>
                  <a:close/>
                  <a:moveTo>
                    <a:pt x="7865545" y="0"/>
                  </a:moveTo>
                  <a:lnTo>
                    <a:pt x="7955427" y="0"/>
                  </a:lnTo>
                  <a:lnTo>
                    <a:pt x="7955427" y="79427"/>
                  </a:lnTo>
                  <a:lnTo>
                    <a:pt x="7865545" y="79427"/>
                  </a:lnTo>
                  <a:close/>
                  <a:moveTo>
                    <a:pt x="7404037" y="0"/>
                  </a:moveTo>
                  <a:lnTo>
                    <a:pt x="7577874" y="0"/>
                  </a:lnTo>
                  <a:lnTo>
                    <a:pt x="7577874" y="79427"/>
                  </a:lnTo>
                  <a:lnTo>
                    <a:pt x="7404037" y="79427"/>
                  </a:lnTo>
                  <a:close/>
                  <a:moveTo>
                    <a:pt x="6972569" y="0"/>
                  </a:moveTo>
                  <a:lnTo>
                    <a:pt x="7146406" y="0"/>
                  </a:lnTo>
                  <a:lnTo>
                    <a:pt x="7146406" y="79427"/>
                  </a:lnTo>
                  <a:lnTo>
                    <a:pt x="6972569" y="79427"/>
                  </a:lnTo>
                  <a:close/>
                  <a:moveTo>
                    <a:pt x="6541020" y="0"/>
                  </a:moveTo>
                  <a:lnTo>
                    <a:pt x="6714857" y="0"/>
                  </a:lnTo>
                  <a:lnTo>
                    <a:pt x="6714857" y="79427"/>
                  </a:lnTo>
                  <a:lnTo>
                    <a:pt x="6541020" y="79427"/>
                  </a:lnTo>
                  <a:close/>
                  <a:moveTo>
                    <a:pt x="6103545" y="0"/>
                  </a:moveTo>
                  <a:lnTo>
                    <a:pt x="6277302" y="0"/>
                  </a:lnTo>
                  <a:lnTo>
                    <a:pt x="6277302" y="79427"/>
                  </a:lnTo>
                  <a:lnTo>
                    <a:pt x="6103545" y="79427"/>
                  </a:lnTo>
                  <a:close/>
                  <a:moveTo>
                    <a:pt x="5761961" y="0"/>
                  </a:moveTo>
                  <a:lnTo>
                    <a:pt x="5851843" y="0"/>
                  </a:lnTo>
                  <a:lnTo>
                    <a:pt x="5851843" y="79427"/>
                  </a:lnTo>
                  <a:lnTo>
                    <a:pt x="5761961" y="79427"/>
                  </a:lnTo>
                  <a:close/>
                  <a:moveTo>
                    <a:pt x="2103584" y="0"/>
                  </a:moveTo>
                  <a:lnTo>
                    <a:pt x="2193466" y="0"/>
                  </a:lnTo>
                  <a:lnTo>
                    <a:pt x="2193466" y="79427"/>
                  </a:lnTo>
                  <a:lnTo>
                    <a:pt x="2103584" y="79427"/>
                  </a:lnTo>
                  <a:close/>
                  <a:moveTo>
                    <a:pt x="1678126" y="0"/>
                  </a:moveTo>
                  <a:lnTo>
                    <a:pt x="1851883" y="0"/>
                  </a:lnTo>
                  <a:lnTo>
                    <a:pt x="1851883" y="79427"/>
                  </a:lnTo>
                  <a:lnTo>
                    <a:pt x="1678126" y="79427"/>
                  </a:lnTo>
                  <a:close/>
                  <a:moveTo>
                    <a:pt x="1240570" y="0"/>
                  </a:moveTo>
                  <a:lnTo>
                    <a:pt x="1414407" y="0"/>
                  </a:lnTo>
                  <a:lnTo>
                    <a:pt x="1414407" y="79427"/>
                  </a:lnTo>
                  <a:lnTo>
                    <a:pt x="1240570" y="79427"/>
                  </a:lnTo>
                  <a:close/>
                  <a:moveTo>
                    <a:pt x="809024" y="0"/>
                  </a:moveTo>
                  <a:lnTo>
                    <a:pt x="982862" y="0"/>
                  </a:lnTo>
                  <a:lnTo>
                    <a:pt x="982862" y="79427"/>
                  </a:lnTo>
                  <a:lnTo>
                    <a:pt x="809024" y="79427"/>
                  </a:lnTo>
                  <a:close/>
                  <a:moveTo>
                    <a:pt x="377555" y="0"/>
                  </a:moveTo>
                  <a:lnTo>
                    <a:pt x="551394" y="0"/>
                  </a:lnTo>
                  <a:lnTo>
                    <a:pt x="551394" y="79427"/>
                  </a:lnTo>
                  <a:lnTo>
                    <a:pt x="377555" y="79427"/>
                  </a:lnTo>
                  <a:close/>
                  <a:moveTo>
                    <a:pt x="0" y="0"/>
                  </a:moveTo>
                  <a:lnTo>
                    <a:pt x="89883" y="0"/>
                  </a:lnTo>
                  <a:lnTo>
                    <a:pt x="89883" y="79427"/>
                  </a:lnTo>
                  <a:lnTo>
                    <a:pt x="0" y="79427"/>
                  </a:lnTo>
                  <a:close/>
                </a:path>
              </a:pathLst>
            </a:custGeom>
            <a:solidFill>
              <a:schemeClr val="accent1">
                <a:alpha val="35000"/>
              </a:schemeClr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  <p:cxnSp>
        <p:nvCxnSpPr>
          <p:cNvPr id="478" name="Straight Connector 1_1"/>
          <p:cNvCxnSpPr/>
          <p:nvPr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1_1"/>
          <p:cNvCxnSpPr/>
          <p:nvPr userDrawn="1"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749863" y="20959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87" name="直接连接符 86"/>
          <p:cNvCxnSpPr/>
          <p:nvPr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"/>
          <p:cNvGrpSpPr/>
          <p:nvPr userDrawn="1"/>
        </p:nvGrpSpPr>
        <p:grpSpPr>
          <a:xfrm>
            <a:off x="0" y="251725"/>
            <a:ext cx="709461" cy="438956"/>
            <a:chOff x="0" y="253622"/>
            <a:chExt cx="709461" cy="438956"/>
          </a:xfrm>
        </p:grpSpPr>
        <p:sp>
          <p:nvSpPr>
            <p:cNvPr id="233" name="任意多边形: 形状 232"/>
            <p:cNvSpPr/>
            <p:nvPr/>
          </p:nvSpPr>
          <p:spPr>
            <a:xfrm rot="16200000">
              <a:off x="166786" y="86836"/>
              <a:ext cx="375890" cy="709461"/>
            </a:xfrm>
            <a:custGeom>
              <a:avLst/>
              <a:gdLst>
                <a:gd name="connsiteX0" fmla="*/ 375890 w 375890"/>
                <a:gd name="connsiteY0" fmla="*/ 709461 h 709461"/>
                <a:gd name="connsiteX1" fmla="*/ 0 w 375890"/>
                <a:gd name="connsiteY1" fmla="*/ 709461 h 709461"/>
                <a:gd name="connsiteX2" fmla="*/ 15790 w 375890"/>
                <a:gd name="connsiteY2" fmla="*/ 0 h 709461"/>
                <a:gd name="connsiteX3" fmla="*/ 360100 w 375890"/>
                <a:gd name="connsiteY3" fmla="*/ 0 h 70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890" h="709461">
                  <a:moveTo>
                    <a:pt x="375890" y="709461"/>
                  </a:moveTo>
                  <a:lnTo>
                    <a:pt x="0" y="709461"/>
                  </a:lnTo>
                  <a:lnTo>
                    <a:pt x="15790" y="0"/>
                  </a:lnTo>
                  <a:lnTo>
                    <a:pt x="360100" y="0"/>
                  </a:lnTo>
                  <a:close/>
                </a:path>
              </a:pathLst>
            </a:custGeom>
            <a:gradFill>
              <a:gsLst>
                <a:gs pos="100000">
                  <a:schemeClr val="accent1"/>
                </a:gs>
                <a:gs pos="0">
                  <a:schemeClr val="accent1">
                    <a:alpha val="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36" name="任意多边形: 形状 235"/>
            <p:cNvSpPr/>
            <p:nvPr/>
          </p:nvSpPr>
          <p:spPr>
            <a:xfrm rot="16200000">
              <a:off x="167124" y="246541"/>
              <a:ext cx="267255" cy="601501"/>
            </a:xfrm>
            <a:custGeom>
              <a:avLst/>
              <a:gdLst>
                <a:gd name="connsiteX0" fmla="*/ 267255 w 267255"/>
                <a:gd name="connsiteY0" fmla="*/ 601501 h 601501"/>
                <a:gd name="connsiteX1" fmla="*/ 0 w 267255"/>
                <a:gd name="connsiteY1" fmla="*/ 601501 h 601501"/>
                <a:gd name="connsiteX2" fmla="*/ 10982 w 267255"/>
                <a:gd name="connsiteY2" fmla="*/ 0 h 601501"/>
                <a:gd name="connsiteX3" fmla="*/ 256273 w 267255"/>
                <a:gd name="connsiteY3" fmla="*/ 0 h 60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601501">
                  <a:moveTo>
                    <a:pt x="267255" y="601501"/>
                  </a:moveTo>
                  <a:lnTo>
                    <a:pt x="0" y="601501"/>
                  </a:lnTo>
                  <a:lnTo>
                    <a:pt x="10982" y="0"/>
                  </a:lnTo>
                  <a:lnTo>
                    <a:pt x="25627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35" name="任意多边形: 形状 234"/>
            <p:cNvSpPr/>
            <p:nvPr/>
          </p:nvSpPr>
          <p:spPr>
            <a:xfrm rot="16200000">
              <a:off x="159256" y="266068"/>
              <a:ext cx="267255" cy="585765"/>
            </a:xfrm>
            <a:custGeom>
              <a:avLst/>
              <a:gdLst>
                <a:gd name="connsiteX0" fmla="*/ 267255 w 267255"/>
                <a:gd name="connsiteY0" fmla="*/ 585765 h 585765"/>
                <a:gd name="connsiteX1" fmla="*/ 0 w 267255"/>
                <a:gd name="connsiteY1" fmla="*/ 585765 h 585765"/>
                <a:gd name="connsiteX2" fmla="*/ 10695 w 267255"/>
                <a:gd name="connsiteY2" fmla="*/ 0 h 585765"/>
                <a:gd name="connsiteX3" fmla="*/ 256560 w 267255"/>
                <a:gd name="connsiteY3" fmla="*/ 0 h 585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585765">
                  <a:moveTo>
                    <a:pt x="267255" y="585765"/>
                  </a:moveTo>
                  <a:lnTo>
                    <a:pt x="0" y="585765"/>
                  </a:lnTo>
                  <a:lnTo>
                    <a:pt x="10695" y="0"/>
                  </a:lnTo>
                  <a:lnTo>
                    <a:pt x="256560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accent5"/>
                </a:gs>
                <a:gs pos="0">
                  <a:schemeClr val="accent5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142" name="组合 141"/>
          <p:cNvGrpSpPr/>
          <p:nvPr/>
        </p:nvGrpSpPr>
        <p:grpSpPr>
          <a:xfrm>
            <a:off x="571944" y="6369324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4" name="组合 14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9" name="任意多边形: 形状 2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45" name="任意多边形: 形状 14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46" name="任意多边形: 形状 14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47" name="组合 14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6" name="任意多边形: 形状 2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8" name="组合 14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9" name="组合 14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4" name="组合 233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9" name="任意多边形: 形状 2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50" name="组合 149"/>
          <p:cNvGrpSpPr>
            <a:grpSpLocks noChangeAspect="1"/>
          </p:cNvGrpSpPr>
          <p:nvPr/>
        </p:nvGrpSpPr>
        <p:grpSpPr>
          <a:xfrm>
            <a:off x="11282400" y="249803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2" name="任意多边形: 形状 151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3" name="任意多边形: 形状 152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4" name="任意多边形: 形状 153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5" name="任意多边形: 形状 154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7" name="任意多边形: 形状 156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8" name="任意多边形: 形状 157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9" name="任意多边形: 形状 158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0" name="任意多边形: 形状 159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1" name="任意多边形: 形状 160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2" name="任意多边形: 形状 161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3" name="任意多边形: 形状 162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4" name="任意多边形: 形状 163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5146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38" name="直接连接符 37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/>
        </p:nvGrpSpPr>
        <p:grpSpPr>
          <a:xfrm>
            <a:off x="637534" y="172579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44" name="矩形 43"/>
            <p:cNvSpPr/>
            <p:nvPr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43" name="矩形 42"/>
            <p:cNvSpPr/>
            <p:nvPr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7" name="任意多边形: 形状 18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8" name="任意多边形: 形状 18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9" name="组合 18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0" name="组合 18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1" name="组合 19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2" name="组合 19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/>
        </p:nvGrpSpPr>
        <p:grpSpPr>
          <a:xfrm>
            <a:off x="9590400" y="197079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47" name="矩形 46"/>
          <p:cNvSpPr/>
          <p:nvPr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1971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38" name="直接连接符 37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grpSp>
        <p:nvGrpSpPr>
          <p:cNvPr id="182" name="组合 181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5" name="任意多边形: 形状 18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6" name="任意多边形: 形状 18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7" name="组合 18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0" name="组合 30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1" name="组合 31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2" name="组合 31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8" name="组合 117"/>
          <p:cNvGrpSpPr>
            <a:grpSpLocks noChangeAspect="1"/>
          </p:cNvGrpSpPr>
          <p:nvPr/>
        </p:nvGrpSpPr>
        <p:grpSpPr>
          <a:xfrm>
            <a:off x="9590400" y="165329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0" name="组合 119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 hasCustomPrompt="1"/>
          </p:nvPr>
        </p:nvSpPr>
        <p:spPr>
          <a:xfrm>
            <a:off x="541539" y="19649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lnSpc>
                <a:spcPct val="100000"/>
              </a:lnSpc>
              <a:defRPr lang="zh-CN" altLang="en-US" sz="2800" b="1" baseline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11" name="文本框 10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sp>
        <p:nvSpPr>
          <p:cNvPr id="140" name="任意多边形: 形状 139"/>
          <p:cNvSpPr/>
          <p:nvPr userDrawn="1"/>
        </p:nvSpPr>
        <p:spPr>
          <a:xfrm>
            <a:off x="9701576" y="215280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75" name="任意多边形: 形状 7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7" name="组合 7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8" name="组合 7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4" Type="http://schemas.openxmlformats.org/officeDocument/2006/relationships/theme" Target="../theme/theme1.xml"/><Relationship Id="rId43" Type="http://schemas.openxmlformats.org/officeDocument/2006/relationships/slideLayout" Target="../slideLayouts/slideLayout43.xml"/><Relationship Id="rId42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1.xml"/><Relationship Id="rId40" Type="http://schemas.openxmlformats.org/officeDocument/2006/relationships/slideLayout" Target="../slideLayouts/slideLayout40.xml"/><Relationship Id="rId4" Type="http://schemas.openxmlformats.org/officeDocument/2006/relationships/slideLayout" Target="../slideLayouts/slideLayout4.xml"/><Relationship Id="rId39" Type="http://schemas.openxmlformats.org/officeDocument/2006/relationships/slideLayout" Target="../slideLayouts/slideLayout39.xml"/><Relationship Id="rId38" Type="http://schemas.openxmlformats.org/officeDocument/2006/relationships/slideLayout" Target="../slideLayouts/slideLayout38.xml"/><Relationship Id="rId37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6.xml"/><Relationship Id="rId35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4.xml"/><Relationship Id="rId33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" Type="http://schemas.openxmlformats.org/officeDocument/2006/relationships/slideLayout" Target="../slideLayouts/slideLayout3.xml"/><Relationship Id="rId29" Type="http://schemas.openxmlformats.org/officeDocument/2006/relationships/slideLayout" Target="../slideLayouts/slideLayout29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0.xml"/><Relationship Id="rId2" Type="http://schemas.openxmlformats.org/officeDocument/2006/relationships/slideLayout" Target="../slideLayouts/slideLayout2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</p:sldLayoutIdLst>
  <p:transition spd="med">
    <p:fade/>
  </p:transition>
  <p:txStyles>
    <p:titleStyle>
      <a:lvl1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2pPr>
      <a:lvl3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3pPr>
      <a:lvl4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4pPr>
      <a:lvl5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5pPr>
      <a:lvl6pPr marL="4572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6pPr>
      <a:lvl7pPr marL="9144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7pPr>
      <a:lvl8pPr marL="13716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8pPr>
      <a:lvl9pPr marL="18288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9pPr>
    </p:titleStyle>
    <p:bodyStyle>
      <a:lvl1pPr marL="228600" indent="-228600" algn="l" rtl="0" eaLnBrk="1" fontAlgn="base" hangingPunct="1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9" Type="http://schemas.openxmlformats.org/officeDocument/2006/relationships/tags" Target="../tags/tag18.xml"/><Relationship Id="rId8" Type="http://schemas.openxmlformats.org/officeDocument/2006/relationships/tags" Target="../tags/tag17.xml"/><Relationship Id="rId7" Type="http://schemas.openxmlformats.org/officeDocument/2006/relationships/tags" Target="../tags/tag16.xml"/><Relationship Id="rId6" Type="http://schemas.openxmlformats.org/officeDocument/2006/relationships/tags" Target="../tags/tag15.xml"/><Relationship Id="rId5" Type="http://schemas.openxmlformats.org/officeDocument/2006/relationships/tags" Target="../tags/tag14.xml"/><Relationship Id="rId4" Type="http://schemas.openxmlformats.org/officeDocument/2006/relationships/tags" Target="../tags/tag13.xml"/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7" Type="http://schemas.openxmlformats.org/officeDocument/2006/relationships/notesSlide" Target="../notesSlides/notesSlide2.xml"/><Relationship Id="rId16" Type="http://schemas.openxmlformats.org/officeDocument/2006/relationships/slideLayout" Target="../slideLayouts/slideLayout23.xml"/><Relationship Id="rId15" Type="http://schemas.openxmlformats.org/officeDocument/2006/relationships/tags" Target="../tags/tag24.xml"/><Relationship Id="rId14" Type="http://schemas.openxmlformats.org/officeDocument/2006/relationships/tags" Target="../tags/tag23.xml"/><Relationship Id="rId13" Type="http://schemas.openxmlformats.org/officeDocument/2006/relationships/tags" Target="../tags/tag22.xml"/><Relationship Id="rId12" Type="http://schemas.openxmlformats.org/officeDocument/2006/relationships/tags" Target="../tags/tag21.xml"/><Relationship Id="rId11" Type="http://schemas.openxmlformats.org/officeDocument/2006/relationships/tags" Target="../tags/tag20.xml"/><Relationship Id="rId10" Type="http://schemas.openxmlformats.org/officeDocument/2006/relationships/tags" Target="../tags/tag19.xml"/><Relationship Id="rId1" Type="http://schemas.openxmlformats.org/officeDocument/2006/relationships/tags" Target="../tags/tag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37.xml"/><Relationship Id="rId1" Type="http://schemas.openxmlformats.org/officeDocument/2006/relationships/image" Target="../media/image16.jpeg"/></Relationships>
</file>

<file path=ppt/slides/_rels/slide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.xml"/><Relationship Id="rId3" Type="http://schemas.openxmlformats.org/officeDocument/2006/relationships/slideLayout" Target="../slideLayouts/slideLayout37.xml"/><Relationship Id="rId2" Type="http://schemas.openxmlformats.org/officeDocument/2006/relationships/image" Target="../media/image18.svg"/><Relationship Id="rId1" Type="http://schemas.openxmlformats.org/officeDocument/2006/relationships/image" Target="../media/image1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7.xml"/></Relationships>
</file>

<file path=ppt/slides/_rels/slide8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8.xml"/><Relationship Id="rId5" Type="http://schemas.openxmlformats.org/officeDocument/2006/relationships/slideLayout" Target="../slideLayouts/slideLayout37.xml"/><Relationship Id="rId4" Type="http://schemas.openxmlformats.org/officeDocument/2006/relationships/image" Target="../media/image21.png"/><Relationship Id="rId3" Type="http://schemas.openxmlformats.org/officeDocument/2006/relationships/hyperlink" Target="https://github.com/RobStride/Product_Information.git" TargetMode="External"/><Relationship Id="rId2" Type="http://schemas.openxmlformats.org/officeDocument/2006/relationships/image" Target="../media/image20.png"/><Relationship Id="rId1" Type="http://schemas.openxmlformats.org/officeDocument/2006/relationships/image" Target="../media/image1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37.xml"/><Relationship Id="rId1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占位符 4"/>
          <p:cNvSpPr>
            <a:spLocks noGrp="1"/>
          </p:cNvSpPr>
          <p:nvPr>
            <p:ph type="body" sz="quarter" idx="12"/>
          </p:nvPr>
        </p:nvSpPr>
        <p:spPr>
          <a:xfrm>
            <a:off x="3549208" y="4270263"/>
            <a:ext cx="7287114" cy="1578523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汇报人：杨宸涵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导　师：孙中奇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fld id="{557380AF-A950-485A-9126-2F7168CD3CCC}" type="datetime1">
              <a:rPr lang="zh-CN" altLang="en-US" smtClean="0"/>
            </a:fld>
            <a:endParaRPr lang="zh-CN" altLang="en-US" dirty="0"/>
          </a:p>
        </p:txBody>
      </p:sp>
      <p:sp>
        <p:nvSpPr>
          <p:cNvPr id="20" name="文本占位符 27"/>
          <p:cNvSpPr>
            <a:spLocks noGrp="1"/>
          </p:cNvSpPr>
          <p:nvPr>
            <p:ph type="body" sz="quarter" idx="13"/>
          </p:nvPr>
        </p:nvSpPr>
        <p:spPr>
          <a:xfrm>
            <a:off x="3549208" y="1484311"/>
            <a:ext cx="7287114" cy="2386807"/>
          </a:xfrm>
        </p:spPr>
        <p:txBody>
          <a:bodyPr anchor="ctr" anchorCtr="0">
            <a:normAutofit fontScale="90000"/>
          </a:bodyPr>
          <a:lstStyle/>
          <a:p>
            <a:pPr>
              <a:lnSpc>
                <a:spcPct val="150000"/>
              </a:lnSpc>
            </a:pPr>
            <a:r>
              <a:rPr lang="en-US" sz="6700" b="1" dirty="0">
                <a:solidFill>
                  <a:schemeClr val="tx1"/>
                </a:solidFill>
                <a:latin typeface="+mn-ea"/>
                <a:ea typeface="+mn-ea"/>
              </a:rPr>
              <a:t>PICO-Humanoid</a:t>
            </a:r>
            <a:endParaRPr lang="en-US" sz="6700" b="1" dirty="0">
              <a:solidFill>
                <a:schemeClr val="tx1"/>
              </a:solidFill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4000" b="1" dirty="0">
                <a:solidFill>
                  <a:schemeClr val="bg1">
                    <a:lumMod val="50000"/>
                  </a:schemeClr>
                </a:solidFill>
                <a:latin typeface="+mn-ea"/>
                <a:ea typeface="+mn-ea"/>
              </a:rPr>
              <a:t>自建人形机器人科研实验平台</a:t>
            </a:r>
            <a:endParaRPr lang="zh-CN" altLang="en-US" sz="4000" b="1" dirty="0">
              <a:solidFill>
                <a:schemeClr val="bg1">
                  <a:lumMod val="50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21" name="直接连接符 20"/>
          <p:cNvCxnSpPr/>
          <p:nvPr/>
        </p:nvCxnSpPr>
        <p:spPr>
          <a:xfrm>
            <a:off x="3549208" y="4010868"/>
            <a:ext cx="7287114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>
            <p:custDataLst>
              <p:tags r:id="rId1"/>
            </p:custDataLst>
          </p:nvPr>
        </p:nvGrpSpPr>
        <p:grpSpPr>
          <a:xfrm>
            <a:off x="6135847" y="2924237"/>
            <a:ext cx="5844097" cy="511814"/>
            <a:chOff x="5181690" y="2820871"/>
            <a:chExt cx="6290318" cy="550893"/>
          </a:xfrm>
        </p:grpSpPr>
        <p:sp>
          <p:nvSpPr>
            <p:cNvPr id="4" name="椭圆 3"/>
            <p:cNvSpPr/>
            <p:nvPr>
              <p:custDataLst>
                <p:tags r:id="rId2"/>
              </p:custDataLst>
            </p:nvPr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1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>
              <p:custDataLst>
                <p:tags r:id="rId3"/>
              </p:custDataLst>
            </p:nvPr>
          </p:nvSpPr>
          <p:spPr>
            <a:xfrm>
              <a:off x="6025662" y="2880873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研究背景与目的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18" name="组合 17"/>
          <p:cNvGrpSpPr/>
          <p:nvPr>
            <p:custDataLst>
              <p:tags r:id="rId4"/>
            </p:custDataLst>
          </p:nvPr>
        </p:nvGrpSpPr>
        <p:grpSpPr>
          <a:xfrm>
            <a:off x="6137763" y="3642259"/>
            <a:ext cx="5844097" cy="511814"/>
            <a:chOff x="5181690" y="3693789"/>
            <a:chExt cx="6290318" cy="550893"/>
          </a:xfrm>
        </p:grpSpPr>
        <p:sp>
          <p:nvSpPr>
            <p:cNvPr id="5" name="椭圆 4"/>
            <p:cNvSpPr/>
            <p:nvPr>
              <p:custDataLst>
                <p:tags r:id="rId5"/>
              </p:custDataLst>
            </p:nvPr>
          </p:nvSpPr>
          <p:spPr>
            <a:xfrm>
              <a:off x="5181690" y="3693789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2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10" name="文本框 9"/>
            <p:cNvSpPr txBox="1"/>
            <p:nvPr>
              <p:custDataLst>
                <p:tags r:id="rId6"/>
              </p:custDataLst>
            </p:nvPr>
          </p:nvSpPr>
          <p:spPr>
            <a:xfrm>
              <a:off x="6025662" y="374836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研究内容与方法</a:t>
              </a:r>
              <a:endParaRPr lang="zh-CN" altLang="en-US" sz="2400" b="1" spc="300" dirty="0">
                <a:latin typeface="+mj-ea"/>
                <a:ea typeface="+mj-ea"/>
              </a:endParaRPr>
            </a:p>
          </p:txBody>
        </p:sp>
      </p:grpSp>
      <p:grpSp>
        <p:nvGrpSpPr>
          <p:cNvPr id="17" name="组合 16"/>
          <p:cNvGrpSpPr/>
          <p:nvPr>
            <p:custDataLst>
              <p:tags r:id="rId7"/>
            </p:custDataLst>
          </p:nvPr>
        </p:nvGrpSpPr>
        <p:grpSpPr>
          <a:xfrm>
            <a:off x="6135847" y="4361345"/>
            <a:ext cx="5853574" cy="511814"/>
            <a:chOff x="5184190" y="4548742"/>
            <a:chExt cx="6300518" cy="550893"/>
          </a:xfrm>
        </p:grpSpPr>
        <p:sp>
          <p:nvSpPr>
            <p:cNvPr id="6" name="椭圆 5"/>
            <p:cNvSpPr/>
            <p:nvPr>
              <p:custDataLst>
                <p:tags r:id="rId8"/>
              </p:custDataLst>
            </p:nvPr>
          </p:nvSpPr>
          <p:spPr>
            <a:xfrm>
              <a:off x="5184190" y="4548742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3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12" name="文本框 11"/>
            <p:cNvSpPr txBox="1"/>
            <p:nvPr>
              <p:custDataLst>
                <p:tags r:id="rId9"/>
              </p:custDataLst>
            </p:nvPr>
          </p:nvSpPr>
          <p:spPr>
            <a:xfrm>
              <a:off x="6025662" y="4608744"/>
              <a:ext cx="54590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实验结果与分析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16" name="组合 15"/>
          <p:cNvGrpSpPr/>
          <p:nvPr>
            <p:custDataLst>
              <p:tags r:id="rId10"/>
            </p:custDataLst>
          </p:nvPr>
        </p:nvGrpSpPr>
        <p:grpSpPr>
          <a:xfrm>
            <a:off x="6135847" y="5077767"/>
            <a:ext cx="5844097" cy="511814"/>
            <a:chOff x="5181690" y="5404127"/>
            <a:chExt cx="6290318" cy="550893"/>
          </a:xfrm>
        </p:grpSpPr>
        <p:sp>
          <p:nvSpPr>
            <p:cNvPr id="7" name="椭圆 6"/>
            <p:cNvSpPr/>
            <p:nvPr>
              <p:custDataLst>
                <p:tags r:id="rId11"/>
              </p:custDataLst>
            </p:nvPr>
          </p:nvSpPr>
          <p:spPr>
            <a:xfrm>
              <a:off x="5181690" y="5404127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4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14" name="文本框 13"/>
            <p:cNvSpPr txBox="1"/>
            <p:nvPr>
              <p:custDataLst>
                <p:tags r:id="rId12"/>
              </p:custDataLst>
            </p:nvPr>
          </p:nvSpPr>
          <p:spPr>
            <a:xfrm>
              <a:off x="6025662" y="546911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问题与讨论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20" name="组合 19"/>
          <p:cNvGrpSpPr/>
          <p:nvPr>
            <p:custDataLst>
              <p:tags r:id="rId13"/>
            </p:custDataLst>
          </p:nvPr>
        </p:nvGrpSpPr>
        <p:grpSpPr>
          <a:xfrm>
            <a:off x="6135847" y="5794189"/>
            <a:ext cx="5844097" cy="511814"/>
            <a:chOff x="5181690" y="5404127"/>
            <a:chExt cx="6290318" cy="550893"/>
          </a:xfrm>
        </p:grpSpPr>
        <p:sp>
          <p:nvSpPr>
            <p:cNvPr id="21" name="椭圆 20"/>
            <p:cNvSpPr/>
            <p:nvPr>
              <p:custDataLst>
                <p:tags r:id="rId14"/>
              </p:custDataLst>
            </p:nvPr>
          </p:nvSpPr>
          <p:spPr>
            <a:xfrm>
              <a:off x="5181690" y="5404127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5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2" name="文本框 21"/>
            <p:cNvSpPr txBox="1"/>
            <p:nvPr>
              <p:custDataLst>
                <p:tags r:id="rId15"/>
              </p:custDataLst>
            </p:nvPr>
          </p:nvSpPr>
          <p:spPr>
            <a:xfrm>
              <a:off x="6025662" y="546911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总结与展望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sp>
        <p:nvSpPr>
          <p:cNvPr id="23" name="文本占位符 5"/>
          <p:cNvSpPr txBox="1"/>
          <p:nvPr/>
        </p:nvSpPr>
        <p:spPr>
          <a:xfrm>
            <a:off x="1678166" y="3775845"/>
            <a:ext cx="2762739" cy="914398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 typeface="Arial" panose="020B0604020202020204" pitchFamily="34" charset="0"/>
              <a:buNone/>
              <a:defRPr sz="6000" b="1" kern="120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dirty="0"/>
              <a:t>目录</a:t>
            </a:r>
            <a:endParaRPr lang="zh-CN" altLang="en-US" dirty="0"/>
          </a:p>
        </p:txBody>
      </p:sp>
      <p:sp>
        <p:nvSpPr>
          <p:cNvPr id="24" name="文本占位符 8"/>
          <p:cNvSpPr txBox="1"/>
          <p:nvPr/>
        </p:nvSpPr>
        <p:spPr>
          <a:xfrm>
            <a:off x="2063073" y="4793977"/>
            <a:ext cx="1992924" cy="36085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Tx/>
              <a:buNone/>
              <a:defRPr sz="2000" b="0" kern="1200" baseline="0">
                <a:solidFill>
                  <a:schemeClr val="accent2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dirty="0">
                <a:solidFill>
                  <a:schemeClr val="tx2"/>
                </a:solidFill>
                <a:latin typeface="微软雅黑" panose="020B0503020204020204" charset="-122"/>
                <a:ea typeface="微软雅黑" panose="020B0503020204020204" charset="-122"/>
              </a:rPr>
              <a:t>CONTENTS</a:t>
            </a:r>
            <a:endParaRPr lang="zh-CN" altLang="en-US" dirty="0">
              <a:solidFill>
                <a:schemeClr val="tx2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2767873" y="5369423"/>
            <a:ext cx="583324" cy="6179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ransition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5895348" cy="782043"/>
            <a:chOff x="5181690" y="2820871"/>
            <a:chExt cx="4152849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1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782883" y="2888415"/>
              <a:ext cx="3551656" cy="39005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zh-CN" altLang="en-US" sz="3600" b="1" spc="300" dirty="0">
                  <a:latin typeface="+mj-ea"/>
                  <a:ea typeface="+mj-ea"/>
                </a:rPr>
                <a:t>为什么自建机器人？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/>
        </p:nvSpPr>
        <p:spPr>
          <a:xfrm>
            <a:off x="7606030" y="1026795"/>
            <a:ext cx="4380865" cy="331406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65100" sx="101000" sy="101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77850" y="211094"/>
            <a:ext cx="8643848" cy="521970"/>
          </a:xfrm>
        </p:spPr>
        <p:txBody>
          <a:bodyPr/>
          <a:lstStyle/>
          <a:p>
            <a:r>
              <a:rPr lang="en-US" altLang="zh-CN" dirty="0"/>
              <a:t>1 </a:t>
            </a:r>
            <a:r>
              <a:rPr spc="300" dirty="0">
                <a:latin typeface="+mj-ea"/>
                <a:ea typeface="+mj-ea"/>
                <a:sym typeface="+mn-ea"/>
              </a:rPr>
              <a:t>为什么自建机器人？</a:t>
            </a:r>
            <a:endParaRPr lang="en-US" altLang="zh-CN" dirty="0"/>
          </a:p>
        </p:txBody>
      </p:sp>
      <p:sp>
        <p:nvSpPr>
          <p:cNvPr id="3" name="矩形 2"/>
          <p:cNvSpPr/>
          <p:nvPr/>
        </p:nvSpPr>
        <p:spPr>
          <a:xfrm>
            <a:off x="227330" y="1026795"/>
            <a:ext cx="7081520" cy="50038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65100" sx="101000" sy="101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706755" y="1180465"/>
            <a:ext cx="5590540" cy="6394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3200" b="1" spc="300" dirty="0">
                <a:solidFill>
                  <a:schemeClr val="tx2"/>
                </a:solidFill>
                <a:latin typeface="微软雅黑" panose="020B0503020204020204" charset="-122"/>
                <a:ea typeface="微软雅黑" panose="020B0503020204020204" charset="-122"/>
              </a:rPr>
              <a:t>成熟开源平台的优势与局限</a:t>
            </a:r>
            <a:endParaRPr lang="en-US" altLang="zh-CN" sz="3200" b="1" spc="300" dirty="0">
              <a:solidFill>
                <a:schemeClr val="tx2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725170" y="2150745"/>
            <a:ext cx="3283585" cy="37134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b="1" spc="300" dirty="0">
                <a:solidFill>
                  <a:schemeClr val="accent1"/>
                </a:solidFill>
              </a:rPr>
              <a:t>优势：</a:t>
            </a:r>
            <a:endParaRPr lang="zh-CN" altLang="en-US" b="1" spc="300" dirty="0">
              <a:solidFill>
                <a:schemeClr val="accent1"/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1">
                    <a:lumMod val="75000"/>
                  </a:schemeClr>
                </a:solidFill>
              </a:rPr>
              <a:t>生态完善，资源丰富</a:t>
            </a:r>
            <a:endParaRPr lang="zh-CN" altLang="en-US" spc="300" dirty="0">
              <a:solidFill>
                <a:schemeClr val="accent1">
                  <a:lumMod val="75000"/>
                </a:schemeClr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1">
                    <a:lumMod val="75000"/>
                  </a:schemeClr>
                </a:solidFill>
              </a:rPr>
              <a:t>运行可靠，性能成熟</a:t>
            </a:r>
            <a:endParaRPr lang="zh-CN" altLang="en-US" spc="300" dirty="0">
              <a:solidFill>
                <a:schemeClr val="accent1">
                  <a:lumMod val="75000"/>
                </a:schemeClr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1">
                    <a:lumMod val="75000"/>
                  </a:schemeClr>
                </a:solidFill>
              </a:rPr>
              <a:t>标准统一，行业通用</a:t>
            </a:r>
            <a:endParaRPr lang="zh-CN" altLang="en-US" spc="300" dirty="0">
              <a:solidFill>
                <a:schemeClr val="accent1">
                  <a:lumMod val="75000"/>
                </a:schemeClr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1">
                    <a:lumMod val="75000"/>
                  </a:schemeClr>
                </a:solidFill>
              </a:rPr>
              <a:t>开发高效，复现性强</a:t>
            </a:r>
            <a:endParaRPr lang="zh-CN" altLang="en-US" spc="300" dirty="0">
              <a:solidFill>
                <a:schemeClr val="accent1">
                  <a:lumMod val="75000"/>
                </a:schemeClr>
              </a:solidFill>
            </a:endParaRPr>
          </a:p>
          <a:p>
            <a:pPr algn="just" eaLnBrk="1" hangingPunct="1">
              <a:lnSpc>
                <a:spcPct val="130000"/>
              </a:lnSpc>
            </a:pPr>
            <a:r>
              <a:rPr lang="zh-CN" altLang="en-US" b="1" spc="300" dirty="0">
                <a:solidFill>
                  <a:schemeClr val="accent4"/>
                </a:solidFill>
              </a:rPr>
              <a:t>局限：</a:t>
            </a:r>
            <a:endParaRPr lang="zh-CN" altLang="en-US" b="1" spc="300" dirty="0">
              <a:solidFill>
                <a:schemeClr val="accent4"/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5"/>
                </a:solidFill>
              </a:rPr>
              <a:t>底层闭源，技术依赖</a:t>
            </a:r>
            <a:endParaRPr lang="zh-CN" altLang="en-US" spc="300" dirty="0">
              <a:solidFill>
                <a:schemeClr val="accent5"/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5"/>
                </a:solidFill>
              </a:rPr>
              <a:t>结构固化，自由受限</a:t>
            </a:r>
            <a:endParaRPr lang="zh-CN" altLang="en-US" spc="300" dirty="0">
              <a:solidFill>
                <a:schemeClr val="accent5"/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5"/>
                </a:solidFill>
                <a:sym typeface="+mn-ea"/>
              </a:rPr>
              <a:t>品牌印象，</a:t>
            </a:r>
            <a:r>
              <a:rPr lang="zh-CN" altLang="en-US" spc="300" dirty="0">
                <a:solidFill>
                  <a:schemeClr val="accent5"/>
                </a:solidFill>
              </a:rPr>
              <a:t>千篇一律</a:t>
            </a:r>
            <a:endParaRPr lang="zh-CN" altLang="en-US" spc="300" dirty="0">
              <a:solidFill>
                <a:schemeClr val="accent5"/>
              </a:solidFill>
            </a:endParaRPr>
          </a:p>
          <a:p>
            <a:pPr marL="742950" lvl="1" indent="-285750" algn="just" eaLnBrk="1" hangingPunct="1">
              <a:lnSpc>
                <a:spcPct val="130000"/>
              </a:lnSpc>
              <a:buFont typeface="Wingdings" panose="05000000000000000000" charset="0"/>
              <a:buChar char="n"/>
            </a:pPr>
            <a:r>
              <a:rPr lang="zh-CN" altLang="en-US" spc="300" dirty="0">
                <a:solidFill>
                  <a:schemeClr val="accent5"/>
                </a:solidFill>
              </a:rPr>
              <a:t>能力混同，成果弱化</a:t>
            </a:r>
            <a:endParaRPr lang="zh-CN" altLang="en-US" spc="300" dirty="0">
              <a:solidFill>
                <a:schemeClr val="accent5"/>
              </a:solidFill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688975" y="1985010"/>
            <a:ext cx="6340475" cy="0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图片 7"/>
          <p:cNvPicPr/>
          <p:nvPr/>
        </p:nvPicPr>
        <p:blipFill>
          <a:blip r:embed="rId1"/>
          <a:srcRect l="30509" r="26423"/>
          <a:stretch>
            <a:fillRect/>
          </a:stretch>
        </p:blipFill>
        <p:spPr>
          <a:xfrm>
            <a:off x="4385945" y="2150110"/>
            <a:ext cx="2565400" cy="3740150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8057833" y="1123315"/>
            <a:ext cx="3477260" cy="47942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400" b="1" spc="300" dirty="0">
                <a:solidFill>
                  <a:schemeClr val="tx2"/>
                </a:solidFill>
                <a:latin typeface="微软雅黑" panose="020B0503020204020204" charset="-122"/>
                <a:ea typeface="微软雅黑" panose="020B0503020204020204" charset="-122"/>
              </a:rPr>
              <a:t>自建平台带来的好处</a:t>
            </a:r>
            <a:endParaRPr lang="zh-CN" altLang="en-US" sz="2400" b="1" spc="300" dirty="0">
              <a:solidFill>
                <a:schemeClr val="tx2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7764463" y="1553210"/>
            <a:ext cx="4064000" cy="260731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285750" indent="-285750" algn="ctr">
              <a:lnSpc>
                <a:spcPct val="180000"/>
              </a:lnSpc>
              <a:buFont typeface="Wingdings" panose="05000000000000000000" charset="0"/>
              <a:buChar char="l"/>
            </a:pPr>
            <a:r>
              <a:rPr lang="zh-CN" altLang="en-US"/>
              <a:t>技术自主可控程度更高</a:t>
            </a:r>
            <a:endParaRPr lang="zh-CN" altLang="en-US"/>
          </a:p>
          <a:p>
            <a:pPr marL="285750" indent="-285750" algn="ctr">
              <a:lnSpc>
                <a:spcPct val="180000"/>
              </a:lnSpc>
              <a:buFont typeface="Wingdings" panose="05000000000000000000" charset="0"/>
              <a:buChar char="l"/>
            </a:pPr>
            <a:r>
              <a:rPr lang="zh-CN" altLang="en-US">
                <a:sym typeface="+mn-ea"/>
              </a:rPr>
              <a:t>机器人参数调整更灵活</a:t>
            </a:r>
            <a:endParaRPr lang="zh-CN" altLang="en-US"/>
          </a:p>
          <a:p>
            <a:pPr marL="285750" indent="-285750" algn="ctr">
              <a:lnSpc>
                <a:spcPct val="180000"/>
              </a:lnSpc>
              <a:buFont typeface="Wingdings" panose="05000000000000000000" charset="0"/>
              <a:buChar char="l"/>
            </a:pPr>
            <a:r>
              <a:rPr lang="zh-CN" altLang="en-US"/>
              <a:t>服务于非标准科研实验</a:t>
            </a:r>
            <a:endParaRPr lang="zh-CN" altLang="en-US"/>
          </a:p>
          <a:p>
            <a:pPr marL="285750" indent="-285750" algn="ctr">
              <a:lnSpc>
                <a:spcPct val="180000"/>
              </a:lnSpc>
              <a:buFont typeface="Wingdings" panose="05000000000000000000" charset="0"/>
              <a:buChar char="l"/>
            </a:pPr>
            <a:r>
              <a:rPr lang="zh-CN" altLang="en-US"/>
              <a:t>提供更有力的实验案例</a:t>
            </a:r>
            <a:endParaRPr lang="zh-CN" altLang="en-US"/>
          </a:p>
          <a:p>
            <a:pPr marL="285750" indent="-285750" algn="ctr">
              <a:lnSpc>
                <a:spcPct val="180000"/>
              </a:lnSpc>
              <a:buFont typeface="Wingdings" panose="05000000000000000000" charset="0"/>
              <a:buChar char="l"/>
            </a:pPr>
            <a:r>
              <a:rPr lang="zh-CN" altLang="en-US">
                <a:sym typeface="+mn-ea"/>
              </a:rPr>
              <a:t>支持团队特色品牌建设</a:t>
            </a:r>
            <a:endParaRPr lang="zh-CN" altLang="en-US"/>
          </a:p>
        </p:txBody>
      </p:sp>
      <p:sp>
        <p:nvSpPr>
          <p:cNvPr id="13" name="直角双向箭头 12"/>
          <p:cNvSpPr/>
          <p:nvPr/>
        </p:nvSpPr>
        <p:spPr>
          <a:xfrm>
            <a:off x="6951345" y="4340225"/>
            <a:ext cx="1932305" cy="1524000"/>
          </a:xfrm>
          <a:prstGeom prst="leftUpArrow">
            <a:avLst>
              <a:gd name="adj1" fmla="val 25000"/>
              <a:gd name="adj2" fmla="val 25000"/>
              <a:gd name="adj3" fmla="val 29030"/>
            </a:avLst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4" name="文本框 13"/>
          <p:cNvSpPr txBox="1"/>
          <p:nvPr/>
        </p:nvSpPr>
        <p:spPr>
          <a:xfrm>
            <a:off x="7726680" y="5293360"/>
            <a:ext cx="6915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b="1">
                <a:solidFill>
                  <a:schemeClr val="bg1"/>
                </a:solidFill>
              </a:rPr>
              <a:t>互补</a:t>
            </a:r>
            <a:endParaRPr lang="zh-CN" altLang="en-US" b="1">
              <a:solidFill>
                <a:schemeClr val="bg1"/>
              </a:solidFill>
            </a:endParaRPr>
          </a:p>
        </p:txBody>
      </p:sp>
      <p:sp>
        <p:nvSpPr>
          <p:cNvPr id="15" name="圆角矩形 14"/>
          <p:cNvSpPr/>
          <p:nvPr/>
        </p:nvSpPr>
        <p:spPr>
          <a:xfrm>
            <a:off x="9366885" y="4489450"/>
            <a:ext cx="2168525" cy="1661160"/>
          </a:xfrm>
          <a:prstGeom prst="roundRect">
            <a:avLst/>
          </a:prstGeom>
          <a:solidFill>
            <a:schemeClr val="bg1"/>
          </a:solidFill>
          <a:ln w="38100"/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>
              <a:lnSpc>
                <a:spcPct val="14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b="1">
                <a:solidFill>
                  <a:schemeClr val="accent2"/>
                </a:solidFill>
                <a:highlight>
                  <a:srgbClr val="FFFF00"/>
                </a:highlight>
              </a:rPr>
              <a:t>深层运控</a:t>
            </a:r>
            <a:r>
              <a:rPr lang="zh-CN" b="1">
                <a:solidFill>
                  <a:schemeClr val="accent2"/>
                </a:solidFill>
              </a:rPr>
              <a:t>能力</a:t>
            </a:r>
            <a:endParaRPr lang="zh-CN" b="1">
              <a:solidFill>
                <a:schemeClr val="accent2"/>
              </a:solidFill>
            </a:endParaRPr>
          </a:p>
          <a:p>
            <a:pPr algn="ctr">
              <a:lnSpc>
                <a:spcPct val="14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b="1">
                <a:solidFill>
                  <a:schemeClr val="accent2"/>
                </a:solidFill>
                <a:highlight>
                  <a:srgbClr val="FFFF00"/>
                </a:highlight>
              </a:rPr>
              <a:t>跨机泛化</a:t>
            </a:r>
            <a:r>
              <a:rPr lang="zh-CN" b="1">
                <a:solidFill>
                  <a:schemeClr val="accent2"/>
                </a:solidFill>
              </a:rPr>
              <a:t>能力</a:t>
            </a:r>
            <a:endParaRPr lang="zh-CN" b="1">
              <a:solidFill>
                <a:schemeClr val="accent2"/>
              </a:solidFill>
            </a:endParaRPr>
          </a:p>
          <a:p>
            <a:pPr algn="ctr">
              <a:lnSpc>
                <a:spcPct val="14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b="1">
                <a:solidFill>
                  <a:schemeClr val="accent2"/>
                </a:solidFill>
                <a:highlight>
                  <a:srgbClr val="FFFF00"/>
                </a:highlight>
              </a:rPr>
              <a:t>交叉验证</a:t>
            </a:r>
            <a:r>
              <a:rPr lang="zh-CN" altLang="en-US" b="1">
                <a:solidFill>
                  <a:schemeClr val="accent2"/>
                </a:solidFill>
              </a:rPr>
              <a:t>能力</a:t>
            </a:r>
            <a:endParaRPr lang="zh-CN" altLang="en-US" b="1">
              <a:solidFill>
                <a:schemeClr val="accent2"/>
              </a:solidFill>
            </a:endParaRPr>
          </a:p>
          <a:p>
            <a:pPr algn="ctr">
              <a:lnSpc>
                <a:spcPct val="14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b="1">
                <a:solidFill>
                  <a:schemeClr val="accent2"/>
                </a:solidFill>
                <a:highlight>
                  <a:srgbClr val="FFFF00"/>
                </a:highlight>
              </a:rPr>
              <a:t>自主创新</a:t>
            </a:r>
            <a:r>
              <a:rPr lang="zh-CN" altLang="en-US" b="1">
                <a:solidFill>
                  <a:schemeClr val="accent2"/>
                </a:solidFill>
              </a:rPr>
              <a:t>能力</a:t>
            </a:r>
            <a:endParaRPr lang="zh-CN" altLang="en-US" b="1">
              <a:solidFill>
                <a:schemeClr val="accent2"/>
              </a:solidFill>
            </a:endParaRPr>
          </a:p>
        </p:txBody>
      </p:sp>
    </p:spTree>
  </p:cSld>
  <p:clrMapOvr>
    <a:masterClrMapping/>
  </p:clrMapOvr>
  <p:transition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77850" y="211094"/>
            <a:ext cx="8643848" cy="521970"/>
          </a:xfrm>
        </p:spPr>
        <p:txBody>
          <a:bodyPr/>
          <a:lstStyle/>
          <a:p>
            <a:r>
              <a:rPr lang="en-US" altLang="zh-CN" dirty="0"/>
              <a:t>1 </a:t>
            </a:r>
            <a:r>
              <a:rPr spc="300" dirty="0">
                <a:latin typeface="+mj-ea"/>
                <a:ea typeface="+mj-ea"/>
                <a:sym typeface="+mn-ea"/>
              </a:rPr>
              <a:t>为什么自建机器人？</a:t>
            </a:r>
            <a:endParaRPr lang="en-US" altLang="zh-CN" dirty="0"/>
          </a:p>
        </p:txBody>
      </p:sp>
      <p:sp>
        <p:nvSpPr>
          <p:cNvPr id="3" name="矩形 2"/>
          <p:cNvSpPr/>
          <p:nvPr/>
        </p:nvSpPr>
        <p:spPr>
          <a:xfrm>
            <a:off x="871220" y="1619250"/>
            <a:ext cx="10598150" cy="461391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65100" sx="101000" sy="101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>
                <a:sym typeface="+mn-ea"/>
              </a:rPr>
              <a:t>完全自研方案</a:t>
            </a:r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558165" y="833120"/>
            <a:ext cx="5590540" cy="55943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tx2"/>
                </a:solidFill>
                <a:latin typeface="微软雅黑" panose="020B0503020204020204" charset="-122"/>
                <a:ea typeface="微软雅黑" panose="020B0503020204020204" charset="-122"/>
              </a:rPr>
              <a:t>自建机器人的难度与成本</a:t>
            </a:r>
            <a:endParaRPr lang="zh-CN" altLang="en-US" sz="2800" b="1" spc="300" dirty="0">
              <a:solidFill>
                <a:schemeClr val="tx2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446405" y="1492885"/>
            <a:ext cx="4653915" cy="0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8243570" y="5737860"/>
            <a:ext cx="6915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b="1">
                <a:solidFill>
                  <a:schemeClr val="bg1"/>
                </a:solidFill>
              </a:rPr>
              <a:t>互补</a:t>
            </a:r>
            <a:endParaRPr lang="zh-CN" altLang="en-US" b="1">
              <a:solidFill>
                <a:schemeClr val="bg1"/>
              </a:solidFill>
            </a:endParaRPr>
          </a:p>
        </p:txBody>
      </p:sp>
      <p:sp>
        <p:nvSpPr>
          <p:cNvPr id="9" name="下箭头 8"/>
          <p:cNvSpPr/>
          <p:nvPr/>
        </p:nvSpPr>
        <p:spPr>
          <a:xfrm>
            <a:off x="907415" y="2457450"/>
            <a:ext cx="692150" cy="3723005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vert="eaVert" rtlCol="0" anchor="ctr"/>
          <a:p>
            <a:pPr algn="ctr"/>
            <a:r>
              <a:rPr lang="zh-CN" altLang="en-US" b="1"/>
              <a:t>难度</a:t>
            </a:r>
            <a:endParaRPr lang="zh-CN" altLang="en-US" b="1"/>
          </a:p>
        </p:txBody>
      </p:sp>
      <p:sp>
        <p:nvSpPr>
          <p:cNvPr id="17" name="上箭头 16"/>
          <p:cNvSpPr/>
          <p:nvPr/>
        </p:nvSpPr>
        <p:spPr>
          <a:xfrm>
            <a:off x="1342390" y="2022475"/>
            <a:ext cx="690880" cy="3717925"/>
          </a:xfrm>
          <a:prstGeom prst="upArrow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成本</a:t>
            </a:r>
            <a:endParaRPr lang="zh-CN" altLang="en-US" b="1"/>
          </a:p>
        </p:txBody>
      </p:sp>
      <p:sp>
        <p:nvSpPr>
          <p:cNvPr id="18" name="文本框 17"/>
          <p:cNvSpPr txBox="1"/>
          <p:nvPr/>
        </p:nvSpPr>
        <p:spPr>
          <a:xfrm>
            <a:off x="2088515" y="2260600"/>
            <a:ext cx="9084310" cy="3505200"/>
          </a:xfrm>
          <a:prstGeom prst="rect">
            <a:avLst/>
          </a:prstGeom>
          <a:noFill/>
          <a:ln w="28575">
            <a:solidFill>
              <a:schemeClr val="accent1"/>
            </a:solidFill>
            <a:prstDash val="dash"/>
          </a:ln>
        </p:spPr>
        <p:txBody>
          <a:bodyPr wrap="square" rtlCol="0">
            <a:noAutofit/>
          </a:bodyPr>
          <a:p>
            <a:r>
              <a:rPr lang="zh-CN" altLang="en-US" sz="2400" b="1">
                <a:solidFill>
                  <a:schemeClr val="accent2"/>
                </a:solidFill>
              </a:rPr>
              <a:t>折中方案</a:t>
            </a:r>
            <a:endParaRPr lang="zh-CN" altLang="en-US" sz="2400" b="1"/>
          </a:p>
          <a:p>
            <a:pPr indent="457200"/>
            <a:r>
              <a:rPr lang="zh-CN" altLang="en-US" sz="2000" b="1">
                <a:solidFill>
                  <a:srgbClr val="0070C0"/>
                </a:solidFill>
              </a:rPr>
              <a:t>机械层：</a:t>
            </a:r>
            <a:endParaRPr lang="zh-CN" altLang="en-US" sz="2000" b="1">
              <a:solidFill>
                <a:srgbClr val="0070C0"/>
              </a:solidFill>
            </a:endParaRPr>
          </a:p>
          <a:p>
            <a:pPr marL="1257300" lvl="2" indent="-342900">
              <a:buFont typeface="Wingdings" panose="05000000000000000000" charset="0"/>
              <a:buChar char="p"/>
            </a:pPr>
            <a:r>
              <a:rPr lang="zh-CN" altLang="en-US" sz="2000">
                <a:solidFill>
                  <a:schemeClr val="tx1"/>
                </a:solidFill>
              </a:rPr>
              <a:t>复杂部件依靠开源</a:t>
            </a:r>
            <a:r>
              <a:rPr lang="en-US" altLang="zh-CN" sz="2000">
                <a:solidFill>
                  <a:schemeClr val="tx1"/>
                </a:solidFill>
              </a:rPr>
              <a:t>/</a:t>
            </a:r>
            <a:r>
              <a:rPr lang="zh-CN" altLang="en-US" sz="2000">
                <a:solidFill>
                  <a:schemeClr val="tx1"/>
                </a:solidFill>
              </a:rPr>
              <a:t>采购（如关节电机）；</a:t>
            </a:r>
            <a:endParaRPr lang="zh-CN" altLang="en-US" sz="2000">
              <a:solidFill>
                <a:schemeClr val="tx1"/>
              </a:solidFill>
            </a:endParaRPr>
          </a:p>
          <a:p>
            <a:pPr marL="1257300" lvl="2" indent="-342900">
              <a:buFont typeface="Wingdings" panose="05000000000000000000" charset="0"/>
              <a:buChar char="p"/>
            </a:pPr>
            <a:r>
              <a:rPr lang="zh-CN" altLang="en-US" sz="2000">
                <a:solidFill>
                  <a:schemeClr val="tx1"/>
                </a:solidFill>
              </a:rPr>
              <a:t>简单结构自主设计：层板式框架结构、小型配件（</a:t>
            </a:r>
            <a:r>
              <a:rPr lang="en-US" altLang="zh-CN" sz="2000">
                <a:solidFill>
                  <a:schemeClr val="tx1"/>
                </a:solidFill>
              </a:rPr>
              <a:t>3D</a:t>
            </a:r>
            <a:r>
              <a:rPr lang="zh-CN" altLang="en-US" sz="2000">
                <a:solidFill>
                  <a:schemeClr val="tx1"/>
                </a:solidFill>
              </a:rPr>
              <a:t>打印）</a:t>
            </a:r>
            <a:endParaRPr lang="zh-CN" altLang="en-US" sz="2000" b="1">
              <a:solidFill>
                <a:schemeClr val="tx1"/>
              </a:solidFill>
            </a:endParaRPr>
          </a:p>
          <a:p>
            <a:pPr indent="457200"/>
            <a:r>
              <a:rPr lang="zh-CN" altLang="en-US" sz="2000" b="1">
                <a:solidFill>
                  <a:srgbClr val="0070C0"/>
                </a:solidFill>
              </a:rPr>
              <a:t>电气层</a:t>
            </a:r>
            <a:endParaRPr lang="zh-CN" altLang="en-US" sz="2000" b="1">
              <a:solidFill>
                <a:srgbClr val="0070C0"/>
              </a:solidFill>
            </a:endParaRPr>
          </a:p>
          <a:p>
            <a:pPr marL="1257300" lvl="2" indent="-342900" algn="l">
              <a:buClrTx/>
              <a:buSzTx/>
              <a:buFont typeface="Wingdings" panose="05000000000000000000" charset="0"/>
              <a:buChar char="p"/>
            </a:pPr>
            <a:r>
              <a:rPr lang="zh-CN" altLang="en-US" sz="2000"/>
              <a:t>MCU开发板</a:t>
            </a:r>
            <a:r>
              <a:rPr lang="en-US" altLang="zh-CN" sz="2000"/>
              <a:t>+</a:t>
            </a:r>
            <a:r>
              <a:rPr lang="zh-CN" altLang="en-US" sz="2000"/>
              <a:t>自主设计主板</a:t>
            </a:r>
            <a:r>
              <a:rPr lang="en-US" altLang="zh-CN" sz="2000"/>
              <a:t>PCB</a:t>
            </a:r>
            <a:endParaRPr lang="en-US" altLang="zh-CN" sz="2000"/>
          </a:p>
          <a:p>
            <a:pPr marL="1257300" lvl="2" indent="-342900" algn="l">
              <a:buClrTx/>
              <a:buSzTx/>
              <a:buFont typeface="Wingdings" panose="05000000000000000000" charset="0"/>
              <a:buChar char="p"/>
            </a:pPr>
            <a:r>
              <a:rPr lang="zh-CN" altLang="en-US" sz="2000"/>
              <a:t>各部件通用接口</a:t>
            </a:r>
            <a:r>
              <a:rPr lang="en-US" altLang="zh-CN" sz="2000"/>
              <a:t>+</a:t>
            </a:r>
            <a:r>
              <a:rPr lang="zh-CN" altLang="en-US" sz="2000"/>
              <a:t>自主接口适配器</a:t>
            </a:r>
            <a:endParaRPr lang="en-US" altLang="zh-CN" sz="2000"/>
          </a:p>
          <a:p>
            <a:pPr marL="1257300" lvl="2" indent="-342900" algn="l">
              <a:buClrTx/>
              <a:buSzTx/>
              <a:buFont typeface="Wingdings" panose="05000000000000000000" charset="0"/>
              <a:buChar char="p"/>
            </a:pPr>
            <a:r>
              <a:rPr lang="zh-CN" altLang="en-US" sz="2000"/>
              <a:t>开源固件（电机</a:t>
            </a:r>
            <a:r>
              <a:rPr lang="en-US" altLang="zh-CN" sz="2000"/>
              <a:t>CAN</a:t>
            </a:r>
            <a:r>
              <a:rPr lang="zh-CN" altLang="en-US" sz="2000"/>
              <a:t>库）</a:t>
            </a:r>
            <a:r>
              <a:rPr lang="en-US" altLang="zh-CN" sz="2000"/>
              <a:t>+</a:t>
            </a:r>
            <a:r>
              <a:rPr lang="zh-CN" altLang="en-US" sz="2000"/>
              <a:t>自主固件（调度机制、网关协议）</a:t>
            </a:r>
            <a:endParaRPr lang="zh-CN" altLang="en-US" sz="2000"/>
          </a:p>
          <a:p>
            <a:pPr indent="457200"/>
            <a:r>
              <a:rPr lang="zh-CN" altLang="en-US" sz="2000" b="1">
                <a:solidFill>
                  <a:srgbClr val="0070C0"/>
                </a:solidFill>
              </a:rPr>
              <a:t>软件层</a:t>
            </a:r>
            <a:endParaRPr lang="zh-CN" altLang="en-US" sz="2000" b="1">
              <a:solidFill>
                <a:srgbClr val="0070C0"/>
              </a:solidFill>
            </a:endParaRPr>
          </a:p>
          <a:p>
            <a:pPr marL="1257300" lvl="2" indent="-342900" algn="l">
              <a:buClrTx/>
              <a:buSzTx/>
              <a:buFont typeface="Wingdings" panose="05000000000000000000" charset="0"/>
              <a:buChar char="p"/>
            </a:pPr>
            <a:r>
              <a:rPr lang="zh-CN" altLang="en-US" sz="2000"/>
              <a:t>通用操作系统与软件生态（</a:t>
            </a:r>
            <a:r>
              <a:rPr lang="en-US" altLang="zh-CN" sz="2000"/>
              <a:t>Ubuntu+ROS2</a:t>
            </a:r>
            <a:r>
              <a:rPr lang="zh-CN" altLang="en-US" sz="2000"/>
              <a:t>）</a:t>
            </a:r>
            <a:endParaRPr lang="zh-CN" altLang="en-US" sz="2000"/>
          </a:p>
          <a:p>
            <a:pPr marL="1257300" lvl="2" indent="-342900" algn="l">
              <a:buClrTx/>
              <a:buSzTx/>
              <a:buFont typeface="Wingdings" panose="05000000000000000000" charset="0"/>
              <a:buChar char="p"/>
            </a:pPr>
            <a:r>
              <a:rPr lang="zh-CN" altLang="en-US" sz="2000"/>
              <a:t>自主配套设施（</a:t>
            </a:r>
            <a:r>
              <a:rPr lang="zh-CN" altLang="en-US" sz="2000">
                <a:sym typeface="+mn-ea"/>
              </a:rPr>
              <a:t>上位机、</a:t>
            </a:r>
            <a:r>
              <a:rPr lang="en-US" altLang="zh-CN" sz="2000"/>
              <a:t>URDF</a:t>
            </a:r>
            <a:r>
              <a:rPr lang="zh-CN" altLang="en-US" sz="2000"/>
              <a:t>、</a:t>
            </a:r>
            <a:r>
              <a:rPr lang="en-US" altLang="zh-CN" sz="2000"/>
              <a:t>.m/.py/Mujoco/</a:t>
            </a:r>
            <a:r>
              <a:rPr lang="en-US" altLang="zh-CN" sz="2000"/>
              <a:t>IssacSim API</a:t>
            </a:r>
            <a:r>
              <a:rPr lang="zh-CN" altLang="en-US" sz="2000"/>
              <a:t>等）</a:t>
            </a:r>
            <a:endParaRPr lang="zh-CN" altLang="en-US" sz="2000"/>
          </a:p>
          <a:p>
            <a:pPr marL="457200" lvl="1" indent="457200"/>
            <a:endParaRPr lang="zh-CN" altLang="en-US" sz="2000" b="1">
              <a:solidFill>
                <a:srgbClr val="0070C0"/>
              </a:solidFill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2087880" y="1769110"/>
            <a:ext cx="45218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>
                <a:solidFill>
                  <a:schemeClr val="accent5"/>
                </a:solidFill>
              </a:rPr>
              <a:t>完全采购方案</a:t>
            </a:r>
            <a:endParaRPr lang="zh-CN" altLang="en-US" sz="2400" b="1">
              <a:solidFill>
                <a:schemeClr val="accent5"/>
              </a:solidFill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2088515" y="5758180"/>
            <a:ext cx="445960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>
                <a:solidFill>
                  <a:schemeClr val="accent5"/>
                </a:solidFill>
                <a:sym typeface="+mn-ea"/>
              </a:rPr>
              <a:t>完全自研方案</a:t>
            </a:r>
            <a:endParaRPr lang="zh-CN" altLang="en-US" sz="2400" b="1">
              <a:solidFill>
                <a:schemeClr val="accent5"/>
              </a:solidFill>
              <a:sym typeface="+mn-ea"/>
            </a:endParaRPr>
          </a:p>
        </p:txBody>
      </p:sp>
      <p:pic>
        <p:nvPicPr>
          <p:cNvPr id="21" name="图片 20" descr="叉"/>
          <p:cNvPicPr>
            <a:picLocks noChangeAspect="1"/>
          </p:cNvPicPr>
          <p:nvPr/>
        </p:nvPicPr>
        <p:blipFill>
          <a:blip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593465" y="1787525"/>
            <a:ext cx="1511300" cy="692150"/>
          </a:xfrm>
          <a:prstGeom prst="rect">
            <a:avLst/>
          </a:prstGeom>
        </p:spPr>
      </p:pic>
      <p:pic>
        <p:nvPicPr>
          <p:cNvPr id="22" name="图片 21" descr="叉"/>
          <p:cNvPicPr>
            <a:picLocks noChangeAspect="1"/>
          </p:cNvPicPr>
          <p:nvPr/>
        </p:nvPicPr>
        <p:blipFill>
          <a:blip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599180" y="5809615"/>
            <a:ext cx="1511300" cy="692150"/>
          </a:xfrm>
          <a:prstGeom prst="rect">
            <a:avLst/>
          </a:prstGeom>
        </p:spPr>
      </p:pic>
    </p:spTree>
  </p:cSld>
  <p:clrMapOvr>
    <a:masterClrMapping/>
  </p:clrMapOvr>
  <p:transition>
    <p:fade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4892610" cy="782043"/>
            <a:chOff x="5181690" y="2820871"/>
            <a:chExt cx="3446492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2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3" y="2888229"/>
              <a:ext cx="2639579" cy="39005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平台搭建过程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77850" y="211094"/>
            <a:ext cx="8643848" cy="521970"/>
          </a:xfrm>
        </p:spPr>
        <p:txBody>
          <a:bodyPr/>
          <a:lstStyle/>
          <a:p>
            <a:r>
              <a:rPr lang="en-US" altLang="zh-CN" dirty="0"/>
              <a:t>2 </a:t>
            </a:r>
            <a:r>
              <a:rPr dirty="0"/>
              <a:t>平台搭建过程</a:t>
            </a:r>
            <a:endParaRPr dirty="0"/>
          </a:p>
        </p:txBody>
      </p:sp>
      <p:sp>
        <p:nvSpPr>
          <p:cNvPr id="3" name="矩形 2"/>
          <p:cNvSpPr/>
          <p:nvPr/>
        </p:nvSpPr>
        <p:spPr>
          <a:xfrm>
            <a:off x="645160" y="1050925"/>
            <a:ext cx="10688320" cy="50038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65100" sx="101000" sy="101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文本框 13"/>
          <p:cNvSpPr txBox="1"/>
          <p:nvPr/>
        </p:nvSpPr>
        <p:spPr>
          <a:xfrm>
            <a:off x="7726680" y="5293360"/>
            <a:ext cx="6915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b="1">
                <a:solidFill>
                  <a:schemeClr val="bg1"/>
                </a:solidFill>
              </a:rPr>
              <a:t>互补</a:t>
            </a:r>
            <a:endParaRPr lang="zh-CN" altLang="en-US" b="1">
              <a:solidFill>
                <a:schemeClr val="bg1"/>
              </a:solidFill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837565" y="2176780"/>
            <a:ext cx="857250" cy="2505075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vert="eaVert" rtlCol="0" anchor="ctr"/>
          <a:p>
            <a:pPr algn="ctr"/>
            <a:r>
              <a:rPr lang="zh-CN" altLang="en-US" sz="2400" b="1">
                <a:solidFill>
                  <a:schemeClr val="tx1"/>
                </a:solidFill>
              </a:rPr>
              <a:t>人</a:t>
            </a:r>
            <a:r>
              <a:rPr lang="en-US" altLang="zh-CN" sz="2400" b="1">
                <a:solidFill>
                  <a:schemeClr val="tx1"/>
                </a:solidFill>
              </a:rPr>
              <a:t> </a:t>
            </a:r>
            <a:r>
              <a:rPr lang="zh-CN" altLang="en-US" sz="2400" b="1">
                <a:solidFill>
                  <a:schemeClr val="tx1"/>
                </a:solidFill>
              </a:rPr>
              <a:t>形</a:t>
            </a:r>
            <a:r>
              <a:rPr lang="en-US" altLang="zh-CN" sz="2400" b="1">
                <a:solidFill>
                  <a:schemeClr val="tx1"/>
                </a:solidFill>
              </a:rPr>
              <a:t> </a:t>
            </a:r>
            <a:r>
              <a:rPr lang="zh-CN" altLang="en-US" sz="2400" b="1">
                <a:solidFill>
                  <a:schemeClr val="tx1"/>
                </a:solidFill>
              </a:rPr>
              <a:t>机</a:t>
            </a:r>
            <a:r>
              <a:rPr lang="en-US" altLang="zh-CN" sz="2400" b="1">
                <a:solidFill>
                  <a:schemeClr val="tx1"/>
                </a:solidFill>
              </a:rPr>
              <a:t> </a:t>
            </a:r>
            <a:r>
              <a:rPr lang="zh-CN" altLang="en-US" sz="2400" b="1">
                <a:solidFill>
                  <a:schemeClr val="tx1"/>
                </a:solidFill>
              </a:rPr>
              <a:t>器</a:t>
            </a:r>
            <a:r>
              <a:rPr lang="en-US" altLang="zh-CN" sz="2400" b="1">
                <a:solidFill>
                  <a:schemeClr val="tx1"/>
                </a:solidFill>
              </a:rPr>
              <a:t> </a:t>
            </a:r>
            <a:r>
              <a:rPr lang="zh-CN" altLang="en-US" sz="2400" b="1">
                <a:solidFill>
                  <a:schemeClr val="tx1"/>
                </a:solidFill>
              </a:rPr>
              <a:t>人</a:t>
            </a:r>
            <a:endParaRPr lang="zh-CN" altLang="en-US" sz="2400" b="1">
              <a:solidFill>
                <a:schemeClr val="tx1"/>
              </a:solidFill>
            </a:endParaRPr>
          </a:p>
        </p:txBody>
      </p:sp>
      <p:sp>
        <p:nvSpPr>
          <p:cNvPr id="16" name="圆角矩形 15"/>
          <p:cNvSpPr/>
          <p:nvPr/>
        </p:nvSpPr>
        <p:spPr>
          <a:xfrm>
            <a:off x="2345055" y="1198245"/>
            <a:ext cx="7773035" cy="1652270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7" name="圆角矩形 16"/>
          <p:cNvSpPr/>
          <p:nvPr/>
        </p:nvSpPr>
        <p:spPr>
          <a:xfrm>
            <a:off x="2345055" y="2966720"/>
            <a:ext cx="7773035" cy="1598930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8" name="圆角矩形 17"/>
          <p:cNvSpPr/>
          <p:nvPr/>
        </p:nvSpPr>
        <p:spPr>
          <a:xfrm>
            <a:off x="2345055" y="4681855"/>
            <a:ext cx="7773035" cy="1312545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cxnSp>
        <p:nvCxnSpPr>
          <p:cNvPr id="19" name="曲线连接符 18"/>
          <p:cNvCxnSpPr/>
          <p:nvPr/>
        </p:nvCxnSpPr>
        <p:spPr>
          <a:xfrm flipV="1">
            <a:off x="1694815" y="2024380"/>
            <a:ext cx="650240" cy="1405255"/>
          </a:xfrm>
          <a:prstGeom prst="curvedConnector3">
            <a:avLst>
              <a:gd name="adj1" fmla="val 50000"/>
            </a:avLst>
          </a:prstGeom>
          <a:ln w="38100">
            <a:solidFill>
              <a:srgbClr val="0070C0"/>
            </a:solidFill>
            <a:prstDash val="sys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20" name="曲线连接符 19"/>
          <p:cNvCxnSpPr/>
          <p:nvPr/>
        </p:nvCxnSpPr>
        <p:spPr>
          <a:xfrm>
            <a:off x="1694815" y="3429635"/>
            <a:ext cx="650240" cy="336550"/>
          </a:xfrm>
          <a:prstGeom prst="curvedConnector3">
            <a:avLst>
              <a:gd name="adj1" fmla="val 50000"/>
            </a:avLst>
          </a:prstGeom>
          <a:ln w="38100">
            <a:solidFill>
              <a:srgbClr val="0070C0"/>
            </a:solidFill>
            <a:prstDash val="sys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21" name="曲线连接符 20"/>
          <p:cNvCxnSpPr>
            <a:stCxn id="9" idx="3"/>
            <a:endCxn id="18" idx="1"/>
          </p:cNvCxnSpPr>
          <p:nvPr/>
        </p:nvCxnSpPr>
        <p:spPr>
          <a:xfrm>
            <a:off x="1694815" y="3429635"/>
            <a:ext cx="650240" cy="1908810"/>
          </a:xfrm>
          <a:prstGeom prst="curvedConnector3">
            <a:avLst>
              <a:gd name="adj1" fmla="val 50000"/>
            </a:avLst>
          </a:prstGeom>
          <a:ln w="38100">
            <a:solidFill>
              <a:srgbClr val="0070C0"/>
            </a:solidFill>
            <a:prstDash val="sys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sp>
        <p:nvSpPr>
          <p:cNvPr id="22" name="圆角矩形 21"/>
          <p:cNvSpPr/>
          <p:nvPr/>
        </p:nvSpPr>
        <p:spPr>
          <a:xfrm>
            <a:off x="3564890" y="1554480"/>
            <a:ext cx="1930400" cy="622300"/>
          </a:xfrm>
          <a:prstGeom prst="roundRect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结构框架</a:t>
            </a:r>
            <a:endParaRPr lang="zh-CN" altLang="en-US"/>
          </a:p>
        </p:txBody>
      </p:sp>
    </p:spTree>
  </p:cSld>
  <p:clrMapOvr>
    <a:masterClrMapping/>
  </p:clrMapOvr>
  <p:transition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77850" y="211094"/>
            <a:ext cx="8643848" cy="521970"/>
          </a:xfrm>
        </p:spPr>
        <p:txBody>
          <a:bodyPr/>
          <a:lstStyle/>
          <a:p>
            <a:r>
              <a:rPr lang="en-US" altLang="zh-CN" dirty="0"/>
              <a:t>2 </a:t>
            </a:r>
            <a:r>
              <a:rPr dirty="0"/>
              <a:t>平台搭建过程</a:t>
            </a:r>
            <a:endParaRPr dirty="0"/>
          </a:p>
        </p:txBody>
      </p:sp>
      <p:sp>
        <p:nvSpPr>
          <p:cNvPr id="4" name="文本框 3"/>
          <p:cNvSpPr txBox="1"/>
          <p:nvPr/>
        </p:nvSpPr>
        <p:spPr>
          <a:xfrm>
            <a:off x="453390" y="1009650"/>
            <a:ext cx="406400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800" b="1">
                <a:solidFill>
                  <a:schemeClr val="accent2"/>
                </a:solidFill>
              </a:rPr>
              <a:t>一、机械部分</a:t>
            </a:r>
            <a:endParaRPr lang="zh-CN" altLang="en-US" sz="2800" b="1">
              <a:solidFill>
                <a:schemeClr val="accent2"/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07950" y="2265680"/>
            <a:ext cx="5517515" cy="37407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30000"/>
              </a:lnSpc>
            </a:pPr>
            <a:r>
              <a:rPr lang="en-US" altLang="zh-CN" sz="2400" b="1"/>
              <a:t>1. </a:t>
            </a:r>
            <a:r>
              <a:rPr lang="zh-CN" altLang="en-US" sz="2400" b="1"/>
              <a:t>电机选型</a:t>
            </a:r>
            <a:endParaRPr lang="zh-CN" altLang="en-US" sz="2400" b="1"/>
          </a:p>
          <a:p>
            <a:pPr marL="800100" lvl="1" indent="-342900">
              <a:lnSpc>
                <a:spcPct val="170000"/>
              </a:lnSpc>
              <a:buFont typeface="Wingdings" panose="05000000000000000000" charset="0"/>
              <a:buChar char="n"/>
            </a:pPr>
            <a:r>
              <a:rPr lang="zh-CN" altLang="en-US" sz="2000">
                <a:solidFill>
                  <a:srgbClr val="0070C0"/>
                </a:solidFill>
              </a:rPr>
              <a:t>主电机：</a:t>
            </a:r>
            <a:r>
              <a:rPr lang="en-US" altLang="zh-CN" sz="2000">
                <a:solidFill>
                  <a:srgbClr val="0070C0"/>
                </a:solidFill>
              </a:rPr>
              <a:t>RobStride-10P</a:t>
            </a:r>
            <a:endParaRPr lang="en-US" altLang="zh-CN" sz="2000">
              <a:solidFill>
                <a:srgbClr val="0070C0"/>
              </a:solidFill>
            </a:endParaRPr>
          </a:p>
          <a:p>
            <a:pPr marL="1257300" lvl="2" indent="-342900">
              <a:lnSpc>
                <a:spcPct val="130000"/>
              </a:lnSpc>
              <a:buFont typeface="Wingdings" panose="05000000000000000000" charset="0"/>
              <a:buChar char="l"/>
            </a:pPr>
            <a:r>
              <a:rPr lang="en-US" altLang="zh-CN" sz="2000"/>
              <a:t>left/right_hip_roll/pitch/yaw (6)</a:t>
            </a:r>
            <a:endParaRPr lang="en-US" altLang="zh-CN" sz="2000"/>
          </a:p>
          <a:p>
            <a:pPr marL="1257300" lvl="2" indent="-342900">
              <a:lnSpc>
                <a:spcPct val="130000"/>
              </a:lnSpc>
              <a:buFont typeface="Wingdings" panose="05000000000000000000" charset="0"/>
              <a:buChar char="l"/>
            </a:pPr>
            <a:r>
              <a:rPr lang="en-US" altLang="zh-CN" sz="2000"/>
              <a:t>left/right_knee (2)</a:t>
            </a:r>
            <a:endParaRPr lang="en-US" altLang="zh-CN" sz="2000"/>
          </a:p>
          <a:p>
            <a:pPr marL="800100" lvl="1" indent="-342900">
              <a:lnSpc>
                <a:spcPct val="170000"/>
              </a:lnSpc>
              <a:buFont typeface="Wingdings" panose="05000000000000000000" charset="0"/>
              <a:buChar char="n"/>
            </a:pPr>
            <a:r>
              <a:rPr lang="zh-CN" altLang="en-US" sz="2000">
                <a:solidFill>
                  <a:srgbClr val="0070C0"/>
                </a:solidFill>
              </a:rPr>
              <a:t>副电机：</a:t>
            </a:r>
            <a:r>
              <a:rPr lang="en-US" altLang="zh-CN" sz="2000">
                <a:solidFill>
                  <a:srgbClr val="0070C0"/>
                </a:solidFill>
              </a:rPr>
              <a:t>RobStride-00</a:t>
            </a:r>
            <a:endParaRPr lang="en-US" altLang="zh-CN" sz="2000">
              <a:solidFill>
                <a:srgbClr val="0070C0"/>
              </a:solidFill>
            </a:endParaRPr>
          </a:p>
          <a:p>
            <a:pPr marL="1257300" lvl="2" indent="-342900">
              <a:lnSpc>
                <a:spcPct val="130000"/>
              </a:lnSpc>
              <a:buFont typeface="Wingdings" panose="05000000000000000000" charset="0"/>
              <a:buChar char="l"/>
            </a:pPr>
            <a:r>
              <a:rPr lang="en-US" altLang="zh-CN" sz="2000"/>
              <a:t>left/right_ankle_pitch(2)</a:t>
            </a:r>
            <a:endParaRPr lang="en-US" altLang="zh-CN" sz="2000"/>
          </a:p>
          <a:p>
            <a:pPr marL="1257300" lvl="2" indent="-342900">
              <a:lnSpc>
                <a:spcPct val="130000"/>
              </a:lnSpc>
              <a:buFont typeface="Wingdings" panose="05000000000000000000" charset="0"/>
              <a:buChar char="l"/>
            </a:pPr>
            <a:r>
              <a:rPr lang="en-US" altLang="zh-CN" sz="2000"/>
              <a:t>left/right_shoulder_pitch(2)</a:t>
            </a:r>
            <a:endParaRPr lang="en-US" altLang="zh-CN" sz="2000"/>
          </a:p>
          <a:p>
            <a:pPr marL="800100" lvl="1" indent="-342900">
              <a:lnSpc>
                <a:spcPct val="170000"/>
              </a:lnSpc>
              <a:buFont typeface="Wingdings" panose="05000000000000000000" charset="0"/>
              <a:buChar char="n"/>
            </a:pPr>
            <a:r>
              <a:rPr lang="zh-CN" altLang="en-US" sz="2000"/>
              <a:t>备选：</a:t>
            </a:r>
            <a:r>
              <a:rPr lang="en-US" altLang="zh-CN" sz="2000"/>
              <a:t>N6014B-12.6</a:t>
            </a:r>
            <a:endParaRPr lang="en-US" altLang="zh-CN" sz="2000"/>
          </a:p>
        </p:txBody>
      </p:sp>
      <p:grpSp>
        <p:nvGrpSpPr>
          <p:cNvPr id="13" name="组合 12"/>
          <p:cNvGrpSpPr/>
          <p:nvPr/>
        </p:nvGrpSpPr>
        <p:grpSpPr>
          <a:xfrm>
            <a:off x="1925320" y="1083945"/>
            <a:ext cx="2768600" cy="1870710"/>
            <a:chOff x="7693" y="4969"/>
            <a:chExt cx="4360" cy="2946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1">
              <a:clrChange>
                <a:clrFrom>
                  <a:srgbClr val="FFFFFF">
                    <a:alpha val="100000"/>
                  </a:srgbClr>
                </a:clrFrom>
                <a:clrTo>
                  <a:srgbClr val="FFFFFF">
                    <a:alpha val="100000"/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428" y="4969"/>
              <a:ext cx="3625" cy="2946"/>
            </a:xfrm>
            <a:prstGeom prst="rect">
              <a:avLst/>
            </a:prstGeom>
          </p:spPr>
        </p:pic>
        <p:sp>
          <p:nvSpPr>
            <p:cNvPr id="10" name="文本框 9"/>
            <p:cNvSpPr txBox="1"/>
            <p:nvPr/>
          </p:nvSpPr>
          <p:spPr>
            <a:xfrm>
              <a:off x="7693" y="6920"/>
              <a:ext cx="1840" cy="5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/>
              <a:r>
                <a:rPr lang="en-US" altLang="zh-CN" b="1">
                  <a:solidFill>
                    <a:schemeClr val="accent5"/>
                  </a:solidFill>
                </a:rPr>
                <a:t>RS-00</a:t>
              </a:r>
              <a:endParaRPr lang="en-US" altLang="zh-CN" b="1">
                <a:solidFill>
                  <a:schemeClr val="accent5"/>
                </a:solidFill>
              </a:endParaRPr>
            </a:p>
          </p:txBody>
        </p:sp>
      </p:grpSp>
      <p:grpSp>
        <p:nvGrpSpPr>
          <p:cNvPr id="12" name="组合 11"/>
          <p:cNvGrpSpPr/>
          <p:nvPr/>
        </p:nvGrpSpPr>
        <p:grpSpPr>
          <a:xfrm>
            <a:off x="4282440" y="135255"/>
            <a:ext cx="2851150" cy="1701800"/>
            <a:chOff x="11166" y="2155"/>
            <a:chExt cx="4490" cy="2680"/>
          </a:xfrm>
        </p:grpSpPr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2">
              <a:clrChange>
                <a:clrFrom>
                  <a:srgbClr val="FFFFFF">
                    <a:alpha val="100000"/>
                  </a:srgbClr>
                </a:clrFrom>
                <a:clrTo>
                  <a:srgbClr val="FFFFFF">
                    <a:alpha val="100000"/>
                    <a:alpha val="0"/>
                  </a:srgbClr>
                </a:clrTo>
              </a:clrChange>
            </a:blip>
            <a:srcRect l="21385" t="3776" r="15407" b="11722"/>
            <a:stretch>
              <a:fillRect/>
            </a:stretch>
          </p:blipFill>
          <p:spPr>
            <a:xfrm>
              <a:off x="11166" y="2155"/>
              <a:ext cx="2845" cy="2680"/>
            </a:xfrm>
            <a:prstGeom prst="rect">
              <a:avLst/>
            </a:prstGeom>
          </p:spPr>
        </p:pic>
        <p:sp>
          <p:nvSpPr>
            <p:cNvPr id="11" name="文本框 10"/>
            <p:cNvSpPr txBox="1"/>
            <p:nvPr/>
          </p:nvSpPr>
          <p:spPr>
            <a:xfrm>
              <a:off x="13816" y="3649"/>
              <a:ext cx="1840" cy="5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/>
              <a:r>
                <a:rPr lang="en-US" altLang="zh-CN" b="1">
                  <a:solidFill>
                    <a:schemeClr val="accent5"/>
                  </a:solidFill>
                </a:rPr>
                <a:t>RS-10P</a:t>
              </a:r>
              <a:endParaRPr lang="en-US" altLang="zh-CN" b="1">
                <a:solidFill>
                  <a:schemeClr val="accent5"/>
                </a:solidFill>
              </a:endParaRPr>
            </a:p>
          </p:txBody>
        </p:sp>
      </p:grpSp>
      <p:sp>
        <p:nvSpPr>
          <p:cNvPr id="23" name="文本框 22"/>
          <p:cNvSpPr txBox="1"/>
          <p:nvPr/>
        </p:nvSpPr>
        <p:spPr>
          <a:xfrm>
            <a:off x="3465195" y="6370320"/>
            <a:ext cx="9346565" cy="3371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600"/>
              <a:t>RobStride </a:t>
            </a:r>
            <a:r>
              <a:rPr lang="zh-CN" altLang="en-US" sz="1600"/>
              <a:t>产品信息：</a:t>
            </a:r>
            <a:r>
              <a:rPr lang="en-US" altLang="zh-CN" sz="1600">
                <a:hlinkClick r:id="rId3" action="ppaction://hlinkfile"/>
              </a:rPr>
              <a:t>https://github.com/RobStride/Product_Information.git</a:t>
            </a:r>
            <a:endParaRPr lang="en-US" altLang="zh-CN" sz="1600">
              <a:hlinkClick r:id="rId3" action="ppaction://hlinkfile"/>
            </a:endParaRPr>
          </a:p>
        </p:txBody>
      </p:sp>
      <p:pic>
        <p:nvPicPr>
          <p:cNvPr id="24" name="图片 23"/>
          <p:cNvPicPr>
            <a:picLocks noChangeAspect="1"/>
          </p:cNvPicPr>
          <p:nvPr/>
        </p:nvPicPr>
        <p:blipFill>
          <a:blip r:embed="rId4"/>
          <a:srcRect l="2155" r="2331"/>
          <a:stretch>
            <a:fillRect/>
          </a:stretch>
        </p:blipFill>
        <p:spPr>
          <a:xfrm>
            <a:off x="5295900" y="1837055"/>
            <a:ext cx="6896100" cy="4369435"/>
          </a:xfrm>
          <a:prstGeom prst="rect">
            <a:avLst/>
          </a:prstGeom>
        </p:spPr>
      </p:pic>
    </p:spTree>
  </p:cSld>
  <p:clrMapOvr>
    <a:masterClrMapping/>
  </p:clrMapOvr>
  <p:transition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77850" y="211094"/>
            <a:ext cx="8643848" cy="521970"/>
          </a:xfrm>
        </p:spPr>
        <p:txBody>
          <a:bodyPr/>
          <a:lstStyle/>
          <a:p>
            <a:r>
              <a:rPr lang="en-US" altLang="zh-CN" dirty="0"/>
              <a:t>2 </a:t>
            </a:r>
            <a:r>
              <a:rPr dirty="0"/>
              <a:t>平台搭建过程</a:t>
            </a:r>
            <a:endParaRPr dirty="0"/>
          </a:p>
        </p:txBody>
      </p:sp>
      <p:sp>
        <p:nvSpPr>
          <p:cNvPr id="4" name="文本框 3"/>
          <p:cNvSpPr txBox="1"/>
          <p:nvPr/>
        </p:nvSpPr>
        <p:spPr>
          <a:xfrm>
            <a:off x="453390" y="1009650"/>
            <a:ext cx="406400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800" b="1">
                <a:solidFill>
                  <a:schemeClr val="accent2"/>
                </a:solidFill>
              </a:rPr>
              <a:t>一、机械部分</a:t>
            </a:r>
            <a:endParaRPr lang="zh-CN" altLang="en-US" sz="2800" b="1">
              <a:solidFill>
                <a:schemeClr val="accent2"/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07950" y="1669415"/>
            <a:ext cx="2216150" cy="79438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>
              <a:lnSpc>
                <a:spcPct val="130000"/>
              </a:lnSpc>
            </a:pPr>
            <a:r>
              <a:rPr lang="en-US" altLang="zh-CN" sz="2400" b="1"/>
              <a:t>2. </a:t>
            </a:r>
            <a:r>
              <a:rPr lang="zh-CN" altLang="en-US" sz="2400" b="1"/>
              <a:t>支撑结构</a:t>
            </a:r>
            <a:endParaRPr lang="zh-CN" altLang="en-US" sz="2400" b="1"/>
          </a:p>
          <a:p>
            <a:pPr lvl="1" indent="0" algn="l">
              <a:lnSpc>
                <a:spcPct val="170000"/>
              </a:lnSpc>
              <a:buClrTx/>
              <a:buSzTx/>
              <a:buFont typeface="Wingdings" panose="05000000000000000000" charset="0"/>
              <a:buNone/>
            </a:pPr>
            <a:endParaRPr lang="zh-CN" altLang="en-US" sz="2000"/>
          </a:p>
        </p:txBody>
      </p:sp>
      <p:pic>
        <p:nvPicPr>
          <p:cNvPr id="6" name="E657119C-6982-421D-8BA7-E74DEB70A7D9-1" descr="insertimag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167505" y="0"/>
            <a:ext cx="5777865" cy="6863080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294640" y="2601595"/>
            <a:ext cx="4381500" cy="170307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285750" indent="-285750">
              <a:lnSpc>
                <a:spcPct val="140000"/>
              </a:lnSpc>
              <a:buFont typeface="Wingdings" panose="05000000000000000000" charset="0"/>
              <a:buChar char="l"/>
            </a:pPr>
            <a:r>
              <a:rPr lang="zh-CN" altLang="en-US"/>
              <a:t>每个</a:t>
            </a:r>
            <a:r>
              <a:rPr lang="en-US" altLang="zh-CN"/>
              <a:t>link</a:t>
            </a:r>
            <a:r>
              <a:rPr lang="zh-CN" altLang="en-US"/>
              <a:t>对应一个零件</a:t>
            </a:r>
            <a:endParaRPr lang="zh-CN" altLang="en-US"/>
          </a:p>
          <a:p>
            <a:pPr marL="285750" indent="-285750">
              <a:lnSpc>
                <a:spcPct val="140000"/>
              </a:lnSpc>
              <a:buFont typeface="Wingdings" panose="05000000000000000000" charset="0"/>
              <a:buChar char="l"/>
            </a:pPr>
            <a:r>
              <a:rPr lang="zh-CN" altLang="en-US"/>
              <a:t>每个零件留出与</a:t>
            </a:r>
            <a:r>
              <a:rPr lang="en-US" altLang="zh-CN"/>
              <a:t>joint</a:t>
            </a:r>
            <a:r>
              <a:rPr lang="zh-CN" altLang="en-US"/>
              <a:t>的接口</a:t>
            </a:r>
            <a:endParaRPr lang="zh-CN" altLang="en-US"/>
          </a:p>
          <a:p>
            <a:pPr marL="285750" indent="-285750">
              <a:lnSpc>
                <a:spcPct val="140000"/>
              </a:lnSpc>
              <a:buFont typeface="Wingdings" panose="05000000000000000000" charset="0"/>
              <a:buChar char="l"/>
            </a:pPr>
            <a:r>
              <a:rPr lang="zh-CN" altLang="en-US"/>
              <a:t>固定</a:t>
            </a:r>
            <a:r>
              <a:rPr lang="en-US" altLang="zh-CN"/>
              <a:t>joint</a:t>
            </a:r>
            <a:r>
              <a:rPr lang="zh-CN" altLang="en-US"/>
              <a:t>也是接口，只是不装关节</a:t>
            </a:r>
            <a:endParaRPr lang="zh-CN" altLang="en-US"/>
          </a:p>
        </p:txBody>
      </p:sp>
    </p:spTree>
  </p:cSld>
  <p:clrMapOvr>
    <a:masterClrMapping/>
  </p:clrMapOvr>
  <p:transition>
    <p:fad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4892610" cy="782043"/>
            <a:chOff x="5181690" y="2820871"/>
            <a:chExt cx="3446492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3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3" y="2888229"/>
              <a:ext cx="2639579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实验结果与分析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4227544" y="4283909"/>
            <a:ext cx="3660158" cy="782043"/>
            <a:chOff x="5181690" y="2820871"/>
            <a:chExt cx="2578318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4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4" y="2888229"/>
              <a:ext cx="1771404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问题与讨论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4227544" y="4283909"/>
            <a:ext cx="3660158" cy="782043"/>
            <a:chOff x="5181690" y="2820871"/>
            <a:chExt cx="2578318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5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4" y="2888229"/>
              <a:ext cx="1771404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总结与展望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6"/>
          <p:cNvSpPr>
            <a:spLocks noGrp="1"/>
          </p:cNvSpPr>
          <p:nvPr>
            <p:ph type="body" sz="quarter" idx="13"/>
          </p:nvPr>
        </p:nvSpPr>
        <p:spPr>
          <a:xfrm>
            <a:off x="1282990" y="1484311"/>
            <a:ext cx="7287114" cy="2267551"/>
          </a:xfrm>
        </p:spPr>
        <p:txBody>
          <a:bodyPr>
            <a:noAutofit/>
          </a:bodyPr>
          <a:lstStyle/>
          <a:p>
            <a:pPr>
              <a:lnSpc>
                <a:spcPct val="150000"/>
              </a:lnSpc>
            </a:pPr>
            <a:r>
              <a:rPr lang="zh-CN" altLang="en-US" sz="4800" b="1" dirty="0">
                <a:latin typeface="+mn-ea"/>
                <a:ea typeface="+mn-ea"/>
              </a:rPr>
              <a:t>感谢各位专家老师</a:t>
            </a:r>
            <a:endParaRPr lang="en-US" altLang="zh-CN" sz="4800" b="1" dirty="0"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4800" b="1" dirty="0">
                <a:latin typeface="+mn-ea"/>
                <a:ea typeface="+mn-ea"/>
              </a:rPr>
              <a:t>请您批评指正</a:t>
            </a:r>
            <a:endParaRPr lang="zh-CN" altLang="en-US" sz="4800" b="1" dirty="0">
              <a:latin typeface="+mn-ea"/>
              <a:ea typeface="+mn-ea"/>
            </a:endParaRPr>
          </a:p>
        </p:txBody>
      </p:sp>
      <p:sp>
        <p:nvSpPr>
          <p:cNvPr id="15" name="文本占位符 4"/>
          <p:cNvSpPr>
            <a:spLocks noGrp="1"/>
          </p:cNvSpPr>
          <p:nvPr>
            <p:ph type="body" sz="quarter" idx="12"/>
          </p:nvPr>
        </p:nvSpPr>
        <p:spPr>
          <a:xfrm>
            <a:off x="1301662" y="4270263"/>
            <a:ext cx="7287114" cy="1578523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答辩人：北小理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导　师：京小工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fld id="{557380AF-A950-485A-9126-2F7168CD3CCC}" type="datetime1">
              <a:rPr lang="zh-CN" altLang="en-US" smtClean="0"/>
            </a:fld>
            <a:endParaRPr lang="zh-CN" altLang="en-US" dirty="0"/>
          </a:p>
        </p:txBody>
      </p:sp>
      <p:cxnSp>
        <p:nvCxnSpPr>
          <p:cNvPr id="13" name="直接连接符 12"/>
          <p:cNvCxnSpPr/>
          <p:nvPr/>
        </p:nvCxnSpPr>
        <p:spPr>
          <a:xfrm>
            <a:off x="1295400" y="3925027"/>
            <a:ext cx="7343775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fade/>
  </p:transition>
</p:sld>
</file>

<file path=ppt/tags/tag1.xml><?xml version="1.0" encoding="utf-8"?>
<p:tagLst xmlns:p="http://schemas.openxmlformats.org/presentationml/2006/main">
  <p:tag name="PA" val="v5.1.2"/>
</p:tagLst>
</file>

<file path=ppt/tags/tag2.xml><?xml version="1.0" encoding="utf-8"?>
<p:tagLst xmlns:p="http://schemas.openxmlformats.org/presentationml/2006/main">
  <p:tag name="PA" val="v5.1.2"/>
</p:tagLst>
</file>

<file path=ppt/tags/tag3.xml><?xml version="1.0" encoding="utf-8"?>
<p:tagLst xmlns:p="http://schemas.openxmlformats.org/presentationml/2006/main">
  <p:tag name="PA" val="v5.1.2"/>
</p:tagLst>
</file>

<file path=ppt/tags/tag4.xml><?xml version="1.0" encoding="utf-8"?>
<p:tagLst xmlns:p="http://schemas.openxmlformats.org/presentationml/2006/main">
  <p:tag name="PA" val="v5.1.2"/>
</p:tagLst>
</file>

<file path=ppt/tags/tag5.xml><?xml version="1.0" encoding="utf-8"?>
<p:tagLst xmlns:p="http://schemas.openxmlformats.org/presentationml/2006/main">
  <p:tag name="PA" val="v5.1.2"/>
</p:tagLst>
</file>

<file path=ppt/tags/tag6.xml><?xml version="1.0" encoding="utf-8"?>
<p:tagLst xmlns:p="http://schemas.openxmlformats.org/presentationml/2006/main">
  <p:tag name="PA" val="v5.1.2"/>
</p:tagLst>
</file>

<file path=ppt/tags/tag7.xml><?xml version="1.0" encoding="utf-8"?>
<p:tagLst xmlns:p="http://schemas.openxmlformats.org/presentationml/2006/main">
  <p:tag name="PA" val="v5.1.2"/>
</p:tagLst>
</file>

<file path=ppt/tags/tag8.xml><?xml version="1.0" encoding="utf-8"?>
<p:tagLst xmlns:p="http://schemas.openxmlformats.org/presentationml/2006/main">
  <p:tag name="PA" val="v5.1.2"/>
</p:tagLst>
</file>

<file path=ppt/tags/tag9.xml><?xml version="1.0" encoding="utf-8"?>
<p:tagLst xmlns:p="http://schemas.openxmlformats.org/presentationml/2006/main">
  <p:tag name="PA" val="v5.1.2"/>
</p:tagLst>
</file>

<file path=ppt/tags/tag10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1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2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3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4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5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6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7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8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9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0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1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2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3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4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heme/theme1.xml><?xml version="1.0" encoding="utf-8"?>
<a:theme xmlns:a="http://schemas.openxmlformats.org/drawingml/2006/main" name="BITPPT经典">
  <a:themeElements>
    <a:clrScheme name="BITPPT经典">
      <a:dk1>
        <a:sysClr val="windowText" lastClr="000000"/>
      </a:dk1>
      <a:lt1>
        <a:sysClr val="window" lastClr="FFFFFF"/>
      </a:lt1>
      <a:dk2>
        <a:srgbClr val="3F3F3F"/>
      </a:dk2>
      <a:lt2>
        <a:srgbClr val="FFFFFF"/>
      </a:lt2>
      <a:accent1>
        <a:srgbClr val="057748"/>
      </a:accent1>
      <a:accent2>
        <a:srgbClr val="057748"/>
      </a:accent2>
      <a:accent3>
        <a:srgbClr val="A2A2A2"/>
      </a:accent3>
      <a:accent4>
        <a:srgbClr val="C46226"/>
      </a:accent4>
      <a:accent5>
        <a:srgbClr val="A13F0B"/>
      </a:accent5>
      <a:accent6>
        <a:srgbClr val="823C1C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item1.xml><?xml version="1.0" encoding="utf-8"?>
<s:customData xmlns="http://www.wps.cn/officeDocument/2013/wpsCustomData" xmlns:s="http://www.wps.cn/officeDocument/2013/wpsCustomData">
  <extobjs>
    <extobj name="E657119C-6982-421D-8BA7-E74DEB70A7D9-1">
      <extobjdata type="E657119C-6982-421D-8BA7-E74DEB70A7D9" data="ewoJIkNhdGVnb3J5IiA6ICJmbG93IiwKCSJEZWZpbml0aW9uIiA6ICJKVGRDSlRJeWNHRm5aU1V5TWlVelFTVTNRaVV5TW5CaFpHUnBibWNsTWpJbE0wRXlNQ1V5UXlVeU1tOXlhV1Z1ZEdGMGFXOXVKVEl5SlROQkpUSXljRzl5ZEhKaGFYUWxNaklsTWtNbE1qSmlZV05yWjNKdmRXNWtRMjlzYjNJbE1qSWxNMEVsTWpKMGNtRnVjM0JoY21WdWRDVXlNaVV5UXlVeU1tZHlhV1JUYVhwbEpUSXlKVE5CTVRVbE1rTWxNakozYVdSMGFDVXlNaVV6UVRFMU1EQWxNa01sTWpKemFHOTNSM0pwWkNVeU1pVXpRWFJ5ZFdVbE1rTWxNakp5YVdOb1ZHVjRkQ1V5TWlVelFYUnlkV1VsTWtNbE1qSm9aV2xuYUhRbE1qSWxNMEV4TlRBd0pUZEVKVEpESlRJeVpXeGxiV1Z1ZEhNbE1qSWxNMEVsTjBJbE1qSldTVUZpVTFSemJraDJOakl3TWpZMUpUSXlKVE5CSlRkQ0pUSXlhV1FsTWpJbE0wRWxNakpXU1VGaVUxUnpia2gyTmpJd01qWTFKVEl5SlRKREpUSXlibUZ0WlNVeU1pVXpRU1V5TW5KdmRXNWtVbVZqZEdGdVoyeGxKVEl5SlRKREpUSXlkR2wwYkdVbE1qSWxNMEVsTWpJbFJUVWxPVU1sT0RZbFJUZ2xRVGNsT1RJbFJUY2xPVVlsUVRrbFJUVWxRa1FsUVRJbE1qSWxNa01sTWpKallYUmxaMjl5ZVNVeU1pVXpRU1V5TW1KaGMybGpKVEl5SlRKREpUSXlaM0p2ZFhBbE1qSWxNMEVsTWpJbE1qSWxNa01sTWpKbmNtOTFjRTVoYldVbE1qSWxNMEZ1ZFd4c0pUSkRKVEl5Ykc5amEyVmtKVEl5SlROQlptRnNjMlVsTWtNbE1qSnNhVzVySlRJeUpUTkJKVEl5SlRJeUpUSkRKVEl5WTJocGJHUnlaVzRsTWpJbE0wRWxOVUlsTlVRbE1rTWxNakp3WVhKbGJuUWxNaklsTTBFbE1qSWxNaklsTWtNbE1qSnlaWE5wZW1WRWFYSWxNaklsTTBFbE5VSWxNakowYkNVeU1pVXlReVV5TW5SeUpUSXlKVEpESlRJeVluSWxNaklsTWtNbE1qSmliQ1V5TWlVeVF5VXlNbXdsTWpJbE1rTWxNakowSlRJeUpUSkRKVEl5Y2lVeU1pVXlReVV5TW1JbE1qSWxOVVFsTWtNbE1qSmhkSFJ5YVdKMWRHVWxNaklsTTBFbE4wSWxNakpqYjI1MFlXbHVaWElsTWpJbE0wRm1ZV3h6WlNVeVF5VXlNblpwYzJsaWJHVWxNaklsTTBGMGNuVmxKVEpESlRJeWNtOTBZWFJoWW14bEpUSXlKVE5CZEhKMVpTVXlReVV5TW14cGJtdGhZbXhsSlRJeUpUTkJkSEoxWlNVeVF5VXlNbU52Ykd4aGNITmhZbXhsSlRJeUpUTkJabUZzYzJVbE1rTWxNakpqYjJ4c1lYQnpaV1FsTWpJbE0wRm1ZV3h6WlNVeVF5VXlNbVpwZUdWa1RHbHVheVV5TWlVelFXWmhiSE5sSlRKREpUSXliV0Z5YTJWeVQyWm1jMlYwSlRJeUpUTkJOU1UzUkNVeVF5VXlNbVJoZEdGQmRIUnlhV0oxZEdWekpUSXlKVE5CSlRWQ0pUZENKVEl5Ym1GdFpTVXlNaVV6UVNVeU1pVkZOU1ZDUVNVNFJpVkZOU1U0UmlWQ055VXlNaVV5UXlVeU1uUjVjR1VsTWpJbE0wRWxNakp1ZFcxaVpYSWxNaklsTWtNbE1qSjJZV3gxWlNVeU1pVXpRU1V5TWlVeU1pVXlReVV5TW1OaGRHVm5iM0o1SlRJeUpUTkJKVEl5WkdWbVlYVnNkQ1V5TWlVeVF5VXlNbWxrSlRJeUpUTkJKVEl5VFhCV1ZtTm1lSGhhUnpJeU56azVNaVV5TWlVM1JDVXlReVUzUWlVeU1tNWhiV1VsTWpJbE0wRWxNaklsUlRVbE9UQWxPRVFsUlRjbFFUY2xRakFsTWpJbE1rTWxNakowZVhCbEpUSXlKVE5CSlRJeWMzUnlhVzVuSlRJeUpUSkRKVEl5ZG1Gc2RXVWxNaklsTTBFbE1qSWxNaklsTWtNbE1qSmpZWFJsWjI5eWVTVXlNaVV6UVNVeU1tUmxabUYxYkhRbE1qSWxNa01sTWpKcFpDVXlNaVV6UVNVeU1tTjJaazVxZGtSRVluRTRNakl3T1RJbE1qSWxOMFFsTWtNbE4wSWxNakp1WVcxbEpUSXlKVE5CSlRJeUpVVTJKVGc1SlRnd0pVVTJKVGxESlRnNUpVVTRKVGd3SlRnMUpUSXlKVEpESlRJeWRIbHdaU1V5TWlVelFTVXlNbk4wY21sdVp5VXlNaVV5UXlVeU1uWmhiSFZsSlRJeUpUTkJKVEl5SlRJeUpUSkRKVEl5WTJGMFpXZHZjbmtsTWpJbE0wRWxNakprWldaaGRXeDBKVEl5SlRKREpUSXlhV1FsTWpJbE0wRWxNakpJYkdkQlZVWjVTMVJWTWpNM05UQXdKVEl5SlRkRUpUSkRKVGRDSlRJeWJtRnRaU1V5TWlVelFTVXlNaVZGT0NWQ1JpVTVSU1ZGTmlVNFJTVkJOU1V5TWlVeVF5VXlNblI1Y0dVbE1qSWxNMEVsTWpKc2FXNXJKVEl5SlRKREpUSXlkbUZzZFdVbE1qSWxNMEVsTWpJbE1qSWxNa01sTWpKallYUmxaMjl5ZVNVeU1pVXpRU1V5TW1SbFptRjFiSFFsTWpJbE1rTWxNakpwWkNVeU1pVXpRU1V5TWxocWIzRm5SR3RZWkhFMk9USXdPVGdsTWpJbE4wUWxNa01sTjBJbE1qSnVZVzFsSlRJeUpUTkJKVEl5SlVVMEpVSkZKVUpHSlVVM0pVRkRKVUpCSlRJeUpUSkRKVEl5ZEhsd1pTVXlNaVV6UVNVeU1uTjBjbWx1WnlVeU1pVXlReVV5TW5aaGJIVmxKVEl5SlROQkpUSXlKVEl5SlRKREpUSXlZMkYwWldkdmNua2xNaklsTTBFbE1qSmtaV1poZFd4MEpUSXlKVEpESlRJeWFXUWxNaklsTTBFbE1qSjFkVVJNWkdsaWMwMUNORFkwTmpJMkpUSXlKVGRFSlRWRUpUSkRKVEl5Y0hKdmNITWxNaklsTTBFbE4wSWxNako0SlRJeUpUTkJOamN6TGpVd01EQXdNREF3TURBd01ESWxNa01sTWpKNUpUSXlKVE5CTnpFNUpUSkRKVEl5ZHlVeU1pVXpRVEV5TkNVeVF5VXlNbWdsTWpJbE0wRTFOQ1V5UXlVeU1ucHBibVJsZUNVeU1pVXpRVEVsTWtNbE1qSmhibWRzWlNVeU1pVXpRVEFsTjBRbE1rTWxNakp6YUdGd1pWTjBlV3hsSlRJeUpUTkJKVGRDSlRJeVlXeHdhR0VsTWpJbE0wRXhKVGRFSlRKREpUSXliR2x1WlZOMGVXeGxKVEl5SlROQkpUZENKVEl5Y205MWJtUnBibWNsTWpJbE0wRTBKVEpESlRJeWJHbHVaVmRwWkhSb0pUSXlKVE5CTVM0MUpUZEVKVEpESlRJeVptbHNiRk4wZVd4bEpUSXlKVE5CSlRkQ0pUZEVKVEpESlRJeWRHaGxiV1VsTWpJbE0wRWxOMElsTjBRbE1rTWxNakp3WVhSb0pUSXlKVE5CSlRWQ0pUZENKVEl5WVdOMGFXOXVjeVV5TWlVelFTVTFRaVUzUWlVeU1tRmpkR2x2YmlVeU1pVXpRU1V5TW0xdmRtVWxNaklsTWtNbE1qSjRKVEl5SlROQkpUSXlNQ1V5TWlVeVF5VXlNbmtsTWpJbE0wRWxNakl3SlRJeUpUZEVKVEpESlRkQ0pUSXlZV04wYVc5dUpUSXlKVE5CSlRJeWJHbHVaU1V5TWlVeVF5VXlNbmdsTWpJbE0wRWxNakozSlRJeUpUSkRKVEl5ZVNVeU1pVXpRU1V5TWpBbE1qSWxOMFFsTWtNbE4wSWxNakpoWTNScGIyNGxNaklsTTBFbE1qSnNhVzVsSlRJeUpUSkRKVEl5ZUNVeU1pVXpRU1V5TW5jbE1qSWxNa01sTWpKNUpUSXlKVE5CSlRJeWFDVXlNaVUzUkNVeVF5VTNRaVV5TW1GamRHbHZiaVV5TWlVelFTVXlNbXhwYm1VbE1qSWxNa01sTWpKNEpUSXlKVE5CSlRJeU1DVXlNaVV5UXlVeU1ua2xNaklsTTBFbE1qSm9KVEl5SlRkRUpUSkRKVGRDSlRJeVlXTjBhVzl1SlRJeUpUTkJKVEl5WTJ4dmMyVWxNaklsTjBRbE5VUWxOMFFsTlVRbE1rTWxNakptYjI1MFUzUjViR1VsTWpJbE0wRWxOMElsTWpKemFYcGxKVEl5SlROQk1UWWxNa01sTWpKaWIyeGtKVEl5SlROQmRISjFaU1UzUkNVeVF5VXlNblJsZUhSQ2JHOWpheVV5TWlVelFTVTFRaVUzUWlVeU1uQnZjMmwwYVc5dUpUSXlKVE5CSlRkQ0pUSXllQ1V5TWlVelFURXdKVEpESlRJeWVTVXlNaVV6UVRBbE1rTWxNakozSlRJeUpUTkJKVEl5ZHkweU1DVXlNaVV5UXlVeU1tZ2xNaklsTTBFbE1qSm9KVEl5SlRkRUpUSkRKVEl5ZEdWNGRDVXlNaVV6UVNVeU1uQmxiSFpwYzE5c2FXNXJKVEl5SlRkRUpUVkVKVEpESlRJeVlXNWphRzl5Y3lVeU1pVXpRU1UxUWlVM1FpVXlNbmdsTWpJbE0wRWxNakozSlRKR01pVXlNaVV5UXlVeU1ua2xNaklsTTBFbE1qSXdKVEl5SlRkRUpUSkRKVGRDSlRJeWVDVXlNaVV6UVNVeU1uY2xNa1l5SlRJeUpUSkRKVEl5ZVNVeU1pVXpRU1V5TW1nbE1qSWxOMFFsTWtNbE4wSWxNako0SlRJeUpUTkJKVEl5TUNVeU1pVXlReVV5TW5rbE1qSWxNMEVsTWpKb0pUSkdNaVV5TWlVM1JDVXlReVUzUWlVeU1uZ2xNaklsTTBFbE1qSjNKVEl5SlRKREpUSXllU1V5TWlVelFTVXlNbWdsTWtZeUpUSXlKVGRFSlRWRUpUZEVKVEpESlRJeVpsaHdUMHhhYzNOWGVESXdNRGcwTlNVeU1pVXpRU1UzUWlVeU1tbGtKVEl5SlROQkpUSXlabGh3VDB4YWMzTlhlREl3TURnME5T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05NGRXOVJRbEZvU0ZFNU1UY3hORFFsTWpJbE4wUWxNa01sTjBJbE1qSnVZVzFsSlRJeUpUTkJKVEl5SlVVMUpUa3dKVGhFSlVVM0pVRTNKVUl3SlRJeUpUSkRKVEl5ZEhsd1pTVXlNaVV6UVNVeU1uTjBjbWx1WnlVeU1pVXlReVV5TW5aaGJIVmxKVEl5SlROQkpUSXlKVEl5SlRKREpUSXlZMkYwWldkdmNua2xNaklsTTBFbE1qSmtaV1poZFd4MEpUSXlKVEpESlRJeWFXUWxNaklsTTBFbE1qSnVWRXR2WVZCV1VGWmtPRE0yT1Rnd0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UVdsTmJuUmllRVozUnpreU1UZ3pNU1V5TWlVM1JDVXlReVUzUWlVeU1tNWhiV1VsTWpJbE0wRWxNaklsUlRnbFFrWWxPVVVsUlRZbE9FVWxRVFVsTWpJbE1rTWxNakowZVhCbEpUSXlKVE5CSlRJeWJHbHVheVV5TWlVeVF5VXlNblpoYkhWbEpUSXlKVE5CSlRJeUpUSXlKVEpESlRJeVkyRjBaV2R2Y25rbE1qSWxNMEVsTWpKa1pXWmhkV3gwSlRJeUpUSkRKVEl5YVdRbE1qSWxNMEVsTWpKaWFreFNkME5TV1ZocU1qYzFOVEl6SlRJeUpUZEVKVEpESlRkQ0pUSXlibUZ0WlNVeU1pVXpRU1V5TWlWRk5DVkNSU1ZDUmlWRk55VkJReVZDUVNVeU1pVXlReVV5TW5SNWNHVWxNaklsTTBFbE1qSnpkSEpwYm1jbE1qSWxNa01sTWpKMllXeDFaU1V5TWlVelFTVXlNaVV5TWlVeVF5VXlNbU5oZEdWbmIzSjVKVEl5SlROQkpUSXlaR1ZtWVhWc2RDVXlNaVV5UXlVeU1tbGtKVEl5SlROQkpUSXlhM2xvVEVwQ2ExUk1RakUwTVRNd01DVXlNaVUzUkNVMVJDVXlReVV5TW5CeWIzQnpKVEl5SlROQkpUZENKVEl5ZUNVeU1pVXpRVFkwTXk0d09ETXpNek16TXpNek16TTBKVEpESlRJeWVTVXlNaVV6UVRnd05pNHpORFExTlRFeU9ESXdOVEV6SlRKREpUSXlkeVV5TWlVelFURTROQzQ0TXpNek16TXpNek16TXpNek55VXlReVV5TW1nbE1qSWxNMEUxTUNVeVF5VXlNbnBwYm1SbGVDVXlNaVV6UVRVbE1rTWxNakpoYm1kc1pTVXlNaVV6UVRBbE4wUWxNa01sTWpKemFHRndaVk4wZVd4bEpUSXlKVE5CSlRkQ0pUSXlZV3h3YUdFbE1qSWxNMEV4SlRkRUpUSkRKVEl5YkdsdVpWTjBlV3hsSlRJeUpUTkJKVGRDSlRJeWJHbHVaVmRwWkhSb0pUSXlKVE5CTVM0MUpUSkRKVEl5YkdsdVpWTjBlV3hsSlRJeUpUTkJKVEl5WkdGemFHVmtKVEl5SlRKREpUSXlaSEpoZDFSNWNHVWxNaklsTTBFbE1qSnViMjVsSlRJeUpUZEVKVEpESlRJeVptbHNiRk4wZVd4bEpUSXlKVE5CSlRkQ0pUZEVKVEpESlRJeWRHaGxiV1VsTWpJbE0wRWxOMElsTjBRbE1rTWxNakp3WVhSb0pUSXlKVE5CSlRWQ0pUZENKVEl5WVdOMGFXOXVjeVV5TWlVelFTVTFRaVUzUWlVeU1tRmpkR2x2YmlVeU1pVXpRU1V5TW0xdmRtVWxNaklsTWtNbE1qSjRKVEl5SlROQkpUSXlUV0YwYUM1dGFXNG9keVV5UTJncEpUSkdNeVV5TWlVeVF5VXlNbmtsTWpJbE0wRWxNakl3SlRJeUpUZEVKVEpESlRkQ0pUSXlZV04wYVc5dUpUSXlKVE5CSlRJeWJHbHVaU1V5TWlVeVF5VXlNbmdsTWpJbE0wRWxNakozTFUxaGRHZ3ViV2x1S0hjbE1rTm9LU1V5UmpNbE1qSWxNa01sTWpKNUpUSXlKVE5CSlRJeU1DVXlNaVUzUkNVeVF5VTNRaVV5TW1GamRHbHZiaVV5TWlVelFTVXlNbU4xY25abEpUSXlKVEpESlRJeWVERWxNaklsTTBFbE1qSjNKVEpDVFdGMGFDNXRhVzRvZHlVeVEyZ3BKVEpHTXlVeVJqTWxNaklsTWtNbE1qSjVNU1V5TWlVelFTVXlNakFsTWpJbE1rTWxNako0TWlVeU1pVXpRU1V5TW5jbE1rSk5ZWFJvTG0xcGJpaDNKVEpEYUNrbE1rWXpKVEpHTXlVeU1pVXlReVV5TW5reUpUSXlKVE5CSlRJeWFDVXlNaVV5UXlVeU1uZ2xNaklsTTBFbE1qSjNMVTFoZEdndWJXbHVLSGNsTWtOb0tTVXlSak1sTWpJbE1rTWxNako1SlRJeUpUTkJKVEl5YUNVeU1pVTNSQ1V5UXlVM1FpVXlNbUZqZEdsdmJpVXlNaVV6UVNVeU1teHBibVVsTWpJbE1rTWxNako0SlRJeUpUTkJKVEl5VFdGMGFDNXRhVzRvZHlVeVEyZ3BKVEpHTXlVeU1pVXlReVV5TW5rbE1qSWxNMEVsTWpKb0pUSXlKVGRFSlRKREpUZENKVEl5WVdOMGFXOXVKVEl5SlROQkpUSXlZM1Z5ZG1VbE1qSWxNa01sTWpKNE1TVXlNaVV6UVNVeU1pMU5ZWFJvTG0xcGJpaDNKVEpEYUNrbE1rWXpKVEpHTXlVeU1pVXlReVV5TW5reEpUSXlKVE5CSlRJeWFDVXlNaVV5UXlVeU1uZ3lKVEl5SlROQkpUSXlMVTFoZEdndWJXbHVLSGNsTWtOb0tTVXlSak1sTWtZekpUSXlKVEpESlRJeWVUSWxNaklsTTBFbE1qSXdKVEl5SlRKREpUSXllQ1V5TWlVelFTVXlNazFoZEdndWJXbHVLSGNsTWtOb0tTVXlSak1sTWpJbE1rTWxNako1SlRJeUpUTkJKVEl5TUNVeU1pVTNSQ1V5UXlVM1FpVXlNbUZqZEdsdmJpVXlNaVV6UVNVeU1tTnNiM05sSlRJeUpUZEVKVFZFSlRkRUpUVkVKVEpESlRJeVptOXVkRk4wZVd4bEpUSXlKVE5CSlRkQ0pUSXlZbTlzWkNVeU1pVXpRWFJ5ZFdVbE1rTWxNakp6YVhwbEpUSXlKVE5CTVRZbE4wUWxNa01sTWpKMFpYaDBRbXh2WTJzbE1qSWxNMEVsTlVJbE4wSWxNakp3YjNOcGRHbHZiaVV5TWlVelFTVTNRaVV5TW5nbE1qSWxNMEV4TUNVeVF5VXlNbmtsTWpJbE0wRXdKVEpESlRJeWR5VXlNaVV6UVNVeU1uY3RNakFsTWpJbE1rTWxNakpvSlRJeUpUTkJKVEl5YUNVeU1pVTNSQ1V5UXlVeU1uUmxlSFFsTWpJbE0wRWxNakptYkc5aGRHbHVaMTlpWVhObFgycHZhVzUwSlRJeUpUZEVKVFZFSlRKREpUSXlZVzVqYUc5eWN5VXlNaVV6UVNVMVFpVTNRaVV5TW5nbE1qSWxNMEVsTWpKM0pUSkdNaVV5TWlVeVF5VXlNbmtsTWpJbE0wRWxNakl3SlRJeUpUZEVKVEpESlRkQ0pUSXllQ1V5TWlVelFTVXlNbmNsTWtZeUpUSXlKVEpESlRJeWVTVXlNaVV6UVNVeU1tZ2xNaklsTjBRbE1rTWxOMElsTWpKNEpUSXlKVE5CSlRJeU1DVXlNaVV5UXlVeU1ua2xNaklsTTBFbE1qSm9KVEpHTWlVeU1pVTNSQ1V5UXlVM1FpVXlNbmdsTWpJbE0wRWxNakozSlRJeUpUSkRKVEl5ZVNVeU1pVXpRU1V5TW1nbE1rWXlKVEl5SlRkRUpUVkVKVGRFSlRKREpUSXlaM3BxYzFOMmJrZDNkVFl5TkRrNU5TVXlNaVV6UVNVM1FpVXlNbWxrSlRJeUpUTkJKVEl5WjNwcWMxTjJia2QzZFRZeU5EazVOU1V5TWlVeVF5VXlNbTVoYldVbE1qSWxNMEVsTWpKemRHRnlkQ1V5TWlVeVF5VXlNblJwZEd4bEpUSXlKVE5CSlRJeUpVVTFKVUpESlRnd0pVVTFKVUUzSlRoQ0pUSkdKVVUzSlVKQ0pUa3pKVVUySlRsRUpUbEdKVEl5SlRKREpUSXlZMkYwWldkdmNua2xNaklsTTBFbE1qSmlZWE5wWXlVeU1pVXlReVV5TW1keWIzVndKVEl5SlROQkpUSXlKVEl5SlRKREpUSXlaM0p2ZFhCT1lXMWxKVEl5SlROQmJuVnNiQ1V5UXlVeU1teHZZMnRsWkNVeU1pVXpRV1poYkhObEpUSkRKVEl5YkdsdWF5VXlNaVV6UVNVeU1pVXlNaVV5UXlVeU1tTm9hV3hrY21WdUpUSXlKVE5CSlRWQ0pUVkVKVEpESlRJeWNHRnlaVzUwSlRJeUpUTkJKVEl5SlRJeUpUSkRKVEl5Y21WemFYcGxSR2x5SlRJeUpUTkJKVFZDSlRJeWRHd2xNaklsTWtNbE1qSjBjaVV5TWlVeVF5VXlNbUp5SlRJeUpUSkRKVEl5WW13bE1qSWxNa01sTWpKc0pUSXlKVEpESlRJeWRDVXlNaVV5UXlVeU1uSWxNaklsTWtNbE1qSmlKVEl5SlRWRUpUSkRKVEl5WVhSMGNtbGlkWFJsSlRJeUpUTkJKVGRDSlRJeVkyOXVkR0ZwYm1WeUpUSXlKVE5CWm1Gc2MyVWxNa01sTWpKMmFYTnBZbXhsSlRJeUpUTkJkSEoxWlNVeVF5VXlNbkp2ZEdGMFlXSnNaU1V5TWlVelFYUnlkV1VsTWtNbE1qSnNhVzVyWVdKc1pTVXlNaVV6UVhSeWRXVWxNa01sTWpKamIyeHNZWEJ6WVdKc1pTVXlNaVV6UVdaaGJITmxKVEpESlRJeVkyOXNiR0Z3YzJWa0pUSXlKVE5CWm1Gc2MyVWxNa01sTWpKbWFYaGxaRXhwYm1zbE1qSWxNMEZtWVd4elpTVXlReVV5TW0xaGNtdGxjazltWm5ObGRDVXlNaVV6UVRVbE4wUWxNa01sTWpKa1lYUmhRWFIwY21saWRYUmxjeVV5TWlVelFTVTFRaVUzUWlVeU1tNWhiV1VsTWpJbE0wRWxNaklsUlRVbFFrRWxPRVlsUlRVbE9FWWxRamNsTWpJbE1rTWxNakowZVhCbEpUSXlKVE5CSlRJeWJuVnRZbVZ5SlRJeUpUSkRKVEl5ZG1Gc2RXVWxNaklsTTBFbE1qSWxNaklsTWtNbE1qSmpZWFJsWjI5eWVTVXlNaVV6UVNVeU1tUmxabUYxYkhRbE1qSWxNa01sTWpKcFpDVXlNaVV6UVNVeU1tbEZlRXB6VVhSNWJuY3hORE0zTURnbE1qSWxOMFFsTWtNbE4wSWxNakp1WVcxbEpUSXlKVE5CSlRJeUpVVTFKVGt3SlRoRUpVVTNKVUUzSlVJd0pUSXlKVEpESlRJeWRIbHdaU1V5TWlVelFTVXlNbk4wY21sdVp5VXlNaVV5UXlVeU1uWmhiSFZsSlRJeUpUTkJKVEl5SlRJeUpUSkRKVEl5WTJGMFpXZHZjbmtsTWpJbE0wRWxNakprWldaaGRXeDBKVEl5SlRKREpUSXlhV1FsTWpJbE0wRWxNakpqYWxsaGRVeE9jMVIxTlRFNU5qZzFKVEl5SlRkRUpUSkRKVGRDSlRJeWJtRnRaU1V5TWlVelFTVXlNaVZGTmlVNE9TVTRNQ1ZGTmlVNVF5VTRPU1ZGT0NVNE1DVTROU1V5TWlVeVF5VXlNblI1Y0dVbE1qSWxNMEVsTWpKemRISnBibWNsTWpJbE1rTWxNakoyWVd4MVpTVXlNaVV6UVNVeU1pVXlNaVV5UXlVeU1tTmhkR1ZuYjNKNUpUSXlKVE5CSlRJeVpHVm1ZWFZzZENVeU1pVXlReVV5TW1sa0pUSXlKVE5CSlRJeWRWaE1WV1pqWldSYWJEVTBNVEE1TUNVeU1pVTNSQ1V5UXlVM1FpVXlNbTVoYldVbE1qSWxNMEVsTWpJbFJUZ2xRa1lsT1VVbFJUWWxPRVVsUVRVbE1qSWxNa01sTWpKMGVYQmxKVEl5SlROQkpUSXliR2x1YXlVeU1pVXlReVV5TW5aaGJIVmxKVEl5SlROQkpUSXlKVEl5SlRKREpUSXlZMkYwWldkdmNua2xNaklsTTBFbE1qSmtaV1poZFd4MEpUSXlKVEpESlRJeWFXUWxNaklsTTBFbE1qSnNjMHBSYzFWWWNFZHhNRGM0TWpJNUpUSXlKVGRFSlRKREpUZENKVEl5Ym1GdFpTVXlNaVV6UVNVeU1pVkZOQ1ZDUlNWQ1JpVkZOeVZCUXlWQ1FTVXlNaVV5UXlVeU1uUjVjR1VsTWpJbE0wRWxNakp6ZEhKcGJtY2xNaklsTWtNbE1qSjJZV3gxWlNVeU1pVXpRU1V5TWlVeU1pVXlReVV5TW1OaGRHVm5iM0o1SlRJeUpUTkJKVEl5WkdWbVlYVnNkQ1V5TWlVeVF5VXlNbWxrSlRJeUpUTkJKVEl5WlcxcmNWSktWRkJ3VURBd016VTROQ1V5TWlVM1JDVTFSQ1V5UXlVeU1uQnliM0J6SlRJeUpUTkJKVGRDSlRJeWVDVXlNaVV6UVRnMU9TNHlPVFE0TnpFM09UUTROekU1SlRKREpUSXllU1V5TWlVelFUYzVNQzR6TWpBMU1USTRNakExTVRJNUpUSkRKVEl5ZHlVeU1pVXpRVEU0TlM0NE16TXpNek16TXpNek16TXpNU1V5UXlVeU1tZ2xNaklsTTBFMU1DVXlReVV5TW5wcGJtUmxlQ1V5TWlVelFUWWxNa01sTWpKaGJtZHNaU1V5TWlVelFUQWxOMFFsTWtNbE1qSnphR0Z3WlZOMGVXeGxKVEl5SlROQkpUZENKVEl5WVd4d2FHRWxNaklsTTBFeEpUZEVKVEpESlRJeWJHbHVaVk4wZVd4bEpUSXlKVE5CSlRkQ0pUSXliR2x1WlZkcFpIUm9KVEl5SlROQk1TNDFKVGRFSlRKREpUSXlabWxzYkZOMGVXeGxKVEl5SlROQkpUZENKVEl5WTI5c2IzSWxNaklsTTBFbE1qSXlOVEFsTWtNeU1qQWxNa015TVRrbE1qSWxNa01sTWpKa2NtRjNWSGx3WlNVeU1pVXpRU1V5TW01dmJtVWxNaklsTjBRbE1rTWxNakowYUdWdFpTVXlNaVV6UVNVM1FpVTNSQ1V5UXlVeU1uQmhkR2dsTWpJbE0wRWxOVUlsTjBJbE1qSmhZM1JwYjI1ekpUSXlKVE5CSlRWQ0pUZENKVEl5WVdOMGFXOXVKVEl5SlROQkpUSXliVzkyWlNVeU1pVXlReVV5TW5nbE1qSWxNMEVsTWpKTllYUm9MbTFwYmloM0pUSkRhQ2tsTWtZekpUSXlKVEpESlRJeWVTVXlNaVV6UVNVeU1qQWxNaklsTjBRbE1rTWxOMElsTWpKaFkzUnBiMjRsTWpJbE0wRWxNakpzYVc1bEpUSXlKVEpESlRJeWVDVXlNaVV6UVNVeU1uY3RUV0YwYUM1dGFXNG9keVV5UTJncEpUSkdNeVV5TWlVeVF5VXlNbmtsTWpJbE0wRWxNakl3SlRJeUpUZEVKVEpESlRkQ0pUSXlZV04wYVc5dUpUSXlKVE5CSlRJeVkzVnlkbVVsTWpJbE1rTWxNako0TVNVeU1pVXpRU1V5TW5jbE1rSk5ZWFJvTG0xcGJpaDNKVEpEYUNrbE1rWXpKVEpHTXlVeU1pVXlReVV5TW5reEpUSXlKVE5CSlRJeU1DVXlNaVV5UXlVeU1uZ3lKVEl5SlROQkpUSXlkeVV5UWsxaGRHZ3ViV2x1S0hjbE1rTm9LU1V5UmpNbE1rWXpKVEl5SlRKREpUSXllVElsTWpJbE0wRWxNakpvSlRJeUpUSkRKVEl5ZUNVeU1pVXpRU1V5TW5jdFRXRjBhQzV0YVc0b2R5VXlRMmdwSlRKR015VXlNaVV5UXlVeU1ua2xNaklsTTBFbE1qSm9KVEl5SlRkRUpUSkRKVGRDSlRJeVlXTjBhVzl1SlRJeUpUTkJKVEl5YkdsdVpTVXlNaVV5UXlVeU1uZ2xNaklsTTBFbE1qSk5ZWFJvTG0xcGJpaDNKVEpEYUNrbE1rWXpKVEl5SlRKREpUSXllU1V5TWlVelFTVXlNbWdsTWpJbE4wUWxNa01sTjBJbE1qSmhZM1JwYjI0bE1qSWxNMEVsTWpKamRYSjJaU1V5TWlVeVF5VXlNbmd4SlRJeUpUTkJKVEl5TFUxaGRHZ3ViV2x1S0hjbE1rTm9LU1V5UmpNbE1rWXpKVEl5SlRKREpUSXllVEVsTWpJbE0wRWxNakpvSlRJeUpUSkRKVEl5ZURJbE1qSWxNMEVsTWpJdFRXRjBhQzV0YVc0b2R5VXlRMmdwSlRKR015VXlSak1sTWpJbE1rTWxNako1TWlVeU1pVXpRU1V5TWpBbE1qSWxNa01sTWpKNEpUSXlKVE5CSlRJeVRXRjBhQzV0YVc0b2R5VXlRMmdwSlRKR015VXlNaVV5UXlVeU1ua2xNaklsTTBFbE1qSXdKVEl5SlRkRUpUSkRKVGRDSlRJeVlXTjBhVzl1SlRJeUpUTkJKVEl5WTJ4dmMyVWxNaklsTjBRbE5VUWxOMFFsTlVRbE1rTWxNakptYjI1MFUzUjViR1VsTWpJbE0wRWxOMElsTWpKemFYcGxKVEl5SlROQk1UWWxNa01sTWpKaWIyeGtKVEl5SlROQmRISjFaU1UzUkNVeVF5VXlNblJsZUhSQ2JHOWpheVV5TWlVelFTVTFRaVUzUWlVeU1uQnZjMmwwYVc5dUpUSXlKVE5CSlRkQ0pUSXllQ1V5TWlVelFURXdKVEpESlRJeWVTVXlNaVV6UVRBbE1rTWxNakozSlRJeUpUTkJKVEl5ZHkweU1DVXlNaVV5UXlVeU1tZ2xNaklsTTBFbE1qSm9KVEl5SlRkRUpUSkRKVEl5ZEdWNGRDVXlNaVV6UVNVeU1teGxablJmYUdsd1gzQnBkR05vWDJwdmFXNTBKVEl5SlRkRUpUVkVKVEpESlRJeVlXNWphRzl5Y3lVeU1pVXpRU1UxUWlVM1FpVXlNbmdsTWpJbE0wRWxNakozSlRKR01pVXlNaVV5UXlVeU1ua2xNaklsTTBFbE1qSXdKVEl5SlRkRUpUSkRKVGRDSlRJeWVDVXlNaVV6UVNVeU1uY2xNa1l5SlRJeUpUSkRKVEl5ZVNVeU1pVXpRU1V5TW1nbE1qSWxOMFFsTWtNbE4wSWxNako0SlRJeUpUTkJKVEl5TUNVeU1pVXlReVV5TW5rbE1qSWxNMEVsTWpKb0pUSkdNaVV5TWlVM1JDVXlReVUzUWlVeU1uZ2xNaklsTTBFbE1qSjNKVEl5SlRKREpUSXllU1V5TWlVelFTVXlNbWdsTWtZeUpUSXlKVGRFSlRWRUpUZEVKVEpESlRJeWVVZGFkbmxsWkhOUFdUTXdNVEV5TkNVeU1pVXpRU1UzUWlVeU1tbGtKVEl5SlROQkpUSXllVWRhZG5sbFpITlBXVE13TVRFeU5D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5WMGVGUmFkV1JGYmxnMU1ESTFOalFsTWpJbE4wUWxNa01sTjBJbE1qSnVZVzFsSlRJeUpUTkJKVEl5SlVVMUpUa3dKVGhFSlVVM0pVRTNKVUl3SlRJeUpUSkRKVEl5ZEhsd1pTVXlNaVV6UVNVeU1uTjBjbWx1WnlVeU1pVXlReVV5TW5aaGJIVmxKVEl5SlROQkpUSXlKVEl5SlRKREpUSXlZMkYwWldkdmNua2xNaklsTTBFbE1qSmtaV1poZFd4MEpUSXlKVEpESlRJeWFXUWxNaklsTTBFbE1qSkVjRUZKWlcxTldraHNORGc1TkRNNU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UW5kdGEwbEViMmhMY2pVM09EZ3dOQ1V5TWlVM1JDVXlReVUzUWlVeU1tNWhiV1VsTWpJbE0wRWxNaklsUlRnbFFrWWxPVVVsUlRZbE9FVWxRVFVsTWpJbE1rTWxNakowZVhCbEpUSXlKVE5CSlRJeWJHbHVheVV5TWlVeVF5VXlNblpoYkhWbEpUSXlKVE5CSlRJeUpUSXlKVEpESlRJeVkyRjBaV2R2Y25rbE1qSWxNMEVsTWpKa1pXWmhkV3gwSlRJeUpUSkRKVEl5YVdRbE1qSWxNMEVsTWpKV2JIcHhWbUZFYWtkWU9UQXlOVE01SlRJeUpUZEVKVEpESlRkQ0pUSXlibUZ0WlNVeU1pVXpRU1V5TWlWRk5DVkNSU1ZDUmlWRk55VkJReVZDUVNVeU1pVXlReVV5TW5SNWNHVWxNaklsTTBFbE1qSnpkSEpwYm1jbE1qSWxNa01sTWpKMllXeDFaU1V5TWlVelFTVXlNaVV5TWlVeVF5VXlNbU5oZEdWbmIzSjVKVEl5SlROQkpUSXlaR1ZtWVhWc2RDVXlNaVV5UXlVeU1tbGtKVEl5SlROQkpUSXlZM3A0WjBOeVpsaEdlRGcyTWpBd015VXlNaVUzUkNVMVJDVXlReVV5TW5CeWIzQnpKVEl5SlROQkpUZENKVEl5ZUNVeU1pVXpRVEV3TmprdU1qTXpOamd5T1Rnek5qZ3pNU1V5UXlVeU1ua2xNaklsTTBFNE5qRXVPVGMxT0RFMU9EVXdPREUyTWlVeVF5VXlNbmNsTWpJbE0wRXhPRFV1T0RNek16TXpNek16TXpNek16RWxNa01sTWpKb0pUSXlKVE5CTlRBbE1rTWxNako2YVc1a1pYZ2xNaklsTTBFNEpUSkRKVEl5WVc1bmJHVWxNaklsTTBFd0pUZEVKVEpESlRJeWMyaGhjR1ZUZEhsc1pTVXlNaVV6UVNVM1FpVXlNbUZzY0doaEpUSXlKVE5CTVNVM1JDVXlReVV5TW14cGJtVlRkSGxzWlNVeU1pVXpRU1UzUWlVeU1teHBibVZYYVdSMGFDVXlNaVV6UVRFdU5TVTNSQ1V5UXlVeU1tWnBiR3hUZEhsc1pTVXlNaVV6UVNVM1FpVXlNbU52Ykc5eUpUSXlKVE5CSlRJeU1qVXdKVEpETWpJd0pUSkRNakU1SlRJeUpUSkRKVEl5WkhKaGQxUjVjR1VsTWpJbE0wRWxNakp1YjI1bEpUSXlKVGRFSlRKREpUSXlkR2hsYldVbE1qSWxNMEVsTjBJbE4wUWxNa01sTWpKd1lYUm9KVEl5SlROQkpUVkNKVGRDSlRJeVlXTjBhVzl1Y3lVeU1pVXpRU1UxUWlVM1FpVXlNbUZqZEdsdmJpVXlNaVV6UVNVeU1tMXZkbVVsTWpJbE1rTWxNako0SlRJeUpUTkJKVEl5VFdGMGFDNXRhVzRvZHlVeVEyZ3BKVEpHTXlVeU1pVXlReVV5TW5rbE1qSWxNMEVsTWpJd0pUSXlKVGRFSlRKREpUZENKVEl5WVdOMGFXOXVKVEl5SlROQkpUSXliR2x1WlNVeU1pVXlReVV5TW5nbE1qSWxNMEVsTWpKM0xVMWhkR2d1YldsdUtIY2xNa05vS1NVeVJqTWxNaklsTWtNbE1qSjVKVEl5SlROQkpUSXlNQ1V5TWlVM1JDVXlReVUzUWlVeU1tRmpkR2x2YmlVeU1pVXpRU1V5TW1OMWNuWmxKVEl5SlRKREpUSXllREVsTWpJbE0wRWxNakozSlRKQ1RXRjBhQzV0YVc0b2R5VXlRMmdwSlRKR015VXlSak1sTWpJbE1rTWxNako1TVNVeU1pVXpRU1V5TWpBbE1qSWxNa01sTWpKNE1pVXlNaVV6UVNVeU1uY2xNa0pOWVhSb0xtMXBiaWgzSlRKRGFDa2xNa1l6SlRKR015VXlNaVV5UXlVeU1ua3lKVEl5SlROQkpUSXlhQ1V5TWlVeVF5VXlNbmdsTWpJbE0wRWxNakozTFUxaGRHZ3ViV2x1S0hjbE1rTm9LU1V5UmpNbE1qSWxNa01sTWpKNUpUSXlKVE5CSlRJeWFDVXlNaVUzUkNVeVF5VTNRaVV5TW1GamRHbHZiaVV5TWlVelFTVXlNbXhwYm1VbE1qSWxNa01sTWpKNEpUSXlKVE5CSlRJeVRXRjBhQzV0YVc0b2R5VXlRMmdwSlRKR015VXlNaVV5UXlVeU1ua2xNaklsTTBFbE1qSm9KVEl5SlRkRUpUSkRKVGRDSlRJeVlXTjBhVzl1SlRJeUpUTkJKVEl5WTNWeWRtVWxNaklsTWtNbE1qSjRNU1V5TWlVelFTVXlNaTFOWVhSb0xtMXBiaWgzSlRKRGFDa2xNa1l6SlRKR015VXlNaVV5UXlVeU1ua3hKVEl5SlROQkpUSXlhQ1V5TWlVeVF5VXlNbmd5SlRJeUpUTkJKVEl5TFUxaGRHZ3ViV2x1S0hjbE1rTm9LU1V5UmpNbE1rWXpKVEl5SlRKREpUSXllVElsTWpJbE0wRWxNakl3SlRJeUpUSkRKVEl5ZUNVeU1pVXpRU1V5TWsxaGRHZ3ViV2x1S0hjbE1rTm9LU1V5UmpNbE1qSWxNa01sTWpKNUpUSXlKVE5CSlRJeU1DVXlNaVUzUkNVeVF5VTNRaVV5TW1GamRHbHZiaVV5TWlVelFTVXlNbU5zYjNObEpUSXlKVGRFSlRWRUpUZEVKVFZFSlRKREpUSXlabTl1ZEZOMGVXeGxKVEl5SlROQkpUZENKVEl5YzJsNlpTVXlNaVV6UVRFMkpUSkRKVEl5WW05c1pDVXlNaVV6UVhSeWRXVWxOMFFsTWtNbE1qSjBaWGgwUW14dlkyc2xNaklsTTBFbE5VSWxOMElsTWpKd2IzTnBkR2x2YmlVeU1pVXpRU1UzUWlVeU1uZ2xNaklsTTBFeE1DVXlReVV5TW5rbE1qSWxNMEV3SlRKREpUSXlkeVV5TWlVelFTVXlNbmN0TWpBbE1qSWxNa01sTWpKb0pUSXlKVE5CSlRJeWFDVXlNaVUzUkNVeVF5VXlNblJsZUhRbE1qSWxNMEVsTWpKc1pXWjBYMmhwY0Y5eWIyeHNYMnB2YVc1MEpUSXlKVGRFSlRWRUpUSkRKVEl5WVc1amFHOXljeVV5TWlVelFTVTFRaVUzUWlVeU1uZ2xNaklsTTBFbE1qSjNKVEpHTWlVeU1pVXlReVV5TW5rbE1qSWxNMEVsTWpJd0pUSXlKVGRFSlRKREpUZENKVEl5ZUNVeU1pVXpRU1V5TW5jbE1rWXlKVEl5SlRKREpUSXllU1V5TWlVelFTVXlNbWdsTWpJbE4wUWxNa01sTjBJbE1qSjRKVEl5SlROQkpUSXlNQ1V5TWlVeVF5VXlNbmtsTWpJbE0wRWxNakpvSlRKR01pVXlNaVUzUkNVeVF5VTNRaVV5TW5nbE1qSWxNMEVsTWpKM0pUSXlKVEpESlRJeWVTVXlNaVV6UVNVeU1tZ2xNa1l5SlRJeUpUZEVKVFZFSlRkRUpUSkRKVEl5ZWxGaVIwWlNhR1pSUlRneU1qVTNNeVV5TWlVelFTVTNRaVV5TW1sa0pUSXlKVE5CSlRJeWVsRmlSMFpTYUdaUlJUZ3lNalUzTXlVeU1pVXlReVV5TW01aGJXVWxNaklsTTBFbE1qSnliM1Z1WkZKbFkzUmhibWRzWlNVeU1pVXlReVV5TW5ScGRHeGxKVEl5SlROQkpUSXlKVVUxSlRsREpUZzJKVVU0SlVFM0pUa3lKVVUzSlRsR0pVRTVKVVUxSlVKRUpVRXlKVEl5SlRKREpUSXlZMkYwWldkdmNua2xNaklsTTBFbE1qSmlZWE5wWXlVeU1pVXlReVV5TW1keWIzVndKVEl5SlROQkpUSXlKVEl5SlRKREpUSXlaM0p2ZFhCT1lXMWxKVEl5SlROQmJuVnNiQ1V5UXlVeU1teHZZMnRsWkNVeU1pVXpRV1poYkhObEpUSkRKVEl5YkdsdWF5VXlNaVV6UVNVeU1pVXlNaVV5UXlVeU1tTm9hV3hrY21WdUpUSXlKVE5CSlRWQ0pUVkVKVEpESlRJeWNHRnlaVzUwSlRJeUpUTkJKVEl5SlRJeUpUSkRKVEl5Y21WemFYcGxSR2x5SlRJeUpUTkJKVFZDSlRJeWRHd2xNaklsTWtNbE1qSjBjaVV5TWlVeVF5VXlNbUp5SlRJeUpUSkRKVEl5WW13bE1qSWxNa01sTWpKc0pUSXlKVEpESlRJeWRDVXlNaVV5UXlVeU1uSWxNaklsTWtNbE1qSmlKVEl5SlRWRUpUSkRKVEl5WVhSMGNtbGlkWFJsSlRJeUpUTkJKVGRDSlRJeVkyOXVkR0ZwYm1WeUpUSXlKVE5CWm1Gc2MyVWxNa01sTWpKMmFYTnBZbXhsSlRJeUpUTkJkSEoxWlNVeVF5VXlNbkp2ZEdGMFlXSnNaU1V5TWlVelFYUnlkV1VsTWtNbE1qSnNhVzVyWVdKc1pTVXlNaVV6UVhSeWRXVWxNa01sTWpKamIyeHNZWEJ6WVdKc1pTVXlNaVV6UVdaaGJITmxKVEpESlRJeVkyOXNiR0Z3YzJWa0pUSXlKVE5CWm1Gc2MyVWxNa01sTWpKbWFYaGxaRXhwYm1zbE1qSWxNMEZtWVd4elpTVXlReVV5TW0xaGNtdGxjazltWm5ObGRDVXlNaVV6UVRVbE4wUWxNa01sTWpKa1lYUmhRWFIwY21saWRYUmxjeVV5TWlVelFTVTFRaVUzUWlVeU1tNWhiV1VsTWpJbE0wRWxNaklsUlRVbFFrRWxPRVlsUlRVbE9FWWxRamNsTWpJbE1rTWxNakowZVhCbEpUSXlKVE5CSlRJeWJuVnRZbVZ5SlRJeUpUSkRKVEl5ZG1Gc2RXVWxNaklsTTBFbE1qSWxNaklsTWtNbE1qSmpZWFJsWjI5eWVTVXlNaVV6UVNVeU1tUmxabUYxYkhRbE1qSWxNa01sTWpKcFpDVXlNaVV6UVNVeU1sRkNWa3BuVEhoTVYxRXhOVFV6TnpRbE1qSWxOMFFsTWtNbE4wSWxNakp1WVcxbEpUSXlKVE5CSlRJeUpVVTFKVGt3SlRoRUpVVTNKVUUzSlVJd0pUSXlKVEpESlRJeWRIbHdaU1V5TWlVelFTVXlNbk4wY21sdVp5VXlNaVV5UXlVeU1uWmhiSFZsSlRJeUpUTkJKVEl5SlRJeUpUSkRKVEl5WTJGMFpXZHZjbmtsTWpJbE0wRWxNakprWldaaGRXeDBKVEl5SlRKREpUSXlhV1FsTWpJbE0wRWxNakp6YTNwWllWaFpZMEZWTnpZME5UWTVKVEl5SlRkRUpUSkRKVGRDSlRJeWJtRnRaU1V5TWlVelFTVXlNaVZGTmlVNE9TVTRNQ1ZGTmlVNVF5VTRPU1ZGT0NVNE1DVTROU1V5TWlVeVF5VXlNblI1Y0dVbE1qSWxNMEVsTWpKemRISnBibWNsTWpJbE1rTWxNakoyWVd4MVpTVXlNaVV6UVNVeU1pVXlNaVV5UXlVeU1tTmhkR1ZuYjNKNUpUSXlKVE5CSlRJeVpHVm1ZWFZzZENVeU1pVXlReVV5TW1sa0pUSXlKVE5CSlRJeVIwWm9hazlvWjJGaFV6SXlNVFUwTkNVeU1pVTNSQ1V5UXlVM1FpVXlNbTVoYldVbE1qSWxNMEVsTWpJbFJUZ2xRa1lsT1VVbFJUWWxPRVVsUVRVbE1qSWxNa01sTWpKMGVYQmxKVEl5SlROQkpUSXliR2x1YXlVeU1pVXlReVV5TW5aaGJIVmxKVEl5SlROQkpUSXlKVEl5SlRKREpUSXlZMkYwWldkdmNua2xNaklsTTBFbE1qSmtaV1poZFd4MEpUSXlKVEpESlRJeWFXUWxNaklsTTBFbE1qSjRUV1ZRVEhkU2NHTkhPVEkzT0RVNUpUSXlKVGRFSlRKREpUZENKVEl5Ym1GdFpTVXlNaVV6UVNVeU1pVkZOQ1ZDUlNWQ1JpVkZOeVZCUXlWQ1FTVXlNaVV5UXlVeU1uUjVjR1VsTWpJbE0wRWxNakp6ZEhKcGJtY2xNaklsTWtNbE1qSjJZV3gxWlNVeU1pVXpRU1V5TWlVeU1pVXlReVV5TW1OaGRHVm5iM0o1SlRJeUpUTkJKVEl5WkdWbVlYVnNkQ1V5TWlVeVF5VXlNbWxrSlRJeUpUTkJKVEl5WlU5d1FtcG1jRnBxVURVek56WXdOU1V5TWlVM1JDVTFSQ1V5UXlVeU1uQnliM0J6SlRJeUpUTkJKVGRDSlRJeWVDVXlNaVV6UVRFd05qa3VNak16TmpneU9UZ3pOamd6SlRKREpUSXllU1V5TWlVelFUYzRPQzR6TWpBMU1USTRNakExTVRJNUpUSkRKVEl5ZHlVeU1pVXpRVEU0TlM0NE16TXpNek16TXpNek16TXpOeVV5UXlVeU1tZ2xNaklsTTBFMU5DVXlReVV5TW5wcGJtUmxlQ1V5TWlVelFUa2xNa01sTWpKaGJtZHNaU1V5TWlVelFUQWxOMFFsTWtNbE1qSnphR0Z3WlZOMGVXeGxKVEl5SlROQkpUZENKVEl5WVd4d2FHRWxNaklsTTBFeEpUZEVKVEpESlRJeWJHbHVaVk4wZVd4bEpUSXlKVE5CSlRkQ0pUSXljbTkxYm1ScGJtY2xNaklsTTBFMEpUSkRKVEl5YkdsdVpWZHBaSFJvSlRJeUpUTkJNUzQxSlRkRUpUSkRKVEl5Wm1sc2JGTjBlV3hsSlRJeUpUTkJKVGRDSlRkRUpUSkRKVEl5ZEdobGJXVWxNaklsTTBFbE4wSWxOMFFsTWtNbE1qSndZWFJvSlRJeUpUTkJKVFZDSlRkQ0pUSXlZV04wYVc5dWN5VXlNaVV6UVNVMVFpVTNRaVV5TW1GamRHbHZiaVV5TWlVelFTVXlNbTF2ZG1VbE1qSWxNa01sTWpKNEpUSXlKVE5CSlRJeU1DVXlNaVV5UXlVeU1ua2xNaklsTTBFbE1qSXdKVEl5SlRkRUpUSkRKVGRDSlRJeVlXTjBhVzl1SlRJeUpUTkJKVEl5YkdsdVpTVXlNaVV5UXlVeU1uZ2xNaklsTTBFbE1qSjNKVEl5SlRKREpUSXllU1V5TWlVelFTVXlNakFsTWpJbE4wUWxNa01sTjBJbE1qSmhZM1JwYjI0bE1qSWxNMEVsTWpKc2FXNWxKVEl5SlRKREpUSXllQ1V5TWlVelFTVXlNbmNsTWpJbE1rTWxNako1SlRJeUpUTkJKVEl5YUNVeU1pVTNSQ1V5UXlVM1FpVXlNbUZqZEdsdmJpVXlNaVV6UVNVeU1teHBibVVsTWpJbE1rTWxNako0SlRJeUpUTkJKVEl5TUNVeU1pVXlReVV5TW5rbE1qSWxNMEVsTWpKb0pUSXlKVGRFSlRKREpUZENKVEl5WVdOMGFXOXVKVEl5SlROQkpUSXlZMnh2YzJVbE1qSWxOMFFsTlVRbE4wUWxOVVFsTWtNbE1qSm1iMjUwVTNSNWJHVWxNaklsTTBFbE4wSWxNakp6YVhwbEpUSXlKVE5CTVRZbE1rTWxNakppYjJ4a0pUSXlKVE5CZEhKMVpTVTNSQ1V5UXlVeU1uUmxlSFJDYkc5amF5VXlNaVV6UVNVMVFpVTNRaVV5TW5CdmMybDBhVzl1SlRJeUpUTkJKVGRDSlRJeWVDVXlNaVV6UVRFd0pUSkRKVEl5ZVNVeU1pVXpRVEFsTWtNbE1qSjNKVEl5SlROQkpUSXlkeTB5TUNVeU1pVXlReVV5TW1nbE1qSWxNMEVsTWpKb0pUSXlKVGRFSlRKREpUSXlkR1Y0ZENVeU1pVXpRU1V5TW14bFpuUmZhR2x3WDNCcGRHTm9YMnhwYm1zbE1qSWxOMFFsTlVRbE1rTWxNakpoYm1Ob2IzSnpKVEl5SlROQkpUVkNKVGRDSlRJeWVDVXlNaVV6UVNVeU1uY2xNa1l5SlRJeUpUSkRKVEl5ZVNVeU1pVXpRU1V5TWpBbE1qSWxOMFFsTWtNbE4wSWxNako0SlRJeUpUTkJKVEl5ZHlVeVJqSWxNaklsTWtNbE1qSjVKVEl5SlROQkpUSXlhQ1V5TWlVM1JDVXlReVUzUWlVeU1uZ2xNaklsTTBFbE1qSXdKVEl5SlRKREpUSXllU1V5TWlVelFTVXlNbWdsTWtZeUpUSXlKVGRFSlRKREpUZENKVEl5ZUNVeU1pVXpRU1V5TW5jbE1qSWxNa01sTWpKNUpUSXlKVE5CSlRJeWFDVXlSaklsTWpJbE4wUWxOVVFsTjBRbE1rTWxNakpwU0hWSlFXdExjMDl4Tnpnd05EWTJKVEl5SlROQkpUZENKVEl5YVdRbE1qSWxNMEVsTWpKcFNIVkpRV3RMYzA5eE56Z3dORFkySlRJeUpUSkRKVEl5Ym1GdFpTVXlNaVV6UVNVeU1teHBibXRsY2lVeU1pVXlReVV5TW5SbGVIUWxNaklsTTBFbE1qSWxNaklsTWtNbE1qSm5jbTkxY0NVeU1pVXpRU1V5TWlVeU1pVXlReVV5TW14cGJtdGxjbFI1Y0dVbE1qSWxNMEVsTWpKaWNtOXJaVzRsTWpJbE1rTWxNakp3YjJsdWRITWxNaklsTTBFbE5VSWxOMElsTWpKNEpUSXlKVE5CT1RVeUxqSXhNVGczTVRjNU5EZzNNVFVsTWtNbE1qSjVKVEl5SlROQk56UTJKVGRFSlRWRUpUSkRKVEl5Ykc5amEyVmtKVEl5SlROQlptRnNjMlVsTWtNbE1qSmtZWFJoUVhSMGNtbGlkWFJsY3lVeU1pVXpRU1UxUWlVMVJDVXlReVV5TW5CeWIzQnpKVEl5SlROQkpUZENKVEl5ZW1sdVpHVjRKVEl5SlROQk1UQWxOMFFsTWtNbE1qSnNhVzVsVTNSNWJHVWxNaklsTTBFbE4wSWxNakpzYVc1bFYybGtkR2dsTWpJbE0wRXhMalVsTjBRbE1rTWxNakptY205dEpUSXlKVE5CSlRkQ0pUSXllQ1V5TWlVelFUYzVOeTQxTURBd01EQXdNREF3TURBeUpUSkRKVEl5ZVNVeU1pVXpRVGMwTmlVeVF5VXlNbUZ1WjJ4bEpUSXlKVE5CTXk0eE5ERTFPVEkyTlRNMU9EazNPVE0ySlRKREpUSXlhV1FsTWpJbE0wRWxNakpXU1VGaVUxUnpia2gyTmpJd01qWTFKVEl5SlRkRUpUSkRKVEl5ZEc4bE1qSWxNMEVsTjBJbE1qSnBaQ1V5TWlVelFTVXlNbWQ2YW5OVGRtNUhkM1UyTWpRNU9UVWxNaklsTWtNbE1qSjRKVEl5SlROQk9UVXlMakl4TVRnM01UYzVORGczTVRVbE1rTWxNako1SlRJeUpUTkJOemt3TGpNeU1EVXhNamd5TURVeE1qa2xNa01sTWpKaGJtZHNaU1V5TWlVelFURXVOVGN3TnprMk16STJOemswT0RrM0pUZEVKVEpESlRJeWRHVjRkRUpzYjJOckpUSXlKVE5CSlRWQ0pUVkVKVGRFSlRKREpUSXlVVWxOU0ZsdFZsVnVaVFV5TWpJMU5pVXlNaVV6UVNVM1FpVXlNbWxrSlRJeUpUTkJKVEl5VVVsTlNGbHRWbFZ1WlRVeU1qSTFOaVV5TWlVeVF5VXlNbTVoYldVbE1qSWxNMEVsTWpKc2FXNXJaWElsTWpJbE1rTWxNakowWlhoMEpUSXlKVE5CSlRJeUpUSXlKVEpESlRJeVozSnZkWEFsTWpJbE0wRWxNaklsTWpJbE1rTWxNakpzYVc1clpYSlVlWEJsSlRJeUpUTkJKVEl5WW5KdmEyVnVKVEl5SlRKREpUSXljRzlwYm5SekpUSXlKVE5CSlRWQ0pUZENKVEl5ZUNVeU1pVXpRVEV3TlRjdU1UZ3dOemMzTXpnNU1qYzNOQ1V5UXlVeU1ua2xNaklsTTBFNE1UVXVNekl3TlRFeU9ESXdOVEV5T1NVM1JDVXlReVUzUWlVeU1uZ2xNaklsTTBFeE1EVTNMakU0TURjM056TTRPVEkzTnpRbE1rTWxNako1SlRJeUpUTkJPREUxTGpNeU1EVXhNamd5TURVeE1qa2xOMFFsTlVRbE1rTWxNakpzYjJOclpXUWxNaklsTTBGbVlXeHpaU1V5UXlVeU1tUmhkR0ZCZEhSeWFXSjFkR1Z6SlRJeUpUTkJKVFZDSlRWRUpUSkRKVEl5Y0hKdmNITWxNaklsTTBFbE4wSWxNako2YVc1a1pYZ2xNaklsTTBFeE1TVTNSQ1V5UXlVeU1teHBibVZUZEhsc1pTVXlNaVV6UVNVM1FpVXlNbXhwYm1WWGFXUjBhQ1V5TWlVelFURXVOU1UzUkNVeVF5VXlNbVp5YjIwbE1qSWxNMEVsTjBJbE1qSjRKVEl5SlROQk1UQTBOUzR4TWpjNE56RTNPVFE0TnpFM0pUSkRKVEl5ZVNVeU1pVXpRVGd4TlM0ek1qQTFNVEk0TWpBMU1USTVKVEpESlRJeVlXNW5iR1VsTWpJbE0wRXpMakUwTVRVNU1qWTFNelU0T1RjNU15VXlReVV5TW1sa0pUSXlKVE5CSlRJeVozcHFjMU4yYmtkM2RUWXlORGs1TlNVeU1pVTNSQ1V5UXlVeU1uUnZKVEl5SlROQkpUZENKVEl5YVdRbE1qSWxNMEVsTWpKNlVXSkhSbEpvWmxGRk9ESXlOVGN6SlRJeUpUSkRKVEl5ZUNVeU1pVXpRVEV3TmprdU1qTXpOamd5T1Rnek5qZ3pKVEpESlRJeWVTVXlNaVV6UVRneE5TNHpNakExTVRJNE1qQTFNVEk1SlRKREpUSXlZVzVuYkdVbE1qSWxNMEV3SlRkRUpUSkRKVEl5ZEdWNGRFSnNiMk5ySlRJeUpUTkJKVFZDSlRWRUpUZEVKVEpESlRJeVJVcEJRa1ZRWWxOWlpqRXdNVGt4T0NVeU1pVXpRU1UzUWlVeU1tbGtKVEl5SlROQkpUSXlSVXBCUWtWUVlsTlpaakV3TVRreE9D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s5MWVHdEhkVVZ2Ykd3NE5EZzFPRGtsTWpJbE4wUWxNa01sTjBJbE1qSnVZVzFsSlRJeUpUTkJKVEl5SlVVMUpUa3dKVGhFSlVVM0pVRTNKVUl3SlRJeUpUSkRKVEl5ZEhsd1pTVXlNaVV6UVNVeU1uTjBjbWx1WnlVeU1pVXlReVV5TW5aaGJIVmxKVEl5SlROQkpUSXlKVEl5SlRKREpUSXlZMkYwWldkdmNua2xNaklsTTBFbE1qSmtaV1poZFd4MEpUSXlKVEpESlRJeWFXUWxNaklsTTBFbE1qSnhkWEpaWTFCemFuaDROREV5TURJMk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VVhCUVZsSjJhVzF6ZVRrek1qSXdOQ1V5TWlVM1JDVXlReVUzUWlVeU1tNWhiV1VsTWpJbE0wRWxNaklsUlRnbFFrWWxPVVVsUlRZbE9FVWxRVFVsTWpJbE1rTWxNakowZVhCbEpUSXlKVE5CSlRJeWJHbHVheVV5TWlVeVF5VXlNblpoYkhWbEpUSXlKVE5CSlRJeUpUSXlKVEpESlRJeVkyRjBaV2R2Y25rbE1qSWxNMEVsTWpKa1pXWmhkV3gwSlRJeUpUSkRKVEl5YVdRbE1qSWxNMEVsTWpKalZtbFdjV1ZpVDBGNk9UWTNORGcySlRJeUpUZEVKVEpESlRkQ0pUSXlibUZ0WlNVeU1pVXpRU1V5TWlWRk5DVkNSU1ZDUmlWRk55VkJReVZDUVNVeU1pVXlReVV5TW5SNWNHVWxNaklsTTBFbE1qSnpkSEpwYm1jbE1qSWxNa01sTWpKMllXeDFaU1V5TWlVelFTVXlNaVV5TWlVeVF5VXlNbU5oZEdWbmIzSjVKVEl5SlROQkpUSXlaR1ZtWVhWc2RDVXlNaVV5UXlVeU1tbGtKVEl5SlROQkpUSXlVSFoyVTJsd2NWRlVjVEF5TkRnd05TVXlNaVUzUkNVMVJDVXlReVV5TW5CeWIzQnpKVEl5SlROQkpUZENKVEl5ZUNVeU1pVXpRVGcxT1M0eU9UUTROekUzT1RRNE56RTNKVEpESlRJeWVTVXlNaVV6UVRrek9DNDBNRGMyTXpRd016STJNelF5SlRKREpUSXlkeVV5TWlVelFURTROUzQ0TXpNek16TXpNek16TXpNek1TVXlReVV5TW1nbE1qSWxNMEUxTUNVeVF5VXlNbnBwYm1SbGVDVXlNaVV6UVRFeUpUSkRKVEl5WVc1bmJHVWxNaklsTTBFd0pUZEVKVEpESlRJeWMyaGhjR1ZUZEhsc1pTVXlNaVV6UVNVM1FpVXlNbUZzY0doaEpUSXlKVE5CTVNVM1JDVXlReVV5TW14cGJtVlRkSGxzWlNVeU1pVXpRU1UzUWlVeU1teHBibVZYYVdSMGFDVXlNaVV6UVRFdU5TVTNSQ1V5UXlVeU1tWnBiR3hUZEhsc1pTVXlNaVV6UVNVM1FpVXlNbU52Ykc5eUpUSXlKVE5CSlRJeU1qVXdKVEpETWpJd0pUSkRNakU1SlRJeUpUSkRKVEl5WkhKaGQxUjVjR1VsTWpJbE0wRWxNakp1YjI1bEpUSXlKVGRFSlRKREpUSXlkR2hsYldVbE1qSWxNMEVsTjBJbE4wUWxNa01sTWpKd1lYUm9KVEl5SlROQkpUVkNKVGRDSlRJeVlXTjBhVzl1Y3lVeU1pVXpRU1UxUWlVM1FpVXlNbUZqZEdsdmJpVXlNaVV6UVNVeU1tMXZkbVVsTWpJbE1rTWxNako0SlRJeUpUTkJKVEl5VFdGMGFDNXRhVzRvZHlVeVEyZ3BKVEpHTXlVeU1pVXlReVV5TW5rbE1qSWxNMEVsTWpJd0pUSXlKVGRFSlRKREpUZENKVEl5WVdOMGFXOXVKVEl5SlROQkpUSXliR2x1WlNVeU1pVXlReVV5TW5nbE1qSWxNMEVsTWpKM0xVMWhkR2d1YldsdUtIY2xNa05vS1NVeVJqTWxNaklsTWtNbE1qSjVKVEl5SlROQkpUSXlNQ1V5TWlVM1JDVXlReVUzUWlVeU1tRmpkR2x2YmlVeU1pVXpRU1V5TW1OMWNuWmxKVEl5SlRKREpUSXllREVsTWpJbE0wRWxNakozSlRKQ1RXRjBhQzV0YVc0b2R5VXlRMmdwSlRKR015VXlSak1sTWpJbE1rTWxNako1TVNVeU1pVXpRU1V5TWpBbE1qSWxNa01sTWpKNE1pVXlNaVV6UVNVeU1uY2xNa0pOWVhSb0xtMXBiaWgzSlRKRGFDa2xNa1l6SlRKR015VXlNaVV5UXlVeU1ua3lKVEl5SlROQkpUSXlhQ1V5TWlVeVF5VXlNbmdsTWpJbE0wRWxNakozTFUxaGRHZ3ViV2x1S0hjbE1rTm9LU1V5UmpNbE1qSWxNa01sTWpKNUpUSXlKVE5CSlRJeWFDVXlNaVUzUkNVeVF5VTNRaVV5TW1GamRHbHZiaVV5TWlVelFTVXlNbXhwYm1VbE1qSWxNa01sTWpKNEpUSXlKVE5CSlRJeVRXRjBhQzV0YVc0b2R5VXlRMmdwSlRKR015VXlNaVV5UXlVeU1ua2xNaklsTTBFbE1qSm9KVEl5SlRkRUpUSkRKVGRDSlRJeVlXTjBhVzl1SlRJeUpUTkJKVEl5WTNWeWRtVWxNaklsTWtNbE1qSjRNU1V5TWlVelFTVXlNaTFOWVhSb0xtMXBiaWgzSlRKRGFDa2xNa1l6SlRKR015VXlNaVV5UXlVeU1ua3hKVEl5SlROQkpUSXlhQ1V5TWlVeVF5VXlNbmd5SlRJeUpUTkJKVEl5TFUxaGRHZ3ViV2x1S0hjbE1rTm9LU1V5UmpNbE1rWXpKVEl5SlRKREpUSXllVElsTWpJbE0wRWxNakl3SlRJeUpUSkRKVEl5ZUNVeU1pVXpRU1V5TWsxaGRHZ3ViV2x1S0hjbE1rTm9LU1V5UmpNbE1qSWxNa01sTWpKNUpUSXlKVE5CSlRJeU1DVXlNaVUzUkNVeVF5VTNRaVV5TW1GamRHbHZiaVV5TWlVelFTVXlNbU5zYjNObEpUSXlKVGRFSlRWRUpUZEVKVFZFSlRKREpUSXlabTl1ZEZOMGVXeGxKVEl5SlROQkpUZENKVEl5YzJsNlpTVXlNaVV6UVRFMkpUSkRKVEl5WW05c1pDVXlNaVV6UVhSeWRXVWxOMFFsTWtNbE1qSjBaWGgwUW14dlkyc2xNaklsTTBFbE5VSWxOMElsTWpKd2IzTnBkR2x2YmlVeU1pVXpRU1UzUWlVeU1uZ2xNaklsTTBFeE1DVXlReVV5TW5rbE1qSWxNMEV3SlRKREpUSXlkeVV5TWlVelFTVXlNbmN0TWpBbE1qSWxNa01sTWpKb0pUSXlKVE5CSlRJeWFDVXlNaVUzUkNVeVF5VXlNblJsZUhRbE1qSWxNMEVsTWpKc1pXWjBYMmhwY0Y5NVlYZGZhbTlwYm5RbE1qSWxOMFFsTlVRbE1rTWxNakpoYm1Ob2IzSnpKVEl5SlROQkpUVkNKVGRDSlRJeWVDVXlNaVV6UVNVeU1uY2xNa1l5SlRJeUpUSkRKVEl5ZVNVeU1pVXpRU1V5TWpBbE1qSWxOMFFsTWtNbE4wSWxNako0SlRJeUpUTkJKVEl5ZHlVeVJqSWxNaklsTWtNbE1qSjVKVEl5SlROQkpUSXlhQ1V5TWlVM1JDVXlReVUzUWlVeU1uZ2xNaklsTTBFbE1qSXdKVEl5SlRKREpUSXllU1V5TWlVelFTVXlNbWdsTWtZeUpUSXlKVGRFSlRKREpUZENKVEl5ZUNVeU1pVXpRU1V5TW5jbE1qSWxNa01sTWpKNUpUSXlKVE5CSlRJeWFDVXlSaklsTWpJbE4wUWxOVVFsTjBRbE1rTWxNakpGZGxKNVYwTkVVbXhvTmpVd05USXpKVEl5SlROQkpUZENKVEl5YVdRbE1qSWxNMEVsTWpKRmRsSjVWME5FVW14b05qVXdOVEl6SlRJeUpUSkRKVEl5Ym1GdFpTVXlNaVV6UVNVeU1uSnZkVzVrVW1WamRHRnVaMnhsSlRJeUpUSkRKVEl5ZEdsMGJHVWxNaklsTTBFbE1qSWxSVFVsT1VNbE9EWWxSVGdsUVRjbE9USWxSVGNsT1VZbFFUa2xSVFVsUWtRbFFUSWxNaklsTWtNbE1qSmpZWFJsWjI5eWVTVXlNaVV6UVNVeU1tSmhjMmxqSlRJeUpUSkRKVEl5WjNKdmRYQWxNaklsTTBFbE1qSWxNaklsTWtNbE1qSm5jbTkxY0U1aGJXVWxNaklsTTBGdWRXeHNKVEpESlRJeWJHOWphMlZrSlRJeUpUTkJabUZzYzJVbE1rTWxNakpzYVc1ckpUSXlKVE5CSlRJeUpUSXlKVEpESlRJeVkyaHBiR1J5Wlc0bE1qSWxNMEVsTlVJbE5VUWxNa01sTWpKd1lYSmxiblFsTWpJbE0wRWxNaklsTWpJbE1rTWxNakp5WlhOcGVtVkVhWElsTWpJbE0wRWxOVUlsTWpKMGJDVXlNaVV5UXlVeU1uUnlKVEl5SlRKREpUSXlZbklsTWpJbE1rTWxNakppYkNVeU1pVXlReVV5TW13bE1qSWxNa01sTWpKMEpUSXlKVEpESlRJeWNpVXlNaVV5UXlVeU1tSWxNaklsTlVRbE1rTWxNakpoZEhSeWFXSjFkR1VsTWpJbE0wRWxOMElsTWpKamIyNTBZV2x1WlhJbE1qSWxNMEZtWVd4elpTVXlReVV5TW5acGMybGliR1VsTWpJbE0wRjBjblZsSlRKREpUSXljbTkwWVhSaFlteGxKVEl5SlROQmRISjFaU1V5UXlVeU1teHBibXRoWW14bEpUSXlKVE5CZEhKMVpTVXlReVV5TW1OdmJHeGhjSE5oWW14bEpUSXlKVE5CWm1Gc2MyVWxNa01sTWpKamIyeHNZWEJ6WldRbE1qSWxNMEZtWVd4elpTVXlReVV5TW1acGVHVmtUR2x1YXlVeU1pVXpRV1poYkhObEpUSkRKVEl5YldGeWEyVnlUMlptYzJWMEpUSXlKVE5CTlNVM1JDVXlReVV5TW1SaGRHRkJkSFJ5YVdKMWRHVnpKVEl5SlROQkpUVkNKVGRDSlRJeWJtRnRaU1V5TWlVelFTVXlNaVZGTlNWQ1FTVTRSaVZGTlNVNFJpVkNOeVV5TWlVeVF5VXlNblI1Y0dVbE1qSWxNMEVsTWpKdWRXMWlaWElsTWpJbE1rTWxNakoyWVd4MVpTVXlNaVV6UVNVeU1pVXlNaVV5UXlVeU1tTmhkR1ZuYjNKNUpUSXlKVE5CSlRJeVpHVm1ZWFZzZENVeU1pVXlReVV5TW1sa0pUSXlKVE5CSlRJeWFFVlRWVVZqWm1ac1JqazRNREkxTnlVeU1pVTNSQ1V5UXlVM1FpVXlNbTVoYldVbE1qSWxNMEVsTWpJbFJUVWxPVEFsT0VRbFJUY2xRVGNsUWpBbE1qSWxNa01sTWpKMGVYQmxKVEl5SlROQkpUSXljM1J5YVc1bkpUSXlKVEpESlRJeWRtRnNkV1VsTWpJbE0wRWxNaklsTWpJbE1rTWxNakpqWVhSbFoyOXllU1V5TWlVelFTVXlNbVJsWm1GMWJIUWxNaklsTWtNbE1qSnBaQ1V5TWlVelFTVXlNa2x5VkZsalNWUjBSM1l3TVRBNU56WWxNaklsTjBRbE1rTWxOMElsTWpKdVlXMWxKVEl5SlROQkpUSXlKVVUySlRnNUpUZ3dKVVUySlRsREpUZzVKVVU0SlRnd0pUZzFKVEl5SlRKREpUSXlkSGx3WlNVeU1pVXpRU1V5TW5OMGNtbHVaeVV5TWlVeVF5VXlNblpoYkhWbEpUSXlKVE5CSlRJeUpUSXlKVEpESlRJeVkyRjBaV2R2Y25rbE1qSWxNMEVsTWpKa1pXWmhkV3gwSlRJeUpUSkRKVEl5YVdRbE1qSWxNMEVsTWpKTlIzTnNaM0JOWTNsMU5EQTFOamMwSlRJeUpUZEVKVEpESlRkQ0pUSXlibUZ0WlNVeU1pVXpRU1V5TWlWRk9DVkNSaVU1UlNWRk5pVTRSU1ZCTlNVeU1pVXlReVV5TW5SNWNHVWxNaklsTTBFbE1qSnNhVzVySlRJeUpUSkRKVEl5ZG1Gc2RXVWxNaklsTTBFbE1qSWxNaklsTWtNbE1qSmpZWFJsWjI5eWVTVXlNaVV6UVNVeU1tUmxabUYxYkhRbE1qSWxNa01sTWpKcFpDVXlNaVV6UVNVeU1tTm1UbkJaUjBwbWNYTXhORE16T0RjbE1qSWxOMFFsTWtNbE4wSWxNakp1WVcxbEpUSXlKVE5CSlRJeUpVVTBKVUpGSlVKR0pVVTNKVUZESlVKQkpUSXlKVEpESlRJeWRIbHdaU1V5TWlVelFTVXlNbk4wY21sdVp5VXlNaVV5UXlVeU1uWmhiSFZsSlRJeUpUTkJKVEl5SlRJeUpUSkRKVEl5WTJGMFpXZHZjbmtsTWpJbE0wRWxNakprWldaaGRXeDBKVEl5SlRKREpUSXlhV1FsTWpJbE0wRWxNakpPWjA5Q2VWWktSblJsT1RRMU5UQTRKVEl5SlRkRUpUVkVKVEpESlRJeWNISnZjSE1sTWpJbE0wRWxOMElsTWpKNEpUSXlKVE5CT0RVNUxqSTVORGczTVRjNU5EZzNNVGNsTWtNbE1qSjVKVEl5SlROQk9EVTVMamszTlRneE5UZzFNRGd4TmpJbE1rTWxNakozSlRJeUpUTkJNVGcxTGpnek16TXpNek16TXpNek16TTNKVEpESlRJeWFDVXlNaVV6UVRVMEpUSkRKVEl5ZW1sdVpHVjRKVEl5SlROQk1UTWxNa01sTWpKaGJtZHNaU1V5TWlVelFUQWxOMFFsTWtNbE1qSnphR0Z3WlZOMGVXeGxKVEl5SlROQkpUZENKVEl5WVd4d2FHRWxNaklsTTBFeEpUZEVKVEpESlRJeWJHbHVaVk4wZVd4bEpUSXlKVE5CSlRkQ0pUSXljbTkxYm1ScGJtY2xNaklsTTBFMEpUSkRKVEl5YkdsdVpWZHBaSFJvSlRJeUpUTkJNUzQxSlRkRUpUSkRKVEl5Wm1sc2JGTjBlV3hsSlRJeUpUTkJKVGRDSlRkRUpUSkRKVEl5ZEdobGJXVWxNaklsTTBFbE4wSWxOMFFsTWtNbE1qSndZWFJvSlRJeUpUTkJKVFZDSlRkQ0pUSXlZV04wYVc5dWN5VXlNaVV6UVNVMVFpVTNRaVV5TW1GamRHbHZiaVV5TWlVelFTVXlNbTF2ZG1VbE1qSWxNa01sTWpKNEpUSXlKVE5CSlRJeU1DVXlNaVV5UXlVeU1ua2xNaklsTTBFbE1qSXdKVEl5SlRkRUpUSkRKVGRDSlRJeVlXTjBhVzl1SlRJeUpUTkJKVEl5YkdsdVpTVXlNaVV5UXlVeU1uZ2xNaklsTTBFbE1qSjNKVEl5SlRKREpUSXllU1V5TWlVelFTVXlNakFsTWpJbE4wUWxNa01sTjBJbE1qSmhZM1JwYjI0bE1qSWxNMEVsTWpKc2FXNWxKVEl5SlRKREpUSXllQ1V5TWlVelFTVXlNbmNsTWpJbE1rTWxNako1SlRJeUpUTkJKVEl5YUNVeU1pVTNSQ1V5UXlVM1FpVXlNbUZqZEdsdmJpVXlNaVV6UVNVeU1teHBibVVsTWpJbE1rTWxNako0SlRJeUpUTkJKVEl5TUNVeU1pVXlReVV5TW5rbE1qSWxNMEVsTWpKb0pUSXlKVGRFSlRKREpUZENKVEl5WVdOMGFXOXVKVEl5SlROQkpUSXlZMnh2YzJVbE1qSWxOMFFsTlVRbE4wUWxOVVFsTWtNbE1qSm1iMjUwVTNSNWJHVWxNaklsTTBFbE4wSWxNakp6YVhwbEpUSXlKVE5CTVRZbE1rTWxNakppYjJ4a0pUSXlKVE5CZEhKMVpTVTNSQ1V5UXlVeU1uUmxlSFJDYkc5amF5VXlNaVV6UVNVMVFpVTNRaVV5TW5CdmMybDBhVzl1SlRJeUpUTkJKVGRDSlRJeWVDVXlNaVV6UVRFd0pUSkRKVEl5ZVNVeU1pVXpRVEFsTWtNbE1qSjNKVEl5SlROQkpUSXlkeTB5TUNVeU1pVXlReVV5TW1nbE1qSWxNMEVsTWpKb0pUSXlKVGRFSlRKREpUSXlkR1Y0ZENVeU1pVXpRU1V5TW14bFpuUmZhR2x3WDNKdmJHeGZiR2x1YXlVeU1pVTNSQ1UxUkNVeVF5VXlNbUZ1WTJodmNuTWxNaklsTTBFbE5VSWxOMElsTWpKNEpUSXlKVE5CSlRJeWR5VXlSaklsTWpJbE1rTWxNako1SlRJeUpUTkJKVEl5TUNVeU1pVTNSQ1V5UXlVM1FpVXlNbmdsTWpJbE0wRWxNakozSlRKR01pVXlNaVV5UXlVeU1ua2xNaklsTTBFbE1qSm9KVEl5SlRkRUpUSkRKVGRDSlRJeWVDVXlNaVV6UVNVeU1qQWxNaklsTWtNbE1qSjVKVEl5SlROQkpUSXlhQ1V5UmpJbE1qSWxOMFFsTWtNbE4wSWxNako0SlRJeUpUTkJKVEl5ZHlVeU1pVXlReVV5TW5rbE1qSWxNMEVsTWpKb0pUSkdNaVV5TWlVM1JDVTFSQ1UzUkNVeVF5VXlNbHBVYVdSS2VVeDFhRU0wTkRZNU16RWxNaklsTTBFbE4wSWxNakpwWkNVeU1pVXpRU1V5TWxwVWFXUktlVXgxYUVNME5EWTVNekVsTWpJbE1rTWxNakp1WVcxbEpUSXlKVE5CSlRJeWNtOTFibVJTWldOMFlXNW5iR1VsTWpJbE1rTWxNakowYVhSc1pTVXlNaVV6UVNVeU1pVkZOU1U1UXlVNE5pVkZPQ1ZCTnlVNU1pVkZOeVU1UmlWQk9TVkZOU1ZDUkNWQk1pVXlNaVV5UXlVeU1tTmhkR1ZuYjNKNUpUSXlKVE5CSlRJeVltRnphV01sTWpJbE1rTWxNakpuY205MWNDVXlNaVV6UVNVeU1pVXlNaVV5UXlVeU1tZHliM1Z3VG1GdFpTVXlNaVV6UVc1MWJHd2xNa01sTWpKc2IyTnJaV1FsTWpJbE0wRm1ZV3h6WlNVeVF5VXlNbXhwYm1zbE1qSWxNMEVsTWpJbE1qSWxNa01sTWpKamFHbHNaSEpsYmlVeU1pVXpRU1UxUWlVMVJDVXlReVV5TW5CaGNtVnVkQ1V5TWlVelFTVXlNaVV5TWlVeVF5VXlNbkpsYzJsNlpVUnBjaVV5TWlVelFTVTFRaVV5TW5Sc0pUSXlKVEpESlRJeWRISWxNaklsTWtNbE1qSmljaVV5TWlVeVF5VXlNbUpzSlRJeUpUSkRKVEl5YkNVeU1pVXlReVV5TW5RbE1qSWxNa01sTWpKeUpUSXlKVEpESlRJeVlpVXlNaVUxUkNVeVF5VXlNbUYwZEhKcFluVjBaU1V5TWlVelFTVTNRaVV5TW1OdmJuUmhhVzVsY2lVeU1pVXpRV1poYkhObEpUSkRKVEl5ZG1semFXSnNaU1V5TWlVelFYUnlkV1VsTWtNbE1qSnliM1JoZEdGaWJHVWxNaklsTTBGMGNuVmxKVEpESlRJeWJHbHVhMkZpYkdVbE1qSWxNMEYwY25WbEpUSkRKVEl5WTI5c2JHRndjMkZpYkdVbE1qSWxNMEZtWVd4elpTVXlReVV5TW1OdmJHeGhjSE5sWkNVeU1pVXpRV1poYkhObEpUSkRKVEl5Wm1sNFpXUk1hVzVySlRJeUpUTkJabUZzYzJVbE1rTWxNakp0WVhKclpYSlBabVp6WlhRbE1qSWxNMEUxSlRkRUpUSkRKVEl5WkdGMFlVRjBkSEpwWW5WMFpYTWxNaklsTTBFbE5VSWxOMElsTWpKdVlXMWxKVEl5SlROQkpUSXlKVVUxSlVKQkpUaEdKVVUxSlRoR0pVSTNKVEl5SlRKREpUSXlkSGx3WlNVeU1pVXpRU1V5TW01MWJXSmxjaVV5TWlVeVF5VXlNblpoYkhWbEpUSXlKVE5CSlRJeUpUSXlKVEpESlRJeVkyRjBaV2R2Y25rbE1qSWxNMEVsTWpKa1pXWmhkV3gwSlRJeUpUSkRKVEl5YVdRbE1qSWxNMEVsTWpKWFIzSkZjRTlRY1VoRE9UWTJPREl4SlRJeUpUZEVKVEpESlRkQ0pUSXlibUZ0WlNVeU1pVXpRU1V5TWlWRk5TVTVNQ1U0UkNWRk55VkJOeVZDTUNVeU1pVXlReVV5TW5SNWNHVWxNaklsTTBFbE1qSnpkSEpwYm1jbE1qSWxNa01sTWpKMllXeDFaU1V5TWlVelFTVXlNaVV5TWlVeVF5VXlNbU5oZEdWbmIzSjVKVEl5SlROQkpUSXlaR1ZtWVhWc2RDVXlNaVV5UXlVeU1tbGtKVEl5SlROQkpUSXlUVVZ0Um1wb1RXWmxXVGs0TXpNeE1TVXlNaVUzUkNVeVF5VTNRaVV5TW01aGJXVWxNaklsTTBFbE1qSWxSVFlsT0RrbE9EQWxSVFlsT1VNbE9Ea2xSVGdsT0RBbE9EVWxNaklsTWtNbE1qSjBlWEJsSlRJeUpUTkJKVEl5YzNSeWFXNW5KVEl5SlRKREpUSXlkbUZzZFdVbE1qSWxNMEVsTWpJbE1qSWxNa01sTWpKallYUmxaMjl5ZVNVeU1pVXpRU1V5TW1SbFptRjFiSFFsTWpJbE1rTWxNakpwWkNVeU1pVXpRU1V5TWtKWlpVTjNlbkYyY1VRek1qY3lNalVsTWpJbE4wUWxNa01sTjBJbE1qSnVZVzFsSlRJeUpUTkJKVEl5SlVVNEpVSkdKVGxGSlVVMkpUaEZKVUUxSlRJeUpUSkRKVEl5ZEhsd1pTVXlNaVV6UVNVeU1teHBibXNsTWpJbE1rTWxNakoyWVd4MVpTVXlNaVV6UVNVeU1pVXlNaVV5UXlVeU1tTmhkR1ZuYjNKNUpUSXlKVE5CSlRJeVpHVm1ZWFZzZENVeU1pVXlReVV5TW1sa0pUSXlKVE5CSlRJeWVXWnFiVmxsZFhWUWJESTROVEV3T1NVeU1pVTNSQ1V5UXlVM1FpVXlNbTVoYldVbE1qSWxNMEVsTWpJbFJUUWxRa1VsUWtZbFJUY2xRVU1sUWtFbE1qSWxNa01sTWpKMGVYQmxKVEl5SlROQkpUSXljM1J5YVc1bkpUSXlKVEpESlRJeWRtRnNkV1VsTWpJbE0wRWxNaklsTWpJbE1rTWxNakpqWVhSbFoyOXllU1V5TWlVelFTVXlNbVJsWm1GMWJIUWxNaklsTWtNbE1qSnBaQ1V5TWlVelFTVXlNbE5MUjA5MGIyNWhSRVkxTlRnME1UUWxNaklsTjBRbE5VUWxNa01sTWpKd2NtOXdjeVV5TWlVelFTVTNRaVV5TW5nbE1qSWxNMEV4TURZNUxqSXpNelk0TWprNE16WTRNekVsTWtNbE1qSjVKVEl5SlROQk9UTTJMalF3TnpZek5EQXpNall6TkRJbE1rTWxNakozSlRJeUpUTkJNVGcxTGpnek16TXpNek16TXpNek16TTNKVEpESlRJeWFDVXlNaVV6UVRVMEpUSkRKVEl5ZW1sdVpHVjRKVEl5SlROQk1UUWxNa01sTWpKaGJtZHNaU1V5TWlVelFUQWxOMFFsTWtNbE1qSnphR0Z3WlZOMGVXeGxKVEl5SlROQkpUZENKVEl5WVd4d2FHRWxNaklsTTBFeEpUZEVKVEpESlRJeWJHbHVaVk4wZVd4bEpUSXlKVE5CSlRkQ0pUSXljbTkxYm1ScGJtY2xNaklsTTBFMEpUSkRKVEl5YkdsdVpWZHBaSFJvSlRJeUpUTkJNUzQxSlRkRUpUSkRKVEl5Wm1sc2JGTjBlV3hsSlRJeUpUTkJKVGRDSlRkRUpUSkRKVEl5ZEdobGJXVWxNaklsTTBFbE4wSWxOMFFsTWtNbE1qSndZWFJvSlRJeUpUTkJKVFZDSlRkQ0pUSXlZV04wYVc5dWN5VXlNaVV6UVNVMVFpVTNRaVV5TW1GamRHbHZiaVV5TWlVelFTVXlNbTF2ZG1VbE1qSWxNa01sTWpKNEpUSXlKVE5CSlRJeU1DVXlNaVV5UXlVeU1ua2xNaklsTTBFbE1qSXdKVEl5SlRkRUpUSkRKVGRDSlRJeVlXTjBhVzl1SlRJeUpUTkJKVEl5YkdsdVpTVXlNaVV5UXlVeU1uZ2xNaklsTTBFbE1qSjNKVEl5SlRKREpUSXllU1V5TWlVelFTVXlNakFsTWpJbE4wUWxNa01sTjBJbE1qSmhZM1JwYjI0bE1qSWxNMEVsTWpKc2FXNWxKVEl5SlRKREpUSXllQ1V5TWlVelFTVXlNbmNsTWpJbE1rTWxNako1SlRJeUpUTkJKVEl5YUNVeU1pVTNSQ1V5UXlVM1FpVXlNbUZqZEdsdmJpVXlNaVV6UVNVeU1teHBibVVsTWpJbE1rTWxNako0SlRJeUpUTkJKVEl5TUNVeU1pVXlReVV5TW5rbE1qSWxNMEVsTWpKb0pUSXlKVGRFSlRKREpUZENKVEl5WVdOMGFXOXVKVEl5SlROQkpUSXlZMnh2YzJVbE1qSWxOMFFsTlVRbE4wUWxOVVFsTWtNbE1qSm1iMjUwVTNSNWJHVWxNaklsTTBFbE4wSWxNakp6YVhwbEpUSXlKVE5CTVRZbE1rTWxNakppYjJ4a0pUSXlKVE5CZEhKMVpTVTNSQ1V5UXlVeU1uUmxlSFJDYkc5amF5VXlNaVV6UVNVMVFpVTNRaVV5TW5CdmMybDBhVzl1SlRJeUpUTkJKVGRDSlRJeWVDVXlNaVV6UVRFd0pUSkRKVEl5ZVNVeU1pVXpRVEFsTWtNbE1qSjNKVEl5SlROQkpUSXlkeTB5TUNVeU1pVXlReVV5TW1nbE1qSWxNMEVsTWpKb0pUSXlKVGRFSlRKREpUSXlkR1Y0ZENVeU1pVXpRU1V5TW14bFpuUmZhR2x3WDNsaGQxOXNhVzVySlRJeUpUZEVKVFZFSlRKREpUSXlZVzVqYUc5eWN5VXlNaVV6UVNVMVFpVTNRaVV5TW5nbE1qSWxNMEVsTWpKM0pUSkdNaVV5TWlVeVF5VXlNbmtsTWpJbE0wRWxNakl3SlRJeUpUZEVKVEpESlRkQ0pUSXllQ1V5TWlVelFTVXlNbmNsTWtZeUpUSXlKVEpESlRJeWVTVXlNaVV6UVNVeU1tZ2xNaklsTjBRbE1rTWxOMElsTWpKNEpUSXlKVE5CSlRJeU1DVXlNaVV5UXlVeU1ua2xNaklsTTBFbE1qSm9KVEpHTWlVeU1pVTNSQ1V5UXlVM1FpVXlNbmdsTWpJbE0wRWxNakozSlRJeUpUSkRKVEl5ZVNVeU1pVXpRU1V5TW1nbE1rWXlKVEl5SlRkRUpUVkVKVGRFSlRKREpUSXlja1I0WW01YWNVTkJSRGd4TURVNU15VXlNaVV6UVNVM1FpVXlNbWxrSlRJeUpUTkJKVEl5Y2tSNFltNWFjVU5CUkRneE1EVTVNeVV5TWlVeVF5VXlNbTVoYldVbE1qSWxNMEVsTWpKc2FXNXJaWElsTWpJbE1rTWxNakowWlhoMEpUSXlKVE5CSlRJeUpUSXlKVEpESlRJeVozSnZkWEFsTWpJbE0wRWxNaklsTWpJbE1rTWxNakpzYVc1clpYSlVlWEJsSlRJeUpUTkJKVEl5WW5KdmEyVnVKVEl5SlRKREpUSXljRzlwYm5SekpUSXlKVE5CSlRWQ0pUZENKVEl5ZUNVeU1pVXpRVEV4TmpJdU1UVXdOamd5T1Rnek5qZ3lPQ1V5UXlVeU1ua2xNaklsTTBFNE5USXVNVFE0TVRZME16TTFOalkwTlNVM1JDVXlReVUzUWlVeU1uZ2xNaklsTTBFeE1UWXlMakUxTURZNE1qazRNelk0TXlVeVF5VXlNbmtsTWpJbE0wRTROVEl1TVRRNE1UWTBNek0xTmpZME5TVTNSQ1UxUkNVeVF5VXlNbXh2WTJ0bFpDVXlNaVV6UVdaaGJITmxKVEpESlRJeVpHRjBZVUYwZEhKcFluVjBaWE1sTWpJbE0wRWxOVUlsTlVRbE1rTWxNakp3Y205d2N5VXlNaVV6UVNVM1FpVXlNbnBwYm1SbGVDVXlNaVV6UVRFMUpUZEVKVEpESlRJeWJHbHVaVk4wZVd4bEpUSXlKVE5CSlRkQ0pUSXliR2x1WlZkcFpIUm9KVEl5SlROQk1TNDFKVGRFSlRKREpUSXlabkp2YlNVeU1pVXpRU1UzUWlVeU1uZ2xNaklsTTBFeE1UWXlMakUxTURZNE1qazRNelk0TWpnbE1rTWxNako1SlRJeUpUTkJPRFF5TGpNeU1EVXhNamd5TURVeE1qa2xNa01sTWpKaGJtZHNaU1V5TWlVelFUUXVOekV5TXpnNE9UZ3dNemcwTmprbE1rTWxNakpwWkNVeU1pVXpRU1V5TW5wUllrZEdVbWhtVVVVNE1qSTFOek1sTWpJbE4wUWxNa01sTWpKMGJ5VXlNaVV6UVNVM1FpVXlNbWxrSlRJeUpUTkJKVEl5ZVVkYWRubGxaSE5QV1RNd01URXlOQ1V5TWlVeVF5VXlNbmdsTWpJbE0wRXhNVFl5TGpFMU1EWTRNams0TXpZNE15VXlReVV5TW5rbE1qSWxNMEU0TmpFdU9UYzFPREUxT0RVd09ERTJNaVV5UXlVeU1tRnVaMnhsSlRJeUpUTkJNUzQxTnpBM09UWXpNalkzT1RRNE9UY2xOMFFsTWtNbE1qSjBaWGgwUW14dlkyc2xNaklsTTBFbE5VSWxOVVFsTjBRbE1rTWxNakpEUmxCNlRFWnRSMEZwTURnek9EY3dKVEl5SlROQkpUZENKVEl5YVdRbE1qSWxNMEVsTWpKRFJsQjZURVp0UjBGcE1EZ3pPRGN3SlRJeUpUSkRKVEl5Ym1GdFpTVXlNaVV6UVNVeU1teHBibXRsY2lVeU1pVXlReVV5TW5SbGVIUWxNaklsTTBFbE1qSWxNaklsTWtNbE1qSm5jbTkxY0NVeU1pVXpRU1V5TWlVeU1pVXlReVV5TW14cGJtdGxjbFI1Y0dVbE1qSWxNMEVsTWpKaWNtOXJaVzRsTWpJbE1rTWxNakp3YjJsdWRITWxNaklsTTBFbE5VSWxOMElsTWpKNEpUSXlKVE5CTVRBMU55NHhPREEzTnpjek9Ea3lOemMwSlRKREpUSXllU1V5TWlVelFUZzROaTQ1TnpVNE1UVTROVEE0TVRVNUpUZEVKVEpESlRkQ0pUSXllQ1V5TWlVelFURXdOVGN1TVRnd056YzNNemc1TWpjM05DVXlReVV5TW5rbE1qSWxNMEU0T0RZdU9UYzFPREUxT0RVd09ERTFPU1UzUkNVMVJDVXlReVV5TW14dlkydGxaQ1V5TWlVelFXWmhiSE5sSlRKREpUSXlaR0YwWVVGMGRISnBZblYwWlhNbE1qSWxNMEVsTlVJbE5VUWxNa01sTWpKd2NtOXdjeVV5TWlVelFTVTNRaVV5TW5wcGJtUmxlQ1V5TWlVelFURTJKVGRFSlRKREpUSXliR2x1WlZOMGVXeGxKVEl5SlROQkpUZENKVEl5YkdsdVpWZHBaSFJvSlRJeUpUTkJNUzQxSlRkRUpUSkRKVEl5Wm5KdmJTVXlNaVV6UVNVM1FpVXlNbmdsTWpJbE0wRXhNRFk1TGpJek16WTRNams0TXpZNE16RWxNa01sTWpKNUpUSXlKVE5CT0RnMkxqazNOVGd4TlRnMU1EZ3hOVGtsTWtNbE1qSmhibWRzWlNVeU1pVXpRVEFsTWtNbE1qSnBaQ1V5TWlVelFTVXlNbmxIV25aNVpXUnpUMWt6TURFeE1qUWxNaklsTjBRbE1rTWxNakowYnlVeU1pVXpRU1UzUWlVeU1tbGtKVEl5SlROQkpUSXlSWFpTZVZkRFJGSnNhRFkxTURVeU15VXlNaVV5UXlVeU1uZ2xNaklsTTBFeE1EUTFMakV5TnpnM01UYzVORGczTVRjbE1rTWxNako1SlRJeUpUTkJPRGcyTGprM05UZ3hOVGcxTURneE5Ua2xNa01sTWpKaGJtZHNaU1V5TWlVelFUTXVNVFF4TlRreU5qVXpOVGc1Tnprek5pVTNSQ1V5UXlVeU1uUmxlSFJDYkc5amF5VXlNaVV6UVNVMVFpVTFSQ1UzUkNVeVF5VXlNbEpMVjBwVGJFWmtiMk0yTlRVMU56Y2xNaklsTTBFbE4wSWxNakpwWkNVeU1pVXpRU1V5TWxKTFYwcFRiRVprYjJNMk5UVTFOemNsTWpJbE1rTWxNakp1WVcxbEpUSXlKVE5CSlRJeWJHbHVhMlZ5SlRJeUpUSkRKVEl5ZEdWNGRDVXlNaVV6UVNVeU1pVXlNaVV5UXlVeU1tZHliM1Z3SlRJeUpUTkJKVEl5SlRJeUpUSkRKVEl5YkdsdWEyVnlWSGx3WlNVeU1pVXpRU1V5TW1KeWIydGxiaVV5TWlVeVF5VXlNbkJ2YVc1MGN5VXlNaVV6UVNVMVFpVTNRaVV5TW5nbE1qSWxNMEU1TlRJdU1qRXhPRGN4TnprME9EY3hOU1V5UXlVeU1ua2xNaklsTTBFNU1qWXVNVGt4TnpJME9UUXhOekkxSlRkRUpUSkRKVGRDSlRJeWVDVXlNaVV6UVRrMU1pNHlNVEU0TnpFM09UUTROekUxSlRKREpUSXllU1V5TWlVelFUa3lOaTR4T1RFM01qUTVOREUzTWpVbE4wUWxOVVFsTWtNbE1qSnNiMk5yWldRbE1qSWxNMEZtWVd4elpTVXlReVV5TW1SaGRHRkJkSFJ5YVdKMWRHVnpKVEl5SlROQkpUVkNKVFZFSlRKREpUSXljSEp2Y0hNbE1qSWxNMEVsTjBJbE1qSjZhVzVrWlhnbE1qSWxNMEV4TnlVM1JDVXlReVV5TW14cGJtVlRkSGxzWlNVeU1pVXpRU1UzUWlVeU1teHBibVZYYVdSMGFDVXlNaVV6UVRFdU5TVTNSQ1V5UXlVeU1tWnliMjBsTWpJbE0wRWxOMElsTWpKNEpUSXlKVE5CT1RVeUxqSXhNVGczTVRjNU5EZzNNVFVsTWtNbE1qSjVKVEl5SlROQk9URXpMamszTlRneE5UZzFNRGd4TlRrbE1rTWxNakpoYm1kc1pTVXlNaVV6UVRRdU56RXlNemc0T1Rnd016ZzBOamtsTWtNbE1qSnBaQ1V5TWlVelFTVXlNa1YyVW5sWFEwUlNiR2cyTlRBMU1qTWxNaklsTjBRbE1rTWxNakowYnlVeU1pVXpRU1UzUWlVeU1tbGtKVEl5SlROQkpUSXlSVXBCUWtWUVlsTlpaakV3TVRreE9DVXlNaVV5UXlVeU1uZ2xNaklsTTBFNU5USXVNakV4T0RjeE56azBPRGN4TlNVeVF5VXlNbmtsTWpJbE0wRTVNemd1TkRBM05qTTBNRE15TmpNME1pVXlReVV5TW1GdVoyeGxKVEl5SlROQk1TNDFOekEzT1RZek1qWTNPVFE0T1RjbE4wUWxNa01sTWpKMFpYaDBRbXh2WTJzbE1qSWxNMEVsTlVJbE5VUWxOMFFsTWtNbE1qSldURUZVYjA1R1dXVlBNVE0zTnprMEpUSXlKVE5CSlRkQ0pUSXlhV1FsTWpJbE0wRWxNakpXVEVGVWIwNUdXV1ZQTVRNM056azBKVEl5SlRKREpUSXlibUZ0WlNVeU1pVXpRU1V5TW14cGJtdGxjaVV5TWlVeVF5VXlNblJsZUhRbE1qSWxNMEVsTWpJbE1qSWxNa01sTWpKbmNtOTFjQ1V5TWlVelFTVXlNaVV5TWlVeVF5VXlNbXhwYm10bGNsUjVjR1VsTWpJbE0wRWxNakppY205clpXNGxNaklsTWtNbE1qSndiMmx1ZEhNbE1qSWxNMEVsTlVJbE4wSWxNako0SlRJeUpUTkJNVEExTnk0eE9EQTNOemN6T0RreU56YzBKVEpESlRJeWVTVXlNaVV6UVRrMk15NDBNRGMyTXpRd016STJNelF5SlRkRUpUSkRKVGRDSlRJeWVDVXlNaVV6UVRFd05UY3VNVGd3TnpjM016ZzVNamMzTkNVeVF5VXlNbmtsTWpJbE0wRTVOak11TkRBM05qTTBNRE15TmpNME1pVTNSQ1UxUkNVeVF5VXlNbXh2WTJ0bFpDVXlNaVV6UVdaaGJITmxKVEpESlRJeVpHRjBZVUYwZEhKcFluVjBaWE1sTWpJbE0wRWxOVUlsTlVRbE1rTWxNakp3Y205d2N5VXlNaVV6UVNVM1FpVXlNbnBwYm1SbGVDVXlNaVV6UVRFNEpUZEVKVEpESlRJeWJHbHVaVk4wZVd4bEpUSXlKVE5CSlRkQ0pUSXliR2x1WlZkcFpIUm9KVEl5SlROQk1TNDFKVGRFSlRKREpUSXlabkp2YlNVeU1pVXpRU1UzUWlVeU1uZ2xNaklsTTBFeE1EUTFMakV5TnpnM01UYzVORGczTVRjbE1rTWxNako1SlRJeUpUTkJPVFl6TGpRd056WXpOREF6TWpZek5ESWxNa01sTWpKaGJtZHNaU1V5TWlVelFUTXVNVFF4TlRreU5qVXpOVGc1TnprekpUSkRKVEl5YVdRbE1qSWxNMEVsTWpKRlNrRkNSVkJpVTFsbU1UQXhPVEU0SlRJeUpUZEVKVEpESlRJeWRHOGxNaklsTTBFbE4wSWxNakpwWkNVeU1pVXpRU1V5TWxwVWFXUktlVXgxYUVNME5EWTVNekVsTWpJbE1rTWxNako0SlRJeUpUTkJNVEEyT1M0eU16TTJPREk1T0RNMk9ETXhKVEpESlRJeWVTVXlNaVV6UVRrMk15NDBNRGMyTXpRd016STJNelF5SlRKREpUSXlZVzVuYkdVbE1qSWxNMEV3SlRkRUpUSkRKVEl5ZEdWNGRFSnNiMk5ySlRJeUpUTkJKVFZDSlRWRUpUZEVKVEpESlRJeWFFSnhUR0Z5WkZwb1R6Y3lOakEwT1NVeU1pVXpRU1UzUWlVeU1tbGtKVEl5SlROQkpUSXlhRUp4VEdGeVpGcG9UemN5TmpBME9TVXlNaVV5UXlVeU1tNWhiV1VsTWpJbE0wRWxNakpzYVc1clpYSWxNaklsTWtNbE1qSjBaWGgwSlRJeUpUTkJKVEl5SlRJeUpUSkRKVEl5WjNKdmRYQWxNaklsTTBFbE1qSWxNaklsTWtNbE1qSnNhVzVyWlhKVWVYQmxKVEl5SlROQkpUSXlZbkp2YTJWdUpUSXlKVEpESlRJeWNHOXBiblJ6SlRJeUpUTkJKVFZDSlRkQ0pUSXllQ1V5TWlVelFUY3pOUzQxTURBek16TXpNek16TXpNMUpUSkRKVEl5ZVNVeU1pVXpRVGM0T1M0Mk56SXlOelUyTkRFd01qVTJKVGRFSlRKREpUZENKVEl5ZUNVeU1pVXpRVGN6TlM0MU1EQXdNREF3TURBd01EQXlKVEpESlRJeWVTVXlNaVV6UVRjNE9TNDJOekl5TnpVMk5ERXdNalUySlRkRUpUVkVKVEpESlRJeWJHOWphMlZrSlRJeUpUTkJabUZzYzJVbE1rTWxNakprWVhSaFFYUjBjbWxpZFhSbGN5VXlNaVV6UVNVMVFpVTFSQ1V5UXlVeU1uQnliM0J6SlRJeUpUTkJKVGRDSlRJeWVtbHVaR1Y0SlRJeUpUTkJNVGtsTjBRbE1rTWxNakpzYVc1bFUzUjViR1VsTWpJbE0wRWxOMElsTWpKc2FXNWxWMmxrZEdnbE1qSWxNMEV4TGpVbE4wUWxNa01sTWpKbWNtOXRKVEl5SlROQkpUZENKVEl5WVc1bmJHVWxNaklsTTBFeExqVTNNRGM1TmpNeU5qYzVORGc1TnlVeVF5VXlNbmdsTWpJbE0wRTNNelV1TlRBd016TXpNek16TXpNek5TVXlReVV5TW5rbE1qSWxNMEU0TURZdU16UTBOVFV4TWpneU1EVXhNeVV5UXlVeU1tbGtKVEl5SlROQkpUSXlabGh3VDB4YWMzTlhlREl3TURnME5TVXlNaVUzUkNVeVF5VXlNblJ2SlRJeUpUTkJKVGRDSlRJeWFXUWxNaklsTTBFbE1qSldTVUZpVTFSemJraDJOakl3TWpZMUpUSXlKVEpESlRJeWVDVXlNaVV6UVRjek5TNDFNREF3TURBd01EQXdNREF5SlRKREpUSXllU1V5TWlVelFUYzNNeVV5UXlVeU1tRnVaMnhsSlRJeUpUTkJOQzQzTVRJek9EZzVPREF6T0RRMk9TVTNSQ1V5UXlVeU1uUmxlSFJDYkc5amF5VXlNaVV6UVNVMVFpVTFSQ1UzUkNVeVF5VXlNazVGUldOWWExaHRabk0zTURVeU9Ua2xNaklsTTBFbE4wSWxNakpwWkNVeU1pVXpRU1V5TWs1RlJXTllhMWh0Wm5NM01EVXlPVGtsTWpJbE1rTWxNakp1WVcxbEpUSXlKVE5CSlRJeWMzUmhjblFsTWpJbE1rTWxNakowYVhSc1pTVXlNaVV6UVNVeU1pVkZOU1ZDUXlVNE1DVkZOU1ZCTnlVNFFpVXlSaVZGTnlWQ1FpVTVNeVZGTmlVNVJDVTVSaVV5TWlVeVF5VXlNbU5oZEdWbmIzSjVKVEl5SlROQkpUSXlZbUZ6YVdNbE1qSWxNa01sTWpKbmNtOTFjQ1V5TWlVelFTVXlNaVV5TWlVeVF5VXlNbWR5YjNWd1RtRnRaU1V5TWlVelFXNTFiR3dsTWtNbE1qSnNiMk5yWldRbE1qSWxNMEZtWVd4elpTVXlReVV5TW14cGJtc2xNaklsTTBFbE1qSWxNaklsTWtNbE1qSmphR2xzWkhKbGJpVXlNaVV6UVNVMVFpVTFSQ1V5UXlVeU1uQmhjbVZ1ZENVeU1pVXpRU1V5TWlVeU1pVXlReVV5TW5KbGMybDZaVVJwY2lVeU1pVXpRU1UxUWlVeU1uUnNKVEl5SlRKREpUSXlkSElsTWpJbE1rTWxNakppY2lVeU1pVXlReVV5TW1Kc0pUSXlKVEpESlRJeWJDVXlNaVV5UXlVeU1uUWxNaklsTWtNbE1qSnlKVEl5SlRKREpUSXlZaVV5TWlVMVJDVXlReVV5TW1GMGRISnBZblYwWlNVeU1pVXpRU1UzUWlVeU1tTnZiblJoYVc1bGNpVXlNaVV6UVdaaGJITmxKVEpESlRJeWRtbHphV0pzWlNVeU1pVXpRWFJ5ZFdVbE1rTWxNakp5YjNSaGRHRmliR1VsTWpJbE0wRjBjblZsSlRKREpUSXliR2x1YTJGaWJHVWxNaklsTTBGMGNuVmxKVEpESlRJeVkyOXNiR0Z3YzJGaWJHVWxNaklsTTBGbVlXeHpaU1V5UXlVeU1tTnZiR3hoY0hObFpDVXlNaVV6UVdaaGJITmxKVEpESlRJeVptbDRaV1JNYVc1ckpUSXlKVE5CWm1Gc2MyVWxNa01sTWpKdFlYSnJaWEpQWm1aelpYUWxNaklsTTBFMUpUZEVKVEpESlRJeVpHRjBZVUYwZEhKcFluVjBaWE1sTWpJbE0wRWxOVUlsTjBJbE1qSnVZVzFsSlRJeUpUTkJKVEl5SlVVMUpVSkJKVGhHSlVVMUpUaEdKVUkzSlRJeUpUSkRKVEl5ZEhsd1pTVXlNaVV6UVNVeU1tNTFiV0psY2lVeU1pVXlReVV5TW5aaGJIVmxKVEl5SlROQkpUSXlKVEl5SlRKREpUSXlZMkYwWldkdmNua2xNaklsTTBFbE1qSmtaV1poZFd4MEpUSXlKVEpESlRJeWFXUWxNaklsTTBFbE1qSnRZWEpXVldOR2IwVnVNVGd3TlRJMkpUSXlKVGRFSlRKREpUZENKVEl5Ym1GdFpTVXlNaVV6UVNVeU1pVkZOU1U1TUNVNFJDVkZOeVZCTnlWQ01DVXlNaVV5UXlVeU1uUjVjR1VsTWpJbE0wRWxNakp6ZEhKcGJtY2xNaklsTWtNbE1qSjJZV3gxWlNVeU1pVXpRU1V5TWlVeU1pVXlReVV5TW1OaGRHVm5iM0o1SlRJeUpUTkJKVEl5WkdWbVlYVnNkQ1V5TWlVeVF5VXlNbWxrSlRJeUpUTkJKVEl5YW5WS1UydEdlV3RwVmpBek9EQTJNQ1V5TWlVM1JDVXlReVUzUWlVeU1tNWhiV1VsTWpJbE0wRWxNaklsUlRZbE9Ea2xPREFsUlRZbE9VTWxPRGtsUlRnbE9EQWxPRFVsTWpJbE1rTWxNakowZVhCbEpUSXlKVE5CSlRJeWMzUnlhVzVuSlRJeUpUSkRKVEl5ZG1Gc2RXVWxNaklsTTBFbE1qSWxNaklsTWtNbE1qSmpZWFJsWjI5eWVTVXlNaVV6UVNVeU1tUmxabUYxYkhRbE1qSWxNa01sTWpKcFpDVXlNaVV6UVNVeU1rZEtSbUZYU25SQmRVNHpPVEl6TlRZbE1qSWxOMFFsTWtNbE4wSWxNakp1WVcxbEpUSXlKVE5CSlRJeUpVVTRKVUpHSlRsRkpVVTJKVGhGSlVFMUpUSXlKVEpESlRJeWRIbHdaU1V5TWlVelFTVXlNbXhwYm1zbE1qSWxNa01sTWpKMllXeDFaU1V5TWlVelFTVXlNaVV5TWlVeVF5VXlNbU5oZEdWbmIzSjVKVEl5SlROQkpUSXlaR1ZtWVhWc2RDVXlNaVV5UXlVeU1tbGtKVEl5SlROQkpUSXlWVXBPZFZwSllXOXlWak0zTnpFNE1TVXlNaVUzUkNVeVF5VTNRaVV5TW01aGJXVWxNaklsTTBFbE1qSWxSVFFsUWtVbFFrWWxSVGNsUVVNbFFrRWxNaklsTWtNbE1qSjBlWEJsSlRJeUpUTkJKVEl5YzNSeWFXNW5KVEl5SlRKREpUSXlkbUZzZFdVbE1qSWxNMEVsTWpJbE1qSWxNa01sTWpKallYUmxaMjl5ZVNVeU1pVXpRU1V5TW1SbFptRjFiSFFsTWpJbE1rTWxNakpwWkNVeU1pVXpRU1V5TWtSeVoweHlVVzlFUVhBMk1qRTVOVE1sTWpJbE4wUWxOVVFsTWtNbE1qSndjbTl3Y3lVeU1pVXpRU1UzUWlVeU1uZ2xNaklsTTBFME16RXVPRGN4TnprME9EY3hOemswT1NVeVF5VXlNbmtsTWpJbE0wRTNPRGN1T1RNeU1qVTFNalEwTnpVMU5DVXlReVV5TW5jbE1qSWxNMEV4T0RVdU9ETXpNek16TXpNek16TXpNekVsTWtNbE1qSm9KVEl5SlROQk5UQWxNa01sTWpKNmFXNWtaWGdsTWpJbE0wRXlNQ1V5UXlVeU1tRnVaMnhsSlRJeUpUTkJNQ1UzUkNVeVF5VXlNbk5vWVhCbFUzUjViR1VsTWpJbE0wRWxOMElsTWpKaGJIQm9ZU1V5TWlVelFURWxOMFFsTWtNbE1qSnNhVzVsVTNSNWJHVWxNaklsTTBFbE4wSWxNakpzYVc1bFYybGtkR2dsTWpJbE0wRXhMalVsTjBRbE1rTWxNakptYVd4c1UzUjViR1VsTWpJbE0wRWxOMElsTWpKamIyeHZjaVV5TWlVelFTVXlNakkxTUNVeVF6SXlNQ1V5UXpJeE9TVXlNaVV5UXlVeU1tUnlZWGRVZVhCbEpUSXlKVE5CSlRJeWJtOXVaU1V5TWlVM1JDVXlReVV5TW5Sb1pXMWxKVEl5SlROQkpUZENKVGRFSlRKREpUSXljR0YwYUNVeU1pVXpRU1UxUWlVM1FpVXlNbUZqZEdsdmJuTWxNaklsTTBFbE5VSWxOMElsTWpKaFkzUnBiMjRsTWpJbE0wRWxNakp0YjNabEpUSXlKVEpESlRJeWVDVXlNaVV6UVNVeU1rMWhkR2d1YldsdUtIY2xNa05vS1NVeVJqTWxNaklsTWtNbE1qSjVKVEl5SlROQkpUSXlNQ1V5TWlVM1JDVXlReVUzUWlVeU1tRmpkR2x2YmlVeU1pVXpRU1V5TW14cGJtVWxNaklsTWtNbE1qSjRKVEl5SlROQkpUSXlkeTFOWVhSb0xtMXBiaWgzSlRKRGFDa2xNa1l6SlRJeUpUSkRKVEl5ZVNVeU1pVXpRU1V5TWpBbE1qSWxOMFFsTWtNbE4wSWxNakpoWTNScGIyNGxNaklsTTBFbE1qSmpkWEoyWlNVeU1pVXlReVV5TW5neEpUSXlKVE5CSlRJeWR5VXlRazFoZEdndWJXbHVLSGNsTWtOb0tTVXlSak1sTWtZekpUSXlKVEpESlRJeWVURWxNaklsTTBFbE1qSXdKVEl5SlRKREpUSXllRElsTWpJbE0wRWxNakozSlRKQ1RXRjBhQzV0YVc0b2R5VXlRMmdwSlRKR015VXlSak1sTWpJbE1rTWxNako1TWlVeU1pVXpRU1V5TW1nbE1qSWxNa01sTWpKNEpUSXlKVE5CSlRJeWR5MU5ZWFJvTG0xcGJpaDNKVEpEYUNrbE1rWXpKVEl5SlRKREpUSXllU1V5TWlVelFTVXlNbWdsTWpJbE4wUWxNa01sTjBJbE1qSmhZM1JwYjI0bE1qSWxNMEVsTWpKc2FXNWxKVEl5SlRKREpUSXllQ1V5TWlVelFTVXlNazFoZEdndWJXbHVLSGNsTWtOb0tTVXlSak1sTWpJbE1rTWxNako1SlRJeUpUTkJKVEl5YUNVeU1pVTNSQ1V5UXlVM1FpVXlNbUZqZEdsdmJpVXlNaVV6UVNVeU1tTjFjblpsSlRJeUpUSkRKVEl5ZURFbE1qSWxNMEVsTWpJdFRXRjBhQzV0YVc0b2R5VXlRMmdwSlRKR015VXlSak1sTWpJbE1rTWxNako1TVNVeU1pVXpRU1V5TW1nbE1qSWxNa01sTWpKNE1pVXlNaVV6UVNVeU1pMU5ZWFJvTG0xcGJpaDNKVEpEYUNrbE1rWXpKVEpHTXlVeU1pVXlReVV5TW5reUpUSXlKVE5CSlRJeU1DVXlNaVV5UXlVeU1uZ2xNaklsTTBFbE1qSk5ZWFJvTG0xcGJpaDNKVEpEYUNrbE1rWXpKVEl5SlRKREpUSXllU1V5TWlVelFTVXlNakFsTWpJbE4wUWxNa01sTjBJbE1qSmhZM1JwYjI0bE1qSWxNMEVsTWpKamJHOXpaU1V5TWlVM1JDVTFSQ1UzUkNVMVJDVXlReVV5TW1admJuUlRkSGxzWlNVeU1pVXpRU1UzUWlVeU1uTnBlbVVsTWpJbE0wRXhOaVV5UXlVeU1tSnZiR1FsTWpJbE0wRjBjblZsSlRkRUpUSkRKVEl5ZEdWNGRFSnNiMk5ySlRJeUpUTkJKVFZDSlRkQ0pUSXljRzl6YVhScGIyNGxNaklsTTBFbE4wSWxNako0SlRJeUpUTkJNVEFsTWtNbE1qSjVKVEl5SlROQk1DVXlReVV5TW5jbE1qSWxNMEVsTWpKM0xUSXdKVEl5SlRKREpUSXlhQ1V5TWlVelFTVXlNbWdsTWpJbE4wUWxNa01sTWpKMFpYaDBKVEl5SlROQkpUSXliR1ZtZEY5b2FYQmZjR2wwWTJoZmFtOXBiblFsTWpJbE4wUWxOVVFsTWtNbE1qSmhibU5vYjNKekpUSXlKVE5CSlRWQ0pUZENKVEl5ZUNVeU1pVXpRU1V5TW5jbE1rWXlKVEl5SlRKREpUSXllU1V5TWlVelFTVXlNakFsTWpJbE4wUWxNa01sTjBJbE1qSjRKVEl5SlROQkpUSXlkeVV5UmpJbE1qSWxNa01sTWpKNUpUSXlKVE5CSlRJeWFDVXlNaVUzUkNVeVF5VTNRaVV5TW5nbE1qSWxNMEVsTWpJd0pUSXlKVEpESlRJeWVTVXlNaVV6UVNVeU1tZ2xNa1l5SlRJeUpUZEVKVEpESlRkQ0pUSXllQ1V5TWlVelFTVXlNbmNsTWpJbE1rTWxNako1SlRJeUpUTkJKVEl5YUNVeVJqSWxNaklsTjBRbE5VUWxOMFFsTWtNbE1qSkxVMUJqYjBwcVMxWjVPRFF3T0RNekpUSXlKVE5CSlRkQ0pUSXlhV1FsTWpJbE0wRWxNakpMVTFCamIwcHFTMVo1T0RRd09ETXpKVEl5SlRKREpUSXlibUZ0WlNVeU1pVXpRU1V5TW5OMFlYSjBKVEl5SlRKREpUSXlkR2wwYkdVbE1qSWxNMEVsTWpJbFJUVWxRa01sT0RBbFJUVWxRVGNsT0VJbE1rWWxSVGNsUWtJbE9UTWxSVFlsT1VRbE9VWWxNaklsTWtNbE1qSmpZWFJsWjI5eWVTVXlNaVV6UVNVeU1tSmhjMmxqSlRJeUpUSkRKVEl5WjNKdmRYQWxNaklsTTBFbE1qSWxNaklsTWtNbE1qSm5jbTkxY0U1aGJXVWxNaklsTTBGdWRXeHNKVEpESlRJeWJHOWphMlZrSlRJeUpUTkJabUZzYzJVbE1rTWxNakpzYVc1ckpUSXlKVE5CSlRJeUpUSXlKVEpESlRJeVkyaHBiR1J5Wlc0bE1qSWxNMEVsTlVJbE5VUWxNa01sTWpKd1lYSmxiblFsTWpJbE0wRWxNaklsTWpJbE1rTWxNakp5WlhOcGVtVkVhWElsTWpJbE0wRWxOVUlsTWpKMGJDVXlNaVV5UXlVeU1uUnlKVEl5SlRKREpUSXlZbklsTWpJbE1rTWxNakppYkNVeU1pVXlReVV5TW13bE1qSWxNa01sTWpKMEpUSXlKVEpESlRJeWNpVXlNaVV5UXlVeU1tSWxNaklsTlVRbE1rTWxNakpoZEhSeWFXSjFkR1VsTWpJbE0wRWxOMElsTWpKamIyNTBZV2x1WlhJbE1qSWxNMEZtWVd4elpTVXlReVV5TW5acGMybGliR1VsTWpJbE0wRjBjblZsSlRKREpUSXljbTkwWVhSaFlteGxKVEl5SlROQmRISjFaU1V5UXlVeU1teHBibXRoWW14bEpUSXlKVE5CZEhKMVpTVXlReVV5TW1OdmJHeGhjSE5oWW14bEpUSXlKVE5CWm1Gc2MyVWxNa01sTWpKamIyeHNZWEJ6WldRbE1qSWxNMEZtWVd4elpTVXlReVV5TW1acGVHVmtUR2x1YXlVeU1pVXpRV1poYkhObEpUSkRKVEl5YldGeWEyVnlUMlptYzJWMEpUSXlKVE5CTlNVM1JDVXlReVV5TW1SaGRHRkJkSFJ5YVdKMWRHVnpKVEl5SlROQkpUVkNKVGRDSlRJeWJtRnRaU1V5TWlVelFTVXlNaVZGTlNWQ1FTVTRSaVZGTlNVNFJpVkNOeVV5TWlVeVF5VXlNblI1Y0dVbE1qSWxNMEVsTWpKdWRXMWlaWElsTWpJbE1rTWxNakoyWVd4MVpTVXlNaVV6UVNVeU1pVXlNaVV5UXlVeU1tTmhkR1ZuYjNKNUpUSXlKVE5CSlRJeVpHVm1ZWFZzZENVeU1pVXlReVV5TW1sa0pUSXlKVE5CSlRJeWJVdDFjVzlEYUVsTll6UTVNVFE0TmlVeU1pVTNSQ1V5UXlVM1FpVXlNbTVoYldVbE1qSWxNMEVsTWpJbFJUVWxPVEFsT0VRbFJUY2xRVGNsUWpBbE1qSWxNa01sTWpKMGVYQmxKVEl5SlROQkpUSXljM1J5YVc1bkpUSXlKVEpESlRJeWRtRnNkV1VsTWpJbE0wRWxNaklsTWpJbE1rTWxNakpqWVhSbFoyOXllU1V5TWlVelFTVXlNbVJsWm1GMWJIUWxNaklsTWtNbE1qSnBaQ1V5TWlVelFTVXlNbFZhYzBwSFowbEpXa1F3TXpjME56TWxNaklsTjBRbE1rTWxOMElsTWpKdVlXMWxKVEl5SlROQkpUSXlKVVUySlRnNUpUZ3dKVVUySlRsREpUZzVKVVU0SlRnd0pUZzFKVEl5SlRKREpUSXlkSGx3WlNVeU1pVXpRU1V5TW5OMGNtbHVaeVV5TWlVeVF5VXlNblpoYkhWbEpUSXlKVE5CSlRJeUpUSXlKVEpESlRJeVkyRjBaV2R2Y25rbE1qSWxNMEVsTWpKa1pXWmhkV3gwSlRJeUpUSkRKVEl5YVdRbE1qSWxNMEVsTWpKc2FrcDRTa3ByWjJkbk5UWXlNREV6SlRJeUpUZEVKVEpESlRkQ0pUSXlibUZ0WlNVeU1pVXpRU1V5TWlWRk9DVkNSaVU1UlNWRk5pVTRSU1ZCTlNVeU1pVXlReVV5TW5SNWNHVWxNaklsTTBFbE1qSnNhVzVySlRJeUpUSkRKVEl5ZG1Gc2RXVWxNaklsTTBFbE1qSWxNaklsTWtNbE1qSmpZWFJsWjI5eWVTVXlNaVV6UVNVeU1tUmxabUYxYkhRbE1qSWxNa01sTWpKcFpDVXlNaVV6UVNVeU1tSkNiRlp3VVVSTFQzRXhOelF5TXpRbE1qSWxOMFFsTWtNbE4wSWxNakp1WVcxbEpUSXlKVE5CSlRJeUpVVTBKVUpGSlVKR0pVVTNKVUZESlVKQkpUSXlKVEpESlRJeWRIbHdaU1V5TWlVelFTVXlNbk4wY21sdVp5VXlNaVV5UXlVeU1uWmhiSFZsSlRJeUpUTkJKVEl5SlRJeUpUSkRKVEl5WTJGMFpXZHZjbmtsTWpJbE0wRWxNakprWldaaGRXeDBKVEl5SlRKREpUSXlhV1FsTWpJbE0wRWxNakpoUldWRFNIcHBaMnRqTURVeE9ESXlKVEl5SlRkRUpUVkVKVEpESlRJeWNISnZjSE1sTWpJbE0wRWxOMElsTWpKNEpUSXlKVE5CTkRNeExqZzNNVGM1TkRnM01UYzVORGtsTWtNbE1qSjVKVEl5SlROQk9UTTJMakF4T1RNM05qUTFOamczTmpjbE1rTWxNakozSlRJeUpUTkJNVGcxTGpnek16TXpNek16TXpNek16TXhKVEpESlRJeWFDVXlNaVV6UVRVd0pUSkRKVEl5ZW1sdVpHVjRKVEl5SlROQk1qRWxNa01sTWpKaGJtZHNaU1V5TWlVelFUQWxOMFFsTWtNbE1qSnphR0Z3WlZOMGVXeGxKVEl5SlROQkpUZENKVEl5WVd4d2FHRWxNaklsTTBFeEpUZEVKVEpESlRJeWJHbHVaVk4wZVd4bEpUSXlKVE5CSlRkQ0pUSXliR2x1WlZkcFpIUm9KVEl5SlROQk1TNDFKVGRFSlRKREpUSXlabWxzYkZOMGVXeGxKVEl5SlROQkpUZENKVEl5WTI5c2IzSWxNaklsTTBFbE1qSXlOVEFsTWtNeU1qQWxNa015TVRrbE1qSWxNa01sTWpKa2NtRjNWSGx3WlNVeU1pVXpRU1V5TW01dmJtVWxNaklsTjBRbE1rTWxNakowYUdWdFpTVXlNaVV6UVNVM1FpVTNSQ1V5UXlVeU1uQmhkR2dsTWpJbE0wRWxOVUlsTjBJbE1qSmhZM1JwYjI1ekpUSXlKVE5CSlRWQ0pUZENKVEl5WVdOMGFXOXVKVEl5SlROQkpUSXliVzkyWlNVeU1pVXlReVV5TW5nbE1qSWxNMEVsTWpKTllYUm9MbTFwYmloM0pUSkRhQ2tsTWtZekpUSXlKVEpESlRJeWVTVXlNaVV6UVNVeU1qQWxNaklsTjBRbE1rTWxOMElsTWpKaFkzUnBiMjRsTWpJbE0wRWxNakpzYVc1bEpUSXlKVEpESlRJeWVDVXlNaVV6UVNVeU1uY3RUV0YwYUM1dGFXNG9keVV5UTJncEpUSkdNeVV5TWlVeVF5VXlNbmtsTWpJbE0wRWxNakl3SlRJeUpUZEVKVEpESlRkQ0pUSXlZV04wYVc5dUpUSXlKVE5CSlRJeVkzVnlkbVVsTWpJbE1rTWxNako0TVNVeU1pVXpRU1V5TW5jbE1rSk5ZWFJvTG0xcGJpaDNKVEpEYUNrbE1rWXpKVEpHTXlVeU1pVXlReVV5TW5reEpUSXlKVE5CSlRJeU1DVXlNaVV5UXlVeU1uZ3lKVEl5SlROQkpUSXlkeVV5UWsxaGRHZ3ViV2x1S0hjbE1rTm9LU1V5UmpNbE1rWXpKVEl5SlRKREpUSXllVElsTWpJbE0wRWxNakpvSlRJeUpUSkRKVEl5ZUNVeU1pVXpRU1V5TW5jdFRXRjBhQzV0YVc0b2R5VXlRMmdwSlRKR015VXlNaVV5UXlVeU1ua2xNaklsTTBFbE1qSm9KVEl5SlRkRUpUSkRKVGRDSlRJeVlXTjBhVzl1SlRJeUpUTkJKVEl5YkdsdVpTVXlNaVV5UXlVeU1uZ2xNaklsTTBFbE1qSk5ZWFJvTG0xcGJpaDNKVEpEYUNrbE1rWXpKVEl5SlRKREpUSXllU1V5TWlVelFTVXlNbWdsTWpJbE4wUWxNa01sTjBJbE1qSmhZM1JwYjI0bE1qSWxNMEVsTWpKamRYSjJaU1V5TWlVeVF5VXlNbmd4SlRJeUpUTkJKVEl5TFUxaGRHZ3ViV2x1S0hjbE1rTm9LU1V5UmpNbE1rWXpKVEl5SlRKREpUSXllVEVsTWpJbE0wRWxNakpvSlRJeUpUSkRKVEl5ZURJbE1qSWxNMEVsTWpJdFRXRjBhQzV0YVc0b2R5VXlRMmdwSlRKR015VXlSak1sTWpJbE1rTWxNako1TWlVeU1pVXpRU1V5TWpBbE1qSWxNa01sTWpKNEpUSXlKVE5CSlRJeVRXRjBhQzV0YVc0b2R5VXlRMmdwSlRKR015VXlNaVV5UXlVeU1ua2xNaklsTTBFbE1qSXdKVEl5SlRkRUpUSkRKVGRDSlRJeVlXTjBhVzl1SlRJeUpUTkJKVEl5WTJ4dmMyVWxNaklsTjBRbE5VUWxOMFFsTlVRbE1rTWxNakptYjI1MFUzUjViR1VsTWpJbE0wRWxOMElsTWpKemFYcGxKVEl5SlROQk1UWWxNa01sTWpKaWIyeGtKVEl5SlROQmRISjFaU1UzUkNVeVF5VXlNblJsZUhSQ2JHOWpheVV5TWlVelFTVTFRaVUzUWlVeU1uQnZjMmwwYVc5dUpUSXlKVE5CSlRkQ0pUSXllQ1V5TWlVelFURXdKVEpESlRJeWVTVXlNaVV6UVRBbE1rTWxNakozSlRJeUpUTkJKVEl5ZHkweU1DVXlNaVV5UXlVeU1tZ2xNaklsTTBFbE1qSm9KVEl5SlRkRUpUSkRKVEl5ZEdWNGRDVXlNaVV6UVNVeU1teGxablJmYUdsd1gzbGhkMTlxYjJsdWRDVXlNaVUzUkNVMVJDVXlReVV5TW1GdVkyaHZjbk1sTWpJbE0wRWxOVUlsTjBJbE1qSjRKVEl5SlROQkpUSXlkeVV5UmpJbE1qSWxNa01sTWpKNUpUSXlKVE5CSlRJeU1DVXlNaVUzUkNVeVF5VTNRaVV5TW5nbE1qSWxNMEVsTWpKM0pUSkdNaVV5TWlVeVF5VXlNbmtsTWpJbE0wRWxNakpvSlRJeUpUZEVKVEpESlRkQ0pUSXllQ1V5TWlVelFTVXlNakFsTWpJbE1rTWxNako1SlRJeUpUTkJKVEl5YUNVeVJqSWxNaklsTjBRbE1rTWxOMElsTWpKNEpUSXlKVE5CSlRJeWR5VXlNaVV5UXlVeU1ua2xNaklsTTBFbE1qSm9KVEpHTWlVeU1pVTNSQ1UxUkNVM1JDVXlReVV5TW5kMVJIWlFUV2x6V0ZRek5qSTBPRE1sTWpJbE0wRWxOMElsTWpKcFpDVXlNaVV6UVNVeU1uZDFSSFpRVFdseldGUXpOakkwT0RNbE1qSWxNa01sTWpKdVlXMWxKVEl5SlROQkpUSXljbTkxYm1SU1pXTjBZVzVuYkdVbE1qSWxNa01sTWpKMGFYUnNaU1V5TWlVelFTVXlNaVZGTlNVNVF5VTROaVZGT0NWQk55VTVNaVZGTnlVNVJpVkJPU1ZGTlNWQ1JDVkJNaVV5TWlVeVF5VXlNbU5oZEdWbmIzSjVKVEl5SlROQkpUSXlZbUZ6YVdNbE1qSWxNa01sTWpKbmNtOTFjQ1V5TWlVelFTVXlNaVV5TWlVeVF5VXlNbWR5YjNWd1RtRnRaU1V5TWlVelFXNTFiR3dsTWtNbE1qSnNiMk5yWldRbE1qSWxNMEZtWVd4elpTVXlReVV5TW14cGJtc2xNaklsTTBFbE1qSWxNaklsTWtNbE1qSmphR2xzWkhKbGJpVXlNaVV6UVNVMVFpVTFSQ1V5UXlVeU1uQmhjbVZ1ZENVeU1pVXpRU1V5TWlVeU1pVXlReVV5TW5KbGMybDZaVVJwY2lVeU1pVXpRU1UxUWlVeU1uUnNKVEl5SlRKREpUSXlkSElsTWpJbE1rTWxNakppY2lVeU1pVXlReVV5TW1Kc0pUSXlKVEpESlRJeWJDVXlNaVV5UXlVeU1uUWxNaklsTWtNbE1qSnlKVEl5SlRKREpUSXlZaVV5TWlVMVJDVXlReVV5TW1GMGRISnBZblYwWlNVeU1pVXpRU1UzUWlVeU1tTnZiblJoYVc1bGNpVXlNaVV6UVdaaGJITmxKVEpESlRJeWRtbHphV0pzWlNVeU1pVXpRWFJ5ZFdVbE1rTWxNakp5YjNSaGRHRmliR1VsTWpJbE0wRjBjblZsSlRKREpUSXliR2x1YTJGaWJHVWxNaklsTTBGMGNuVmxKVEpESlRJeVkyOXNiR0Z3YzJGaWJHVWxNaklsTTBGbVlXeHpaU1V5UXlVeU1tTnZiR3hoY0hObFpDVXlNaVV6UVdaaGJITmxKVEpESlRJeVptbDRaV1JNYVc1ckpUSXlKVE5CWm1Gc2MyVWxNa01sTWpKdFlYSnJaWEpQWm1aelpYUWxNaklsTTBFMUpUZEVKVEpESlRJeVpHRjBZVUYwZEhKcFluVjBaWE1sTWpJbE0wRWxOVUlsTjBJbE1qSnVZVzFsSlRJeUpUTkJKVEl5SlVVMUpVSkJKVGhHSlVVMUpUaEdKVUkzSlRJeUpUSkRKVEl5ZEhsd1pTVXlNaVV6UVNVeU1tNTFiV0psY2lVeU1pVXlReVV5TW5aaGJIVmxKVEl5SlROQkpUSXlKVEl5SlRKREpUSXlZMkYwWldkdmNua2xNaklsTTBFbE1qSmtaV1poZFd4MEpUSXlKVEpESlRJeWFXUWxNaklsTTBFbE1qSlFWbHBKUTI5MGMyVmpOVFl4TWpjeUpUSXlKVGRFSlRKREpUZENKVEl5Ym1GdFpTVXlNaVV6UVNVeU1pVkZOU1U1TUNVNFJDVkZOeVZCTnlWQ01DVXlNaVV5UXlVeU1uUjVjR1VsTWpJbE0wRWxNakp6ZEhKcGJtY2xNaklsTWtNbE1qSjJZV3gxWlNVeU1pVXpRU1V5TWlVeU1pVXlReVV5TW1OaGRHVm5iM0o1SlRJeUpUTkJKVEl5WkdWbVlYVnNkQ1V5TWlVeVF5VXlNbWxrSlRJeUpUTkJKVEl5ZDFWYVNWTm5VVWQ1Y0RNM01qUTJOaVV5TWlVM1JDVXlReVUzUWlVeU1tNWhiV1VsTWpJbE0wRWxNaklsUlRZbE9Ea2xPREFsUlRZbE9VTWxPRGtsUlRnbE9EQWxPRFVsTWpJbE1rTWxNakowZVhCbEpUSXlKVE5CSlRJeWMzUnlhVzVuSlRJeUpUSkRKVEl5ZG1Gc2RXVWxNaklsTTBFbE1qSWxNaklsTWtNbE1qSmpZWFJsWjI5eWVTVXlNaVV6UVNVeU1tUmxabUYxYkhRbE1qSWxNa01sTWpKcFpDVXlNaVV6UVNVeU1scG9VVlJGY1dKWWRuZ3hNemcxTXpnbE1qSWxOMFFsTWtNbE4wSWxNakp1WVcxbEpUSXlKVE5CSlRJeUpVVTRKVUpHSlRsRkpVVTJKVGhGSlVFMUpUSXlKVEpESlRJeWRIbHdaU1V5TWlVelFTVXlNbXhwYm1zbE1qSWxNa01sTWpKMllXeDFaU1V5TWlVelFTVXlNaVV5TWlVeVF5VXlNbU5oZEdWbmIzSjVKVEl5SlROQkpUSXlaR1ZtWVhWc2RDVXlNaVV5UXlVeU1tbGtKVEl5SlROQkpUSXlXRU4xUjAxdWJWUlpWall4TXpReE15VXlNaVUzUkNVeVF5VTNRaVV5TW01aGJXVWxNaklsTTBFbE1qSWxSVFFsUWtVbFFrWWxSVGNsUVVNbFFrRWxNaklsTWtNbE1qSjBlWEJsSlRJeUpUTkJKVEl5YzNSeWFXNW5KVEl5SlRKREpUSXlkbUZzZFdVbE1qSWxNMEVsTWpJbE1qSWxNa01sTWpKallYUmxaMjl5ZVNVeU1pVXpRU1V5TW1SbFptRjFiSFFsTWpJbE1rTWxNakpwWkNVeU1pVXpRU1V5TWxaMWVsQlZaa0ZrVkhveE5URTFPVFlsTWpJbE4wUWxOVVFsTWtNbE1qSndjbTl3Y3lVeU1pVXpRU1UzUWlVeU1uZ2xNaklsTTBFME16RXVPRGN4TnprME9EY3hOemswT1NVeVF5VXlNbmtsTWpJbE0wRTROVGN1TlRnM05UVTRNamMxTURVNE5DVXlReVV5TW5jbE1qSWxNMEV4T0RVdU9ETXpNek16TXpNek16TXpNemNsTWtNbE1qSm9KVEl5SlROQk5UUWxNa01sTWpKNmFXNWtaWGdsTWpJbE0wRXlNaVV5UXlVeU1tRnVaMnhsSlRJeUpUTkJNQ1UzUkNVeVF5VXlNbk5vWVhCbFUzUjViR1VsTWpJbE0wRWxOMElsTWpKaGJIQm9ZU1V5TWlVelFURWxOMFFsTWtNbE1qSnNhVzVsVTNSNWJHVWxNaklsTTBFbE4wSWxNakp5YjNWdVpHbHVaeVV5TWlVelFUUWxNa01sTWpKc2FXNWxWMmxrZEdnbE1qSWxNMEV4TGpVbE4wUWxNa01sTWpKbWFXeHNVM1I1YkdVbE1qSWxNMEVsTjBJbE4wUWxNa01sTWpKMGFHVnRaU1V5TWlVelFTVTNRaVUzUkNVeVF5VXlNbkJoZEdnbE1qSWxNMEVsTlVJbE4wSWxNakpoWTNScGIyNXpKVEl5SlROQkpUVkNKVGRDSlRJeVlXTjBhVzl1SlRJeUpUTkJKVEl5Ylc5MlpTVXlNaVV5UXlVeU1uZ2xNaklsTTBFbE1qSXdKVEl5SlRKREpUSXllU1V5TWlVelFTVXlNakFsTWpJbE4wUWxNa01sTjBJbE1qSmhZM1JwYjI0bE1qSWxNMEVsTWpKc2FXNWxKVEl5SlRKREpUSXllQ1V5TWlVelFTVXlNbmNsTWpJbE1rTWxNako1SlRJeUpUTkJKVEl5TUNVeU1pVTNSQ1V5UXlVM1FpVXlNbUZqZEdsdmJpVXlNaVV6UVNVeU1teHBibVVsTWpJbE1rTWxNako0SlRJeUpUTkJKVEl5ZHlVeU1pVXlReVV5TW5rbE1qSWxNMEVsTWpKb0pUSXlKVGRFSlRKREpUZENKVEl5WVdOMGFXOXVKVEl5SlROQkpUSXliR2x1WlNVeU1pVXlReVV5TW5nbE1qSWxNMEVsTWpJd0pUSXlKVEpESlRJeWVTVXlNaVV6UVNVeU1tZ2xNaklsTjBRbE1rTWxOMElsTWpKaFkzUnBiMjRsTWpJbE0wRWxNakpqYkc5elpTVXlNaVUzUkNVMVJDVTNSQ1UxUkNVeVF5VXlNbVp2Ym5SVGRIbHNaU1V5TWlVelFTVTNRaVV5TW5OcGVtVWxNaklsTTBFeE5pVXlReVV5TW1KdmJHUWxNaklsTTBGMGNuVmxKVGRFSlRKREpUSXlkR1Y0ZEVKc2IyTnJKVEl5SlROQkpUVkNKVGRDSlRJeWNHOXphWFJwYjI0bE1qSWxNMEVsTjBJbE1qSjRKVEl5SlROQk1UQWxNa01sTWpKNUpUSXlKVE5CTUNVeVF5VXlNbmNsTWpJbE0wRWxNakozTFRJd0pUSXlKVEpESlRJeWFDVXlNaVV6UVNVeU1tZ2xNaklsTjBRbE1rTWxNakowWlhoMEpUSXlKVE5CSlRJeWJHVm1kRjlvYVhCZmNtOXNiRjlzYVc1ckpUSXlKVGRFSlRWRUpUSkRKVEl5WVc1amFHOXljeVV5TWlVelFTVTFRaVUzUWlVeU1uZ2xNaklsTTBFbE1qSjNKVEpHTWlVeU1pVXlReVV5TW5rbE1qSWxNMEVsTWpJd0pUSXlKVGRFSlRKREpUZENKVEl5ZUNVeU1pVXpRU1V5TW5jbE1rWXlKVEl5SlRKREpUSXllU1V5TWlVelFTVXlNbWdsTWpJbE4wUWxNa01sTjBJbE1qSjRKVEl5SlROQkpUSXlNQ1V5TWlVeVF5VXlNbmtsTWpJbE0wRWxNakpvSlRKR01pVXlNaVUzUkNVeVF5VTNRaVV5TW5nbE1qSWxNMEVsTWpKM0pUSXlKVEpESlRJeWVTVXlNaVV6UVNVeU1tZ2xNa1l5SlRJeUpUZEVKVFZFSlRkRUpUSkRKVEl5UjI5dVFYRnFjWFJoWlRFNE5qSTNNQ1V5TWlVelFTVTNRaVV5TW1sa0pUSXlKVE5CSlRJeVIyOXVRWEZxY1hSaFpURTROakkzTUNVeU1pVXlReVV5TW01aGJXVWxNaklsTTBFbE1qSnNhVzVyWlhJbE1qSWxNa01sTWpKMFpYaDBKVEl5SlROQkpUSXlKVEl5SlRKREpUSXlaM0p2ZFhBbE1qSWxNMEVsTWpJbE1qSWxNa01sTWpKc2FXNXJaWEpVZVhCbEpUSXlKVE5CSlRJeVluSnZhMlZ1SlRJeUpUSkRKVEl5Y0c5cGJuUnpKVEl5SlROQkpUVkNKVGRDSlRJeWVDVXlNaVV6UVRVeU5DNDNPRGczT1RRNE56RTNPVFVsTWtNbE1qSjVKVEl5SlROQk9USXpMamd3TXpRMk56TTJOVGsyTnpVbE4wUWxNa01sTjBJbE1qSjRKVEl5SlROQk5USTBMamM0T0RjNU5EZzNNVGM1TlNVeVF5VXlNbmtsTWpJbE0wRTVNak11T0RBek5EWTNNelkxT1RZM05TVTNSQ1UxUkNVeVF5VXlNbXh2WTJ0bFpDVXlNaVV6UVdaaGJITmxKVEpESlRJeVpHRjBZVUYwZEhKcFluVjBaWE1sTWpJbE0wRWxOVUlsTlVRbE1rTWxNakp3Y205d2N5VXlNaVV6UVNVM1FpVXlNbnBwYm1SbGVDVXlNaVV6UVRJekpUSkRKVEl5ZUNVeU1pVXpRVzUxYkd3bE1rTWxNako1SlRJeUpUTkJiblZzYkNVM1JDVXlReVV5TW14cGJtVlRkSGxzWlNVeU1pVXpRU1UzUWlVeU1teHBibVZYYVdSMGFDVXlNaVV6UVRFdU5TVTNSQ1V5UXlVeU1tWnliMjBsTWpJbE0wRWxOMElsTWpKNEpUSXlKVE5CTlRJMExqYzRPRGM1TkRnM01UYzVOU1V5UXlVeU1ua2xNaklsTTBFNU1URXVOVGczTlRVNE1qYzFNRFU0TkNVeVF5VXlNbUZ1WjJ4bEpUSXlKVE5CTkM0M01USXpPRGc1T0RBek9EUTJPU1V5UXlVeU1tbGtKVEl5SlROQkpUSXlkM1ZFZGxCTmFYTllWRE0yTWpRNE15VXlNaVUzUkNVeVF5VXlNblJ2SlRJeUpUTkJKVGRDSlRJeWFXUWxNaklsTTBFbE1qSkxVMUJqYjBwcVMxWjVPRFF3T0RNekpUSXlKVEpESlRJeWVDVXlNaVV6UVRVeU5DNDNPRGczT1RRNE56RTNPVFVsTWtNbE1qSjVKVEl5SlROQk9UTTJMakF4T1RNM05qUTFOamczTmpjbE1rTWxNakpoYm1kc1pTVXlNaVV6UVRFdU5UY3dOemsyTXpJMk56azBPRGszSlRkRUpUSkRKVEl5ZEdWNGRFSnNiMk5ySlRJeUpUTkJKVFZDSlRWRUpUZEVKVEpESlRJeVFuSlhSazVXZVVsUldqVTVOREl5TkNVeU1pVXpRU1UzUWlVeU1tbGtKVEl5SlROQkpUSXlRbkpYUms1V2VVbFJXalU1TkRJeU5DVXlNaVV5UXlVeU1tNWhiV1VsTWpJbE0wRWxNakpzYVc1clpYSWxNaklsTWtNbE1qSjBaWGgwSlRJeUpUTkJKVEl5SlRJeUpUSkRKVEl5WjNKdmRYQWxNaklsTTBFbE1qSWxNaklsTWtNbE1qSnNhVzVyWlhKVWVYQmxKVEl5SlROQkpUSXlZbkp2YTJWdUpUSXlKVEpESlRJeWNHOXBiblJ6SlRJeUpUTkJKVFZDSlRkQ0pUSXllQ1V5TWlVelFUVXlOQzQzT0RnM09UUTROekUzT1RVbE1rTWxNako1SlRJeUpUTkJOelEySlRkRUpUVkVKVEpESlRJeWJHOWphMlZrSlRJeUpUTkJabUZzYzJVbE1rTWxNakprWVhSaFFYUjBjbWxpZFhSbGN5VXlNaVV6UVNVMVFpVTFSQ1V5UXlVeU1uQnliM0J6SlRJeUpUTkJKVGRDSlRJeWVtbHVaR1Y0SlRJeUpUTkJNalFsTjBRbE1rTWxNakpzYVc1bFUzUjViR1VsTWpJbE0wRWxOMElsTWpKc2FXNWxWMmxrZEdnbE1qSWxNMEV4TGpVbE4wUWxNa01sTWpKbWNtOXRKVEl5SlROQkpUZENKVEl5ZUNVeU1pVXpRVFkzTXk0MU1EQXdNREF3TURBd01EQXlKVEpESlRJeWVTVXlNaVV6UVRjME5pVXlReVV5TW1GdVoyeGxKVEl5SlROQk1DVXlReVV5TW1sa0pUSXlKVE5CSlRJeVZrbEJZbE5VYzI1SWRqWXlNREkyTlNVeU1pVTNSQ1V5UXlVeU1uUnZKVEl5SlROQkpUZENKVEl5YVdRbE1qSWxNMEVsTWpKT1JVVmpXR3RZYldaek56QTFNams1SlRJeUpUSkRKVEl5ZUNVeU1pVXpRVFV5TkM0M09EZzNPVFE0TnpFM09UVWxNa01sTWpKNUpUSXlKVE5CTnpnM0xqa3pNakkxTlRJME5EYzFOVFFsTWtNbE1qSmhibWRzWlNVeU1pVXpRVEV1TlRjd056azJNekkyTnprME9EazNKVGRFSlRKREpUSXlkR1Y0ZEVKc2IyTnJKVEl5SlROQkpUVkNKVFZFSlRkRUpUSkRKVEl5ZDBsSlJtbEpTMFoyWWpjeU5EUTFNaVV5TWlVelFTVTNRaVV5TW1sa0pUSXlKVE5CSlRJeWQwbEpSbWxKUzBaMllqY3lORFExTWlVeU1pVXlReVV5TW01aGJXVWxNaklsTTBFbE1qSnpkR0Z5ZENVeU1pVXlReVV5TW5ScGRHeGxKVEl5SlROQkpUSXlKVVUxSlVKREpUZ3dKVVUxSlVFM0pUaENKVEpHSlVVM0pVSkNKVGt6SlVVMkpUbEVKVGxHSlRJeUpUSkRKVEl5WTJGMFpXZHZjbmtsTWpJbE0wRWxNakppWVhOcFl5VXlNaVV5UXlVeU1tZHliM1Z3SlRJeUpUTkJKVEl5SlRJeUpUSkRKVEl5WjNKdmRYQk9ZVzFsSlRJeUpUTkJiblZzYkNVeVF5VXlNbXh2WTJ0bFpDVXlNaVV6UVdaaGJITmxKVEpESlRJeWJHbHVheVV5TWlVelFTVXlNaVV5TWlVeVF5VXlNbU5vYVd4a2NtVnVKVEl5SlROQkpUVkNKVFZFSlRKREpUSXljR0Z5Wlc1MEpUSXlKVE5CSlRJeUpUSXlKVEpESlRJeWNtVnphWHBsUkdseUpUSXlKVE5CSlRWQ0pUSXlkR3dsTWpJbE1rTWxNakowY2lVeU1pVXlReVV5TW1KeUpUSXlKVEpESlRJeVltd2xNaklsTWtNbE1qSnNKVEl5SlRKREpUSXlkQ1V5TWlVeVF5VXlNbklsTWpJbE1rTWxNakppSlRJeUpUVkVKVEpESlRJeVlYUjBjbWxpZFhSbEpUSXlKVE5CSlRkQ0pUSXlZMjl1ZEdGcGJtVnlKVEl5SlROQlptRnNjMlVsTWtNbE1qSjJhWE5wWW14bEpUSXlKVE5CZEhKMVpTVXlReVV5TW5KdmRHRjBZV0pzWlNVeU1pVXpRWFJ5ZFdVbE1rTWxNakpzYVc1cllXSnNaU1V5TWlVelFYUnlkV1VsTWtNbE1qSmpiMnhzWVhCellXSnNaU1V5TWlVelFXWmhiSE5sSlRKREpUSXlZMjlzYkdGd2MyVmtKVEl5SlROQlptRnNjMlVsTWtNbE1qSm1hWGhsWkV4cGJtc2xNaklsTTBGbVlXeHpaU1V5UXlVeU1tMWhjbXRsY2s5bVpuTmxkQ1V5TWlVelFUVWxOMFFsTWtNbE1qSmtZWFJoUVhSMGNtbGlkWFJsY3lVeU1pVXpRU1UxUWlVM1FpVXlNbTVoYldVbE1qSWxNMEVsTWpJbFJUVWxRa0VsT0VZbFJUVWxPRVlsUWpjbE1qSWxNa01sTWpKMGVYQmxKVEl5SlROQkpUSXliblZ0WW1WeUpUSXlKVEpESlRJeWRtRnNkV1VsTWpJbE0wRWxNaklsTWpJbE1rTWxNakpqWVhSbFoyOXllU1V5TWlVelFTVXlNbVJsWm1GMWJIUWxNaklsTWtNbE1qSnBaQ1V5TWlVelFTVXlNbUZrVVhOUVVGSklTMkV6TXpZek1qZ2xNaklsTjBRbE1rTWxOMElsTWpKdVlXMWxKVEl5SlROQkpUSXlKVVUxSlRrd0pUaEVKVVUzSlVFM0pVSXdKVEl5SlRKREpUSXlkSGx3WlNVeU1pVXpRU1V5TW5OMGNtbHVaeVV5TWlVeVF5VXlNblpoYkhWbEpUSXlKVE5CSlRJeUpUSXlKVEpESlRJeVkyRjBaV2R2Y25rbE1qSWxNMEVsTWpKa1pXWmhkV3gwSlRJeUpUSkRKVEl5YVdRbE1qSWxNMEVsTWpKNGNHOXZWRlZSVjJoTE1UVXdOakkySlRJeUpUZEVKVEpESlRkQ0pUSXlibUZ0WlNVeU1pVXpRU1V5TWlWRk5pVTRPU1U0TUNWRk5pVTVReVU0T1NWRk9DVTRNQ1U0TlNVeU1pVXlReVV5TW5SNWNHVWxNaklsTTBFbE1qSnpkSEpwYm1jbE1qSWxNa01sTWpKMllXeDFaU1V5TWlVelFTVXlNaVV5TWlVeVF5VXlNbU5oZEdWbmIzSjVKVEl5SlROQkpUSXlaR1ZtWVhWc2RDVXlNaVV5UXlVeU1tbGtKVEl5SlROQkpUSXlWWFZpUkVwd1JXbFlZVGN4TmprM01DVXlNaVUzUkNVeVF5VTNRaVV5TW01aGJXVWxNaklsTTBFbE1qSWxSVGdsUWtZbE9VVWxSVFlsT0VVbFFUVWxNaklsTWtNbE1qSjBlWEJsSlRJeUpUTkJKVEl5YkdsdWF5VXlNaVV5UXlVeU1uWmhiSFZsSlRJeUpUTkJKVEl5SlRJeUpUSkRKVEl5WTJGMFpXZHZjbmtsTWpJbE0wRWxNakprWldaaGRXeDBKVEl5SlRKREpUSXlhV1FsTWpJbE0wRWxNakpSVFhGcVZsTlRVMEZGTVRZeU1URTVKVEl5SlRkRUpUSkRKVGRDSlRJeWJtRnRaU1V5TWlVelFTVXlNaVZGTkNWQ1JTVkNSaVZGTnlWQlF5VkNRU1V5TWlVeVF5VXlNblI1Y0dVbE1qSWxNMEVsTWpKemRISnBibWNsTWpJbE1rTWxNakoyWVd4MVpTVXlNaVV6UVNVeU1pVXlNaVV5UXlVeU1tTmhkR1ZuYjNKNUpUSXlKVE5CSlRJeVpHVm1ZWFZzZENVeU1pVXlReVV5TW1sa0pUSXlKVE5CSlRJeVZXcDRiWE54VjNKYWJEZ3hOelUyTkNVeU1pVTNSQ1UxUkNVeVF5VXlNbkJ5YjNCekpUSXlKVE5CSlRkQ0pUSXllQ1V5TWlVelFUSXlOeTR5T0RreU16ZzFNemt5TXpnMUpUSkRKVEl5ZVNVeU1pVXpRVGcxT1M0NU56VTRNVFU0TlRBNE1UVTNKVEpESlRJeWR5VXlNaVV6UVRFNE5TNDRNek16TXpNek16TXpNek16TVNVeVF5VXlNbWdsTWpJbE0wRTFNQ1V5UXlVeU1ucHBibVJsZUNVeU1pVXpRVEkxSlRKREpUSXlZVzVuYkdVbE1qSWxNMEV3SlRkRUpUSkRKVEl5YzJoaGNHVlRkSGxzWlNVeU1pVXpRU1UzUWlVeU1tRnNjR2hoSlRJeUpUTkJNU1UzUkNVeVF5VXlNbXhwYm1WVGRIbHNaU1V5TWlVelFTVTNRaVV5TW14cGJtVlhhV1IwYUNVeU1pVXpRVEV1TlNVM1JDVXlReVV5TW1acGJHeFRkSGxzWlNVeU1pVXpRU1UzUWlVeU1tTnZiRzl5SlRJeUpUTkJKVEl5TWpVd0pUSkRNakl3SlRKRE1qRTVKVEl5SlRKREpUSXlaSEpoZDFSNWNHVWxNaklsTTBFbE1qSnViMjVsSlRJeUpUZEVKVEpESlRJeWRHaGxiV1VsTWpJbE0wRWxOMElsTjBRbE1rTWxNakp3WVhSb0pUSXlKVE5CSlRWQ0pUZENKVEl5WVdOMGFXOXVjeVV5TWlVelFTVTFRaVUzUWlVeU1tRmpkR2x2YmlVeU1pVXpRU1V5TW0xdmRtVWxNaklsTWtNbE1qSjRKVEl5SlROQkpUSXlUV0YwYUM1dGFXNG9keVV5UTJncEpUSkdNeVV5TWlVeVF5VXlNbmtsTWpJbE0wRWxNakl3SlRJeUpUZEVKVEpESlRkQ0pUSXlZV04wYVc5dUpUSXlKVE5CSlRJeWJHbHVaU1V5TWlVeVF5VXlNbmdsTWpJbE0wRWxNakozTFUxaGRHZ3ViV2x1S0hjbE1rTm9LU1V5UmpNbE1qSWxNa01sTWpKNUpUSXlKVE5CSlRJeU1DVXlNaVUzUkNVeVF5VTNRaVV5TW1GamRHbHZiaVV5TWlVelFTVXlNbU4xY25abEpUSXlKVEpESlRJeWVERWxNaklsTTBFbE1qSjNKVEpDVFdGMGFDNXRhVzRvZHlVeVEyZ3BKVEpHTXlVeVJqTWxNaklsTWtNbE1qSjVNU1V5TWlVelFTVXlNakFsTWpJbE1rTWxNako0TWlVeU1pVXpRU1V5TW5jbE1rSk5ZWFJvTG0xcGJpaDNKVEpEYUNrbE1rWXpKVEpHTXlVeU1pVXlReVV5TW5reUpUSXlKVE5CSlRJeWFDVXlNaVV5UXlVeU1uZ2xNaklsTTBFbE1qSjNMVTFoZEdndWJXbHVLSGNsTWtOb0tTVXlSak1sTWpJbE1rTWxNako1SlRJeUpUTkJKVEl5YUNVeU1pVTNSQ1V5UXlVM1FpVXlNbUZqZEdsdmJpVXlNaVV6UVNVeU1teHBibVVsTWpJbE1rTWxNako0SlRJeUpUTkJKVEl5VFdGMGFDNXRhVzRvZHlVeVEyZ3BKVEpHTXlVeU1pVXlReVV5TW5rbE1qSWxNMEVsTWpKb0pUSXlKVGRFSlRKREpUZENKVEl5WVdOMGFXOXVKVEl5SlROQkpUSXlZM1Z5ZG1VbE1qSWxNa01sTWpKNE1TVXlNaVV6UVNVeU1pMU5ZWFJvTG0xcGJpaDNKVEpEYUNrbE1rWXpKVEpHTXlVeU1pVXlReVV5TW5reEpUSXlKVE5CSlRJeWFDVXlNaVV5UXlVeU1uZ3lKVEl5SlROQkpUSXlMVTFoZEdndWJXbHVLSGNsTWtOb0tTVXlSak1sTWtZekpUSXlKVEpESlRJeWVUSWxNaklsTTBFbE1qSXdKVEl5SlRKREpUSXllQ1V5TWlVelFTVXlNazFoZEdndWJXbHVLSGNsTWtOb0tTVXlSak1sTWpJbE1rTWxNako1SlRJeUpUTkJKVEl5TUNVeU1pVTNSQ1V5UXlVM1FpVXlNbUZqZEdsdmJpVXlNaVV6UVNVeU1tTnNiM05sSlRJeUpUZEVKVFZFSlRkRUpUVkVKVEpESlRJeVptOXVkRk4wZVd4bEpUSXlKVE5CSlRkQ0pUSXljMmw2WlNVeU1pVXpRVEUySlRKREpUSXlZbTlzWkNVeU1pVXpRWFJ5ZFdVbE4wUWxNa01sTWpKMFpYaDBRbXh2WTJzbE1qSWxNMEVsTlVJbE4wSWxNakp3YjNOcGRHbHZiaVV5TWlVelFTVTNRaVV5TW5nbE1qSWxNMEV4TUNVeVF5VXlNbmtsTWpJbE0wRXdKVEpESlRJeWR5VXlNaVV6UVNVeU1uY3RNakFsTWpJbE1rTWxNakpvSlRJeUpUTkJKVEl5YUNVeU1pVTNSQ1V5UXlVeU1uUmxlSFFsTWpJbE0wRWxNakpzWldaMFgyaHBjRjl5YjJ4c1gycHZhVzUwSlRJeUpUZEVKVFZFSlRKREpUSXlZVzVqYUc5eWN5VXlNaVV6UVNVMVFpVTNRaVV5TW5nbE1qSWxNMEVsTWpKM0pUSkdNaVV5TWlVeVF5VXlNbmtsTWpJbE0wRWxNakl3SlRJeUpUZEVKVEpESlRkQ0pUSXllQ1V5TWlVelFTVXlNbmNsTWtZeUpUSXlKVEpESlRJeWVTVXlNaVV6UVNVeU1tZ2xNaklsTjBRbE1rTWxOMElsTWpKNEpUSXlKVE5CSlRJeU1DVXlNaVV5UXlVeU1ua2xNaklsTTBFbE1qSm9KVEpHTWlVeU1pVTNSQ1V5UXlVM1FpVXlNbmdsTWpJbE0wRWxNakozSlRJeUpUSkRKVEl5ZVNVeU1pVXpRU1V5TW1nbE1rWXlKVEl5SlRkRUpUVkVKVGRFSlRKREpUSXlXVkZXWVhWalFrMW5iekF5T1RFNE9DVXlNaVV6UVNVM1FpVXlNbWxrSlRJeUpUTkJKVEl5V1ZGV1lYVmpRazFuYnpBeU9URTRPQ1V5TWlVeVF5VXlNbTVoYldVbE1qSWxNMEVsTWpKeWIzVnVaRkpsWTNSaGJtZHNaU1V5TWlVeVF5VXlNblJwZEd4bEpUSXlKVE5CSlRJeUpVVTFKVGxESlRnMkpVVTRKVUUzSlRreUpVVTNKVGxHSlVFNUpVVTFKVUpFSlVFeU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tSNmVXdDZTa3hXVlhneE9UTTRNamtsTWpJbE4wUWxNa01sTjBJbE1qSnVZVzFsSlRJeUpUTkJKVEl5SlVVMUpUa3dKVGhFSlVVM0pVRTNKVUl3SlRJeUpUSkRKVEl5ZEhsd1pTVXlNaVV6UVNVeU1uTjBjbWx1WnlVeU1pVXlReVV5TW5aaGJIVmxKVEl5SlROQkpUSXlKVEl5SlRKREpUSXlZMkYwWldkdmNua2xNaklsTTBFbE1qSmtaV1poZFd4MEpUSXlKVEpESlRJeWFXUWxNaklsTTBFbE1qSnNVbFJWWTFaUVZFRk1ORFEwTXpJek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WTA1T2RrNXZVR1JVZHpBNU1qSTJPU1V5TWlVM1JDVXlReVUzUWlVeU1tNWhiV1VsTWpJbE0wRWxNaklsUlRnbFFrWWxPVVVsUlRZbE9FVWxRVFVsTWpJbE1rTWxNakowZVhCbEpUSXlKVE5CSlRJeWJHbHVheVV5TWlVeVF5VXlNblpoYkhWbEpUSXlKVE5CSlRJeUpUSXlKVEpESlRJeVkyRjBaV2R2Y25rbE1qSWxNMEVsTWpKa1pXWmhkV3gwSlRJeUpUSkRKVEl5YVdRbE1qSWxNMEVsTWpKMFEyOWFTV1ZZVkUxcE5URTNPVGczSlRJeUpUZEVKVEpESlRkQ0pUSXlibUZ0WlNVeU1pVXpRU1V5TWlWRk5DVkNSU1ZDUmlWRk55VkJReVZDUVNVeU1pVXlReVV5TW5SNWNHVWxNaklsTTBFbE1qSnpkSEpwYm1jbE1qSWxNa01sTWpKMllXeDFaU1V5TWlVelFTVXlNaVV5TWlVeVF5VXlNbU5oZEdWbmIzSjVKVEl5SlROQkpUSXlaR1ZtWVhWc2RDVXlNaVV5UXlVeU1tbGtKVEl5SlROQkpUSXljVXR3VkVoRmNsTnRhakEyTWpZMU5TVXlNaVUzUkNVMVJDVXlReVV5TW5CeWIzQnpKVEl5SlROQkpUZENKVEl5ZUNVeU1pVXpRVEl5Tnk0eU9Ea3lNemcxTXpreU16ZzBKVEpESlRJeWVTVXlNaVV6UVRjNE5pNHpNakExTVRJNE1qQTFNVEkxSlRKREpUSXlkeVV5TWlVelFURTROUzQ0TXpNek16TXpNek16TXpNek55VXlReVV5TW1nbE1qSWxNMEUxTkNVeVF5VXlNbnBwYm1SbGVDVXlNaVV6UVRJMkpUSkRKVEl5WVc1bmJHVWxNaklsTTBFd0pUZEVKVEpESlRJeWMyaGhjR1ZUZEhsc1pTVXlNaVV6UVNVM1FpVXlNbUZzY0doaEpUSXlKVE5CTVNVM1JDVXlReVV5TW14cGJtVlRkSGxzWlNVeU1pVXpRU1UzUWlVeU1uSnZkVzVrYVc1bkpUSXlKVE5CTkNVeVF5VXlNbXhwYm1WWGFXUjBhQ1V5TWlVelFURXVOU1UzUkNVeVF5VXlNbVpwYkd4VGRIbHNaU1V5TWlVelFTVTNRaVUzUkNVeVF5VXlNblJvWlcxbEpUSXlKVE5CSlRkQ0pUZEVKVEpESlRJeWNHRjBhQ1V5TWlVelFTVTFRaVUzUWlVeU1tRmpkR2x2Ym5NbE1qSWxNMEVsTlVJbE4wSWxNakpoWTNScGIyNGxNaklsTTBFbE1qSnRiM1psSlRJeUpUSkRKVEl5ZUNVeU1pVXpRU1V5TWpBbE1qSWxNa01sTWpKNUpUSXlKVE5CSlRJeU1DVXlNaVUzUkNVeVF5VTNRaVV5TW1GamRHbHZiaVV5TWlVelFTVXlNbXhwYm1VbE1qSWxNa01sTWpKNEpUSXlKVE5CSlRJeWR5VXlNaVV5UXlVeU1ua2xNaklsTTBFbE1qSXdKVEl5SlRkRUpUSkRKVGRDSlRJeVlXTjBhVzl1SlRJeUpUTkJKVEl5YkdsdVpTVXlNaVV5UXlVeU1uZ2xNaklsTTBFbE1qSjNKVEl5SlRKREpUSXllU1V5TWlVelFTVXlNbWdsTWpJbE4wUWxNa01sTjBJbE1qSmhZM1JwYjI0bE1qSWxNMEVsTWpKc2FXNWxKVEl5SlRKREpUSXllQ1V5TWlVelFTVXlNakFsTWpJbE1rTWxNako1SlRJeUpUTkJKVEl5YUNVeU1pVTNSQ1V5UXlVM1FpVXlNbUZqZEdsdmJpVXlNaVV6UVNVeU1tTnNiM05sSlRJeUpUZEVKVFZFSlRkRUpUVkVKVEpESlRJeVptOXVkRk4wZVd4bEpUSXlKVE5CSlRkQ0pUSXljMmw2WlNVeU1pVXpRVEUySlRKREpUSXlZbTlzWkNVeU1pVXpRWFJ5ZFdVbE4wUWxNa01sTWpKMFpYaDBRbXh2WTJzbE1qSWxNMEVsTlVJbE4wSWxNakp3YjNOcGRHbHZiaVV5TWlVelFTVTNRaVV5TW5nbE1qSWxNMEV4TUNVeVF5VXlNbmtsTWpJbE0wRXdKVEpESlRJeWR5VXlNaVV6UVNVeU1uY3RNakFsTWpJbE1rTWxNakpvSlRJeUpUTkJKVEl5YUNVeU1pVTNSQ1V5UXlVeU1uUmxlSFFsTWpJbE0wRWxNakpzWldaMFgyaHBjRjl3YVhSamFGOXNhVzVySlRJeUpUZEVKVFZFSlRKREpUSXlZVzVqYUc5eWN5VXlNaVV6UVNVMVFpVTNRaVV5TW5nbE1qSWxNMEVsTWpKM0pUSkdNaVV5TWlVeVF5VXlNbmtsTWpJbE0wRWxNakl3SlRJeUpUZEVKVEpESlRkQ0pUSXllQ1V5TWlVelFTVXlNbmNsTWtZeUpUSXlKVEpESlRJeWVTVXlNaVV6UVNVeU1tZ2xNaklsTjBRbE1rTWxOMElsTWpKNEpUSXlKVE5CSlRJeU1DVXlNaVV5UXlVeU1ua2xNaklsTTBFbE1qSm9KVEpHTWlVeU1pVTNSQ1V5UXlVM1FpVXlNbmdsTWpJbE0wRWxNakozSlRJeUpUSkRKVEl5ZVNVeU1pVXpRU1V5TW1nbE1rWXlKVEl5SlRkRUpUVkVKVGRFSlRKREpUSXljWFJWVUhka1ZuUjRRVEV3TkRVeU9DVXlNaVV6UVNVM1FpVXlNbWxrSlRJeUpUTkJKVEl5Y1hSVlVIZGtWblI0UVRFd05EVXlPQ1V5TWlVeVF5VXlNbTVoYldVbE1qSWxNMEVsTWpKeWIzVnVaRkpsWTNSaGJtZHNaU1V5TWlVeVF5VXlNblJwZEd4bEpUSXlKVE5CSlRJeUpVVTFKVGxESlRnMkpVVTRKVUUzSlRreUpVVTNKVGxHSlVFNUpVVTFKVUpFSlVFeU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14YWJrTnBVRnBSWm5BeE1URTJPVFlsTWpJbE4wUWxNa01sTjBJbE1qSnVZVzFsSlRJeUpUTkJKVEl5SlVVMUpUa3dKVGhFSlVVM0pVRTNKVUl3SlRJeUpUSkRKVEl5ZEhsd1pTVXlNaVV6UVNVeU1uTjBjbWx1WnlVeU1pVXlReVV5TW5aaGJIVmxKVEl5SlROQkpUSXlKVEl5SlRKREpUSXlZMkYwWldkdmNua2xNaklsTTBFbE1qSmtaV1poZFd4MEpUSXlKVEpESlRJeWFXUWxNaklsTTBFbE1qSk5ZMGRzYW5OdmVVeGlNekkxTnpBMU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VDJWcFkwUlVVV2RXWWpRMU9UY3dPU1V5TWlVM1JDVXlReVUzUWlVeU1tNWhiV1VsTWpJbE0wRWxNaklsUlRnbFFrWWxPVVVsUlRZbE9FVWxRVFVsTWpJbE1rTWxNakowZVhCbEpUSXlKVE5CSlRJeWJHbHVheVV5TWlVeVF5VXlNblpoYkhWbEpUSXlKVE5CSlRJeUpUSXlKVEpESlRJeVkyRjBaV2R2Y25rbE1qSWxNMEVsTWpKa1pXWmhkV3gwSlRJeUpUSkRKVEl5YVdRbE1qSWxNMEVsTWpKcWRGcExia2hqVTBaVE16VTBPVFl5SlRJeUpUZEVKVEpESlRkQ0pUSXlibUZ0WlNVeU1pVXpRU1V5TWlWRk5DVkNSU1ZDUmlWRk55VkJReVZDUVNVeU1pVXlReVV5TW5SNWNHVWxNaklsTTBFbE1qSnpkSEpwYm1jbE1qSWxNa01sTWpKMllXeDFaU1V5TWlVelFTVXlNaVV5TWlVeVF5VXlNbU5oZEdWbmIzSjVKVEl5SlROQkpUSXlaR1ZtWVhWc2RDVXlNaVV5UXlVeU1tbGtKVEl5SlROQkpUSXlVRXh6U1dsS1IyUjRhekEzTkRnME5TVXlNaVUzUkNVMVJDVXlReVV5TW5CeWIzQnpKVEl5SlROQkpUZENKVEl5ZUNVeU1pVXpRVEl5Tnk0eU9Ea3lNemcxTXpreU16ZzFKVEpESlRJeWVTVXlNaVV6UVRrek5DNDBNRGMyTXpRd016STJNelEwSlRKREpUSXlkeVV5TWlVelFURTROUzQ0TXpNek16TXpNek16TXpNek55VXlReVV5TW1nbE1qSWxNMEUxTkNVeVF5VXlNbnBwYm1SbGVDVXlNaVV6UVRJM0pUSkRKVEl5WVc1bmJHVWxNaklsTTBFd0pUZEVKVEpESlRJeWMyaGhjR1ZUZEhsc1pTVXlNaVV6UVNVM1FpVXlNbUZzY0doaEpUSXlKVE5CTVNVM1JDVXlReVV5TW14cGJtVlRkSGxzWlNVeU1pVXpRU1UzUWlVeU1uSnZkVzVrYVc1bkpUSXlKVE5CTkNVeVF5VXlNbXhwYm1WWGFXUjBhQ1V5TWlVelFURXVOU1UzUkNVeVF5VXlNbVpwYkd4VGRIbHNaU1V5TWlVelFTVTNRaVUzUkNVeVF5VXlNblJvWlcxbEpUSXlKVE5CSlRkQ0pUZEVKVEpESlRJeWNHRjBhQ1V5TWlVelFTVTFRaVUzUWlVeU1tRmpkR2x2Ym5NbE1qSWxNMEVsTlVJbE4wSWxNakpoWTNScGIyNGxNaklsTTBFbE1qSnRiM1psSlRJeUpUSkRKVEl5ZUNVeU1pVXpRU1V5TWpBbE1qSWxNa01sTWpKNUpUSXlKVE5CSlRJeU1DVXlNaVUzUkNVeVF5VTNRaVV5TW1GamRHbHZiaVV5TWlVelFTVXlNbXhwYm1VbE1qSWxNa01sTWpKNEpUSXlKVE5CSlRJeWR5VXlNaVV5UXlVeU1ua2xNaklsTTBFbE1qSXdKVEl5SlRkRUpUSkRKVGRDSlRJeVlXTjBhVzl1SlRJeUpUTkJKVEl5YkdsdVpTVXlNaVV5UXlVeU1uZ2xNaklsTTBFbE1qSjNKVEl5SlRKREpUSXllU1V5TWlVelFTVXlNbWdsTWpJbE4wUWxNa01sTjBJbE1qSmhZM1JwYjI0bE1qSWxNMEVsTWpKc2FXNWxKVEl5SlRKREpUSXllQ1V5TWlVelFTVXlNakFsTWpJbE1rTWxNako1SlRJeUpUTkJKVEl5YUNVeU1pVTNSQ1V5UXlVM1FpVXlNbUZqZEdsdmJpVXlNaVV6UVNVeU1tTnNiM05sSlRJeUpUZEVKVFZFSlRkRUpUVkVKVEpESlRJeVptOXVkRk4wZVd4bEpUSXlKVE5CSlRkQ0pUSXljMmw2WlNVeU1pVXpRVEUySlRKREpUSXlZbTlzWkNVeU1pVXpRWFJ5ZFdVbE4wUWxNa01sTWpKMFpYaDBRbXh2WTJzbE1qSWxNMEVsTlVJbE4wSWxNakp3YjNOcGRHbHZiaVV5TWlVelFTVTNRaVV5TW5nbE1qSWxNMEV4TUNVeVF5VXlNbmtsTWpJbE0wRXdKVEpESlRJeWR5VXlNaVV6UVNVeU1uY3RNakFsTWpJbE1rTWxNakpvSlRJeUpUTkJKVEl5YUNVeU1pVTNSQ1V5UXlVeU1uUmxlSFFsTWpJbE0wRWxNakpzWldaMFgyaHBjRjk1WVhkZmJHbHVheVV5TWlVM1JDVTFSQ1V5UXlVeU1tRnVZMmh2Y25NbE1qSWxNMEVsTlVJbE4wSWxNako0SlRJeUpUTkJKVEl5ZHlVeVJqSWxNaklsTWtNbE1qSjVKVEl5SlROQkpUSXlNQ1V5TWlVM1JDVXlReVUzUWlVeU1uZ2xNaklsTTBFbE1qSjNKVEpHTWlVeU1pVXlReVV5TW5rbE1qSWxNMEVsTWpKb0pUSXlKVGRFSlRKREpUZENKVEl5ZUNVeU1pVXpRU1V5TWpBbE1qSWxNa01sTWpKNUpUSXlKVE5CSlRJeWFDVXlSaklsTWpJbE4wUWxNa01sTjBJbE1qSjRKVEl5SlROQkpUSXlkeVV5TWlVeVF5VXlNbmtsTWpJbE0wRWxNakpvSlRKR01pVXlNaVUzUkNVMVJDVTNSQ1V5UXlVeU1tSm5aMGxDWm1WcmVHMHhNelUzTnpjbE1qSWxNMEVsTjBJbE1qSnBaQ1V5TWlVelFTVXlNbUpuWjBsQ1ptVnJlRzB4TXpVM056Y2xNaklsTWtNbE1qSnVZVzFsSlRJeUpUTkJKVEl5YkdsdWEyVnlKVEl5SlRKREpUSXlkR1Y0ZENVeU1pVXpRU1V5TWlVeU1pVXlReVV5TW1keWIzVndKVEl5SlROQkpUSXlKVEl5SlRKREpUSXliR2x1YTJWeVZIbHdaU1V5TWlVelFTVXlNbUp5YjJ0bGJpVXlNaVV5UXlVeU1uQnZhVzUwY3lVeU1pVXpRU1UxUWlVM1FpVXlNbmdsTWpJbE0wRXpNakF1TWpBMk1qTTROVE01TWpNNE5TVXlReVV5TW5rbE1qSWxNMEU0TlRBdU1UUTRNVFkwTXpNMU5qWTBNU1UzUkNVeVF5VTNRaVV5TW5nbE1qSWxNMEV6TWpBdU1qQTJNak00TlRNNU1qTTROU1V5UXlVeU1ua2xNaklsTTBFNE5UQXVNVFE0TVRZME16TTFOalkwTVNVM1JDVTFSQ1V5UXlVeU1teHZZMnRsWkNVeU1pVXpRV1poYkhObEpUSkRKVEl5WkdGMFlVRjBkSEpwWW5WMFpYTWxNaklsTTBFbE5VSWxOVVFsTWtNbE1qSndjbTl3Y3lVeU1pVXpRU1UzUWlVeU1ucHBibVJsZUNVeU1pVXpRVEk0SlRKREpUSXllQ1V5TWlVelFXNTFiR3dsTWtNbE1qSjVKVEl5SlROQmJuVnNiQ1UzUkNVeVF5VXlNbXhwYm1WVGRIbHNaU1V5TWlVelFTVTNRaVV5TW14cGJtVlhhV1IwYUNVeU1pVXpRVEV1TlNVM1JDVXlReVV5TW1aeWIyMGxNaklsTTBFbE4wSWxNako0SlRJeUpUTkJNekl3TGpJd05qSXpPRFV6T1RJek9EVWxNa01sTWpKNUpUSXlKVE5CT0RRd0xqTXlNRFV4TWpneU1EVXhNalVsTWtNbE1qSmhibWRzWlNVeU1pVXpRVFF1TnpFeU16ZzRPVGd3TXpnME5qa2xNa01sTWpKcFpDVXlNaVV6UVNVeU1sbFJWbUYxWTBKTloyOHdNamt4T0RnbE1qSWxOMFFsTWtNbE1qSjBieVV5TWlVelFTVTNRaVV5TW1sa0pUSXlKVE5CSlRJeWQwbEpSbWxKUzBaMllqY3lORFExTWlVeU1pVXlReVV5TW5nbE1qSWxNMEV6TWpBdU1qQTJNak00TlRNNU1qTTROU1V5UXlVeU1ua2xNaklsTTBFNE5Ua3VPVGMxT0RFMU9EVXdPREUxTnlVeVF5VXlNbUZ1WjJ4bEpUSXlKVE5CTVM0MU56QTNPVFl6TWpZM09UUTRPVGNsTjBRbE1rTWxNakowWlhoMFFteHZZMnNsTWpJbE0wRWxOVUlsTlVRbE4wUWxNa01sTWpKc1YwZDVWM1p1WTFkWU1qVTVPREl6SlRJeUpUTkJKVGRDSlRJeWFXUWxNaklsTTBFbE1qSnNWMGQ1VjNadVkxZFlNalU1T0RJekpUSXlKVEpESlRJeWJtRnRaU1V5TWlVelFTVXlNbXhwYm10bGNpVXlNaVV5UXlVeU1uUmxlSFFsTWpJbE0wRWxNaklsTWpJbE1rTWxNakpuY205MWNDVXlNaVV6UVNVeU1pVXlNaVV5UXlVeU1teHBibXRsY2xSNWNHVWxNaklsTTBFbE1qSmljbTlyWlc0bE1qSWxNa01sTWpKd2IybHVkSE1sTWpJbE0wRWxOVUlsTjBJbE1qSjRKVEl5SlROQk5ESXlMalE1TnpBeE5qY3dOVFV4TmpZbE1rTWxNako1SlRJeUpUTkJPREV5TGprek1qSTFOVEkwTkRjMU5UUWxOMFFsTWtNbE4wSWxNako0SlRJeUpUTkJOREl5TGpRNU56QXhOamN3TlRVeE5qWWxNa01sTWpKNUpUSXlKVE5CT0RFekxqTXlNRFV4TWpneU1EVXhNalVsTjBRbE5VUWxNa01sTWpKc2IyTnJaV1FsTWpJbE0wRm1ZV3h6WlNVeVF5VXlNbVJoZEdGQmRIUnlhV0oxZEdWekpUSXlKVE5CSlRWQ0pUVkVKVEpESlRJeWNISnZjSE1sTWpJbE0wRWxOMElsTWpKNmFXNWtaWGdsTWpJbE0wRXlPU1UzUkNVeVF5VXlNbXhwYm1WVGRIbHNaU1V5TWlVelFTVTNRaVV5TW14cGJtVlhhV1IwYUNVeU1pVXpRVEV1TlNVM1JDVXlReVV5TW1aeWIyMGxNaklsTTBFbE4wSWxNako0SlRJeUpUTkJORE14TGpnM01UYzVORGczTVRjNU5Ea2xNa01sTWpKNUpUSXlKVE5CT0RFeUxqa3pNakkxTlRJME5EYzFOVFFsTWtNbE1qSmhibWRzWlNVeU1pVXpRVEFsTWtNbE1qSnBaQ1V5TWlVelFTVXlNazVGUldOWWExaHRabk0zTURVeU9Ua2xNaklsTjBRbE1rTWxNakowYnlVeU1pVXpRU1UzUWlVeU1tbGtKVEl5SlROQkpUSXlXVkZXWVhWalFrMW5iekF5T1RFNE9DVXlNaVV5UXlVeU1uZ2xNaklsTTBFME1UTXVNVEl5TWpNNE5UTTVNak00TXlVeVF5VXlNbmtsTWpJbE0wRTRNVE11TXpJd05URXlPREl3TlRFeU5TVXlReVV5TW1GdVoyeGxKVEl5SlROQk15NHhOREUxT1RJMk5UTTFPRGszT1RNMkpUZEVKVEpESlRJeWRHVjRkRUpzYjJOckpUSXlKVE5CSlRWQ0pUVkVKVGRFSlRKREpUSXlkbWhSV25Sd1NGVk9lVGMwT1RVeU15VXlNaVV6UVNVM1FpVXlNbWxrSlRJeUpUTkJKVEl5ZG1oUlduUndTRlZPZVRjME9UVXlNeVV5TWlVeVF5VXlNbTVoYldVbE1qSWxNMEVsTWpKc2FXNXJaWElsTWpJbE1rTWxNakowWlhoMEpUSXlKVE5CSlRJeUpUSXlKVEpESlRJeVozSnZkWEFsTWpJbE0wRWxNaklsTWpJbE1rTWxNakpzYVc1clpYSlVlWEJsSlRJeUpUTkJKVEl5WW5KdmEyVnVKVEl5SlRKREpUSXljRzlwYm5SekpUSXlKVE5CSlRWQ0pUZENKVEl5ZUNVeU1pVXpRVFF5TWk0ME9UY3dNVFkzTURVMU1UWTNKVEpESlRJeWVTVXlNaVV6UVRnNE5DNDVOelU0TVRVNE5UQTRNVFUzSlRkRUpUSkRKVGRDSlRJeWVDVXlNaVV6UVRReU1pNDBPVGN3TVRZM01EVTFNVFkzSlRKREpUSXllU1V5TWlVelFUZzROQzQ1TnpVNE1UVTROVEE0TVRVM0pUZEVKVFZFSlRKREpUSXliRzlqYTJWa0pUSXlKVE5CWm1Gc2MyVWxNa01sTWpKa1lYUmhRWFIwY21saWRYUmxjeVV5TWlVelFTVTFRaVUxUkNVeVF5VXlNbkJ5YjNCekpUSXlKVE5CSlRkQ0pUSXllbWx1WkdWNEpUSXlKVE5CTXpBbE4wUWxNa01sTWpKc2FXNWxVM1I1YkdVbE1qSWxNMEVsTjBJbE1qSnNhVzVsVjJsa2RHZ2xNaklsTTBFeExqVWxOMFFsTWtNbE1qSm1jbTl0SlRJeUpUTkJKVGRDSlRJeWVDVXlNaVV6UVRReE15NHhNakl5TXpnMU16a3lNemcxTkNVeVF5VXlNbmtsTWpJbE0wRTRPRFF1T1RjMU9ERTFPRFV3T0RFMU55VXlReVV5TW1GdVoyeGxKVEl5SlROQk15NHhOREUxT1RJMk5UTTFPRGszT1RNbE1rTWxNakpwWkNVeU1pVXpRU1V5TW5kSlNVWnBTVXRHZG1JM01qUTBOVElsTWpJbE4wUWxNa01sTWpKMGJ5VXlNaVV6UVNVM1FpVXlNbWxrSlRJeUpUTkJKVEl5ZDNWRWRsQk5hWE5ZVkRNMk1qUTRNeVV5TWlVeVF5VXlNbmdsTWpJbE0wRTBNekV1T0RjeE56azBPRGN4TnprME9TVXlReVV5TW5rbE1qSWxNMEU0T0RRdU9UYzFPREUxT0RVd09ERTFOeVV5UXlVeU1tRnVaMnhsSlRJeUpUTkJNQ1UzUkNVeVF5VXlNblJsZUhSQ2JHOWpheVV5TWlVelFTVTFRaVUxUkNVM1JDVXlReVV5TW5oQ2JrdEhiV3hxUVVrM09ESTFNemtsTWpJbE0wRWxOMElsTWpKcFpDVXlNaVV6UVNVeU1uaENia3RIYld4cVFVazNPREkxTXprbE1qSWxNa01sTWpKdVlXMWxKVEl5SlROQkpUSXliR2x1YTJWeUpUSXlKVEpESlRJeWRHVjRkQ1V5TWlVelFTVXlNaVV5TWlVeVF5VXlNbWR5YjNWd0pUSXlKVE5CSlRJeUpUSXlKVEpESlRJeWJHbHVhMlZ5Vkhsd1pTVXlNaVV6UVNVeU1tSnliMnRsYmlVeU1pVXlReVV5TW5CdmFXNTBjeVV5TWlVelFTVTFRaVUzUWlVeU1uZ2xNaklsTTBFME1qSXVORGszTURFMk56QTFOVEUyTnlVeVF5VXlNbmtsTWpJbE0wRTVOakV1TURFNU16YzJORFUyT0RjMk55VTNSQ1V5UXlVM1FpVXlNbmdsTWpJbE0wRTBNakl1TkRrM01ERTJOekExTlRFMk55VXlReVV5TW5rbE1qSWxNMEU1TmpFdU1ERTVNemMyTkRVMk9EYzJOeVUzUkNVMVJDVXlReVV5TW14dlkydGxaQ1V5TWlVelFXWmhiSE5sSlRKREpUSXlaR0YwWVVGMGRISnBZblYwWlhNbE1qSWxNMEVsTlVJbE5VUWxNa01sTWpKd2NtOXdjeVV5TWlVelFTVTNRaVV5TW5wcGJtUmxlQ1V5TWlVelFUTXhKVGRFSlRKREpUSXliR2x1WlZOMGVXeGxKVEl5SlROQkpUZENKVEl5YkdsdVpWZHBaSFJvSlRJeUpUTkJNUzQxSlRkRUpUSkRKVEl5Wm5KdmJTVXlNaVV6UVNVM1FpVXlNbmdsTWpJbE0wRTBNekV1T0RjeE56azBPRGN4TnprME9TVXlReVV5TW5rbE1qSWxNMEU1TmpFdU1ERTVNemMyTkRVMk9EYzJOeVV5UXlVeU1tRnVaMnhsSlRJeUpUTkJNQ1V5UXlVeU1tbGtKVEl5SlROQkpUSXlTMU5RWTI5S2FrdFdlVGcwTURnek15VXlNaVUzUkNVeVF5VXlNblJ2SlRJeUpUTkJKVGRDSlRJeWFXUWxNaklsTTBFbE1qSnhkRlZRZDJSV2RIaEJNVEEwTlRJNEpUSXlKVEpESlRJeWVDVXlNaVV6UVRReE15NHhNakl5TXpnMU16a3lNemcxTkNVeVF5VXlNbmtsTWpJbE0wRTVOakV1TURFNU16YzJORFUyT0RjMk55VXlReVV5TW1GdVoyeGxKVEl5SlROQk15NHhOREUxT1RJMk5UTTFPRGszT1RNMkpUZEVKVEpESlRJeWRHVjRkRUpzYjJOckpUSXlKVE5CSlRWQ0pUVkVKVGRFSlRKREpUSXlaMUJpWmxkUlRIQmhTVFl3T1RNek9DVXlNaVV6UVNVM1FpVXlNbWxrSlRJeUpUTkJKVEl5WjFCaVpsZFJUSEJoU1RZd09UTXpPQ1V5TWlVeVF5VXlNbTVoYldVbE1qSWxNMEVsTWpKemRHRnlkQ1V5TWlVeVF5VXlNblJwZEd4bEpUSXlKVE5CSlRJeUpVVTFKVUpESlRnd0pVVTFKVUUzSlRoQ0pUSkdKVVUzSlVKQ0pUa3pKVVUySlRsRUpUbEdKVEl5SlRKREpUSXlZMkYwWldkdmNua2xNaklsTTBFbE1qSmlZWE5wWXlVeU1pVXlReVV5TW1keWIzVndKVEl5SlROQkpUSXlKVEl5SlRKREpUSXlaM0p2ZFhCT1lXMWxKVEl5SlROQmJuVnNiQ1V5UXlVeU1teHZZMnRsWkNVeU1pVXpRV1poYkhObEpUSkRKVEl5YkdsdWF5VXlNaVV6UVNVeU1pVXlNaVV5UXlVeU1tTm9hV3hrY21WdUpUSXlKVE5CSlRWQ0pUVkVKVEpESlRJeWNHRnlaVzUwSlRJeUpUTkJKVEl5SlRJeUpUSkRKVEl5Y21WemFYcGxSR2x5SlRJeUpUTkJKVFZDSlRJeWRHd2xNaklsTWtNbE1qSjBjaVV5TWlVeVF5VXlNbUp5SlRJeUpUSkRKVEl5WW13bE1qSWxNa01sTWpKc0pUSXlKVEpESlRJeWRDVXlNaVV5UXlVeU1uSWxNaklsTWtNbE1qSmlKVEl5SlRWRUpUSkRKVEl5WVhSMGNtbGlkWFJsSlRJeUpUTkJKVGRDSlRJeVkyOXVkR0ZwYm1WeUpUSXlKVE5CWm1Gc2MyVWxNa01sTWpKMmFYTnBZbXhsSlRJeUpUTkJkSEoxWlNVeVF5VXlNbkp2ZEdGMFlXSnNaU1V5TWlVelFYUnlkV1VsTWtNbE1qSnNhVzVyWVdKc1pTVXlNaVV6UVhSeWRXVWxNa01sTWpKamIyeHNZWEJ6WVdKc1pTVXlNaVV6UVdaaGJITmxKVEpESlRJeVkyOXNiR0Z3YzJWa0pUSXlKVE5CWm1Gc2MyVWxNa01sTWpKbWFYaGxaRXhwYm1zbE1qSWxNMEZtWVd4elpTVXlReVV5TW0xaGNtdGxjazltWm5ObGRDVXlNaVV6UVRVbE4wUWxNa01sTWpKa1lYUmhRWFIwY21saWRYUmxjeVV5TWlVelFTVTFRaVUzUWlVeU1tNWhiV1VsTWpJbE0wRWxNaklsUlRVbFFrRWxPRVlsUlRVbE9FWWxRamNsTWpJbE1rTWxNakowZVhCbEpUSXlKVE5CSlRJeWJuVnRZbVZ5SlRJeUpUSkRKVEl5ZG1Gc2RXVWxNaklsTTBFbE1qSWxNaklsTWtNbE1qSmpZWFJsWjI5eWVTVXlNaVV6UVNVeU1tUmxabUYxYkhRbE1qSWxNa01sTWpKcFpDVXlNaVV6UVNVeU1teDBaWGRJUzNKcFpsZzRNRGc1TlRNbE1qSWxOMFFsTWtNbE4wSWxNakp1WVcxbEpUSXlKVE5CSlRJeUpVVTFKVGt3SlRoRUpVVTNKVUUzSlVJd0pUSXlKVEpESlRJeWRIbHdaU1V5TWlVelFTVXlNbk4wY21sdVp5VXlNaVV5UXlVeU1uWmhiSFZsSlRJeUpUTkJKVEl5SlRJeUpUSkRKVEl5WTJGMFpXZHZjbmtsTWpJbE0wRWxNakprWldaaGRXeDBKVEl5SlRKREpUSXlhV1FsTWpJbE0wRWxNakptY2xGdFQwTldZazlwTURNME1EQTNKVEl5SlRkRUpUSkRKVGRDSlRJeWJtRnRaU1V5TWlVelFTVXlNaVZGTmlVNE9TVTRNQ1ZGTmlVNVF5VTRPU1ZGT0NVNE1DVTROU1V5TWlVeVF5VXlNblI1Y0dVbE1qSWxNMEVsTWpKemRISnBibWNsTWpJbE1rTWxNakoyWVd4MVpTVXlNaVV6UVNVeU1pVXlNaVV5UXlVeU1tTmhkR1ZuYjNKNUpUSXlKVE5CSlRJeVpHVm1ZWFZzZENVeU1pVXlReVV5TW1sa0pUSXlKVE5CSlRJeVdGcDZTVlJzVUc1VWN6VTRNakF6TUNVeU1pVTNSQ1V5UXlVM1FpVXlNbTVoYldVbE1qSWxNMEVsTWpJbFJUZ2xRa1lsT1VVbFJUWWxPRVVsUVRVbE1qSWxNa01sTWpKMGVYQmxKVEl5SlROQkpUSXliR2x1YXlVeU1pVXlReVV5TW5aaGJIVmxKVEl5SlROQkpUSXlKVEl5SlRKREpUSXlZMkYwWldkdmNua2xNaklsTTBFbE1qSmtaV1poZFd4MEpUSXlKVEpESlRJeWFXUWxNaklsTTBFbE1qSnNlVUY0UVhkWFUybG1OVFF5T1RJd0pUSXlKVGRFSlRKREpUZENKVEl5Ym1GdFpTVXlNaVV6UVNVeU1pVkZOQ1ZDUlNWQ1JpVkZOeVZCUXlWQ1FTVXlNaVV5UXlVeU1uUjVjR1VsTWpJbE0wRWxNakp6ZEhKcGJtY2xNaklsTWtNbE1qSjJZV3gxWlNVeU1pVXpRU1V5TWlVeU1pVXlReVV5TW1OaGRHVm5iM0o1SlRJeUpUTkJKVEl5WkdWbVlYVnNkQ1V5TWlVeVF5VXlNbWxrSlRJeUpUTkJKVEl5UlVacFZFNVJTV05OU1RRNE1EVTFOaVV5TWlVM1JDVTFSQ1V5UXlVeU1uQnliM0J6SlRJeUpUTkJKVGRDSlRJeWVDVXlNaVV6UVRFd05qa3VNak16TmpneU9UZ3pOamd6TVNVeVF5VXlNbmtsTWpJbE0wRXhNRGcwTGpRNU5EYzFOVEkwTkRjMU5UY2xNa01sTWpKM0pUSXlKVE5CTVRnMUxqZ3pNek16TXpNek16TXpNek14SlRKREpUSXlhQ1V5TWlVelFUVXdKVEpESlRJeWVtbHVaR1Y0SlRJeUpUTkJNeklsTWtNbE1qSmhibWRzWlNVeU1pVXpRVEFsTjBRbE1rTWxNakp6YUdGd1pWTjBlV3hsSlRJeUpUTkJKVGRDSlRJeVlXeHdhR0VsTWpJbE0wRXhKVGRFSlRKREpUSXliR2x1WlZOMGVXeGxKVEl5SlROQkpUZENKVEl5YkdsdVpWZHBaSFJvSlRJeUpUTkJNUzQxSlRkRUpUSkRKVEl5Wm1sc2JGTjBlV3hsSlRJeUpUTkJKVGRDSlRJeVkyOXNiM0lsTWpJbE0wRWxNakl5TlRBbE1rTXlNakFsTWtNeU1Ua2xNaklsTWtNbE1qSmtjbUYzVkhsd1pTVXlNaVV6UVNVeU1tNXZibVVsTWpJbE4wUWxNa01sTWpKMGFHVnRaU1V5TWlVelFTVTNRaVUzUkNVeVF5VXlNbkJoZEdnbE1qSWxNMEVsTlVJbE4wSWxNakpoWTNScGIyNXpKVEl5SlROQkpUVkNKVGRDSlRJeVlXTjBhVzl1SlRJeUpUTkJKVEl5Ylc5MlpTVXlNaVV5UXlVeU1uZ2xNaklsTTBFbE1qSk5ZWFJvTG0xcGJpaDNKVEpEYUNrbE1rWXpKVEl5SlRKREpUSXllU1V5TWlVelFTVXlNakFsTWpJbE4wUWxNa01sTjBJbE1qSmhZM1JwYjI0bE1qSWxNMEVsTWpKc2FXNWxKVEl5SlRKREpUSXllQ1V5TWlVelFTVXlNbmN0VFdGMGFDNXRhVzRvZHlVeVEyZ3BKVEpHTXlVeU1pVXlReVV5TW5rbE1qSWxNMEVsTWpJd0pUSXlKVGRFSlRKREpUZENKVEl5WVdOMGFXOXVKVEl5SlROQkpUSXlZM1Z5ZG1VbE1qSWxNa01sTWpKNE1TVXlNaVV6UVNVeU1uY2xNa0pOWVhSb0xtMXBiaWgzSlRKRGFDa2xNa1l6SlRKR015VXlNaVV5UXlVeU1ua3hKVEl5SlROQkpUSXlNQ1V5TWlVeVF5VXlNbmd5SlRJeUpUTkJKVEl5ZHlVeVFrMWhkR2d1YldsdUtIY2xNa05vS1NVeVJqTWxNa1l6SlRJeUpUSkRKVEl5ZVRJbE1qSWxNMEVsTWpKb0pUSXlKVEpESlRJeWVDVXlNaVV6UVNVeU1uY3RUV0YwYUM1dGFXNG9keVV5UTJncEpUSkdNeVV5TWlVeVF5VXlNbmtsTWpJbE0wRWxNakpvSlRJeUpUZEVKVEpESlRkQ0pUSXlZV04wYVc5dUpUSXlKVE5CSlRJeWJHbHVaU1V5TWlVeVF5VXlNbmdsTWpJbE0wRWxNakpOWVhSb0xtMXBiaWgzSlRKRGFDa2xNa1l6SlRJeUpUSkRKVEl5ZVNVeU1pVXpRU1V5TW1nbE1qSWxOMFFsTWtNbE4wSWxNakpoWTNScGIyNGxNaklsTTBFbE1qSmpkWEoyWlNVeU1pVXlReVV5TW5neEpUSXlKVE5CSlRJeUxVMWhkR2d1YldsdUtIY2xNa05vS1NVeVJqTWxNa1l6SlRJeUpUSkRKVEl5ZVRFbE1qSWxNMEVsTWpKb0pUSXlKVEpESlRJeWVESWxNaklsTTBFbE1qSXRUV0YwYUM1dGFXNG9keVV5UTJncEpUSkdNeVV5UmpNbE1qSWxNa01sTWpKNU1pVXlNaVV6UVNVeU1qQWxNaklsTWtNbE1qSjRKVEl5SlROQkpUSXlUV0YwYUM1dGFXNG9keVV5UTJncEpUSkdNeVV5TWlVeVF5VXlNbmtsTWpJbE0wRWxNakl3SlRJeUpUZEVKVEpESlRkQ0pUSXlZV04wYVc5dUpUSXlKVE5CSlRJeVkyeHZjMlVsTWpJbE4wUWxOVVFsTjBRbE5VUWxNa01sTWpKbWIyNTBVM1I1YkdVbE1qSWxNMEVsTjBJbE1qSnphWHBsSlRJeUpUTkJNVFlsTWtNbE1qSmliMnhrSlRJeUpUTkJkSEoxWlNVM1JDVXlReVV5TW5SbGVIUkNiRzlqYXlVeU1pVXpRU1UxUWlVM1FpVXlNbkJ2YzJsMGFXOXVKVEl5SlROQkpUZENKVEl5ZUNVeU1pVXpRVEV3SlRKREpUSXllU1V5TWlVelFUQWxNa01sTWpKM0pUSXlKVE5CSlRJeWR5MHlNQ1V5TWlVeVF5VXlNbWdsTWpJbE0wRWxNakpvSlRJeUpUZEVKVEpESlRJeWRHVjRkQ1V5TWlVelFTVXlNbXhsWm5SZmEyNWxaVjlxYjJsdWRDVXlNaVUzUkNVMVJDVXlReVV5TW1GdVkyaHZjbk1sTWpJbE0wRWxOVUlsTjBJbE1qSjRKVEl5SlROQkpUSXlkeVV5UmpJbE1qSWxNa01sTWpKNUpUSXlKVE5CSlRJeU1DVXlNaVUzUkNVeVF5VTNRaVV5TW5nbE1qSWxNMEVsTWpKM0pUSkdNaVV5TWlVeVF5VXlNbmtsTWpJbE0wRWxNakpvSlRJeUpUZEVKVEpESlRkQ0pUSXllQ1V5TWlVelFTVXlNakFsTWpJbE1rTWxNako1SlRJeUpUTkJKVEl5YUNVeVJqSWxNaklsTjBRbE1rTWxOMElsTWpKNEpUSXlKVE5CSlRJeWR5VXlNaVV5UXlVeU1ua2xNaklsTTBFbE1qSm9KVEpHTWlVeU1pVTNSQ1UxUkNVM1JDVXlReVV5TW01NllXcEZiWEJWYW1vNE16VTJPRElsTWpJbE0wRWxOMElsTWpKcFpDVXlNaVV6UVNVeU1tNTZZV3BGYlhCVmFtbzRNelUyT0RJbE1qSWxNa01sTWpKdVlXMWxKVEl5SlROQkpUSXliR2x1YTJWeUpUSXlKVEpESlRJeWRHVjRkQ1V5TWlVelFTVXlNaVV5TWlVeVF5VXlNbWR5YjNWd0pUSXlKVE5CSlRJeUpUSXlKVEpESlRJeWJHbHVhMlZ5Vkhsd1pTVXlNaVV6UVNVeU1tSnliMnRsYmlVeU1pVXlReVV5TW5CdmFXNTBjeVV5TWlVelFTVTFRaVUzUWlVeU1uZ2xNaklsTTBFeE1UWXlMakUxTURZNE1qazRNelk0TXlVeVF5VXlNbmtsTWpJbE0wRXhNRE0zTGpRMU1URTVORFl6T0RZNU5TVTNSQ1V5UXlVM1FpVXlNbmdsTWpJbE0wRXhNVFl5TGpFMU1EWTRNams0TXpZNE15VXlReVV5TW5rbE1qSWxNMEV4TURNM0xqUTFNVEU1TkRZek9EWTVOU1UzUkNVMVJDVXlReVV5TW14dlkydGxaQ1V5TWlVelFXWmhiSE5sSlRKREpUSXlaR0YwWVVGMGRISnBZblYwWlhNbE1qSWxNMEVsTlVJbE5VUWxNa01sTWpKd2NtOXdjeVV5TWlVelFTVTNRaVV5TW5wcGJtUmxlQ1V5TWlVelFUTXpKVGRFSlRKREpUSXliR2x1WlZOMGVXeGxKVEl5SlROQkpUZENKVEl5YkdsdVpWZHBaSFJvSlRJeUpUTkJNUzQxSlRkRUpUSkRKVEl5Wm5KdmJTVXlNaVV6UVNVM1FpVXlNbmdsTWpJbE0wRXhNVFl5TGpFMU1EWTRNams0TXpZNE15VXlReVV5TW5rbE1qSWxNMEU1T1RBdU5EQTNOak0wTURNeU5qTTBNaVV5UXlVeU1tRnVaMnhsSlRJeUpUTkJOQzQzTVRJek9EZzVPREF6T0RRMk9TVXlReVV5TW1sa0pUSXlKVE5CSlRJeVdsUnBaRXA1VEhWb1F6UTBOamt6TVNVeU1pVTNSQ1V5UXlVeU1uUnZKVEl5SlROQkpUZENKVEl5YVdRbE1qSWxNMEVsTWpKblVHSm1WMUZNY0dGSk5qQTVNek00SlRJeUpUSkRKVEl5ZUNVeU1pVXpRVEV4TmpJdU1UVXdOamd5T1Rnek5qZ3pKVEpESlRJeWVTVXlNaVV6UVRFd09EUXVORGswTnpVMU1qUTBOelUxTnlVeVF5VXlNbUZ1WjJ4bEpUSXlKVE5CTVM0MU56QTNPVFl6TWpZM09UUTRPVGNsTjBRbE1rTWxNakowWlhoMFFteHZZMnNsTWpJbE0wRWxOVUlsTlVRbE4wUWxNa01sTWpKWFJHZEpaRXBCVVVwc05EYzJORFl3SlRJeUpUTkJKVGRDSlRJeWFXUWxNaklsTTBFbE1qSlhSR2RKWkVwQlVVcHNORGMyTkRZd0pUSXlKVEpESlRJeWJtRnRaU1V5TWlVelFTVXlNbkp2ZFc1a1VtVmpkR0Z1WjJ4bEpUSXlKVEpESlRJeWRHbDBiR1VsTWpJbE0wRWxNaklsUlRVbE9VTWxPRFlsUlRnbFFUY2xPVElsUlRjbE9VWWxRVGtsUlRVbFFrUWxRVElsTWpJbE1rTWxNakpqWVhSbFoyOXllU1V5TWlVelFTVXlNbUpoYzJsakpUSXlKVEpESlRJeVozSnZkWEFsTWpJbE0wRWxNaklsTWpJbE1rTWxNakpuY205MWNFNWhiV1VsTWpJbE0wRnVkV3hzSlRKREpUSXliRzlqYTJWa0pUSXlKVE5CWm1Gc2MyVWxNa01sTWpKc2FXNXJKVEl5SlROQkpUSXlKVEl5SlRKREpUSXlZMmhwYkdSeVpXNGxNaklsTTBFbE5VSWxOVVFsTWtNbE1qSndZWEpsYm5RbE1qSWxNMEVsTWpJbE1qSWxNa01sTWpKeVpYTnBlbVZFYVhJbE1qSWxNMEVsTlVJbE1qSjBiQ1V5TWlVeVF5VXlNblJ5SlRJeUpUSkRKVEl5WW5JbE1qSWxNa01sTWpKaWJDVXlNaVV5UXlVeU1td2xNaklsTWtNbE1qSjBKVEl5SlRKREpUSXljaVV5TWlVeVF5VXlNbUlsTWpJbE5VUWxNa01sTWpKaGRIUnlhV0oxZEdVbE1qSWxNMEVsTjBJbE1qSmpiMjUwWVdsdVpYSWxNaklsTTBGbVlXeHpaU1V5UXlVeU1uWnBjMmxpYkdVbE1qSWxNMEYwY25WbEpUSkRKVEl5Y205MFlYUmhZbXhsSlRJeUpUTkJkSEoxWlNVeVF5VXlNbXhwYm10aFlteGxKVEl5SlROQmRISjFaU1V5UXlVeU1tTnZiR3hoY0hOaFlteGxKVEl5SlROQlptRnNjMlVsTWtNbE1qSmpiMnhzWVhCelpXUWxNaklsTTBGbVlXeHpaU1V5UXlVeU1tWnBlR1ZrVEdsdWF5VXlNaVV6UVdaaGJITmxKVEpESlRJeWJXRnlhMlZ5VDJabWMyVjBKVEl5SlROQk5TVTNSQ1V5UXlVeU1tUmhkR0ZCZEhSeWFXSjFkR1Z6SlRJeUpUTkJKVFZDSlRkQ0pUSXlibUZ0WlNVeU1pVXpRU1V5TWlWRk5TVkNRU1U0UmlWRk5TVTRSaVZDTnlVeU1pVXlReVV5TW5SNWNHVWxNaklsTTBFbE1qSnVkVzFpWlhJbE1qSWxNa01sTWpKMllXeDFaU1V5TWlVelFTVXlNaVV5TWlVeVF5VXlNbU5oZEdWbmIzSjVKVEl5SlROQkpUSXlaR1ZtWVhWc2RDVXlNaVV5UXlVeU1tbGtKVEl5SlROQkpUSXlVbTl5VjNKR1prWkRhelEwT0RRek9TVXlNaVUzUkNVeVF5VTNRaVV5TW01aGJXVWxNaklsTTBFbE1qSWxSVFVsT1RBbE9FUWxSVGNsUVRjbFFqQWxNaklsTWtNbE1qSjBlWEJsSlRJeUpUTkJKVEl5YzNSeWFXNW5KVEl5SlRKREpUSXlkbUZzZFdVbE1qSWxNMEVsTWpJbE1qSWxNa01sTWpKallYUmxaMjl5ZVNVeU1pVXpRU1V5TW1SbFptRjFiSFFsTWpJbE1rTWxNakpwWkNVeU1pVXpRU1V5TW0xd2NVaFNXVmhUVWtnNU1EUXpOemdsTWpJbE4wUWxNa01sTjBJbE1qSnVZVzFsSlRJeUpUTkJKVEl5SlVVMkpUZzVKVGd3SlVVMkpUbERKVGc1SlVVNEpUZ3dKVGcxSlRJeUpUSkRKVEl5ZEhsd1pTVXlNaVV6UVNVeU1uTjBjbWx1WnlVeU1pVXlReVV5TW5aaGJIVmxKVEl5SlROQkpUSXlKVEl5SlRKREpUSXlZMkYwWldkdmNua2xNaklsTTBFbE1qSmtaV1poZFd4MEpUSXlKVEpESlRJeWFXUWxNaklsTTBFbE1qSjZSblp0WW1SdFYxaFNOVGd4TVRnekpUSXlKVGRFSlRKREpUZENKVEl5Ym1GdFpTVXlNaVV6UVNVeU1pVkZPQ1ZDUmlVNVJTVkZOaVU0UlNWQk5TVXlNaVV5UXlVeU1uUjVjR1VsTWpJbE0wRWxNakpzYVc1ckpUSXlKVEpESlRJeWRtRnNkV1VsTWpJbE0wRWxNaklsTWpJbE1rTWxNakpqWVhSbFoyOXllU1V5TWlVelFTVXlNbVJsWm1GMWJIUWxNaklsTWtNbE1qSnBaQ1V5TWlVelFTVXlNbXhGVFVoWmIwbEVlbkkxTlRBd09UWWxNaklsTjBRbE1rTWxOMElsTWpKdVlXMWxKVEl5SlROQkpUSXlKVVUwSlVKRkpVSkdKVVUzSlVGREpVSkJKVEl5SlRKREpUSXlkSGx3WlNVeU1pVXpRU1V5TW5OMGNtbHVaeVV5TWlVeVF5VXlNblpoYkhWbEpUSXlKVE5CSlRJeUpUSXlKVEpESlRJeVkyRjBaV2R2Y25rbE1qSWxNMEVsTWpKa1pXWmhkV3gwSlRJeUpUSkRKVEl5YVdRbE1qSWxNMEVsTWpKaFFWUmhUWHAxUW5ORE5EVXpOak01SlRJeUpUZEVKVFZFSlRKREpUSXljSEp2Y0hNbE1qSWxNMEVsTjBJbE1qSjRKVEl5SlROQk1UQTJPUzR5TXpNMk9ESTVPRE0yT0RNeEpUSkRKVEl5ZVNVeU1pVXpRVEV4TlRrdU5EazBOelUxTWpRME56VTFOeVV5UXlVeU1uY2xNaklsTTBFeE9EVXVPRE16TXpNek16TXpNek16TXpjbE1rTWxNakpvSlRJeUpUTkJOVFFsTWtNbE1qSjZhVzVrWlhnbE1qSWxNMEV6TkNVeVF5VXlNbUZ1WjJ4bEpUSXlKVE5CTUNVM1JDVXlReVV5TW5Ob1lYQmxVM1I1YkdVbE1qSWxNMEVsTjBJbE1qSmhiSEJvWVNVeU1pVXpRVEVsTjBRbE1rTWxNakpzYVc1bFUzUjViR1VsTWpJbE0wRWxOMElsTWpKeWIzVnVaR2x1WnlVeU1pVXpRVFFsTWtNbE1qSnNhVzVsVjJsa2RHZ2xNaklsTTBFeExqVWxOMFFsTWtNbE1qSm1hV3hzVTNSNWJHVWxNaklsTTBFbE4wSWxOMFFsTWtNbE1qSjBhR1Z0WlNVeU1pVXpRU1UzUWlVM1JDVXlReVV5TW5CaGRHZ2xNaklsTTBFbE5VSWxOMElsTWpKaFkzUnBiMjV6SlRJeUpUTkJKVFZDSlRkQ0pUSXlZV04wYVc5dUpUSXlKVE5CSlRJeWJXOTJaU1V5TWlVeVF5VXlNbmdsTWpJbE0wRWxNakl3SlRJeUpUSkRKVEl5ZVNVeU1pVXpRU1V5TWpBbE1qSWxOMFFsTWtNbE4wSWxNakpoWTNScGIyNGxNaklsTTBFbE1qSnNhVzVsSlRJeUpUSkRKVEl5ZUNVeU1pVXpRU1V5TW5jbE1qSWxNa01sTWpKNUpUSXlKVE5CSlRJeU1DVXlNaVUzUkNVeVF5VTNRaVV5TW1GamRHbHZiaVV5TWlVelFTVXlNbXhwYm1VbE1qSWxNa01sTWpKNEpUSXlKVE5CSlRJeWR5VXlNaVV5UXlVeU1ua2xNaklsTTBFbE1qSm9KVEl5SlRkRUpUSkRKVGRDSlRJeVlXTjBhVzl1SlRJeUpUTkJKVEl5YkdsdVpTVXlNaVV5UXlVeU1uZ2xNaklsTTBFbE1qSXdKVEl5SlRKREpUSXllU1V5TWlVelFTVXlNbWdsTWpJbE4wUWxNa01sTjBJbE1qSmhZM1JwYjI0bE1qSWxNMEVsTWpKamJHOXpaU1V5TWlVM1JDVTFSQ1UzUkNVMVJDVXlReVV5TW1admJuUlRkSGxzWlNVeU1pVXpRU1UzUWlVeU1uTnBlbVVsTWpJbE0wRXhOaVV5UXlVeU1tSnZiR1FsTWpJbE0wRjBjblZsSlRkRUpUSkRKVEl5ZEdWNGRFSnNiMk5ySlRJeUpUTkJKVFZDSlRkQ0pUSXljRzl6YVhScGIyNGxNaklsTTBFbE4wSWxNako0SlRJeUpUTkJNVEFsTWtNbE1qSjVKVEl5SlROQk1DVXlReVV5TW5jbE1qSWxNMEVsTWpKM0xUSXdKVEl5SlRKREpUSXlhQ1V5TWlVelFTVXlNbWdsTWpJbE4wUWxNa01sTWpKMFpYaDBKVEl5SlROQkpUSXliR1ZtZEY5cmJtVmxYMnhwYm1zbE1qSWxOMFFsTlVRbE1rTWxNakpoYm1Ob2IzSnpKVEl5SlROQkpUVkNKVGRDSlRJeWVDVXlNaVV6UVNVeU1uY2xNa1l5SlRJeUpUSkRKVEl5ZVNVeU1pVXpRU1V5TWpBbE1qSWxOMFFsTWtNbE4wSWxNako0SlRJeUpUTkJKVEl5ZHlVeVJqSWxNaklsTWtNbE1qSjVKVEl5SlROQkpUSXlhQ1V5TWlVM1JDVXlReVUzUWlVeU1uZ2xNaklsTTBFbE1qSXdKVEl5SlRKREpUSXllU1V5TWlVelFTVXlNbWdsTWtZeUpUSXlKVGRFSlRKREpUZENKVEl5ZUNVeU1pVXpRU1V5TW5jbE1qSWxNa01sTWpKNUpUSXlKVE5CSlRJeWFDVXlSaklsTWpJbE4wUWxOVVFsTjBRbE1rTWxNakphV0hsbVpXVnplazF6T0RVek5UazVKVEl5SlROQkpUZENKVEl5YVdRbE1qSWxNMEVsTWpKYVdIbG1aV1Z6ZWsxek9EVXpOVGs1SlRJeUpUSkRKVEl5Ym1GdFpTVXlNaVV6UVNVeU1teHBibXRsY2lVeU1pVXlReVV5TW5SbGVIUWxNaklsTTBFbE1qSWxNaklsTWtNbE1qSm5jbTkxY0NVeU1pVXpRU1V5TWlVeU1pVXlReVV5TW14cGJtdGxjbFI1Y0dVbE1qSWxNMEVsTWpKaWNtOXJaVzRsTWpJbE1rTWxNakp3YjJsdWRITWxNaklsTTBFbE5VSWxOMElsTWpKNEpUSXlKVE5CTVRFMk1pNHhOVEEyT0RJNU9ETTJPRE1sTWtNbE1qSjVKVEl5SlROQk1URTBOaTQ1T1RRM05UVXlORFEzTlRVM0pUZEVKVEpESlRkQ0pUSXllQ1V5TWlVelFURXhOakl1TVRVd05qZ3lPVGd6TmpnekpUSkRKVEl5ZVNVeU1pVXpRVEV4TkRZdU9UazBOelUxTWpRME56VTFOeVUzUkNVMVJDVXlReVV5TW14dlkydGxaQ1V5TWlVelFXWmhiSE5sSlRKREpUSXlaR0YwWVVGMGRISnBZblYwWlhNbE1qSWxNMEVsTlVJbE5VUWxNa01sTWpKd2NtOXdjeVV5TWlVelFTVTNRaVV5TW5wcGJtUmxlQ1V5TWlVelFUTTFKVGRFSlRKREpUSXliR2x1WlZOMGVXeGxKVEl5SlROQkpUZENKVEl5YkdsdVpWZHBaSFJvSlRJeUpUTkJNUzQxSlRkRUpUSkRKVEl5Wm5KdmJTVXlNaVV6UVNVM1FpVXlNbmdsTWpJbE0wRXhNVFl5TGpFMU1EWTRNams0TXpZNE15VXlReVV5TW5rbE1qSWxNMEV4TVRNMExqUTVORGMxTlRJME5EYzFOVGNsTWtNbE1qSmhibWRzWlNVeU1pVXpRVFF1TnpFeU16ZzRPVGd3TXpnME5qa2xNa01sTWpKcFpDVXlNaVV6UVNVeU1tZFFZbVpYVVV4d1lVazJNRGt6TXpnbE1qSWxOMFFsTWtNbE1qSjBieVV5TWlVelFTVTNRaVV5TW1sa0pUSXlKVE5CSlRJeVYwUm5TV1JLUVZGS2JEUTNOalEyTUNVeU1pVXlReVV5TW5nbE1qSWxNMEV4TVRZeUxqRTFNRFk0TWprNE16WTRNeVV5UXlVeU1ua2xNaklsTTBFeE1UVTVMalE1TkRjMU5USTBORGMxTlRjbE1rTWxNakpoYm1kc1pTVXlNaVV6UVRFdU5UY3dOemsyTXpJMk56azBPRGszSlRkRUpUSkRKVEl5ZEdWNGRFSnNiMk5ySlRJeUpUTkJKVFZDSlRWRUpUZEVKVEpESlRJeWExQnBVV1ZXWWtwb1RqVTBOek14TWlVeU1pVXpRU1UzUWlVeU1tbGtKVEl5SlROQkpUSXlhMUJwVVdWV1lrcG9UalUwTnpNeE1p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tGaFpYVkljMjVDZVdvd09ETTRORFlsTWpJbE4wUWxNa01sTjBJbE1qSnVZVzFsSlRJeUpUTkJKVEl5SlVVMUpUa3dKVGhFSlVVM0pVRTNKVUl3SlRJeUpUSkRKVEl5ZEhsd1pTVXlNaVV6UVNVeU1uTjBjbWx1WnlVeU1pVXlReVV5TW5aaGJIVmxKVEl5SlROQkpUSXlKVEl5SlRKREpUSXlZMkYwWldkdmNua2xNaklsTTBFbE1qSmtaV1poZFd4MEpUSXlKVEpESlRJeWFXUWxNaklsTTBFbE1qSmtZbWRPUlVSVFRtSnFPRE14TnprME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U0U1M1JXZEJVM0pDVHpneE9UazBNQ1V5TWlVM1JDVXlReVUzUWlVeU1tNWhiV1VsTWpJbE0wRWxNaklsUlRnbFFrWWxPVVVsUlRZbE9FVWxRVFVsTWpJbE1rTWxNakowZVhCbEpUSXlKVE5CSlRJeWJHbHVheVV5TWlVeVF5VXlNblpoYkhWbEpUSXlKVE5CSlRJeUpUSXlKVEpESlRJeVkyRjBaV2R2Y25rbE1qSWxNMEVsTWpKa1pXWmhkV3gwSlRJeUpUSkRKVEl5YVdRbE1qSWxNMEVsTWpKdVMyaDJiMDluUW5sUU5qTTBNalUzSlRJeUpUZEVKVEpESlRkQ0pUSXlibUZ0WlNVeU1pVXpRU1V5TWlWRk5DVkNSU1ZDUmlWRk55VkJReVZDUVNVeU1pVXlReVV5TW5SNWNHVWxNaklsTTBFbE1qSnpkSEpwYm1jbE1qSWxNa01sTWpKMllXeDFaU1V5TWlVelFTVXlNaVV5TWlVeVF5VXlNbU5oZEdWbmIzSjVKVEl5SlROQkpUSXlaR1ZtWVhWc2RDVXlNaVV5UXlVeU1tbGtKVEl5SlROQkpUSXlWV1JDYVhGd2FsQmpjRFV5TmpNeU1TVXlNaVUzUkNVMVJDVXlReVV5TW5CeWIzQnpKVEl5SlROQkpUZENKVEl5ZUNVeU1pVXpRVEV3TlRndU1qWTNNVGt4TVRReU1Ua3hNaVV5UXlVeU1ua2xNaklsTTBFeE1qZ3hMalE1TkRjMU5USTBORGMxTlRjbE1rTWxNakozSlRJeUpUTkJNakEzTGpjMk5qTXhOekF4TmpNeE5qazRKVEpESlRJeWFDVXlNaVV6UVRVd0pUSkRKVEl5ZW1sdVpHVjRKVEl5SlROQk16WWxNa01sTWpKaGJtZHNaU1V5TWlVelFUQWxOMFFsTWtNbE1qSnphR0Z3WlZOMGVXeGxKVEl5SlROQkpUZENKVEl5WVd4d2FHRWxNaklsTTBFeEpUZEVKVEpESlRJeWJHbHVaVk4wZVd4bEpUSXlKVE5CSlRkQ0pUSXliR2x1WlZkcFpIUm9KVEl5SlROQk1TNDFKVGRFSlRKREpUSXlabWxzYkZOMGVXeGxKVEl5SlROQkpUZENKVEl5WTI5c2IzSWxNaklsTTBFbE1qSXlOVEFsTWtNeU1qQWxNa015TVRrbE1qSWxNa01sTWpKa2NtRjNWSGx3WlNVeU1pVXpRU1V5TW01dmJtVWxNaklsTjBRbE1rTWxNakowYUdWdFpTVXlNaVV6UVNVM1FpVTNSQ1V5UXlVeU1uQmhkR2dsTWpJbE0wRWxOVUlsTjBJbE1qSmhZM1JwYjI1ekpUSXlKVE5CSlRWQ0pUZENKVEl5WVdOMGFXOXVKVEl5SlROQkpUSXliVzkyWlNVeU1pVXlReVV5TW5nbE1qSWxNMEVsTWpKTllYUm9MbTFwYmloM0pUSkRhQ2tsTWtZekpUSXlKVEpESlRJeWVTVXlNaVV6UVNVeU1qQWxNaklsTjBRbE1rTWxOMElsTWpKaFkzUnBiMjRsTWpJbE0wRWxNakpzYVc1bEpUSXlKVEpESlRJeWVDVXlNaVV6UVNVeU1uY3RUV0YwYUM1dGFXNG9keVV5UTJncEpUSkdNeVV5TWlVeVF5VXlNbmtsTWpJbE0wRWxNakl3SlRJeUpUZEVKVEpESlRkQ0pUSXlZV04wYVc5dUpUSXlKVE5CSlRJeVkzVnlkbVVsTWpJbE1rTWxNako0TVNVeU1pVXpRU1V5TW5jbE1rSk5ZWFJvTG0xcGJpaDNKVEpEYUNrbE1rWXpKVEpHTXlVeU1pVXlReVV5TW5reEpUSXlKVE5CSlRJeU1DVXlNaVV5UXlVeU1uZ3lKVEl5SlROQkpUSXlkeVV5UWsxaGRHZ3ViV2x1S0hjbE1rTm9LU1V5UmpNbE1rWXpKVEl5SlRKREpUSXllVElsTWpJbE0wRWxNakpvSlRJeUpUSkRKVEl5ZUNVeU1pVXpRU1V5TW5jdFRXRjBhQzV0YVc0b2R5VXlRMmdwSlRKR015VXlNaVV5UXlVeU1ua2xNaklsTTBFbE1qSm9KVEl5SlRkRUpUSkRKVGRDSlRJeVlXTjBhVzl1SlRJeUpUTkJKVEl5YkdsdVpTVXlNaVV5UXlVeU1uZ2xNaklsTTBFbE1qSk5ZWFJvTG0xcGJpaDNKVEpEYUNrbE1rWXpKVEl5SlRKREpUSXllU1V5TWlVelFTVXlNbWdsTWpJbE4wUWxNa01sTjBJbE1qSmhZM1JwYjI0bE1qSWxNMEVsTWpKamRYSjJaU1V5TWlVeVF5VXlNbmd4SlRJeUpUTkJKVEl5TFUxaGRHZ3ViV2x1S0hjbE1rTm9LU1V5UmpNbE1rWXpKVEl5SlRKREpUSXllVEVsTWpJbE0wRWxNakpvSlRJeUpUSkRKVEl5ZURJbE1qSWxNMEVsTWpJdFRXRjBhQzV0YVc0b2R5VXlRMmdwSlRKR015VXlSak1sTWpJbE1rTWxNako1TWlVeU1pVXpRU1V5TWpBbE1qSWxNa01sTWpKNEpUSXlKVE5CSlRJeVRXRjBhQzV0YVc0b2R5VXlRMmdwSlRKR015VXlNaVV5UXlVeU1ua2xNaklsTTBFbE1qSXdKVEl5SlRkRUpUSkRKVGRDSlRJeVlXTjBhVzl1SlRJeUpUTkJKVEl5WTJ4dmMyVWxNaklsTjBRbE5VUWxOMFFsTlVRbE1rTWxNakptYjI1MFUzUjViR1VsTWpJbE0wRWxOMElsTWpKemFYcGxKVEl5SlROQk1UWWxNa01sTWpKaWIyeGtKVEl5SlROQmRISjFaU1UzUkNVeVF5VXlNblJsZUhSQ2JHOWpheVV5TWlVelFTVTFRaVUzUWlVeU1uQnZjMmwwYVc5dUpUSXlKVE5CSlRkQ0pUSXllQ1V5TWlVelFURXdKVEpESlRJeWVTVXlNaVV6UVRBbE1rTWxNakozSlRJeUpUTkJKVEl5ZHkweU1DVXlNaVV5UXlVeU1tZ2xNaklsTTBFbE1qSm9KVEl5SlRkRUpUSkRKVEl5ZEdWNGRDVXlNaVV6UVNVeU1teGxablJmWVc1cmJHVmZjR2wwWTJoZmFtOXBiblFsTWpJbE4wUWxOVVFsTWtNbE1qSmhibU5vYjNKekpUSXlKVE5CSlRWQ0pUZENKVEl5ZUNVeU1pVXpRU1V5TW5jbE1rWXlKVEl5SlRKREpUSXllU1V5TWlVelFTVXlNakFsTWpJbE4wUWxNa01sTjBJbE1qSjRKVEl5SlROQkpUSXlkeVV5UmpJbE1qSWxNa01sTWpKNUpUSXlKVE5CSlRJeWFDVXlNaVUzUkNVeVF5VTNRaVV5TW5nbE1qSWxNMEVsTWpJd0pUSXlKVEpESlRJeWVTVXlNaVV6UVNVeU1tZ2xNa1l5SlRJeUpUZEVKVEpESlRkQ0pUSXllQ1V5TWlVelFTVXlNbmNsTWpJbE1rTWxNako1SlRJeUpUTkJKVEl5YUNVeVJqSWxNaklsTjBRbE5VUWxOMFFsTWtNbE1qSlJaMUJOWTJWTldFdHlNams1TVRFeUpUSXlKVE5CSlRkQ0pUSXlhV1FsTWpJbE0wRWxNakpSWjFCTlkyVk5XRXR5TWprNU1URXlKVEl5SlRKREpUSXlibUZ0WlNVeU1pVXpRU1V5TW5KdmRXNWtVbVZqZEdGdVoyeGxKVEl5SlRKREpUSXlkR2wwYkdVbE1qSWxNMEVsTWpJbFJUVWxPVU1sT0RZbFJUZ2xRVGNsT1RJbFJUY2xPVVlsUVRrbFJUVWxRa1FsUVRJbE1qSWxNa01sTWpKallYUmxaMjl5ZVNVeU1pVXpRU1V5TW1KaGMybGpKVEl5SlRKREpUSXlaM0p2ZFhBbE1qSWxNMEVsTWpJbE1qSWxNa01sTWpKbmNtOTFjRTVoYldVbE1qSWxNMEZ1ZFd4c0pUSkRKVEl5Ykc5amEyVmtKVEl5SlROQlptRnNjMlVsTWtNbE1qSnNhVzVySlRJeUpUTkJKVEl5SlRJeUpUSkRKVEl5WTJocGJHUnlaVzRsTWpJbE0wRWxOVUlsTlVRbE1rTWxNakp3WVhKbGJuUWxNaklsTTBFbE1qSWxNaklsTWtNbE1qSnlaWE5wZW1WRWFYSWxNaklsTTBFbE5VSWxNakowYkNVeU1pVXlReVV5TW5SeUpUSXlKVEpESlRJeVluSWxNaklsTWtNbE1qSmliQ1V5TWlVeVF5VXlNbXdsTWpJbE1rTWxNakowSlRJeUpUSkRKVEl5Y2lVeU1pVXlReVV5TW1JbE1qSWxOVVFsTWtNbE1qSmhkSFJ5YVdKMWRHVWxNaklsTTBFbE4wSWxNakpqYjI1MFlXbHVaWElsTWpJbE0wRm1ZV3h6WlNVeVF5VXlNblpwYzJsaWJHVWxNaklsTTBGMGNuVmxKVEpESlRJeWNtOTBZWFJoWW14bEpUSXlKVE5CZEhKMVpTVXlReVV5TW14cGJtdGhZbXhsSlRJeUpUTkJkSEoxWlNVeVF5VXlNbU52Ykd4aGNITmhZbXhsSlRJeUpUTkJabUZzYzJVbE1rTWxNakpqYjJ4c1lYQnpaV1FsTWpJbE0wRm1ZV3h6WlNVeVF5VXlNbVpwZUdWa1RHbHVheVV5TWlVelFXWmhiSE5sSlRKREpUSXliV0Z5YTJWeVQyWm1jMlYwSlRJeUpUTkJOU1UzUkNVeVF5VXlNbVJoZEdGQmRIUnlhV0oxZEdWekpUSXlKVE5CSlRWQ0pUZENKVEl5Ym1GdFpTVXlNaVV6UVNVeU1pVkZOU1ZDUVNVNFJpVkZOU1U0UmlWQ055VXlNaVV5UXlVeU1uUjVjR1VsTWpJbE0wRWxNakp1ZFcxaVpYSWxNaklsTWtNbE1qSjJZV3gxWlNVeU1pVXpRU1V5TWlVeU1pVXlReVV5TW1OaGRHVm5iM0o1SlRJeUpUTkJKVEl5WkdWbVlYVnNkQ1V5TWlVeVF5VXlNbWxrSlRJeUpUTkJKVEl5WTB0UFZtTnNabUoyWnpneE56QXhPQ1V5TWlVM1JDVXlReVUzUWlVeU1tNWhiV1VsTWpJbE0wRWxNaklsUlRVbE9UQWxPRVFsUlRjbFFUY2xRakFsTWpJbE1rTWxNakowZVhCbEpUSXlKVE5CSlRJeWMzUnlhVzVuSlRJeUpUSkRKVEl5ZG1Gc2RXVWxNaklsTTBFbE1qSWxNaklsTWtNbE1qSmpZWFJsWjI5eWVTVXlNaVV6UVNVeU1tUmxabUYxYkhRbE1qSWxNa01sTWpKcFpDVXlNaVV6UVNVeU1rSkRRMDFrY1ZaeWMxbzBOVE0zTXpVbE1qSWxOMFFsTWtNbE4wSWxNakp1WVcxbEpUSXlKVE5CSlRJeUpVVTJKVGc1SlRnd0pVVTJKVGxESlRnNUpVVTRKVGd3SlRnMUpUSXlKVEpESlRJeWRIbHdaU1V5TWlVelFTVXlNbk4wY21sdVp5VXlNaVV5UXlVeU1uWmhiSFZsSlRJeUpUTkJKVEl5SlRJeUpUSkRKVEl5WTJGMFpXZHZjbmtsTWpJbE0wRWxNakprWldaaGRXeDBKVEl5SlRKREpUSXlhV1FsTWpJbE0wRWxNakp6YjA5UFZHVjNiMWQzT1RBd09UYzBKVEl5SlRkRUpUSkRKVGRDSlRJeWJtRnRaU1V5TWlVelFTVXlNaVZGT0NWQ1JpVTVSU1ZGTmlVNFJTVkJOU1V5TWlVeVF5VXlNblI1Y0dVbE1qSWxNMEVsTWpKc2FXNXJKVEl5SlRKREpUSXlkbUZzZFdVbE1qSWxNMEVsTWpJbE1qSWxNa01sTWpKallYUmxaMjl5ZVNVeU1pVXpRU1V5TW1SbFptRjFiSFFsTWpJbE1rTWxNakpwWkNVeU1pVXpRU1V5TW5GUVNWbHVSbGQwYkUwNU9URTNPVFlsTWpJbE4wUWxNa01sTjBJbE1qSnVZVzFsSlRJeUpUTkJKVEl5SlVVMEpVSkZKVUpHSlVVM0pVRkRKVUpCSlRJeUpUSkRKVEl5ZEhsd1pTVXlNaVV6UVNVeU1uTjBjbWx1WnlVeU1pVXlReVV5TW5aaGJIVmxKVEl5SlROQkpUSXlKVEl5SlRKREpUSXlZMkYwWldkdmNua2xNaklsTTBFbE1qSmtaV1poZFd4MEpUSXlKVEpESlRJeWFXUWxNaklsTTBFbE1qSkNkMXBrWTBaSlJHdG9PVFl6TlRjM0pUSXlKVGRFSlRWRUpUSkRKVEl5Y0hKdmNITWxNaklsTTBFbE4wSWxNako0SlRJeUpUTkJNVEEyTkM0M05qY3hPVEV4TkRJeE9URXlKVEpESlRJeWVTVXlNaVV6UVRFek5UTXVOall4TkRJeE9URXhOREl5TWlVeVF5VXlNbmNsTWpJbE0wRXhPVFF1TnpZMk16RTNNREUyTXpFMk9UZ2xNa01sTWpKb0pUSXlKVE5CTlRRbE1rTWxNako2YVc1a1pYZ2xNaklsTTBFek55VXlReVV5TW1GdVoyeGxKVEl5SlROQk1DVTNSQ1V5UXlVeU1uTm9ZWEJsVTNSNWJHVWxNaklsTTBFbE4wSWxNakpoYkhCb1lTVXlNaVV6UVRFbE4wUWxNa01sTWpKc2FXNWxVM1I1YkdVbE1qSWxNMEVsTjBJbE1qSnliM1Z1WkdsdVp5VXlNaVV6UVRRbE1rTWxNakpzYVc1bFYybGtkR2dsTWpJbE0wRXhMalVsTjBRbE1rTWxNakptYVd4c1UzUjViR1VsTWpJbE0wRWxOMElsTjBRbE1rTWxNakowYUdWdFpTVXlNaVV6UVNVM1FpVTNSQ1V5UXlVeU1uQmhkR2dsTWpJbE0wRWxOVUlsTjBJbE1qSmhZM1JwYjI1ekpUSXlKVE5CSlRWQ0pUZENKVEl5WVdOMGFXOXVKVEl5SlROQkpUSXliVzkyWlNVeU1pVXlReVV5TW5nbE1qSWxNMEVsTWpJd0pUSXlKVEpESlRJeWVTVXlNaVV6UVNVeU1qQWxNaklsTjBRbE1rTWxOMElsTWpKaFkzUnBiMjRsTWpJbE0wRWxNakpzYVc1bEpUSXlKVEpESlRJeWVDVXlNaVV6UVNVeU1uY2xNaklsTWtNbE1qSjVKVEl5SlROQkpUSXlNQ1V5TWlVM1JDVXlReVUzUWlVeU1tRmpkR2x2YmlVeU1pVXpRU1V5TW14cGJtVWxNaklsTWtNbE1qSjRKVEl5SlROQkpUSXlkeVV5TWlVeVF5VXlNbmtsTWpJbE0wRWxNakpvSlRJeUpUZEVKVEpESlRkQ0pUSXlZV04wYVc5dUpUSXlKVE5CSlRJeWJHbHVaU1V5TWlVeVF5VXlNbmdsTWpJbE0wRWxNakl3SlRJeUpUSkRKVEl5ZVNVeU1pVXpRU1V5TW1nbE1qSWxOMFFsTWtNbE4wSWxNakpoWTNScGIyNGxNaklsTTBFbE1qSmpiRzl6WlNVeU1pVTNSQ1UxUkNVM1JDVTFSQ1V5UXlVeU1tWnZiblJUZEhsc1pTVXlNaVV6UVNVM1FpVXlNbk5wZW1VbE1qSWxNMEV4TmlVeVF5VXlNbUp2YkdRbE1qSWxNMEYwY25WbEpUZEVKVEpESlRJeWRHVjRkRUpzYjJOckpUSXlKVE5CSlRWQ0pUZENKVEl5Y0c5emFYUnBiMjRsTWpJbE0wRWxOMElsTWpKNEpUSXlKVE5CTVRBbE1rTWxNako1SlRJeUpUTkJNQ1V5UXlVeU1uY2xNaklsTTBFbE1qSjNMVEl3SlRJeUpUSkRKVEl5YUNVeU1pVXpRU1V5TW1nbE1qSWxOMFFsTWtNbE1qSjBaWGgwSlRJeUpUTkJKVEl5YkdWbWRGOWhibXRzWlY5d2FYUmphRjlxYjJsdWRDVXlNaVUzUkNVMVJDVXlReVV5TW1GdVkyaHZjbk1sTWpJbE0wRWxOVUlsTjBJbE1qSjRKVEl5SlROQkpUSXlkeVV5UmpJbE1qSWxNa01sTWpKNUpUSXlKVE5CSlRJeU1DVXlNaVUzUkNVeVF5VTNRaVV5TW5nbE1qSWxNMEVsTWpKM0pUSkdNaVV5TWlVeVF5VXlNbmtsTWpJbE0wRWxNakpvSlRJeUpUZEVKVEpESlRkQ0pUSXllQ1V5TWlVelFTVXlNakFsTWpJbE1rTWxNako1SlRJeUpUTkJKVEl5YUNVeVJqSWxNaklsTjBRbE1rTWxOMElsTWpKNEpUSXlKVE5CSlRJeWR5VXlNaVV5UXlVeU1ua2xNaklsTTBFbE1qSm9KVEpHTWlVeU1pVTNSQ1UxUkNVM1JDVXlReVV5TWtWMVRuaHVWbXBsY0VZNE1qZ3hNVEFsTWpJbE0wRWxOMElsTWpKcFpDVXlNaVV6UVNVeU1rVjFUbmh1Vm1wbGNFWTRNamd4TVRBbE1qSWxNa01sTWpKdVlXMWxKVEl5SlROQkpUSXliR2x1YTJWeUpUSXlKVEpESlRJeWRHVjRkQ1V5TWlVelFTVXlNaVV5TWlVeVF5VXlNbWR5YjNWd0pUSXlKVE5CSlRJeUpUSXlKVEpESlRJeWJHbHVhMlZ5Vkhsd1pTVXlNaVV6UVNVeU1tSnliMnRsYmlVeU1pVXlReVV5TW5CdmFXNTBjeVV5TWlVelFTVTFRaVUzUWlVeU1uZ2xNaklsTTBFeE1UWXlMakUxTURjeU1qTXlOVE0xT0NVeVF5VXlNbmtsTWpJbE0wRXhNelF5TGpVM09EQTRPRFUzT0RBNE9TVTNSQ1V5UXlVM1FpVXlNbmdsTWpJbE0wRXhNVFl5TGpFMU1EWTVPVEF3TmprM01pVXlReVV5TW5rbE1qSWxNMEV4TXpReUxqVTNPREE0T0RVM09EQTRPU1UzUkNVMVJDVXlReVV5TW14dlkydGxaQ1V5TWlVelFXWmhiSE5sSlRKREpUSXlaR0YwWVVGMGRISnBZblYwWlhNbE1qSWxNMEVsTlVJbE5VUWxNa01sTWpKd2NtOXdjeVV5TWlVelFTVTNRaVV5TW5wcGJtUmxlQ1V5TWlVelFUTTRKVEpESlRJeWVDVXlNaVV6UVc1MWJHd2xNa01sTWpKNUpUSXlKVE5CYm5Wc2JDVTNSQ1V5UXlVeU1teHBibVZUZEhsc1pTVXlNaVV6UVNVM1FpVXlNbXhwYm1WWGFXUjBhQ1V5TWlVelFURXVOU1UzUkNVeVF5VXlNbVp5YjIwbE1qSWxNMEVsTjBJbE1qSjRKVEl5SlROQk1URTJNaTR4TlRBM01qSXpNalV6TlRnbE1rTWxNako1SlRJeUpUTkJNVE16TVM0ME9UUTNOVFV5TkRRM05UVTNKVEpESlRJeVlXNW5iR1VsTWpJbE0wRTBMamN4TWpNNE9EazRNRE00TkRZNUpUSkRKVEl5YVdRbE1qSWxNMEVsTWpKclVHbFJaVlppU21oT05UUTNNekV5SlRJeUpUZEVKVEpESlRJeWRHOGxNaklsTTBFbE4wSWxNakpwWkNVeU1pVXpRU1V5TWxGblVFMWpaVTFZUzNJeU9Ua3hNVElsTWpJbE1rTWxNako0SlRJeUpUTkJNVEUyTWk0eE5UQTJPVGt3TURZNU56SWxNa01sTWpKNUpUSXlKVE5CTVRNMU15NDJOakUwTWpFNU1URTBNakl5SlRKREpUSXlZVzVuYkdVbE1qSWxNMEV4TGpVM01EYzVOak15TmpjNU5EZzVOeVUzUkNVeVF5VXlNblJsZUhSQ2JHOWpheVV5TWlVelFTVTFRaVUxUkNVM1JDVXlReVV5TW1kdldXbHRUVzVGY2tvNE9UazROakVsTWpJbE0wRWxOMElsTWpKcFpDVXlNaVV6UVNVeU1tZHZXV2x0VFc1RmNrbzRPVGs0TmpFbE1qSWxNa01sTWpKdVlXMWxKVEl5SlROQkpUSXliR2x1YTJWeUpUSXlKVEpESlRJeWRHVjRkQ1V5TWlVelFTVXlNaVV5TWlVeVF5VXlNbWR5YjNWd0pUSXlKVE5CSlRJeUpUSXlKVEpESlRJeWJHbHVhMlZ5Vkhsd1pTVXlNaVV6UVNVeU1tSnliMnRsYmlVeU1pVXlReVV5TW5CdmFXNTBjeVV5TWlVelFTVTFRaVUzUWlVeU1uZ2xNaklsTTBFeE1UWXlMakUxTURZNE1qazRNelk0TXlVeVF5VXlNbmtsTWpJbE0wRXhNalEzTGpRNU5EYzFOVEkwTkRjMU5UY2xOMFFsTWtNbE4wSWxNako0SlRJeUpUTkJNVEUyTWk0eE5UQTNNakl6TWpVek5UZ2xNa01sTWpKNUpUSXlKVE5CTVRJME55NDBPVFEzTlRVeU5EUTNOVFUzSlRkRUpUVkVKVEpESlRJeWJHOWphMlZrSlRJeUpUTkJabUZzYzJVbE1rTWxNakprWVhSaFFYUjBjbWxpZFhSbGN5VXlNaVV6UVNVMVFpVTFSQ1V5UXlVeU1uQnliM0J6SlRJeUpUTkJKVGRDSlRJeWVtbHVaR1Y0SlRJeUpUTkJNemtsTjBRbE1rTWxNakpzYVc1bFUzUjViR1VsTWpJbE0wRWxOMElsTWpKc2FXNWxWMmxrZEdnbE1qSWxNMEV4TGpVbE4wUWxNa01sTWpKbWNtOXRKVEl5SlROQkpUZENKVEl5ZUNVeU1pVXpRVEV4TmpJdU1UVXdOamd5T1Rnek5qZ3pKVEpESlRJeWVTVXlNaVV6UVRFeU1UTXVORGswTnpVMU1qUTBOelUxTnlVeVF5VXlNbUZ1WjJ4bEpUSXlKVE5CTkM0M01USXpPRGc1T0RBek9EUTJPU1V5UXlVeU1tbGtKVEl5SlROQkpUSXlWMFJuU1dSS1FWRktiRFEzTmpRMk1DVXlNaVUzUkNVeVF5VXlNblJ2SlRJeUpUTkJKVGRDSlRJeWFXUWxNaklsTTBFbE1qSnJVR2xSWlZaaVNtaE9OVFEzTXpFeUpUSXlKVEpESlRJeWVDVXlNaVV6UVRFeE5qSXVNVFV3TnpJeU16STFNelU0SlRKREpUSXllU1V5TWlVelFURXlPREV1TkRrME56VTFNalEwTnpVMU55VXlReVV5TW1GdVoyeGxKVEl5SlROQk1TNDFOekEzT1RZek1qWTNPVFE0T1RjbE4wUWxNa01sTWpKMFpYaDBRbXh2WTJzbE1qSWxNMEVsTlVJbE5VUWxOMFFsTWtNbE1qSndRbUZZYzFWbVlXZHVOVE0xTVRrM0pUSXlKVE5CSlRkQ0pUSXlhV1FsTWpJbE0wRWxNakp3UW1GWWMxVm1ZV2R1TlRNMU1UazNKVEl5SlRKREpUSXlibUZ0WlNVeU1pVXpRU1V5TW5OMFlYSjBKVEl5SlRKREpUSXlkR2wwYkdVbE1qSWxNMEVsTWpJbFJUVWxRa01sT0RBbFJUVWxRVGNsT0VJbE1rWWxSVGNsUWtJbE9UTWxSVFlsT1VRbE9VWWxNaklsTWtNbE1qSmpZWFJsWjI5eWVTVXlNaVV6UVNVeU1tSmhjMmxqSlRJeUpUSkRKVEl5WjNKdmRYQWxNaklsTTBFbE1qSWxNaklsTWtNbE1qSm5jbTkxY0U1aGJXVWxNaklsTTBGdWRXeHNKVEpESlRJeWJHOWphMlZrSlRJeUpUTkJabUZzYzJVbE1rTWxNakpzYVc1ckpUSXlKVE5CSlRJeUpUSXlKVEpESlRJeVkyaHBiR1J5Wlc0bE1qSWxNMEVsTlVJbE5VUWxNa01sTWpKd1lYSmxiblFsTWpJbE0wRWxNaklsTWpJbE1rTWxNakp5WlhOcGVtVkVhWElsTWpJbE0wRWxOVUlsTWpKMGJDVXlNaVV5UXlVeU1uUnlKVEl5SlRKREpUSXlZbklsTWpJbE1rTWxNakppYkNVeU1pVXlReVV5TW13bE1qSWxNa01sTWpKMEpUSXlKVEpESlRJeWNpVXlNaVV5UXlVeU1tSWxNaklsTlVRbE1rTWxNakpoZEhSeWFXSjFkR1VsTWpJbE0wRWxOMElsTWpKamIyNTBZV2x1WlhJbE1qSWxNMEZtWVd4elpTVXlReVV5TW5acGMybGliR1VsTWpJbE0wRjBjblZsSlRKREpUSXljbTkwWVhSaFlteGxKVEl5SlROQmRISjFaU1V5UXlVeU1teHBibXRoWW14bEpUSXlKVE5CZEhKMVpTVXlReVV5TW1OdmJHeGhjSE5oWW14bEpUSXlKVE5CWm1Gc2MyVWxNa01sTWpKamIyeHNZWEJ6WldRbE1qSWxNMEZtWVd4elpTVXlReVV5TW1acGVHVmtUR2x1YXlVeU1pVXpRV1poYkhObEpUSkRKVEl5YldGeWEyVnlUMlptYzJWMEpUSXlKVE5CTlNVM1JDVXlReVV5TW1SaGRHRkJkSFJ5YVdKMWRHVnpKVEl5SlROQkpUVkNKVGRDSlRJeWJtRnRaU1V5TWlVelFTVXlNaVZGTlNWQ1FTVTRSaVZGTlNVNFJpVkNOeVV5TWlVeVF5VXlNblI1Y0dVbE1qSWxNMEVsTWpKdWRXMWlaWElsTWpJbE1rTWxNakoyWVd4MVpTVXlNaVV6UVNVeU1pVXlNaVV5UXlVeU1tTmhkR1ZuYjNKNUpUSXlKVE5CSlRJeVpHVm1ZWFZzZENVeU1pVXlReVV5TW1sa0pUSXlKVE5CSlRJeVNISjFjVzFsUVhSTFlqZ3lNakEyTVNVeU1pVTNSQ1V5UXlVM1FpVXlNbTVoYldVbE1qSWxNMEVsTWpJbFJUVWxPVEFsT0VRbFJUY2xRVGNsUWpBbE1qSWxNa01sTWpKMGVYQmxKVEl5SlROQkpUSXljM1J5YVc1bkpUSXlKVEpESlRJeWRtRnNkV1VsTWpJbE0wRWxNaklsTWpJbE1rTWxNakpqWVhSbFoyOXllU1V5TWlVelFTVXlNbVJsWm1GMWJIUWxNaklsTWtNbE1qSnBaQ1V5TWlVelFTVXlNa2hyYTNsRVRHWnBXRlF4TnpZM01ETWxNaklsTjBRbE1rTWxOMElsTWpKdVlXMWxKVEl5SlROQkpUSXlKVVUySlRnNUpUZ3dKVVUySlRsREpUZzVKVVU0SlRnd0pUZzFKVEl5SlRKREpUSXlkSGx3WlNVeU1pVXpRU1V5TW5OMGNtbHVaeVV5TWlVeVF5VXlNblpoYkhWbEpUSXlKVE5CSlRJeUpUSXlKVEpESlRJeVkyRjBaV2R2Y25rbE1qSWxNMEVsTWpKa1pXWmhkV3gwSlRJeUpUSkRKVEl5YVdRbE1qSWxNMEVsTWpKcFdtaHFTbGhUVm5WSE9ERTVPRE13SlRJeUpUZEVKVEpESlRkQ0pUSXlibUZ0WlNVeU1pVXpRU1V5TWlWRk9DVkNSaVU1UlNWRk5pVTRSU1ZCTlNVeU1pVXlReVV5TW5SNWNHVWxNaklsTTBFbE1qSnNhVzVySlRJeUpUSkRKVEl5ZG1Gc2RXVWxNaklsTTBFbE1qSWxNaklsTWtNbE1qSmpZWFJsWjI5eWVTVXlNaVV6UVNVeU1tUmxabUYxYkhRbE1qSWxNa01sTWpKcFpDVXlNaVV6UVNVeU1ubFlUVXBzWkhOSVptSTJPVFUwTnpVbE1qSWxOMFFsTWtNbE4wSWxNakp1WVcxbEpUSXlKVE5CSlRJeUpVVTBKVUpGSlVKR0pVVTNKVUZESlVKQkpUSXlKVEpESlRJeWRIbHdaU1V5TWlVelFTVXlNbk4wY21sdVp5VXlNaVV5UXlVeU1uWmhiSFZsSlRJeUpUTkJKVEl5SlRJeUpUSkRKVEl5WTJGMFpXZHZjbmtsTWpJbE0wRWxNakprWldaaGRXeDBKVEl5SlRKREpUSXlhV1FsTWpJbE0wRWxNakoxVjJocFNGQjNiVXBMTkRJM05UQXpKVEl5SlRkRUpUVkVKVEpESlRJeWNISnZjSE1sTWpJbE0wRWxOMElsTWpKNEpUSXlKVE5CTWpJM0xqSTRPVEl6T0RVek9USXpPRFl5SlRKREpUSXllU1V5TWlVelFURXdOemd1TWpRME56VTFNalEwTnpVMU55VXlReVV5TW5jbE1qSWxNMEV4T0RVdU9ETXpNek16TXpNek16TXpNekVsTWtNbE1qSm9KVEl5SlROQk5UQWxNa01sTWpKNmFXNWtaWGdsTWpJbE0wRTBNQ1V5UXlVeU1tRnVaMnhsSlRJeUpUTkJNQ1UzUkNVeVF5VXlNbk5vWVhCbFUzUjViR1VsTWpJbE0wRWxOMElsTWpKaGJIQm9ZU1V5TWlVelFURWxOMFFsTWtNbE1qSnNhVzVsVTNSNWJHVWxNaklsTTBFbE4wSWxNakpzYVc1bFYybGtkR2dsTWpJbE0wRXhMalVsTjBRbE1rTWxNakptYVd4c1UzUjViR1VsTWpJbE0wRWxOMElsTWpKamIyeHZjaVV5TWlVelFTVXlNakkxTUNVeVF6SXlNQ1V5UXpJeE9TVXlNaVV5UXlVeU1tUnlZWGRVZVhCbEpUSXlKVE5CSlRJeWJtOXVaU1V5TWlVM1JDVXlReVV5TW5Sb1pXMWxKVEl5SlROQkpUZENKVGRFSlRKREpUSXljR0YwYUNVeU1pVXpRU1UxUWlVM1FpVXlNbUZqZEdsdmJuTWxNaklsTTBFbE5VSWxOMElsTWpKaFkzUnBiMjRsTWpJbE0wRWxNakp0YjNabEpUSXlKVEpESlRJeWVDVXlNaVV6UVNVeU1rMWhkR2d1YldsdUtIY2xNa05vS1NVeVJqTWxNaklsTWtNbE1qSjVKVEl5SlROQkpUSXlNQ1V5TWlVM1JDVXlReVUzUWlVeU1tRmpkR2x2YmlVeU1pVXpRU1V5TW14cGJtVWxNaklsTWtNbE1qSjRKVEl5SlROQkpUSXlkeTFOWVhSb0xtMXBiaWgzSlRKRGFDa2xNa1l6SlRJeUpUSkRKVEl5ZVNVeU1pVXpRU1V5TWpBbE1qSWxOMFFsTWtNbE4wSWxNakpoWTNScGIyNGxNaklsTTBFbE1qSmpkWEoyWlNVeU1pVXlReVV5TW5neEpUSXlKVE5CSlRJeWR5VXlRazFoZEdndWJXbHVLSGNsTWtOb0tTVXlSak1sTWtZekpUSXlKVEpESlRJeWVURWxNaklsTTBFbE1qSXdKVEl5SlRKREpUSXllRElsTWpJbE0wRWxNakozSlRKQ1RXRjBhQzV0YVc0b2R5VXlRMmdwSlRKR015VXlSak1sTWpJbE1rTWxNako1TWlVeU1pVXpRU1V5TW1nbE1qSWxNa01sTWpKNEpUSXlKVE5CSlRJeWR5MU5ZWFJvTG0xcGJpaDNKVEpEYUNrbE1rWXpKVEl5SlRKREpUSXllU1V5TWlVelFTVXlNbWdsTWpJbE4wUWxNa01sTjBJbE1qSmhZM1JwYjI0bE1qSWxNMEVsTWpKc2FXNWxKVEl5SlRKREpUSXllQ1V5TWlVelFTVXlNazFoZEdndWJXbHVLSGNsTWtOb0tTVXlSak1sTWpJbE1rTWxNako1SlRJeUpUTkJKVEl5YUNVeU1pVTNSQ1V5UXlVM1FpVXlNbUZqZEdsdmJpVXlNaVV6UVNVeU1tTjFjblpsSlRJeUpUSkRKVEl5ZURFbE1qSWxNMEVsTWpJdFRXRjBhQzV0YVc0b2R5VXlRMmdwSlRKR015VXlSak1sTWpJbE1rTWxNako1TVNVeU1pVXpRU1V5TW1nbE1qSWxNa01sTWpKNE1pVXlNaVV6UVNVeU1pMU5ZWFJvTG0xcGJpaDNKVEpEYUNrbE1rWXpKVEpHTXlVeU1pVXlReVV5TW5reUpUSXlKVE5CSlRJeU1DVXlNaVV5UXlVeU1uZ2xNaklsTTBFbE1qSk5ZWFJvTG0xcGJpaDNKVEpEYUNrbE1rWXpKVEl5SlRKREpUSXllU1V5TWlVelFTVXlNakFsTWpJbE4wUWxNa01sTjBJbE1qSmhZM1JwYjI0bE1qSWxNMEVsTWpKamJHOXpaU1V5TWlVM1JDVTFSQ1UzUkNVMVJDVXlReVV5TW1admJuUlRkSGxzWlNVeU1pVXpRU1UzUWlVeU1uTnBlbVVsTWpJbE0wRXhOaVV5UXlVeU1tSnZiR1FsTWpJbE0wRjBjblZsSlRkRUpUSkRKVEl5ZEdWNGRFSnNiMk5ySlRJeUpUTkJKVFZDSlRkQ0pUSXljRzl6YVhScGIyNGxNaklsTTBFbE4wSWxNako0SlRJeUpUTkJNVEFsTWtNbE1qSjVKVEl5SlROQk1DVXlReVV5TW5jbE1qSWxNMEVsTWpKM0xUSXdKVEl5SlRKREpUSXlhQ1V5TWlVelFTVXlNbWdsTWpJbE4wUWxNa01sTWpKMFpYaDBKVEl5SlROQkpUSXliR1ZtZEY5cmJtVmxYMnB2YVc1MEpUSXlKVGRFSlRWRUpUSkRKVEl5WVc1amFHOXljeVV5TWlVelFTVTFRaVUzUWlVeU1uZ2xNaklsTTBFbE1qSjNKVEpHTWlVeU1pVXlReVV5TW5rbE1qSWxNMEVsTWpJd0pUSXlKVGRFSlRKREpUZENKVEl5ZUNVeU1pVXpRU1V5TW5jbE1rWXlKVEl5SlRKREpUSXllU1V5TWlVelFTVXlNbWdsTWpJbE4wUWxNa01sTjBJbE1qSjRKVEl5SlROQkpUSXlNQ1V5TWlVeVF5VXlNbmtsTWpJbE0wRWxNakpvSlRKR01pVXlNaVUzUkNVeVF5VTNRaVV5TW5nbE1qSWxNMEVsTWpKM0pUSXlKVEpESlRJeWVTVXlNaVV6UVNVeU1tZ2xNa1l5SlRJeUpUZEVKVFZFSlRkRUpUSkRKVEl5YTJwQldFaHplRlJXVXpnMk56TTJNeVV5TWlVelFTVTNRaVV5TW1sa0pUSXlKVE5CSlRJeWEycEJXRWh6ZUZSV1V6ZzJOek0yTXlVeU1pVXlReVV5TW01aGJXVWxNaklsTTBFbE1qSnliM1Z1WkZKbFkzUmhibWRzWlNVeU1pVXlReVV5TW5ScGRHeGxKVEl5SlROQkpUSXlKVVUxSlRsREpUZzJKVVU0SlVFM0pUa3lKVVUzSlRsR0pVRTVKVVUxSlVKRUpVRXlKVEl5SlRKREpUSXlZMkYwWldkdmNua2xNaklsTTBFbE1qSmlZWE5wWXlVeU1pVXlReVV5TW1keWIzVndKVEl5SlROQkpUSXlKVEl5SlRKREpUSXlaM0p2ZFhCT1lXMWxKVEl5SlROQmJuVnNiQ1V5UXlVeU1teHZZMnRsWkNVeU1pVXpRV1poYkhObEpUSkRKVEl5YkdsdWF5VXlNaVV6UVNVeU1pVXlNaVV5UXlVeU1tTm9hV3hrY21WdUpUSXlKVE5CSlRWQ0pUVkVKVEpESlRJeWNHRnlaVzUwSlRJeUpUTkJKVEl5SlRJeUpUSkRKVEl5Y21WemFYcGxSR2x5SlRJeUpUTkJKVFZDSlRJeWRHd2xNaklsTWtNbE1qSjBjaVV5TWlVeVF5VXlNbUp5SlRJeUpUSkRKVEl5WW13bE1qSWxNa01sTWpKc0pUSXlKVEpESlRJeWRDVXlNaVV5UXlVeU1uSWxNaklsTWtNbE1qSmlKVEl5SlRWRUpUSkRKVEl5WVhSMGNtbGlkWFJsSlRJeUpUTkJKVGRDSlRJeVkyOXVkR0ZwYm1WeUpUSXlKVE5CWm1Gc2MyVWxNa01sTWpKMmFYTnBZbXhsSlRJeUpUTkJkSEoxWlNVeVF5VXlNbkp2ZEdGMFlXSnNaU1V5TWlVelFYUnlkV1VsTWtNbE1qSnNhVzVyWVdKc1pTVXlNaVV6UVhSeWRXVWxNa01sTWpKamIyeHNZWEJ6WVdKc1pTVXlNaVV6UVdaaGJITmxKVEpESlRJeVkyOXNiR0Z3YzJWa0pUSXlKVE5CWm1Gc2MyVWxNa01sTWpKbWFYaGxaRXhwYm1zbE1qSWxNMEZtWVd4elpTVXlReVV5TW0xaGNtdGxjazltWm5ObGRDVXlNaVV6UVRVbE4wUWxNa01sTWpKa1lYUmhRWFIwY21saWRYUmxjeVV5TWlVelFTVTFRaVUzUWlVeU1tNWhiV1VsTWpJbE0wRWxNaklsUlRVbFFrRWxPRVlsUlRVbE9FWWxRamNsTWpJbE1rTWxNakowZVhCbEpUSXlKVE5CSlRJeWJuVnRZbVZ5SlRJeUpUSkRKVEl5ZG1Gc2RXVWxNaklsTTBFbE1qSWxNaklsTWtNbE1qSmpZWFJsWjI5eWVTVXlNaVV6UVNVeU1tUmxabUYxYkhRbE1qSWxNa01sTWpKcFpDVXlNaVV6UVNVeU1rbHphMmQxYzBWcVJuRXpOREE0T1RNbE1qSWxOMFFsTWtNbE4wSWxNakp1WVcxbEpUSXlKVE5CSlRJeUpVVTFKVGt3SlRoRUpVVTNKVUUzSlVJd0pUSXlKVEpESlRJeWRIbHdaU1V5TWlVelFTVXlNbk4wY21sdVp5VXlNaVV5UXlVeU1uWmhiSFZsSlRJeUpUTkJKVEl5SlRJeUpUSkRKVEl5WTJGMFpXZHZjbmtsTWpJbE0wRWxNakprWldaaGRXeDBKVEl5SlRKREpUSXlhV1FsTWpJbE0wRWxNakpLYUVGdVZFTkRaMDlLTlRjek5qSXdKVEl5SlRkRUpUSkRKVGRDSlRJeWJtRnRaU1V5TWlVelFTVXlNaVZGTmlVNE9TVTRNQ1ZGTmlVNVF5VTRPU1ZGT0NVNE1DVTROU1V5TWlVeVF5VXlNblI1Y0dVbE1qSWxNMEVsTWpKemRISnBibWNsTWpJbE1rTWxNakoyWVd4MVpTVXlNaVV6UVNVeU1pVXlNaVV5UXlVeU1tTmhkR1ZuYjNKNUpUSXlKVE5CSlRJeVpHVm1ZWFZzZENVeU1pVXlReVV5TW1sa0pUSXlKVE5CSlRJeVUyaDFRbmhuYVVSU2VqZzRNVGsxTUNVeU1pVTNSQ1V5UXlVM1FpVXlNbTVoYldVbE1qSWxNMEVsTWpJbFJUZ2xRa1lsT1VVbFJUWWxPRVVsUVRVbE1qSWxNa01sTWpKMGVYQmxKVEl5SlROQkpUSXliR2x1YXlVeU1pVXlReVV5TW5aaGJIVmxKVEl5SlROQkpUSXlKVEl5SlRKREpUSXlZMkYwWldkdmNua2xNaklsTTBFbE1qSmtaV1poZFd4MEpUSXlKVEpESlRJeWFXUWxNaklsTTBFbE1qSnpjRWxCVldwV2FtUlJOalU1T0RRekpUSXlKVGRFSlRKREpUZENKVEl5Ym1GdFpTVXlNaVV6UVNVeU1pVkZOQ1ZDUlNWQ1JpVkZOeVZCUXlWQ1FTVXlNaVV5UXlVeU1uUjVjR1VsTWpJbE0wRWxNakp6ZEhKcGJtY2xNaklsTWtNbE1qSjJZV3gxWlNVeU1pVXpRU1V5TWlVeU1pVXlReVV5TW1OaGRHVm5iM0o1SlRJeUpUTkJKVEl5WkdWbVlYVnNkQ1V5TWlVeVF5VXlNbWxrSlRJeUpUTkJKVEl5V2xSR1dsUnpkbkZsVVRZNU9EQTBPU1V5TWlVM1JDVTFSQ1V5UXlVeU1uQnliM0J6SlRJeUpUTkJKVGRDSlRJeWVDVXlNaVV6UVRJeU55NHlPRGt5TXpnMU16a3lNemcyTWlVeVF5VXlNbmtsTWpJbE0wRXhNVFV6TGpJME5EYzFOVEkwTkRjMU5UY2xNa01sTWpKM0pUSXlKVE5CTVRnMUxqZ3pNek16TXpNek16TXpNek0zSlRKREpUSXlhQ1V5TWlVelFUVTBKVEpESlRJeWVtbHVaR1Y0SlRJeUpUTkJOREVsTWtNbE1qSmhibWRzWlNVeU1pVXpRVEFsTjBRbE1rTWxNakp6YUdGd1pWTjBlV3hsSlRJeUpUTkJKVGRDSlRJeVlXeHdhR0VsTWpJbE0wRXhKVGRFSlRKREpUSXliR2x1WlZOMGVXeGxKVEl5SlROQkpUZENKVEl5Y205MWJtUnBibWNsTWpJbE0wRTBKVEpESlRJeWJHbHVaVmRwWkhSb0pUSXlKVE5CTVM0MUpUZEVKVEpESlRJeVptbHNiRk4wZVd4bEpUSXlKVE5CSlRkQ0pUZEVKVEpESlRJeWRHaGxiV1VsTWpJbE0wRWxOMElsTjBRbE1rTWxNakp3WVhSb0pUSXlKVE5CSlRWQ0pUZENKVEl5WVdOMGFXOXVjeVV5TWlVelFTVTFRaVUzUWlVeU1tRmpkR2x2YmlVeU1pVXpRU1V5TW0xdmRtVWxNaklsTWtNbE1qSjRKVEl5SlROQkpUSXlNQ1V5TWlVeVF5VXlNbmtsTWpJbE0wRWxNakl3SlRJeUpUZEVKVEpESlRkQ0pUSXlZV04wYVc5dUpUSXlKVE5CSlRJeWJHbHVaU1V5TWlVeVF5VXlNbmdsTWpJbE0wRWxNakozSlRJeUpUSkRKVEl5ZVNVeU1pVXpRU1V5TWpBbE1qSWxOMFFsTWtNbE4wSWxNakpoWTNScGIyNGxNaklsTTBFbE1qSnNhVzVsSlRJeUpUSkRKVEl5ZUNVeU1pVXpRU1V5TW5jbE1qSWxNa01sTWpKNUpUSXlKVE5CSlRJeWFDVXlNaVUzUkNVeVF5VTNRaVV5TW1GamRHbHZiaVV5TWlVelFTVXlNbXhwYm1VbE1qSWxNa01sTWpKNEpUSXlKVE5CSlRJeU1DVXlNaVV5UXlVeU1ua2xNaklsTTBFbE1qSm9KVEl5SlRkRUpUSkRKVGRDSlRJeVlXTjBhVzl1SlRJeUpUTkJKVEl5WTJ4dmMyVWxNaklsTjBRbE5VUWxOMFFsTlVRbE1rTWxNakptYjI1MFUzUjViR1VsTWpJbE0wRWxOMElsTWpKemFYcGxKVEl5SlROQk1UWWxNa01sTWpKaWIyeGtKVEl5SlROQmRISjFaU1UzUkNVeVF5VXlNblJsZUhSQ2JHOWpheVV5TWlVelFTVTFRaVUzUWlVeU1uQnZjMmwwYVc5dUpUSXlKVE5CSlRkQ0pUSXllQ1V5TWlVelFURXdKVEpESlRJeWVTVXlNaVV6UVRBbE1rTWxNakozSlRJeUpUTkJKVEl5ZHkweU1DVXlNaVV5UXlVeU1tZ2xNaklsTTBFbE1qSm9KVEl5SlRkRUpUSkRKVEl5ZEdWNGRDVXlNaVV6UVNVeU1teGxablJmYTI1bFpWOXNhVzVySlRJeUpUZEVKVFZFSlRKREpUSXlZVzVqYUc5eWN5VXlNaVV6UVNVMVFpVTNRaVV5TW5nbE1qSWxNMEVsTWpKM0pUSkdNaVV5TWlVeVF5VXlNbmtsTWpJbE0wRWxNakl3SlRJeUpUZEVKVEpESlRkQ0pUSXllQ1V5TWlVelFTVXlNbmNsTWtZeUpUSXlKVEpESlRJeWVTVXlNaVV6UVNVeU1tZ2xNaklsTjBRbE1rTWxOMElsTWpKNEpUSXlKVE5CSlRJeU1DVXlNaVV5UXlVeU1ua2xNaklsTTBFbE1qSm9KVEpHTWlVeU1pVTNSQ1V5UXlVM1FpVXlNbmdsTWpJbE0wRWxNakozSlRJeUpUSkRKVEl5ZVNVeU1pVXpRU1V5TW1nbE1rWXlKVEl5SlRkRUpUVkVKVGRFSlRKREpUSXliVTVLUkVsWFZuaGhaakEyT1RZMk1pVXlNaVV6UVNVM1FpVXlNbWxrSlRJeUpUTkJKVEl5YlU1S1JFbFhWbmhoWmpBMk9UWTJNaVV5TWlVeVF5VXlNbTVoYldVbE1qSWxNMEVsTWpKc2FXNXJaWElsTWpJbE1rTWxNakowWlhoMEpUSXlKVE5CSlRJeUpUSXlKVEpESlRJeVozSnZkWEFsTWpJbE0wRWxNaklsTWpJbE1rTWxNakpzYVc1clpYSlVlWEJsSlRJeUpUTkJKVEl5WW5KdmEyVnVKVEl5SlRKREpUSXljRzlwYm5SekpUSXlKVE5CSlRWQ0pUZENKVEl5ZUNVeU1pVXpRVE15TUM0eU1EWXlNemcxTXpreU16ZzJOU1V5UXlVeU1ua2xNaklsTTBFeE1UUXdMamMwTkRjMU5USTBORGMxTlRjbE4wUWxNa01sTjBJbE1qSjRKVEl5SlROQk16SXdMakl3TmpJek9EVXpPVEl6T0RZMUpUSkRKVEl5ZVNVeU1pVXpRVEV4TkRBdU56UTBOelUxTWpRME56VTFOeVUzUkNVMVJDVXlReVV5TW14dlkydGxaQ1V5TWlVelFXWmhiSE5sSlRKREpUSXlaR0YwWVVGMGRISnBZblYwWlhNbE1qSWxNMEVsTlVJbE5VUWxNa01sTWpKd2NtOXdjeVV5TWlVelFTVTNRaVV5TW5wcGJtUmxlQ1V5TWlVelFUUXlKVEpESlRJeWVDVXlNaVV6UVc1MWJHd2xNa01sTWpKNUpUSXlKVE5CYm5Wc2JDVTNSQ1V5UXlVeU1teHBibVZUZEhsc1pTVXlNaVV6UVNVM1FpVXlNbXhwYm1WWGFXUjBhQ1V5TWlVelFURXVOU1UzUkNVeVF5VXlNbVp5YjIwbE1qSWxNMEVsTjBJbE1qSjRKVEl5SlROQk16SXdMakl3TmpJek9EVXpPVEl6T0RZMUpUSkRKVEl5ZVNVeU1pVXpRVEV4TWpndU1qUTBOelUxTWpRME56VTFOeVV5UXlVeU1tRnVaMnhsSlRJeUpUTkJOQzQzTVRJek9EZzVPREF6T0RRMk9TVXlReVV5TW1sa0pUSXlKVE5CSlRJeWNFSmhXSE5WWm1GbmJqVXpOVEU1TnlVeU1pVTNSQ1V5UXlVeU1uUnZKVEl5SlROQkpUZENKVEl5YVdRbE1qSWxNMEVsTWpKcmFrRllTSE40VkZaVE9EWTNNell6SlRJeUpUSkRKVEl5ZUNVeU1pVXpRVE15TUM0eU1EWXlNemcxTXpreU16ZzJOU1V5UXlVeU1ua2xNaklsTTBFeE1UVXpMakkwTkRjMU5USTBORGMxTlRjbE1rTWxNakpoYm1kc1pTVXlNaVV6UVRFdU5UY3dOemsyTXpJMk56azBPRGszSlRkRUpUSkRKVEl5ZEdWNGRFSnNiMk5ySlRJeUpUTkJKVFZDSlRWRUpUZEVKVEpESlRJeWJWRjBXV3BCWTBWTmR6YzVNVGN4TUNVeU1pVXpRU1UzUWlVeU1tbGtKVEl5SlROQkpUSXliVkYwV1dwQlkwVk5kemM1TVRjeE1D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1OcVFsVkhlbEJxYlVzME1UVTNNVEFsTWpJbE4wUWxNa01sTjBJbE1qSnVZVzFsSlRJeUpUTkJKVEl5SlVVMUpUa3dKVGhFSlVVM0pVRTNKVUl3SlRJeUpUSkRKVEl5ZEhsd1pTVXlNaVV6UVNVeU1uTjBjbWx1WnlVeU1pVXlReVV5TW5aaGJIVmxKVEl5SlROQkpUSXlKVEl5SlRKREpUSXlZMkYwWldkdmNua2xNaklsTTBFbE1qSmtaV1poZFd4MEpUSXlKVEpESlRJeWFXUWxNaklsTTBFbE1qSkthMFZzWjNaRVJrcDVNalUyTkRZM0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VDFSTGQzSkNiMVJIU3prNE9ESTBPU1V5TWlVM1JDVXlReVUzUWlVeU1tNWhiV1VsTWpJbE0wRWxNaklsUlRnbFFrWWxPVVVsUlRZbE9FVWxRVFVsTWpJbE1rTWxNakowZVhCbEpUSXlKVE5CSlRJeWJHbHVheVV5TWlVeVF5VXlNblpoYkhWbEpUSXlKVE5CSlRJeUpUSXlKVEpESlRJeVkyRjBaV2R2Y25rbE1qSWxNMEVsTWpKa1pXWmhkV3gwSlRJeUpUSkRKVEl5YVdRbE1qSWxNMEVsTWpKM1ZXWkpSMFZQZEhCa09ESTJPVEkwSlRJeUpUZEVKVEpESlRkQ0pUSXlibUZ0WlNVeU1pVXpRU1V5TWlWRk5DVkNSU1ZDUmlWRk55VkJReVZDUVNVeU1pVXlReVV5TW5SNWNHVWxNaklsTTBFbE1qSnpkSEpwYm1jbE1qSWxNa01sTWpKMllXeDFaU1V5TWlVelFTVXlNaVV5TWlVeVF5VXlNbU5oZEdWbmIzSjVKVEl5SlROQkpUSXlaR1ZtWVhWc2RDVXlNaVV5UXlVeU1tbGtKVEl5SlROQkpUSXlUSFpPVkhSaFZuVmhZalkzTkRRM055VXlNaVUzUkNVMVJDVXlReVV5TW5CeWIzQnpKVEl5SlROQkpUZENKVEl5ZUNVeU1pVXpRVEl4Tmk0ek1qSTNORFkyT1RjM05EWTNKVEpESlRJeWVTVXlNaVV6UVRFeU56VXVNalEwTnpVMU1qUTBOelUxTnlVeVF5VXlNbmNsTWpJbE0wRXlNRGN1TnpZMk16RTNNREUyTXpFMk9UZ2xNa01sTWpKb0pUSXlKVE5CTlRBbE1rTWxNako2YVc1a1pYZ2xNaklsTTBFME15VXlReVV5TW1GdVoyeGxKVEl5SlROQk1DVTNSQ1V5UXlVeU1uTm9ZWEJsVTNSNWJHVWxNaklsTTBFbE4wSWxNakpoYkhCb1lTVXlNaVV6UVRFbE4wUWxNa01sTWpKc2FXNWxVM1I1YkdVbE1qSWxNMEVsTjBJbE1qSnNhVzVsVjJsa2RHZ2xNaklsTTBFeExqVWxOMFFsTWtNbE1qSm1hV3hzVTNSNWJHVWxNaklsTTBFbE4wSWxNakpqYjJ4dmNpVXlNaVV6UVNVeU1qSTFNQ1V5UXpJeU1DVXlRekl4T1NVeU1pVXlReVV5TW1SeVlYZFVlWEJsSlRJeUpUTkJKVEl5Ym05dVpTVXlNaVUzUkNVeVF5VXlNblJvWlcxbEpUSXlKVE5CSlRkQ0pUZEVKVEpESlRJeWNHRjBhQ1V5TWlVelFTVTFRaVUzUWlVeU1tRmpkR2x2Ym5NbE1qSWxNMEVsTlVJbE4wSWxNakpoWTNScGIyNGxNaklsTTBFbE1qSnRiM1psSlRJeUpUSkRKVEl5ZUNVeU1pVXpRU1V5TWsxaGRHZ3ViV2x1S0hjbE1rTm9LU1V5UmpNbE1qSWxNa01sTWpKNUpUSXlKVE5CSlRJeU1DVXlNaVUzUkNVeVF5VTNRaVV5TW1GamRHbHZiaVV5TWlVelFTVXlNbXhwYm1VbE1qSWxNa01sTWpKNEpUSXlKVE5CSlRJeWR5MU5ZWFJvTG0xcGJpaDNKVEpEYUNrbE1rWXpKVEl5SlRKREpUSXllU1V5TWlVelFTVXlNakFsTWpJbE4wUWxNa01sTjBJbE1qSmhZM1JwYjI0bE1qSWxNMEVsTWpKamRYSjJaU1V5TWlVeVF5VXlNbmd4SlRJeUpUTkJKVEl5ZHlVeVFrMWhkR2d1YldsdUtIY2xNa05vS1NVeVJqTWxNa1l6SlRJeUpUSkRKVEl5ZVRFbE1qSWxNMEVsTWpJd0pUSXlKVEpESlRJeWVESWxNaklsTTBFbE1qSjNKVEpDVFdGMGFDNXRhVzRvZHlVeVEyZ3BKVEpHTXlVeVJqTWxNaklsTWtNbE1qSjVNaVV5TWlVelFTVXlNbWdsTWpJbE1rTWxNako0SlRJeUpUTkJKVEl5ZHkxTllYUm9MbTFwYmloM0pUSkRhQ2tsTWtZekpUSXlKVEpESlRJeWVTVXlNaVV6UVNVeU1tZ2xNaklsTjBRbE1rTWxOMElsTWpKaFkzUnBiMjRsTWpJbE0wRWxNakpzYVc1bEpUSXlKVEpESlRJeWVDVXlNaVV6UVNVeU1rMWhkR2d1YldsdUtIY2xNa05vS1NVeVJqTWxNaklsTWtNbE1qSjVKVEl5SlROQkpUSXlhQ1V5TWlVM1JDVXlReVUzUWlVeU1tRmpkR2x2YmlVeU1pVXpRU1V5TW1OMWNuWmxKVEl5SlRKREpUSXllREVsTWpJbE0wRWxNakl0VFdGMGFDNXRhVzRvZHlVeVEyZ3BKVEpHTXlVeVJqTWxNaklsTWtNbE1qSjVNU1V5TWlVelFTVXlNbWdsTWpJbE1rTWxNako0TWlVeU1pVXpRU1V5TWkxTllYUm9MbTFwYmloM0pUSkRhQ2tsTWtZekpUSkdNeVV5TWlVeVF5VXlNbmt5SlRJeUpUTkJKVEl5TUNVeU1pVXlReVV5TW5nbE1qSWxNMEVsTWpKTllYUm9MbTFwYmloM0pUSkRhQ2tsTWtZekpUSXlKVEpESlRJeWVTVXlNaVV6UVNVeU1qQWxNaklsTjBRbE1rTWxOMElsTWpKaFkzUnBiMjRsTWpJbE0wRWxNakpqYkc5elpTVXlNaVUzUkNVMVJDVTNSQ1UxUkNVeVF5VXlNbVp2Ym5SVGRIbHNaU1V5TWlVelFTVTNRaVV5TW5OcGVtVWxNaklsTTBFeE5pVXlReVV5TW1KdmJHUWxNaklsTTBGMGNuVmxKVGRFSlRKREpUSXlkR1Y0ZEVKc2IyTnJKVEl5SlROQkpUVkNKVGRDSlRJeWNHOXphWFJwYjI0bE1qSWxNMEVsTjBJbE1qSjRKVEl5SlROQk1UQWxNa01sTWpKNUpUSXlKVE5CTUNVeVF5VXlNbmNsTWpJbE0wRWxNakozTFRJd0pUSXlKVEpESlRJeWFDVXlNaVV6UVNVeU1tZ2xNaklsTjBRbE1rTWxNakowWlhoMEpUSXlKVE5CSlRJeWJHVm1kRjloYm10c1pWOXdhWFJqYUY5cWIybHVkQ1V5TWlVM1JDVTFSQ1V5UXlVeU1tRnVZMmh2Y25NbE1qSWxNMEVsTlVJbE4wSWxNako0SlRJeUpUTkJKVEl5ZHlVeVJqSWxNaklsTWtNbE1qSjVKVEl5SlROQkpUSXlNQ1V5TWlVM1JDVXlReVUzUWlVeU1uZ2xNaklsTTBFbE1qSjNKVEpHTWlVeU1pVXlReVV5TW5rbE1qSWxNMEVsTWpKb0pUSXlKVGRFSlRKREpUZENKVEl5ZUNVeU1pVXpRU1V5TWpBbE1qSWxNa01sTWpKNUpUSXlKVE5CSlRJeWFDVXlSaklsTWpJbE4wUWxNa01sTjBJbE1qSjRKVEl5SlROQkpUSXlkeVV5TWlVeVF5VXlNbmtsTWpJbE0wRWxNakpvSlRKR01pVXlNaVUzUkNVMVJDVTNSQ1V5UXlVeU1rOXhWRXRsV0hsR2FHa3hORE0zTlRVbE1qSWxNMEVsTjBJbE1qSnBaQ1V5TWlVelFTVXlNazl4VkV0bFdIbEdhR2t4TkRNM05UVWxNaklsTWtNbE1qSnVZVzFsSlRJeUpUTkJKVEl5Y205MWJtUlNaV04wWVc1bmJHVWxNaklsTWtNbE1qSjBhWFJzWlNVeU1pVXpRU1V5TWlWRk5TVTVReVU0TmlWRk9DVkJOeVU1TWlWRk55VTVSaVZCT1NWRk5TVkNSQ1ZCTWlVeU1pVXlReVV5TW1OaGRHVm5iM0o1SlRJeUpUTkJKVEl5WW1GemFXTWxNaklsTWtNbE1qSm5jbTkxY0NVeU1pVXpRU1V5TWlVeU1pVXlReVV5TW1keWIzVndUbUZ0WlNVeU1pVXpRVzUxYkd3bE1rTWxNakpzYjJOclpXUWxNaklsTTBGbVlXeHpaU1V5UXlVeU1teHBibXNsTWpJbE0wRWxNaklsTWpJbE1rTWxNakpqYUdsc1pISmxiaVV5TWlVelFTVTFRaVUxUkNVeVF5VXlNbkJoY21WdWRDVXlNaVV6UVNVeU1pVXlNaVV5UXlVeU1uSmxjMmw2WlVScGNpVXlNaVV6UVNVMVFpVXlNblJzSlRJeUpUSkRKVEl5ZEhJbE1qSWxNa01sTWpKaWNpVXlNaVV5UXlVeU1tSnNKVEl5SlRKREpUSXliQ1V5TWlVeVF5VXlNblFsTWpJbE1rTWxNakp5SlRJeUpUSkRKVEl5WWlVeU1pVTFSQ1V5UXlVeU1tRjBkSEpwWW5WMFpTVXlNaVV6UVNVM1FpVXlNbU52Ym5SaGFXNWxjaVV5TWlVelFXWmhiSE5sSlRKREpUSXlkbWx6YVdKc1pTVXlNaVV6UVhSeWRXVWxNa01sTWpKeWIzUmhkR0ZpYkdVbE1qSWxNMEYwY25WbEpUSkRKVEl5YkdsdWEyRmliR1VsTWpJbE0wRjBjblZsSlRKREpUSXlZMjlzYkdGd2MyRmliR1VsTWpJbE0wRm1ZV3h6WlNVeVF5VXlNbU52Ykd4aGNITmxaQ1V5TWlVelFXWmhiSE5sSlRKREpUSXlabWw0WldSTWFXNXJKVEl5SlROQlptRnNjMlVsTWtNbE1qSnRZWEpyWlhKUFptWnpaWFFsTWpJbE0wRTFKVGRFSlRKREpUSXlaR0YwWVVGMGRISnBZblYwWlhNbE1qSWxNMEVsTlVJbE4wSWxNakp1WVcxbEpUSXlKVE5CSlRJeUpVVTFKVUpCSlRoR0pVVTFKVGhHSlVJM0pUSXlKVEpESlRJeWRIbHdaU1V5TWlVelFTVXlNbTUxYldKbGNpVXlNaVV5UXlVeU1uWmhiSFZsSlRJeUpUTkJKVEl5SlRJeUpUSkRKVEl5WTJGMFpXZHZjbmtsTWpJbE0wRWxNakprWldaaGRXeDBKVEl5SlRKREpUSXlhV1FsTWpJbE0wRWxNakoxYmxGNGJrNTBUVU5ZTWpjeE9ERXdKVEl5SlRkRUpUSkRKVGRDSlRJeWJtRnRaU1V5TWlVelFTVXlNaVZGTlNVNU1DVTRSQ1ZGTnlWQk55VkNNQ1V5TWlVeVF5VXlNblI1Y0dVbE1qSWxNMEVsTWpKemRISnBibWNsTWpJbE1rTWxNakoyWVd4MVpTVXlNaVV6UVNVeU1pVXlNaVV5UXlVeU1tTmhkR1ZuYjNKNUpUSXlKVE5CSlRJeVpHVm1ZWFZzZENVeU1pVXlReVV5TW1sa0pUSXlKVE5CSlRJeVJVZEpRVlZPY0dSUldEVXdNREl5T1NVeU1pVTNSQ1V5UXlVM1FpVXlNbTVoYldVbE1qSWxNMEVsTWpJbFJUWWxPRGtsT0RBbFJUWWxPVU1sT0RrbFJUZ2xPREFsT0RVbE1qSWxNa01sTWpKMGVYQmxKVEl5SlROQkpUSXljM1J5YVc1bkpUSXlKVEpESlRJeWRtRnNkV1VsTWpJbE0wRWxNaklsTWpJbE1rTWxNakpqWVhSbFoyOXllU1V5TWlVelFTVXlNbVJsWm1GMWJIUWxNaklsTWtNbE1qSnBaQ1V5TWlVelFTVXlNbVJXWjA1MVVrUnRabWsyTlRneU56WWxNaklsTjBRbE1rTWxOMElsTWpKdVlXMWxKVEl5SlROQkpUSXlKVVU0SlVKR0pUbEZKVVUySlRoRkpVRTFKVEl5SlRKREpUSXlkSGx3WlNVeU1pVXpRU1V5TW14cGJtc2xNaklsTWtNbE1qSjJZV3gxWlNVeU1pVXpRU1V5TWlVeU1pVXlReVV5TW1OaGRHVm5iM0o1SlRJeUpUTkJKVEl5WkdWbVlYVnNkQ1V5TWlVeVF5VXlNbWxrSlRJeUpUTkJKVEl5WldKWVRsVmhTMHRIVmpZMU5qUTNNU1V5TWlVM1JDVXlReVUzUWlVeU1tNWhiV1VsTWpJbE0wRWxNaklsUlRRbFFrVWxRa1lsUlRjbFFVTWxRa0VsTWpJbE1rTWxNakowZVhCbEpUSXlKVE5CSlRJeWMzUnlhVzVuSlRJeUpUSkRKVEl5ZG1Gc2RXVWxNaklsTTBFbE1qSWxNaklsTWtNbE1qSmpZWFJsWjI5eWVTVXlNaVV6UVNVeU1tUmxabUYxYkhRbE1qSWxNa01sTWpKcFpDVXlNaVV6UVNVeU1uUlVjVlpLYUdwNlFYSXlOelF3TWpNbE1qSWxOMFFsTlVRbE1rTWxNakp3Y205d2N5VXlNaVV6UVNVM1FpVXlNbmdsTWpJbE0wRXlNakl1T0RJeU56UTJOamszTnpRMk55VXlReVV5TW5rbE1qSWxNMEV4TXpRM0xqSTBORGMxTlRJME5EYzFOVGNsTWtNbE1qSjNKVEl5SlROQk1UazBMamMyTmpNeE56QXhOak14TmprNEpUSkRKVEl5YUNVeU1pVXpRVFUwSlRKREpUSXllbWx1WkdWNEpUSXlKVE5CTkRRbE1rTWxNakpoYm1kc1pTVXlNaVV6UVRBbE4wUWxNa01sTWpKemFHRndaVk4wZVd4bEpUSXlKVE5CSlRkQ0pUSXlZV3h3YUdFbE1qSWxNMEV4SlRkRUpUSkRKVEl5YkdsdVpWTjBlV3hsSlRJeUpUTkJKVGRDSlRJeWNtOTFibVJwYm1jbE1qSWxNMEUwSlRKREpUSXliR2x1WlZkcFpIUm9KVEl5SlROQk1TNDFKVGRFSlRKREpUSXlabWxzYkZOMGVXeGxKVEl5SlROQkpUZENKVGRFSlRKREpUSXlkR2hsYldVbE1qSWxNMEVsTjBJbE4wUWxNa01sTWpKd1lYUm9KVEl5SlROQkpUVkNKVGRDSlRJeVlXTjBhVzl1Y3lVeU1pVXpRU1UxUWlVM1FpVXlNbUZqZEdsdmJpVXlNaVV6UVNVeU1tMXZkbVVsTWpJbE1rTWxNako0SlRJeUpUTkJKVEl5TUNVeU1pVXlReVV5TW5rbE1qSWxNMEVsTWpJd0pUSXlKVGRFSlRKREpUZENKVEl5WVdOMGFXOXVKVEl5SlROQkpUSXliR2x1WlNVeU1pVXlReVV5TW5nbE1qSWxNMEVsTWpKM0pUSXlKVEpESlRJeWVTVXlNaVV6UVNVeU1qQWxNaklsTjBRbE1rTWxOMElsTWpKaFkzUnBiMjRsTWpJbE0wRWxNakpzYVc1bEpUSXlKVEpESlRJeWVDVXlNaVV6UVNVeU1uY2xNaklsTWtNbE1qSjVKVEl5SlROQkpUSXlhQ1V5TWlVM1JDVXlReVUzUWlVeU1tRmpkR2x2YmlVeU1pVXpRU1V5TW14cGJtVWxNaklsTWtNbE1qSjRKVEl5SlROQkpUSXlNQ1V5TWlVeVF5VXlNbmtsTWpJbE0wRWxNakpvSlRJeUpUZEVKVEpESlRkQ0pUSXlZV04wYVc5dUpUSXlKVE5CSlRJeVkyeHZjMlVsTWpJbE4wUWxOVVFsTjBRbE5VUWxNa01sTWpKbWIyNTBVM1I1YkdVbE1qSWxNMEVsTjBJbE1qSnphWHBsSlRJeUpUTkJNVFlsTWtNbE1qSmliMnhrSlRJeUpUTkJkSEoxWlNVM1JDVXlReVV5TW5SbGVIUkNiRzlqYXlVeU1pVXpRU1UxUWlVM1FpVXlNbkJ2YzJsMGFXOXVKVEl5SlROQkpUZENKVEl5ZUNVeU1pVXpRVEV3SlRKREpUSXllU1V5TWlVelFUQWxNa01sTWpKM0pUSXlKVE5CSlRJeWR5MHlNQ1V5TWlVeVF5VXlNbWdsTWpJbE0wRWxNakpvSlRJeUpUZEVKVEpESlRJeWRHVjRkQ1V5TWlVelFTVXlNbXhsWm5SZllXNXJiR1ZmY0dsMFkyaGZhbTlwYm5RbE1qSWxOMFFsTlVRbE1rTWxNakpoYm1Ob2IzSnpKVEl5SlROQkpUVkNKVGRDSlRJeWVDVXlNaVV6UVNVeU1uY2xNa1l5SlRJeUpUSkRKVEl5ZVNVeU1pVXpRU1V5TWpBbE1qSWxOMFFsTWtNbE4wSWxNako0SlRJeUpUTkJKVEl5ZHlVeVJqSWxNaklsTWtNbE1qSjVKVEl5SlROQkpUSXlhQ1V5TWlVM1JDVXlReVUzUWlVeU1uZ2xNaklsTTBFbE1qSXdKVEl5SlRKREpUSXllU1V5TWlVelFTVXlNbWdsTWtZeUpUSXlKVGRFSlRKREpUZENKVEl5ZUNVeU1pVXpRU1V5TW5jbE1qSWxNa01sTWpKNUpUSXlKVE5CSlRJeWFDVXlSaklsTWpJbE4wUWxOVVFsTjBRbE1rTWxNakpLU2twMlFuaDVaVlJKTXpVd01qQXhKVEl5SlROQkpUZENKVEl5YVdRbE1qSWxNMEVsTWpKS1NrcDJRbmg1WlZSSk16VXdNakF4SlRJeUpUSkRKVEl5Ym1GdFpTVXlNaVV6UVNVeU1teHBibXRsY2lVeU1pVXlReVV5TW5SbGVIUWxNaklsTTBFbE1qSWxNaklsTWtNbE1qSm5jbTkxY0NVeU1pVXpRU1V5TWlVeU1pVXlReVV5TW14cGJtdGxjbFI1Y0dVbE1qSWxNMEVsTWpKaWNtOXJaVzRsTWpJbE1rTWxNakp3YjJsdWRITWxNaklsTTBFbE5VSWxOMElsTWpKNEpUSXlKVE5CTXpJd0xqSXdOakkzTnpnNE1Ea3hNek1sTWtNbE1qSjVKVEl5SlROQk1UTXpOaTR5TkRRM05UVXlORFEzTlRVM0pUZEVKVEpESlRkQ0pUSXllQ1V5TWlVelFUTXlNQzR5TURZeU5UUTFOakkxTWpjMkpUSkRKVEl5ZVNVeU1pVXpRVEV6TXpZdU1qUTBOelUxTWpRME56VTFOeVUzUkNVMVJDVXlReVV5TW14dlkydGxaQ1V5TWlVelFXWmhiSE5sSlRKREpUSXlaR0YwWVVGMGRISnBZblYwWlhNbE1qSWxNMEVsTlVJbE5VUWxNa01sTWpKd2NtOXdjeVV5TWlVelFTVTNRaVV5TW5wcGJtUmxlQ1V5TWlVelFUUTFKVEpESlRJeWVDVXlNaVV6UVc1MWJHd2xNa01sTWpKNUpUSXlKVE5CYm5Wc2JDVTNSQ1V5UXlVeU1teHBibVZUZEhsc1pTVXlNaVV6UVNVM1FpVXlNbXhwYm1WWGFXUjBhQ1V5TWlVelFURXVOU1UzUkNVeVF5VXlNbVp5YjIwbE1qSWxNMEVsTjBJbE1qSjRKVEl5SlROQk16SXdMakl3TmpJM056ZzRNRGt4TXpNbE1rTWxNako1SlRJeUpUTkJNVE15TlM0eU5EUTNOVFV5TkRRM05UVTNKVEpESlRJeVlXNW5iR1VsTWpJbE0wRTBMamN4TWpNNE9EazRNRE00TkRZNUpUSkRKVEl5YVdRbE1qSWxNMEVsTWpKdFVYUlpha0ZqUlUxM056a3hOekV3SlRJeUpUZEVKVEpESlRJeWRHOGxNaklsTTBFbE4wSWxNakpwWkNVeU1pVXpRU1V5TWs5eFZFdGxXSGxHYUdreE5ETTNOVFVsTWpJbE1rTWxNako0SlRJeUpUTkJNekl3TGpJd05qSTFORFUyTWpVeU56WWxNa01sTWpKNUpUSXlKVE5CTVRNME55NHlORFEzTlRVeU5EUTNOVFUzSlRKREpUSXlZVzVuYkdVbE1qSWxNMEV4TGpVM01EYzVOak15TmpjNU5EZzVOeVUzUkNVeVF5VXlNblJsZUhSQ2JHOWpheVV5TWlVelFTVTFRaVUxUkNVM1JDVXlReVV5TW1kRFpWTkZWV0poYVhRMU1EUTJPRFVsTWpJbE0wRWxOMElsTWpKcFpDVXlNaVV6UVNVeU1tZERaVk5GVldKaGFYUTFNRFEyT0RVbE1qSWxNa01sTWpKdVlXMWxKVEl5SlROQkpUSXliR2x1YTJWeUpUSXlKVEpESlRJeWRHVjRkQ1V5TWlVelFTVXlNaVV5TWlVeVF5VXlNbWR5YjNWd0pUSXlKVE5CSlRJeUpUSXlKVEpESlRJeWJHbHVhMlZ5Vkhsd1pTVXlNaVV6UVNVeU1tSnliMnRsYmlVeU1pVXlReVV5TW5CdmFXNTBjeVV5TWlVelFTVTFRaVUzUWlVeU1uZ2xNaklsTTBFek1qQXVNakEyTWpNNE5UTTVNak00TmpVbE1rTWxNako1SlRJeUpUTkJNVEkwTVM0eU5EUTNOVFV5TkRRM05UVTNKVGRFSlRKREpUZENKVEl5ZUNVeU1pVXpRVE15TUM0eU1EWXlOemM0T0RBNU1UTXpKVEpESlRJeWVTVXlNaVV6UVRFeU5ERXVNalEwTnpVMU1qUTBOelUxTnlVM1JDVTFSQ1V5UXlVeU1teHZZMnRsWkNVeU1pVXpRV1poYkhObEpUSkRKVEl5WkdGMFlVRjBkSEpwWW5WMFpYTWxNaklsTTBFbE5VSWxOVVFsTWtNbE1qSndjbTl3Y3lVeU1pVXpRU1UzUWlVeU1ucHBibVJsZUNVeU1pVXpRVFEySlRKREpUSXllQ1V5TWlVelFXNTFiR3dsTWtNbE1qSjVKVEl5SlROQmJuVnNiQ1UzUkNVeVF5VXlNbXhwYm1WVGRIbHNaU1V5TWlVelFTVTNRaVV5TW14cGJtVlhhV1IwYUNVeU1pVXpRVEV1TlNVM1JDVXlReVV5TW1aeWIyMGxNaklsTTBFbE4wSWxNako0SlRJeUpUTkJNekl3TGpJd05qSXpPRFV6T1RJek9EWTFKVEpESlRJeWVTVXlNaVV6UVRFeU1EY3VNalEwTnpVMU1qUTBOelUxTnlVeVF5VXlNbUZ1WjJ4bEpUSXlKVE5CTkM0M01USXpPRGc1T0RBek9EUTJPU1V5UXlVeU1tbGtKVEl5SlROQkpUSXlhMnBCV0VoemVGUldVemcyTnpNMk15VXlNaVUzUkNVeVF5VXlNblJ2SlRJeUpUTkJKVGRDSlRJeWFXUWxNaklsTTBFbE1qSnRVWFJaYWtGalJVMTNOemt4TnpFd0pUSXlKVEpESlRJeWVDVXlNaVV6UVRNeU1DNHlNRFl5TnpjNE9EQTVNVE16SlRKREpUSXllU1V5TWlVelFURXlOelV1TWpRME56VTFNalEwTnpVMU55VXlReVV5TW1GdVoyeGxKVEl5SlROQk1TNDFOekEzT1RZek1qWTNPVFE0T1RjbE4wUWxNa01sTWpKMFpYaDBRbXh2WTJzbE1qSWxNMEVsTlVJbE5VUWxOMFFsTWtNbE1qSlZiMnRyV21OdmMzRlpOalEzTnpJMEpUSXlKVE5CSlRkQ0pUSXlhV1FsTWpJbE0wRWxNakpWYjJ0cldtTnZjM0ZaTmpRM056STBKVEl5SlRKREpUSXlibUZ0WlNVeU1pVXpRU1V5TW14cGJtdGxjaVV5TWlVeVF5VXlNblJsZUhRbE1qSWxNMEVsTWpJbE1qSWxNa01sTWpKbmNtOTFjQ1V5TWlVelFTVXlNaVV5TWlVeVF5VXlNbXhwYm10bGNsUjVjR1VsTWpJbE0wRWxNakppY205clpXNGxNaklsTWtNbE1qSndiMmx1ZEhNbE1qSWxNMEVsTlVJbE4wSWxNako0SlRJeUpUTkJNekl3TGpJd05qSXpPRFV6T1RJek9EVTBKVEpESlRJeWVTVXlNaVV6UVRFd016TXVNekkyTVRrME5qTTROamsxTVNVM1JDVXlReVUzUWlVeU1uZ2xNaklsTTBFek1qQXVNakEyTWpNNE5UTTVNak00TmpVbE1rTWxNako1SlRJeUpUTkJNVEF6TXk0ek1qWXhPVFEyTXpnMk9UVXhKVGRFSlRWRUpUSkRKVEl5Ykc5amEyVmtKVEl5SlROQlptRnNjMlVsTWtNbE1qSmtZWFJoUVhSMGNtbGlkWFJsY3lVeU1pVXpRU1UxUWlVMVJDVXlReVV5TW5CeWIzQnpKVEl5SlROQkpUZENKVEl5ZW1sdVpHVjRKVEl5SlROQk5EY2xOMFFsTWtNbE1qSnNhVzVsVTNSNWJHVWxNaklsTTBFbE4wSWxNakpzYVc1bFYybGtkR2dsTWpJbE0wRXhMalVsTjBRbE1rTWxNakptY205dEpUSXlKVE5CSlRkQ0pUSXllQ1V5TWlVelFUTXlNQzR5TURZeU16ZzFNemt5TXpnMU5DVXlReVV5TW5rbE1qSWxNMEU1T0RndU5EQTNOak0wTURNeU5qTTBOQ1V5UXlVeU1tRnVaMnhsSlRJeUpUTkJOQzQzTVRJek9EZzVPREF6T0RRMk9TVXlReVV5TW1sa0pUSXlKVE5CSlRJeWNYUlZVSGRrVm5SNFFURXdORFV5T0NVeU1pVTNSQ1V5UXlVeU1uUnZKVEl5SlROQkpUZENKVEl5YVdRbE1qSWxNMEVsTWpKd1FtRlljMVZtWVdkdU5UTTFNVGszSlRJeUpUSkRKVEl5ZUNVeU1pVXpRVE15TUM0eU1EWXlNemcxTXpreU16ZzJOU1V5UXlVeU1ua2xNaklsTTBFeE1EYzRMakkwTkRjMU5USTBORGMxTlRjbE1rTWxNakpoYm1kc1pTVXlNaVV6UVRFdU5UY3dOemsyTXpJMk56azBPRGszSlRkRUpUSkRKVEl5ZEdWNGRFSnNiMk5ySlRJeUpUTkJKVFZDSlRWRUpUZEVKVEpESlRJeVQycDNhMFI0WkZWWlpEUTVNREkyT0NVeU1pVXpRU1UzUWlVeU1tbGtKVEl5SlROQkpUSXlUMnAzYTBSNFpGVlpaRFE1TURJMk9D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xWNFMzZDRkM0pqY1hRd016a3lNekFsTWpJbE4wUWxNa01sTjBJbE1qSnVZVzFsSlRJeUpUTkJKVEl5SlVVMUpUa3dKVGhFSlVVM0pVRTNKVUl3SlRJeUpUSkRKVEl5ZEhsd1pTVXlNaVV6UVNVeU1uTjBjbWx1WnlVeU1pVXlReVV5TW5aaGJIVmxKVEl5SlROQkpUSXlKVEl5SlRKREpUSXlZMkYwWldkdmNua2xNaklsTTBFbE1qSmtaV1poZFd4MEpUSXlKVEpESlRJeWFXUWxNaklsTTBFbE1qSmpTbGx4Ukd4YWNreG1OamswTlRreU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VEdaMmVubElhVUpwVWpVd056TXdPU1V5TWlVM1JDVXlReVUzUWlVeU1tNWhiV1VsTWpJbE0wRWxNaklsUlRnbFFrWWxPVVVsUlRZbE9FVWxRVFVsTWpJbE1rTWxNakowZVhCbEpUSXlKVE5CSlRJeWJHbHVheVV5TWlVeVF5VXlNblpoYkhWbEpUSXlKVE5CSlRJeUpUSXlKVEpESlRJeVkyRjBaV2R2Y25rbE1qSWxNMEVsTWpKa1pXWmhkV3gwSlRJeUpUSkRKVEl5YVdRbE1qSWxNMEVsTWpKQ2JVdHhaRnBwYjB0Vk5URTROVE0wSlRJeUpUZEVKVEpESlRkQ0pUSXlibUZ0WlNVeU1pVXpRU1V5TWlWRk5DVkNSU1ZDUmlWRk55VkJReVZDUVNVeU1pVXlReVV5TW5SNWNHVWxNaklsTTBFbE1qSnpkSEpwYm1jbE1qSWxNa01sTWpKMllXeDFaU1V5TWlVelFTVXlNaVV5TWlVeVF5VXlNbU5oZEdWbmIzSjVKVEl5SlROQkpUSXlaR1ZtWVhWc2RDVXlNaVV5UXlVeU1tbGtKVEl5SlROQkpUSXlRVmxzYmt0bmNGWlliamd6TlRBME1DVXlNaVUzUkNVMVJDVXlReVV5TW5CeWIzQnpKVEl5SlROQkpUZENKVEl5ZUNVeU1pVXpRVFkyTlM0M09URTJOalkyTmpZMk5qWTVKVEpESlRJeWVTVXlNaVV6UVRZME5pNDVNekl5TlRVeU5EUTNOVFUwSlRKREpUSXlkeVV5TWlVelFURXpPUzQwTVRZMk5qWTJOalkyTmpZMk15VXlReVV5TW1nbE1qSWxNMEUxTUNVeVF5VXlNbnBwYm1SbGVDVXlNaVV6UVRRNEpUSkRKVEl5WVc1bmJHVWxNaklsTTBFd0pUZEVKVEpESlRJeWMyaGhjR1ZUZEhsc1pTVXlNaVV6UVNVM1FpVXlNbUZzY0doaEpUSXlKVE5CTVNVM1JDVXlReVV5TW14cGJtVlRkSGxzWlNVeU1pVXpRU1UzUWlVeU1teHBibVZYYVdSMGFDVXlNaVV6UVRFdU5TVTNSQ1V5UXlVeU1tWnBiR3hUZEhsc1pTVXlNaVV6UVNVM1FpVXlNbU52Ykc5eUpUSXlKVE5CSlRJeU1qTXhKVEpETWpNMUpUSkRNak0zSlRJeUpUSkRKVEl5WkhKaGQxUjVjR1VsTWpJbE0wRWxNakp1YjI1bEpUSXlKVGRFSlRKREpUSXlkR2hsYldVbE1qSWxNMEVsTjBJbE4wUWxNa01sTWpKd1lYUm9KVEl5SlROQkpUVkNKVGRDSlRJeVlXTjBhVzl1Y3lVeU1pVXpRU1UxUWlVM1FpVXlNbUZqZEdsdmJpVXlNaVV6UVNVeU1tMXZkbVVsTWpJbE1rTWxNako0SlRJeUpUTkJKVEl5VFdGMGFDNXRhVzRvZHlVeVEyZ3BKVEpHTXlVeU1pVXlReVV5TW5rbE1qSWxNMEVsTWpJd0pUSXlKVGRFSlRKREpUZENKVEl5WVdOMGFXOXVKVEl5SlROQkpUSXliR2x1WlNVeU1pVXlReVV5TW5nbE1qSWxNMEVsTWpKM0xVMWhkR2d1YldsdUtIY2xNa05vS1NVeVJqTWxNaklsTWtNbE1qSjVKVEl5SlROQkpUSXlNQ1V5TWlVM1JDVXlReVUzUWlVeU1tRmpkR2x2YmlVeU1pVXpRU1V5TW1OMWNuWmxKVEl5SlRKREpUSXllREVsTWpJbE0wRWxNakozSlRKQ1RXRjBhQzV0YVc0b2R5VXlRMmdwSlRKR015VXlSak1sTWpJbE1rTWxNako1TVNVeU1pVXpRU1V5TWpBbE1qSWxNa01sTWpKNE1pVXlNaVV6UVNVeU1uY2xNa0pOWVhSb0xtMXBiaWgzSlRKRGFDa2xNa1l6SlRKR015VXlNaVV5UXlVeU1ua3lKVEl5SlROQkpUSXlhQ1V5TWlVeVF5VXlNbmdsTWpJbE0wRWxNakozTFUxaGRHZ3ViV2x1S0hjbE1rTm9LU1V5UmpNbE1qSWxNa01sTWpKNUpUSXlKVE5CSlRJeWFDVXlNaVUzUkNVeVF5VTNRaVV5TW1GamRHbHZiaVV5TWlVelFTVXlNbXhwYm1VbE1qSWxNa01sTWpKNEpUSXlKVE5CSlRJeVRXRjBhQzV0YVc0b2R5VXlRMmdwSlRKR015VXlNaVV5UXlVeU1ua2xNaklsTTBFbE1qSm9KVEl5SlRkRUpUSkRKVGRDSlRJeVlXTjBhVzl1SlRJeUpUTkJKVEl5WTNWeWRtVWxNaklsTWtNbE1qSjRNU1V5TWlVelFTVXlNaTFOWVhSb0xtMXBiaWgzSlRKRGFDa2xNa1l6SlRKR015VXlNaVV5UXlVeU1ua3hKVEl5SlROQkpUSXlhQ1V5TWlVeVF5VXlNbmd5SlRJeUpUTkJKVEl5TFUxaGRHZ3ViV2x1S0hjbE1rTm9LU1V5UmpNbE1rWXpKVEl5SlRKREpUSXllVElsTWpJbE0wRWxNakl3SlRJeUpUSkRKVEl5ZUNVeU1pVXpRU1V5TWsxaGRHZ3ViV2x1S0hjbE1rTm9LU1V5UmpNbE1qSWxNa01sTWpKNUpUSXlKVE5CSlRJeU1DVXlNaVUzUkNVeVF5VTNRaVV5TW1GamRHbHZiaVV5TWlVelFTVXlNbU5zYjNObEpUSXlKVGRFSlRWRUpUZEVKVFZFSlRKREpUSXlabTl1ZEZOMGVXeGxKVEl5SlROQkpUZENKVEl5YzJsNlpTVXlNaVV6UVRFMkpUSkRKVEl5WW05c1pDVXlNaVV6UVhSeWRXVWxOMFFsTWtNbE1qSjBaWGgwUW14dlkyc2xNaklsTTBFbE5VSWxOMElsTWpKd2IzTnBkR2x2YmlVeU1pVXpRU1UzUWlVeU1uZ2xNaklsTTBFeE1DVXlReVV5TW5rbE1qSWxNMEV3SlRKREpUSXlkeVV5TWlVelFTVXlNbmN0TWpBbE1qSWxNa01sTWpKb0pUSXlKVE5CSlRJeWFDVXlNaVUzUkNVeVF5VXlNblJsZUhRbE1qSWxNMEVsTWpKMGIzSnpiMTlxYjJsdWRDVXlNaVUzUkNVMVJDVXlReVV5TW1GdVkyaHZjbk1sTWpJbE0wRWxOVUlsTjBJbE1qSjRKVEl5SlROQkpUSXlkeVV5UmpJbE1qSWxNa01sTWpKNUpUSXlKVE5CSlRJeU1DVXlNaVUzUkNVeVF5VTNRaVV5TW5nbE1qSWxNMEVsTWpKM0pUSkdNaVV5TWlVeVF5VXlNbmtsTWpJbE0wRWxNakpvSlRJeUpUZEVKVEpESlRkQ0pUSXllQ1V5TWlVelFTVXlNakFsTWpJbE1rTWxNako1SlRJeUpUTkJKVEl5YUNVeVJqSWxNaklsTjBRbE1rTWxOMElsTWpKNEpUSXlKVE5CSlRJeWR5VXlNaVV5UXlVeU1ua2xNaklsTTBFbE1qSm9KVEpHTWlVeU1pVTNSQ1UxUkNVM1JDVXlReVV5TW1oaGJXcFhZM1oyYkdNMk16UTNOak1sTWpJbE0wRWxOMElsTWpKcFpDVXlNaVV6UVNVeU1taGhiV3BYWTNaMmJHTTJNelEzTmpNbE1qSWxNa01sTWpKdVlXMWxKVEl5SlROQkpUSXliR2x1YTJWeUpUSXlKVEpESlRJeWRHVjRkQ1V5TWlVelFTVXlNaVV5TWlVeVF5VXlNbWR5YjNWd0pUSXlKVE5CSlRJeUpUSXlKVEpESlRJeWJHbHVhMlZ5Vkhsd1pTVXlNaVV6UVNVeU1tSnliMnRsYmlVeU1pVXlReVV5TW5CdmFXNTBjeVV5TWlVelFTVTFRaVUzUWlVeU1uZ2xNaklsTTBFM016VXVOVEF3TURBd01EQXdNREF3TWlVeVF5VXlNbmtsTWpJbE0wRTNNRGN1T1RZMk1USTNOakl5TXpjM055VTNSQ1V5UXlVM1FpVXlNbmdsTWpJbE0wRTNNelV1TlRBd01EQXdNREF3TURBd01TVXlReVV5TW5rbE1qSWxNMEUzTURjdU9UWTJNVEkzTmpJeU16YzNOeVUzUkNVMVJDVXlReVV5TW14dlkydGxaQ1V5TWlVelFXWmhiSE5sSlRKREpUSXlaR0YwWVVGMGRISnBZblYwWlhNbE1qSWxNMEVsTlVJbE5VUWxNa01sTWpKd2NtOXdjeVV5TWlVelFTVTNRaVV5TW5wcGJtUmxlQ1V5TWlVelFUUTVKVGRFSlRKREpUSXliR2x1WlZOMGVXeGxKVEl5SlROQkpUZENKVEl5YkdsdVpWZHBaSFJvSlRJeUpUTkJNUzQxSlRkRUpUSkRKVEl5Wm5KdmJTVXlNaVV6UVNVM1FpVXlNbmdsTWpJbE0wRTNNelV1TlRBd01EQXdNREF3TURBd01pVXlReVV5TW5rbE1qSWxNMEUzTVRrbE1rTWxNakpoYm1kc1pTVXlNaVV6UVRFdU5UY3dOemsyTXpJMk56azBPRGszSlRKREpUSXlhV1FsTWpJbE0wRWxNakpXU1VGaVUxUnpia2gyTmpJd01qWTFKVEl5SlRkRUpUSkRKVEl5ZEc4bE1qSWxNMEVsTjBJbE1qSnBaQ1V5TWlVelFTVXlNazlxZDJ0RWVHUlZXV1EwT1RBeU5qZ2xNaklsTWtNbE1qSjRKVEl5SlROQk56TTFMalV3TURBd01EQXdNREF3TURFbE1rTWxNako1SlRJeUpUTkJOamsyTGprek1qSTFOVEkwTkRjMU5UUWxNa01sTWpKaGJtZHNaU1V5TWlVelFUUXVOekV5TXpnNE9UZ3dNemcwTmprbE4wUWxNa01sTWpKMFpYaDBRbXh2WTJzbE1qSWxNMEVsTlVJbE5VUWxOMFFsTWtNbE1qSkRiWFpPZEdKbmJrbFhOREl5TURBM0pUSXlKVE5CSlRkQ0pUSXlhV1FsTWpJbE0wRWxNakpEYlhaT2RHSm5ia2xYTkRJeU1EQTNKVEl5SlRKREpUSXlibUZ0WlNVeU1pVXpRU1V5TW5KdmRXNWtVbVZqZEdGdVoyeGxKVEl5SlRKREpUSXlkR2wwYkdVbE1qSWxNMEVsTWpJbFJUVWxPVU1sT0RZbFJUZ2xRVGNsT1RJbFJUY2xPVVlsUVRrbFJUVWxRa1FsUVRJbE1qSWxNa01sTWpKallYUmxaMjl5ZVNVeU1pVXpRU1V5TW1KaGMybGpKVEl5SlRKREpUSXlaM0p2ZFhBbE1qSWxNMEVsTWpJbE1qSWxNa01sTWpKbmNtOTFjRTVoYldVbE1qSWxNMEZ1ZFd4c0pUSkRKVEl5Ykc5amEyVmtKVEl5SlROQlptRnNjMlVsTWtNbE1qSnNhVzVySlRJeUpUTkJKVEl5SlRJeUpUSkRKVEl5WTJocGJHUnlaVzRsTWpJbE0wRWxOVUlsTlVRbE1rTWxNakp3WVhKbGJuUWxNaklsTTBFbE1qSWxNaklsTWtNbE1qSnlaWE5wZW1WRWFYSWxNaklsTTBFbE5VSWxNakowYkNVeU1pVXlReVV5TW5SeUpUSXlKVEpESlRJeVluSWxNaklsTWtNbE1qSmliQ1V5TWlVeVF5VXlNbXdsTWpJbE1rTWxNakowSlRJeUpUSkRKVEl5Y2lVeU1pVXlReVV5TW1JbE1qSWxOVVFsTWtNbE1qSmhkSFJ5YVdKMWRHVWxNaklsTTBFbE4wSWxNakpqYjI1MFlXbHVaWElsTWpJbE0wRm1ZV3h6WlNVeVF5VXlNblpwYzJsaWJHVWxNaklsTTBGMGNuVmxKVEpESlRJeWNtOTBZWFJoWW14bEpUSXlKVE5CZEhKMVpTVXlReVV5TW14cGJtdGhZbXhsSlRJeUpUTkJkSEoxWlNVeVF5VXlNbU52Ykd4aGNITmhZbXhsSlRJeUpUTkJabUZzYzJVbE1rTWxNakpqYjJ4c1lYQnpaV1FsTWpJbE0wRm1ZV3h6WlNVeVF5VXlNbVpwZUdWa1RHbHVheVV5TWlVelFXWmhiSE5sSlRKREpUSXliV0Z5YTJWeVQyWm1jMlYwSlRJeUpUTkJOU1UzUkNVeVF5VXlNbVJoZEdGQmRIUnlhV0oxZEdWekpUSXlKVE5CSlRWQ0pUZENKVEl5Ym1GdFpTVXlNaVV6UVNVeU1pVkZOU1ZDUVNVNFJpVkZOU1U0UmlWQ055VXlNaVV5UXlVeU1uUjVjR1VsTWpJbE0wRWxNakp1ZFcxaVpYSWxNaklsTWtNbE1qSjJZV3gxWlNVeU1pVXpRU1V5TWlVeU1pVXlReVV5TW1OaGRHVm5iM0o1SlRJeUpUTkJKVEl5WkdWbVlYVnNkQ1V5TWlVeVF5VXlNbWxrSlRJeUpUTkJKVEl5U0VoSlRsbFJWMU5XZFRVMk1ERXdOQ1V5TWlVM1JDVXlReVUzUWlVeU1tNWhiV1VsTWpJbE0wRWxNaklsUlRVbE9UQWxPRVFsUlRjbFFUY2xRakFsTWpJbE1rTWxNakowZVhCbEpUSXlKVE5CSlRJeWMzUnlhVzVuSlRJeUpUSkRKVEl5ZG1Gc2RXVWxNaklsTTBFbE1qSWxNaklsTWtNbE1qSmpZWFJsWjI5eWVTVXlNaVV6UVNVeU1tUmxabUYxYkhRbE1qSWxNa01sTWpKcFpDVXlNaVV6UVNVeU1uZDVjRWQwU1ZwWWRsZ3hOekV6TkRnbE1qSWxOMFFsTWtNbE4wSWxNakp1WVcxbEpUSXlKVE5CSlRJeUpVVTJKVGc1SlRnd0pVVTJKVGxESlRnNUpVVTRKVGd3SlRnMUpUSXlKVEpESlRJeWRIbHdaU1V5TWlVelFTVXlNbk4wY21sdVp5VXlNaVV5UXlVeU1uWmhiSFZsSlRJeUpUTkJKVEl5SlRJeUpUSkRKVEl5WTJGMFpXZHZjbmtsTWpJbE0wRWxNakprWldaaGRXeDBKVEl5SlRKREpUSXlhV1FsTWpJbE0wRWxNakpsUVhkUGVtcFhWRkZzTVRVd05UazBKVEl5SlRkRUpUSkRKVGRDSlRJeWJtRnRaU1V5TWlVelFTVXlNaVZGT0NWQ1JpVTVSU1ZGTmlVNFJTVkJOU1V5TWlVeVF5VXlNblI1Y0dVbE1qSWxNMEVsTWpKc2FXNXJKVEl5SlRKREpUSXlkbUZzZFdVbE1qSWxNMEVsTWpJbE1qSWxNa01sTWpKallYUmxaMjl5ZVNVeU1pVXpRU1V5TW1SbFptRjFiSFFsTWpJbE1rTWxNakpwWkNVeU1pVXpRU1V5TW1GVlpHWjJVRXhhY1c4MU1EWTJOaklsTWpJbE4wUWxNa01sTjBJbE1qSnVZVzFsSlRJeUpUTkJKVEl5SlVVMEpVSkZKVUpHSlVVM0pVRkRKVUpCSlRJeUpUSkRKVEl5ZEhsd1pTVXlNaVV6UVNVeU1uTjBjbWx1WnlVeU1pVXlReVV5TW5aaGJIVmxKVEl5SlROQkpUSXlKVEl5SlRKREpUSXlZMkYwWldkdmNua2xNaklsTTBFbE1qSmtaV1poZFd4MEpUSXlKVEpESlRJeWFXUWxNaklsTTBFbE1qSlBiRzFFYm1WalJXUnBOakkzT1RFMkpUSXlKVGRFSlRWRUpUSkRKVEl5Y0hKdmNITWxNaklsTTBFbE4wSWxNako0SlRJeUpUTkJOak14TGpFeE16WXpOak0yTXpZek5qY2xNa01sTWpKNUpUSXlKVE5CTWpVM0xqSTNNamN5TnpJM01qY3lOek0zSlRKREpUSXlkeVV5TWlVelFUSXdPQzQzTnpJM01qY3lOekkzTWpjd01pVXlReVV5TW1nbE1qSWxNMEV6TmpjdU5Ua3hOemd6TWpFMk56Z3pOaVV5UXlVeU1ucHBibVJsZUNVeU1pVXpRVFV3SlRKREpUSXlZVzVuYkdVbE1qSWxNMEV3SlRkRUpUSkRKVEl5YzJoaGNHVlRkSGxzWlNVeU1pVXpRU1UzUWlVeU1tRnNjR2hoSlRJeUpUTkJNU1UzUkNVeVF5VXlNbXhwYm1WVGRIbHNaU1V5TWlVelFTVTNRaVV5TW5KdmRXNWthVzVuSlRJeUpUTkJOQ1V5UXlVeU1teHBibVZYYVdSMGFDVXlNaVV6UVRFdU5TVTNSQ1V5UXlVeU1tWnBiR3hUZEhsc1pTVXlNaVV6UVNVM1FpVTNSQ1V5UXlVeU1uUm9aVzFsSlRJeUpUTkJKVGRDSlRkRUpUSkRKVEl5Y0dGMGFDVXlNaVV6UVNVMVFpVTNRaVV5TW1GamRHbHZibk1sTWpJbE0wRWxOVUlsTjBJbE1qSmhZM1JwYjI0bE1qSWxNMEVsTWpKdGIzWmxKVEl5SlRKREpUSXllQ1V5TWlVelFTVXlNakFsTWpJbE1rTWxNako1SlRJeUpUTkJKVEl5TUNVeU1pVTNSQ1V5UXlVM1FpVXlNbUZqZEdsdmJpVXlNaVV6UVNVeU1teHBibVVsTWpJbE1rTWxNako0SlRJeUpUTkJKVEl5ZHlVeU1pVXlReVV5TW5rbE1qSWxNMEVsTWpJd0pUSXlKVGRFSlRKREpUZENKVEl5WVdOMGFXOXVKVEl5SlROQkpUSXliR2x1WlNVeU1pVXlReVV5TW5nbE1qSWxNMEVsTWpKM0pUSXlKVEpESlRJeWVTVXlNaVV6UVNVeU1tZ2xNaklsTjBRbE1rTWxOMElsTWpKaFkzUnBiMjRsTWpJbE0wRWxNakpzYVc1bEpUSXlKVEpESlRJeWVDVXlNaVV6UVNVeU1qQWxNaklsTWtNbE1qSjVKVEl5SlROQkpUSXlhQ1V5TWlVM1JDVXlReVUzUWlVeU1tRmpkR2x2YmlVeU1pVXpRU1V5TW1Oc2IzTmxKVEl5SlRkRUpUVkVKVGRFSlRWRUpUSkRKVEl5Wm05dWRGTjBlV3hsSlRJeUpUTkJKVGRDSlRJeWMybDZaU1V5TWlVelFURTJKVEpESlRJeVltOXNaQ1V5TWlVelFYUnlkV1VsTjBRbE1rTWxNakowWlhoMFFteHZZMnNsTWpJbE0wRWxOVUlsTjBJbE1qSndiM05wZEdsdmJpVXlNaVV6UVNVM1FpVXlNbmdsTWpJbE0wRXhNQ1V5UXlVeU1ua2xNaklsTTBFd0pUSkRKVEl5ZHlVeU1pVXpRU1V5TW5jdE1qQWxNaklsTWtNbE1qSm9KVEl5SlROQkpUSXlhQ1V5TWlVM1JDVXlReVV5TW5SbGVIUWxNaklsTTBFbE1qSjBiM0p6YjE5c2FXNXJKVEl5SlRkRUpUVkVKVEpESlRJeVlXNWphRzl5Y3lVeU1pVXpRU1UxUWlVM1FpVXlNbmdsTWpJbE0wRWxNakozSlRKR01pVXlNaVV5UXlVeU1ua2xNaklsTTBFbE1qSXdKVEl5SlRkRUpUSkRKVGRDSlRJeWVDVXlNaVV6UVNVeU1uY2xNa1l5SlRJeUpUSkRKVEl5ZVNVeU1pVXpRU1V5TW1nbE1qSWxOMFFsTWtNbE4wSWxNako0SlRJeUpUTkJKVEl5TUNVeU1pVXlReVV5TW5rbE1qSWxNMEVsTWpKb0pUSkdNaVV5TWlVM1JDVXlReVUzUWlVeU1uZ2xNaklsTTBFbE1qSjNKVEl5SlRKREpUSXllU1V5TWlVelFTVXlNbWdsTWtZeUpUSXlKVGRFSlRWRUpUZEVKVEpESlRJeWVYQm1Xa3hYVFdOM1p6UXdNelkxTVNVeU1pVXpRU1UzUWlVeU1tbGtKVEl5SlROQkpUSXllWEJtV2t4WFRXTjNaelF3TXpZMU1TVXlNaVV5UXlVeU1tNWhiV1VsTWpJbE0wRWxNakpzYVc1clpYSWxNaklsTWtNbE1qSjBaWGgwSlRJeUpUTkJKVEl5SlRJeUpUSkRKVEl5WjNKdmRYQWxNaklsTTBFbE1qSWxNaklsTWtNbE1qSnNhVzVyWlhKVWVYQmxKVEl5SlROQkpUSXlZbkp2YTJWdUpUSXlKVEpESlRJeWNHOXBiblJ6SlRJeUpUTkJKVFZDSlRkQ0pUSXllQ1V5TWlVelFUY3pOUzQwT1RrMk5qWTJOalkyTmpZM0pUSkRKVEl5ZVNVeU1pVXpRVFl6TlM0NE9UZ3pPREk0TmpjeE16TXhKVGRFSlRKREpUZENKVEl5ZUNVeU1pVXpRVGN6TlM0ME9UazBNemczT0RJNU9URXpKVEpESlRJeWVTVXlNaVV6UVRZek5TNDRPVGd6T0RJNE5qY3hNek14SlRkRUpUVkVKVEpESlRJeWJHOWphMlZrSlRJeUpUTkJabUZzYzJVbE1rTWxNakprWVhSaFFYUjBjbWxpZFhSbGN5VXlNaVV6UVNVMVFpVTFSQ1V5UXlVeU1uQnliM0J6SlRJeUpUTkJKVGRDSlRJeWVtbHVaR1Y0SlRJeUpUTkJOVEVsTjBRbE1rTWxNakpzYVc1bFUzUjViR1VsTWpJbE0wRWxOMElsTWpKc2FXNWxWMmxrZEdnbE1qSWxNMEV4TGpVbE4wUWxNa01sTWpKbWNtOXRKVEl5SlROQkpUZENKVEl5ZUNVeU1pVXpRVGN6TlM0ME9UazJOalkyTmpZMk5qWTNKVEpESlRJeWVTVXlNaVV6UVRZME5pNDVNekl5TlRVeU5EUTNOVFUwSlRKREpUSXlZVzVuYkdVbE1qSWxNMEV4TGpVM01EYzVOak15TmpjNU5EZzVOeVV5UXlVeU1tbGtKVEl5SlROQkpUSXlUMnAzYTBSNFpGVlpaRFE1TURJMk9DVXlNaVUzUkNVeVF5VXlNblJ2SlRJeUpUTkJKVGRDSlRJeWFXUWxNaklsTTBFbE1qSkRiWFpPZEdKbmJrbFhOREl5TURBM0pUSXlKVEpESlRJeWVDVXlNaVV6UVRjek5TNDBPVGswTXpnM09ESTVPVEV6SlRKREpUSXllU1V5TWlVelFUWXlOQzQ0TmpRMU1UQTBPRGsxTVRBNEpUSkRKVEl5WVc1bmJHVWxNaklsTTBFMExqY3hNak00T0RrNE1ETTRORFk1SlRkRUpUSkRKVEl5ZEdWNGRFSnNiMk5ySlRJeUpUTkJKVFZDSlRWRUpUZEVKVEpESlRJeVJGVlNZMEZJYkdoclNEa3dNalV4TVNVeU1pVXpRU1UzUWlVeU1tbGtKVEl5SlROQkpUSXlSRlZTWTBGSWJHaHJTRGt3TWpVeE1TVXlNaVV5UXlVeU1tNWhiV1VsTWpJbE0wRWxNakp6ZEdGeWRDVXlNaVV5UXlVeU1uUnBkR3hsSlRJeUpUTkJKVEl5SlVVMUpVSkRKVGd3SlVVMUpVRTNKVGhDSlRKR0pVVTNKVUpDSlRrekpVVTJKVGxFSlRsR0pUSXlKVEpESlRJeVkyRjBaV2R2Y25rbE1qSWxNMEVsTWpKaVlYTnBZeVV5TWlVeVF5VXlNbWR5YjNWd0pUSXlKVE5CSlRJeUpUSXlKVEpESlRJeVozSnZkWEJPWVcxbEpUSXlKVE5CYm5Wc2JDVXlReVV5TW14dlkydGxaQ1V5TWlVelFXWmhiSE5sSlRKREpUSXliR2x1YXlVeU1pVXpRU1V5TWlVeU1pVXlReVV5TW1Ob2FXeGtjbVZ1SlRJeUpUTkJKVFZDSlRWRUpUSkRKVEl5Y0dGeVpXNTBKVEl5SlROQkpUSXlKVEl5SlRKREpUSXljbVZ6YVhwbFJHbHlKVEl5SlROQkpUVkNKVEl5ZEd3bE1qSWxNa01sTWpKMGNpVXlNaVV5UXlVeU1tSnlKVEl5SlRKREpUSXlZbXdsTWpJbE1rTWxNakpzSlRJeUpUSkRKVEl5ZENVeU1pVXlReVV5TW5JbE1qSWxNa01sTWpKaUpUSXlKVFZFSlRKREpUSXlZWFIwY21saWRYUmxKVEl5SlROQkpUZENKVEl5WTI5dWRHRnBibVZ5SlRJeUpUTkJabUZzYzJVbE1rTWxNakoyYVhOcFlteGxKVEl5SlROQmRISjFaU1V5UXlVeU1uSnZkR0YwWVdKc1pTVXlNaVV6UVhSeWRXVWxNa01sTWpKc2FXNXJZV0pzWlNVeU1pVXpRWFJ5ZFdVbE1rTWxNakpqYjJ4c1lYQnpZV0pzWlNVeU1pVXpRV1poYkhObEpUSkRKVEl5WTI5c2JHRndjMlZrSlRJeUpUTkJabUZzYzJVbE1rTWxNakptYVhobFpFeHBibXNsTWpJbE0wRm1ZV3h6WlNVeVF5VXlNbTFoY210bGNrOW1abk5sZENVeU1pVXpRVFVsTjBRbE1rTWxNakprWVhSaFFYUjBjbWxpZFhSbGN5VXlNaVV6UVNVMVFpVTNRaVV5TW01aGJXVWxNaklsTTBFbE1qSWxSVFVsUWtFbE9FWWxSVFVsT0VZbFFqY2xNaklsTWtNbE1qSjBlWEJsSlRJeUpUTkJKVEl5Ym5WdFltVnlKVEl5SlRKREpUSXlkbUZzZFdVbE1qSWxNMEVsTWpJbE1qSWxNa01sTWpKallYUmxaMjl5ZVNVeU1pVXpRU1V5TW1SbFptRjFiSFFsTWpJbE1rTWxNakpwWkNVeU1pVXpRU1V5TWtkclExZHFXa0ZRWVdzNU56SXpORFlsTWpJbE4wUWxNa01sTjBJbE1qSnVZVzFsSlRJeUpUTkJKVEl5SlVVMUpUa3dKVGhFSlVVM0pVRTNKVUl3SlRJeUpUSkRKVEl5ZEhsd1pTVXlNaVV6UVNVeU1uTjBjbWx1WnlVeU1pVXlReVV5TW5aaGJIVmxKVEl5SlROQkpUSXlKVEl5SlRKREpUSXlZMkYwWldkdmNua2xNaklsTTBFbE1qSmtaV1poZFd4MEpUSXlKVEpESlRJeWFXUWxNaklsTTBFbE1qSnFWSE5rU2xsMmVFRndOREl6TWpFd0pUSXlKVGRFSlRKREpUZENKVEl5Ym1GdFpTVXlNaVV6UVNVeU1pVkZOaVU0T1NVNE1DVkZOaVU1UXlVNE9TVkZPQ1U0TUNVNE5TVXlNaVV5UXlVeU1uUjVjR1VsTWpJbE0wRWxNakp6ZEhKcGJtY2xNaklsTWtNbE1qSjJZV3gxWlNVeU1pVXpRU1V5TWlVeU1pVXlReVV5TW1OaGRHVm5iM0o1SlRJeUpUTkJKVEl5WkdWbVlYVnNkQ1V5TWlVeVF5VXlNbWxrSlRJeUpUTkJKVEl5UVhWNFMzTkNabTVXZGprM01USTVPU1V5TWlVM1JDVXlReVUzUWlVeU1tNWhiV1VsTWpJbE0wRWxNaklsUlRnbFFrWWxPVVVsUlRZbE9FVWxRVFVsTWpJbE1rTWxNakowZVhCbEpUSXlKVE5CSlRJeWJHbHVheVV5TWlVeVF5VXlNblpoYkhWbEpUSXlKVE5CSlRJeUpUSXlKVEpESlRJeVkyRjBaV2R2Y25rbE1qSWxNMEVsTWpKa1pXWmhkV3gwSlRJeUpUSkRKVEl5YVdRbE1qSWxNMEVsTWpKV2NFbDVka1JKV1hwUU16TTFNall6SlRJeUpUZEVKVEpESlRkQ0pUSXlibUZ0WlNVeU1pVXpRU1V5TWlWRk5DVkNSU1ZDUmlWRk55VkJReVZDUVNVeU1pVXlReVV5TW5SNWNHVWxNaklsTTBFbE1qSnpkSEpwYm1jbE1qSWxNa01sTWpKMllXeDFaU1V5TWlVelFTVXlNaVV5TWlVeVF5VXlNbU5oZEdWbmIzSjVKVEl5SlROQkpUSXlaR1ZtWVhWc2RDVXlNaVV5UXlVeU1tbGtKVEl5SlROQkpUSXljV3hVY0ZSWlkzQnBTREV4TkRFM05TVXlNaVUzUkNVMVJDVXlReVV5TW5CeWIzQnpKVEl5SlROQkpUZENKVEl5ZUNVeU1pVXpRVGc1TVM0ek1qSTNORFkyT1RjM05EWTVKVEpESlRJeWVTVXlNaVV6UVRReE5pNHdOamcyTVRnNE9ERXhNVGt6SlRKREpUSXlkeVV5TWlVelFUSTVOeTR6T1RrME56VTFNalEwTnpVMEpUSkRKVEl5YUNVeU1pVXpRVFV3SlRKREpUSXllbWx1WkdWNEpUSXlKVE5CTlRJbE1rTWxNakpoYm1kc1pTVXlNaVV6UVRBbE4wUWxNa01sTWpKemFHRndaVk4wZVd4bEpUSXlKVE5CSlRkQ0pUSXlZV3h3YUdFbE1qSWxNMEV4SlRkRUpUSkRKVEl5YkdsdVpWTjBlV3hsSlRJeUpUTkJKVGRDSlRJeWJHbHVaVmRwWkhSb0pUSXlKVE5CTVM0MUpUZEVKVEpESlRJeVptbHNiRk4wZVd4bEpUSXlKVE5CSlRkQ0pUSXlZMjlzYjNJbE1qSWxNMEVsTWpJeU5UQWxNa015TWpBbE1rTXlNVGtsTWpJbE1rTWxNakprY21GM1ZIbHdaU1V5TWlVelFTVXlNbTV2Ym1VbE1qSWxOMFFsTWtNbE1qSjBhR1Z0WlNVeU1pVXpRU1UzUWlVM1JDVXlReVV5TW5CaGRHZ2xNaklsTTBFbE5VSWxOMElsTWpKaFkzUnBiMjV6SlRJeUpUTkJKVFZDSlRkQ0pUSXlZV04wYVc5dUpUSXlKVE5CSlRJeWJXOTJaU1V5TWlVeVF5VXlNbmdsTWpJbE0wRWxNakpOWVhSb0xtMXBiaWgzSlRKRGFDa2xNa1l6SlRJeUpUSkRKVEl5ZVNVeU1pVXpRU1V5TWpBbE1qSWxOMFFsTWtNbE4wSWxNakpoWTNScGIyNGxNaklsTTBFbE1qSnNhVzVsSlRJeUpUSkRKVEl5ZUNVeU1pVXpRU1V5TW5jdFRXRjBhQzV0YVc0b2R5VXlRMmdwSlRKR015VXlNaVV5UXlVeU1ua2xNaklsTTBFbE1qSXdKVEl5SlRkRUpUSkRKVGRDSlRJeVlXTjBhVzl1SlRJeUpUTkJKVEl5WTNWeWRtVWxNaklsTWtNbE1qSjRNU1V5TWlVelFTVXlNbmNsTWtKTllYUm9MbTFwYmloM0pUSkRhQ2tsTWtZekpUSkdNeVV5TWlVeVF5VXlNbmt4SlRJeUpUTkJKVEl5TUNVeU1pVXlReVV5TW5neUpUSXlKVE5CSlRJeWR5VXlRazFoZEdndWJXbHVLSGNsTWtOb0tTVXlSak1sTWtZekpUSXlKVEpESlRJeWVUSWxNaklsTTBFbE1qSm9KVEl5SlRKREpUSXllQ1V5TWlVelFTVXlNbmN0VFdGMGFDNXRhVzRvZHlVeVEyZ3BKVEpHTXlVeU1pVXlReVV5TW5rbE1qSWxNMEVsTWpKb0pUSXlKVGRFSlRKREpUZENKVEl5WVdOMGFXOXVKVEl5SlROQkpUSXliR2x1WlNVeU1pVXlReVV5TW5nbE1qSWxNMEVsTWpKTllYUm9MbTFwYmloM0pUSkRhQ2tsTWtZekpUSXlKVEpESlRJeWVTVXlNaVV6UVNVeU1tZ2xNaklsTjBRbE1rTWxOMElsTWpKaFkzUnBiMjRsTWpJbE0wRWxNakpqZFhKMlpTVXlNaVV5UXlVeU1uZ3hKVEl5SlROQkpUSXlMVTFoZEdndWJXbHVLSGNsTWtOb0tTVXlSak1sTWtZekpUSXlKVEpESlRJeWVURWxNaklsTTBFbE1qSm9KVEl5SlRKREpUSXllRElsTWpJbE0wRWxNakl0VFdGMGFDNXRhVzRvZHlVeVEyZ3BKVEpHTXlVeVJqTWxNaklsTWtNbE1qSjVNaVV5TWlVelFTVXlNakFsTWpJbE1rTWxNako0SlRJeUpUTkJKVEl5VFdGMGFDNXRhVzRvZHlVeVEyZ3BKVEpHTXlVeU1pVXlReVV5TW5rbE1qSWxNMEVsTWpJd0pUSXlKVGRFSlRKREpUZENKVEl5WVdOMGFXOXVKVEl5SlROQkpUSXlZMnh2YzJVbE1qSWxOMFFsTlVRbE4wUWxOVVFsTWtNbE1qSm1iMjUwVTNSNWJHVWxNaklsTTBFbE4wSWxNakp6YVhwbEpUSXlKVE5CTVRZbE1rTWxNakppYjJ4a0pUSXlKVE5CZEhKMVpTVTNSQ1V5UXlVeU1uUmxlSFJDYkc5amF5VXlNaVV6UVNVMVFpVTNRaVV5TW5CdmMybDBhVzl1SlRJeUpUTkJKVGRDSlRJeWVDVXlNaVV6UVRFd0pUSkRKVEl5ZVNVeU1pVXpRVEFsTWtNbE1qSjNKVEl5SlROQkpUSXlkeTB5TUNVeU1pVXlReVV5TW1nbE1qSWxNMEVsTWpKb0pUSXlKVGRFSlRKREpUSXlkR1Y0ZENVeU1pVXpRU1V5TW14bFpuUmZjMmh2ZFd4a1pYSmZjR2wwWTJoZmFtOXBiblFsTWpJbE4wUWxOVVFsTWtNbE1qSmhibU5vYjNKekpUSXlKVE5CSlRWQ0pUZENKVEl5ZUNVeU1pVXpRU1V5TW5jbE1rWXlKVEl5SlRKREpUSXllU1V5TWlVelFTVXlNakFsTWpJbE4wUWxNa01sTjBJbE1qSjRKVEl5SlROQkpUSXlkeVV5UmpJbE1qSWxNa01sTWpKNUpUSXlKVE5CSlRJeWFDVXlNaVUzUkNVeVF5VTNRaVV5TW5nbE1qSWxNMEVsTWpJd0pUSXlKVEpESlRJeWVTVXlNaVV6UVNVeU1tZ2xNa1l5SlRJeUpUZEVKVEpESlRkQ0pUSXllQ1V5TWlVelFTVXlNbmNsTWpJbE1rTWxNako1SlRJeUpUTkJKVEl5YUNVeVJqSWxNaklsTjBRbE5VUWxOMFFsTWtNbE1qSkJZMFYxUVc1QmVrWm1NamMwTlRjMEpUSXlKVE5CSlRkQ0pUSXlhV1FsTWpJbE0wRWxNakpCWTBWMVFXNUJla1ptTWpjME5UYzBKVEl5SlRKREpUSXlibUZ0WlNVeU1pVXpRU1V5TW14cGJtdGxjaVV5TWlVeVF5VXlNblJsZUhRbE1qSWxNMEVsTWpJbE1qSWxNa01sTWpKbmNtOTFjQ1V5TWlVelFTVXlNaVV5TWlVeVF5VXlNbXhwYm10bGNsUjVjR1VsTWpJbE0wRWxNakppY205clpXNGxNaklsTWtNbE1qSndiMmx1ZEhNbE1qSWxNMEVsTlVJbE4wSWxNako0SlRJeUpUTkJPRFkxTGpZd05EWTVNVFV6TURZNU1UZ2xNa01sTWpKNUpUSXlKVE5CTkRReExqQTJPRGN5TnpJM01qY3lOek1sTjBRbE1rTWxOMElsTWpKNEpUSXlKVE5CT0RZMUxqWXdORFk1TVRVek1EWTVNVGdsTWtNbE1qSjVKVEl5SlROQk5EUXhMakEyT0RZeE9EZzRNVEV4T1RNbE4wUWxOVVFsTWtNbE1qSnNiMk5yWldRbE1qSWxNMEZtWVd4elpTVXlReVV5TW1SaGRHRkJkSFJ5YVdKMWRHVnpKVEl5SlROQkpUVkNKVFZFSlRKREpUSXljSEp2Y0hNbE1qSWxNMEVsTjBJbE1qSjZhVzVrWlhnbE1qSWxNMEUxTXlVM1JDVXlReVV5TW14cGJtVlRkSGxzWlNVeU1pVXpRU1UzUWlVeU1teHBibVZYYVdSMGFDVXlNaVV6UVRFdU5TVTNSQ1V5UXlVeU1tWnliMjBsTWpJbE0wRWxOMElsTWpKNEpUSXlKVE5CT0RNNUxqZzROall6TmpNMk16WXpOamNsTWtNbE1qSjVKVEl5SlROQk5EUXhMakEyT0RjeU56STNNamN5TnpNbE1rTWxNakpoYm1kc1pTVXlNaVV6UVRNdU1UUXhOVGt5TmpVek5UZzVOemt6TmlVeVF5VXlNbWxrSlRJeUpUTkJKVEl5UTIxMlRuUmlaMjVKVnpReU1qQXdOeVV5TWlVM1JDVXlReVV5TW5SdkpUSXlKVE5CSlRkQ0pUSXlhV1FsTWpJbE0wRWxNakpFVlZKalFVaHNhR3RJT1RBeU5URXhKVEl5SlRKREpUSXllQ1V5TWlVelFUZzVNUzR6TWpJM05EWTJPVGMzTkRZNUpUSkRKVEl5ZVNVeU1pVXpRVFEwTVM0d05qZzJNVGc0T0RFeE1Ua3pKVEpESlRJeVlXNW5iR1VsTWpJbE0wRXdKVGRFSlRKREpUSXlkR1Y0ZEVKc2IyTnJKVEl5SlROQkpUVkNKVFZFSlRkRUpUSkRKVEl5VTAxNFdYUklTV3hXU0RNek1qQTNNQ1V5TWlVelFTVTNRaVV5TW1sa0pUSXlKVE5CSlRJeVUwMTRXWFJJU1d4V1NETXpNakEzTUNVeU1pVXlReVV5TW01aGJXVWxNaklsTTBFbE1qSnpkR0Z5ZENVeU1pVXlReVV5TW5ScGRHeGxKVEl5SlROQkpUSXlKVVUxSlVKREpUZ3dKVVUxSlVFM0pUaENKVEpHSlVVM0pVSkNKVGt6SlVVMkpUbEVKVGxHSlRJeUpUSkRKVEl5WTJGMFpXZHZjbmtsTWpJbE0wRWxNakppWVhOcFl5VXlNaVV5UXlVeU1tZHliM1Z3SlRJeUpUTkJKVEl5SlRJeUpUSkRKVEl5WjNKdmRYQk9ZVzFsSlRJeUpUTkJiblZzYkNVeVF5VXlNbXh2WTJ0bFpDVXlNaVV6UVdaaGJITmxKVEpESlRJeWJHbHVheVV5TWlVelFTVXlNaVV5TWlVeVF5VXlNbU5vYVd4a2NtVnVKVEl5SlROQkpUVkNKVFZFSlRKREpUSXljR0Z5Wlc1MEpUSXlKVE5CSlRJeUpUSXlKVEpESlRJeWNtVnphWHBsUkdseUpUSXlKVE5CSlRWQ0pUSXlkR3dsTWpJbE1rTWxNakowY2lVeU1pVXlReVV5TW1KeUpUSXlKVEpESlRJeVltd2xNaklsTWtNbE1qSnNKVEl5SlRKREpUSXlkQ1V5TWlVeVF5VXlNbklsTWpJbE1rTWxNakppSlRJeUpUVkVKVEpESlRJeVlYUjBjbWxpZFhSbEpUSXlKVE5CSlRkQ0pUSXlZMjl1ZEdGcGJtVnlKVEl5SlROQlptRnNjMlVsTWtNbE1qSjJhWE5wWW14bEpUSXlKVE5CZEhKMVpTVXlReVV5TW5KdmRHRjBZV0pzWlNVeU1pVXpRWFJ5ZFdVbE1rTWxNakpzYVc1cllXSnNaU1V5TWlVelFYUnlkV1VsTWtNbE1qSmpiMnhzWVhCellXSnNaU1V5TWlVelFXWmhiSE5sSlRKREpUSXlZMjlzYkdGd2MyVmtKVEl5SlROQlptRnNjMlVsTWtNbE1qSm1hWGhsWkV4cGJtc2xNaklsTTBGbVlXeHpaU1V5UXlVeU1tMWhjbXRsY2s5bVpuTmxkQ1V5TWlVelFUVWxOMFFsTWtNbE1qSmtZWFJoUVhSMGNtbGlkWFJsY3lVeU1pVXpRU1UxUWlVM1FpVXlNbTVoYldVbE1qSWxNMEVsTWpJbFJUVWxRa0VsT0VZbFJUVWxPRVlsUWpjbE1qSWxNa01sTWpKMGVYQmxKVEl5SlROQkpUSXliblZ0WW1WeUpUSXlKVEpESlRJeWRtRnNkV1VsTWpJbE0wRWxNaklsTWpJbE1rTWxNakpqWVhSbFoyOXllU1V5TWlVelFTVXlNbVJsWm1GMWJIUWxNaklsTWtNbE1qSnBaQ1V5TWlVelFTVXlNbEZ3UjBSdFpVRkVUR3d4TmpnMk1EUWxNaklsTjBRbE1rTWxOMElsTWpKdVlXMWxKVEl5SlROQkpUSXlKVVUxSlRrd0pUaEVKVVUzSlVFM0pVSXdKVEl5SlRKREpUSXlkSGx3WlNVeU1pVXpRU1V5TW5OMGNtbHVaeVV5TWlVeVF5VXlNblpoYkhWbEpUSXlKVE5CSlRJeUpUSXlKVEpESlRJeVkyRjBaV2R2Y25rbE1qSWxNMEVsTWpKa1pXWmhkV3gwSlRJeUpUSkRKVEl5YVdRbE1qSWxNMEVsTWpKUGQxWnFjMXBWZEcxWk56VTBNams0SlRJeUpUZEVKVEpESlRkQ0pUSXlibUZ0WlNVeU1pVXpRU1V5TWlWRk5pVTRPU1U0TUNWRk5pVTVReVU0T1NWRk9DVTRNQ1U0TlNVeU1pVXlReVV5TW5SNWNHVWxNaklsTTBFbE1qSnpkSEpwYm1jbE1qSWxNa01sTWpKMllXeDFaU1V5TWlVelFTVXlNaVV5TWlVeVF5VXlNbU5oZEdWbmIzSjVKVEl5SlROQkpUSXlaR1ZtWVhWc2RDVXlNaVV5UXlVeU1tbGtKVEl5SlROQkpUSXlhVUZaUmxaNlVsVndZelF5TVRRd05TVXlNaVUzUkNVeVF5VTNRaVV5TW01aGJXVWxNaklsTTBFbE1qSWxSVGdsUWtZbE9VVWxSVFlsT0VVbFFUVWxNaklsTWtNbE1qSjBlWEJsSlRJeUpUTkJKVEl5YkdsdWF5VXlNaVV5UXlVeU1uWmhiSFZsSlRJeUpUTkJKVEl5SlRJeUpUSkRKVEl5WTJGMFpXZHZjbmtsTWpJbE0wRWxNakprWldaaGRXeDBKVEl5SlRKREpUSXlhV1FsTWpJbE0wRWxNakptV0dwR1ptNXphWEYwTmpnME9EQTVKVEl5SlRkRUpUSkRKVGRDSlRJeWJtRnRaU1V5TWlVelFTVXlNaVZGTkNWQ1JTVkNSaVZGTnlWQlF5VkNRU1V5TWlVeVF5VXlNblI1Y0dVbE1qSWxNMEVsTWpKemRISnBibWNsTWpJbE1rTWxNakoyWVd4MVpTVXlNaVV6UVNVeU1pVXlNaVV5UXlVeU1tTmhkR1ZuYjNKNUpUSXlKVE5CSlRJeVpHVm1ZWFZzZENVeU1pVXlReVV5TW1sa0pUSXlKVE5CSlRJeVoyeDVaa2xrUm5WeFZERXlNREl3TlNVeU1pVTNSQ1UxUkNVeVF5VXlNbkJ5YjNCekpUSXlKVE5CSlRkQ0pUSXllQ1V5TWlVelFUSTROQzQzTlRBd01EQXdNREF3TURBME5TVXlReVV5TW5rbE1qSWxNMEUwTVRjdU1EWTROakU0T0RneE1URTVNVFlsTWtNbE1qSjNKVEl5SlROQk1qazNMak01T1RRM05UVXlORFEzTlRRbE1rTWxNakpvSlRJeUpUTkJOVEFsTWtNbE1qSjZhVzVrWlhnbE1qSWxNMEUxTkNVeVF5VXlNbUZ1WjJ4bEpUSXlKVE5CTUNVM1JDVXlReVV5TW5Ob1lYQmxVM1I1YkdVbE1qSWxNMEVsTjBJbE1qSmhiSEJvWVNVeU1pVXpRVEVsTjBRbE1rTWxNakpzYVc1bFUzUjViR1VsTWpJbE0wRWxOMElsTWpKc2FXNWxWMmxrZEdnbE1qSWxNMEV4TGpVbE4wUWxNa01sTWpKbWFXeHNVM1I1YkdVbE1qSWxNMEVsTjBJbE1qSmpiMnh2Y2lVeU1pVXpRU1V5TWpJMU1DVXlRekl5TUNVeVF6SXhPU1V5TWlVeVF5VXlNbVJ5WVhkVWVYQmxKVEl5SlROQkpUSXlibTl1WlNVeU1pVTNSQ1V5UXlVeU1uUm9aVzFsSlRJeUpUTkJKVGRDSlRkRUpUSkRKVEl5Y0dGMGFDVXlNaVV6UVNVMVFpVTNRaVV5TW1GamRHbHZibk1sTWpJbE0wRWxOVUlsTjBJbE1qSmhZM1JwYjI0bE1qSWxNMEVsTWpKdGIzWmxKVEl5SlRKREpUSXllQ1V5TWlVelFTVXlNazFoZEdndWJXbHVLSGNsTWtOb0tTVXlSak1sTWpJbE1rTWxNako1SlRJeUpUTkJKVEl5TUNVeU1pVTNSQ1V5UXlVM1FpVXlNbUZqZEdsdmJpVXlNaVV6UVNVeU1teHBibVVsTWpJbE1rTWxNako0SlRJeUpUTkJKVEl5ZHkxTllYUm9MbTFwYmloM0pUSkRhQ2tsTWtZekpUSXlKVEpESlRJeWVTVXlNaVV6UVNVeU1qQWxNaklsTjBRbE1rTWxOMElsTWpKaFkzUnBiMjRsTWpJbE0wRWxNakpqZFhKMlpTVXlNaVV5UXlVeU1uZ3hKVEl5SlROQkpUSXlkeVV5UWsxaGRHZ3ViV2x1S0hjbE1rTm9LU1V5UmpNbE1rWXpKVEl5SlRKREpUSXllVEVsTWpJbE0wRWxNakl3SlRJeUpUSkRKVEl5ZURJbE1qSWxNMEVsTWpKM0pUSkNUV0YwYUM1dGFXNG9keVV5UTJncEpUSkdNeVV5UmpNbE1qSWxNa01sTWpKNU1pVXlNaVV6UVNVeU1tZ2xNaklsTWtNbE1qSjRKVEl5SlROQkpUSXlkeTFOWVhSb0xtMXBiaWgzSlRKRGFDa2xNa1l6SlRJeUpUSkRKVEl5ZVNVeU1pVXpRU1V5TW1nbE1qSWxOMFFsTWtNbE4wSWxNakpoWTNScGIyNGxNaklsTTBFbE1qSnNhVzVsSlRJeUpUSkRKVEl5ZUNVeU1pVXpRU1V5TWsxaGRHZ3ViV2x1S0hjbE1rTm9LU1V5UmpNbE1qSWxNa01sTWpKNUpUSXlKVE5CSlRJeWFDVXlNaVUzUkNVeVF5VTNRaVV5TW1GamRHbHZiaVV5TWlVelFTVXlNbU4xY25abEpUSXlKVEpESlRJeWVERWxNaklsTTBFbE1qSXRUV0YwYUM1dGFXNG9keVV5UTJncEpUSkdNeVV5UmpNbE1qSWxNa01sTWpKNU1TVXlNaVV6UVNVeU1tZ2xNaklsTWtNbE1qSjRNaVV5TWlVelFTVXlNaTFOWVhSb0xtMXBiaWgzSlRKRGFDa2xNa1l6SlRKR015VXlNaVV5UXlVeU1ua3lKVEl5SlROQkpUSXlNQ1V5TWlVeVF5VXlNbmdsTWpJbE0wRWxNakpOWVhSb0xtMXBiaWgzSlRKRGFDa2xNa1l6SlRJeUpUSkRKVEl5ZVNVeU1pVXpRU1V5TWpBbE1qSWxOMFFsTWtNbE4wSWxNakpoWTNScGIyNGxNaklsTTBFbE1qSmpiRzl6WlNVeU1pVTNSQ1UxUkNVM1JDVTFSQ1V5UXlVeU1tWnZiblJUZEhsc1pTVXlNaVV6UVNVM1FpVXlNbk5wZW1VbE1qSWxNMEV4TmlVeVF5VXlNbUp2YkdRbE1qSWxNMEYwY25WbEpUZEVKVEpESlRJeWRHVjRkRUpzYjJOckpUSXlKVE5CSlRWQ0pUZENKVEl5Y0c5emFYUnBiMjRsTWpJbE0wRWxOMElsTWpKNEpUSXlKVE5CTVRBbE1rTWxNako1SlRJeUpUTkJNQ1V5UXlVeU1uY2xNaklsTTBFbE1qSjNMVEl3SlRJeUpUSkRKVEl5YUNVeU1pVXpRU1V5TW1nbE1qSWxOMFFsTWtNbE1qSjBaWGgwSlRJeUpUTkJKVEl5YkdWbWRGOXphRzkxYkdSbGNsOXdhWFJqYUY5cWIybHVkQ1V5TWlVM1JDVTFSQ1V5UXlVeU1tRnVZMmh2Y25NbE1qSWxNMEVsTlVJbE4wSWxNako0SlRJeUpUTkJKVEl5ZHlVeVJqSWxNaklsTWtNbE1qSjVKVEl5SlROQkpUSXlNQ1V5TWlVM1JDVXlReVUzUWlVeU1uZ2xNaklsTTBFbE1qSjNKVEpHTWlVeU1pVXlReVV5TW5rbE1qSWxNMEVsTWpKb0pUSXlKVGRFSlRKREpUZENKVEl5ZUNVeU1pVXpRU1V5TWpBbE1qSWxNa01sTWpKNUpUSXlKVE5CSlRJeWFDVXlSaklsTWpJbE4wUWxNa01sTjBJbE1qSjRKVEl5SlROQkpUSXlkeVV5TWlVeVF5VXlNbmtsTWpJbE0wRWxNakpvSlRKR01pVXlNaVUzUkNVMVJDVTNSQ1V5UXlVeU1sVllZMHhrV0d0RGNsazBOVE14TWpVbE1qSWxNMEVsTjBJbE1qSnBaQ1V5TWlVelFTVXlNbFZZWTB4a1dHdERjbGswTlRNeE1qVWxNaklsTWtNbE1qSnVZVzFsSlRJeUpUTkJKVEl5YkdsdWEyVnlKVEl5SlRKREpUSXlkR1Y0ZENVeU1pVXpRU1V5TWlVeU1pVXlReVV5TW1keWIzVndKVEl5SlROQkpUSXlKVEl5SlRKREpUSXliR2x1YTJWeVZIbHdaU1V5TWlVelFTVXlNbUp5YjJ0bGJpVXlNaVV5UXlVeU1uQnZhVzUwY3lVeU1pVXpRU1UxUWlVM1FpVXlNbmdsTWpJbE0wRTJNRFl1TmpNeE16RTRNVGd4T0RFNE5pVXlReVV5TW5rbE1qSWxNMEUwTkRFdU1EWTROekkzTWpjeU56STNNeVUzUkNVeVF5VTNRaVV5TW5nbE1qSWxNMEUyTURZdU5qTXhNekU0TVRneE9ERTROaVV5UXlVeU1ua2xNaklsTTBFME5ESXVNRFk0TmpFNE9EZ3hNVEU1TVRZbE4wUWxOVVFsTWtNbE1qSnNiMk5yWldRbE1qSWxNMEZtWVd4elpTVXlReVV5TW1SaGRHRkJkSFJ5YVdKMWRHVnpKVEl5SlROQkpUVkNKVFZFSlRKREpUSXljSEp2Y0hNbE1qSWxNMEVsTjBJbE1qSjZhVzVrWlhnbE1qSWxNMEUxTlNVM1JDVXlReVV5TW14cGJtVlRkSGxzWlNVeU1pVXpRU1UzUWlVeU1teHBibVZYYVdSMGFDVXlNaVV6UVRFdU5TVTNSQ1V5UXlVeU1tWnliMjBsTWpJbE0wRWxOMElsTWpKNEpUSXlKVE5CTmpNeExqRXhNell6TmpNMk16WXpOamNsTWtNbE1qSjVKVEl5SlROQk5EUXhMakEyT0RjeU56STNNamN5TnpNbE1rTWxNakpoYm1kc1pTVXlNaVV6UVRBbE1rTWxNakpwWkNVeU1pVXpRU1V5TWtOdGRrNTBZbWR1U1ZjME1qSXdNRGNsTWpJbE4wUWxNa01sTWpKMGJ5VXlNaVV6UVNVM1FpVXlNbWxrSlRJeUpUTkJKVEl5VTAxNFdYUklTV3hXU0RNek1qQTNNQ1V5TWlVeVF5VXlNbmdsTWpJbE0wRTFPREl1TVRRNU1EQXdNREF3TURBd05TVXlReVV5TW5rbE1qSWxNMEUwTkRJdU1EWTROakU0T0RneE1URTVNVFlsTWtNbE1qSmhibWRzWlNVeU1pVXpRVE11TVRReE5Ua3lOalV6TlRnNU56a3pKVGRFSlRKREpUSXlkR1Y0ZEVKc2IyTnJKVEl5SlROQkpUVkNKVFZFSlRkRUpUSkRKVEl5WTJOVWQxSjVkSFJXVVRZeU1EVXpPQ1V5TWlVelFTVTNRaVV5TW1sa0pUSXlKVE5CSlRJeVkyTlVkMUo1ZEhSV1VUWXlNRFV6T0NVeU1pVXlReVV5TW01aGJXVWxNaklsTTBFbE1qSnpkR0Z5ZENVeU1pVXlReVV5TW5ScGRHeGxKVEl5SlROQkpUSXlKVVUxSlVKREpUZ3dKVVUxSlVFM0pUaENKVEpHSlVVM0pVSkNKVGt6SlVVMkpUbEVKVGxHSlRJeUpUSkRKVEl5WTJGMFpXZHZjbmtsTWpJbE0wRWxNakppWVhOcFl5VXlNaVV5UXlVeU1tZHliM1Z3SlRJeUpUTkJKVEl5SlRJeUpUSkRKVEl5WjNKdmRYQk9ZVzFsSlRJeUpUTkJiblZzYkNVeVF5VXlNbXh2WTJ0bFpDVXlNaVV6UVdaaGJITmxKVEpESlRJeWJHbHVheVV5TWlVelFTVXlNaVV5TWlVeVF5VXlNbU5vYVd4a2NtVnVKVEl5SlROQkpUVkNKVFZFSlRKREpUSXljR0Z5Wlc1MEpUSXlKVE5CSlRJeUpUSXlKVEpESlRJeWNtVnphWHBsUkdseUpUSXlKVE5CSlRWQ0pUSXlkR3dsTWpJbE1rTWxNakowY2lVeU1pVXlReVV5TW1KeUpUSXlKVEpESlRJeVltd2xNaklsTWtNbE1qSnNKVEl5SlRKREpUSXlkQ1V5TWlVeVF5VXlNbklsTWpJbE1rTWxNakppSlRJeUpUVkVKVEpESlRJeVlYUjBjbWxpZFhSbEpUSXlKVE5CSlRkQ0pUSXlZMjl1ZEdGcGJtVnlKVEl5SlROQlptRnNjMlVsTWtNbE1qSjJhWE5wWW14bEpUSXlKVE5CZEhKMVpTVXlReVV5TW5KdmRHRjBZV0pzWlNVeU1pVXpRWFJ5ZFdVbE1rTWxNakpzYVc1cllXSnNaU1V5TWlVelFYUnlkV1VsTWtNbE1qSmpiMnhzWVhCellXSnNaU1V5TWlVelFXWmhiSE5sSlRKREpUSXlZMjlzYkdGd2MyVmtKVEl5SlROQlptRnNjMlVsTWtNbE1qSm1hWGhsWkV4cGJtc2xNaklsTTBGbVlXeHpaU1V5UXlVeU1tMWhjbXRsY2s5bVpuTmxkQ1V5TWlVelFUVWxOMFFsTWtNbE1qSmtZWFJoUVhSMGNtbGlkWFJsY3lVeU1pVXpRU1UxUWlVM1FpVXlNbTVoYldVbE1qSWxNMEVsTWpJbFJUVWxRa0VsT0VZbFJUVWxPRVlsUWpjbE1qSWxNa01sTWpKMGVYQmxKVEl5SlROQkpUSXliblZ0WW1WeUpUSXlKVEpESlRJeWRtRnNkV1VsTWpJbE0wRWxNaklsTWpJbE1rTWxNakpqWVhSbFoyOXllU1V5TWlVelFTVXlNbVJsWm1GMWJIUWxNaklsTWtNbE1qSnBaQ1V5TWlVelFTVXlNa1JhVmxObGNtOTRXV1kyT0Rrek9EWWxNaklsTjBRbE1rTWxOMElsTWpKdVlXMWxKVEl5SlROQkpUSXlKVVUxSlRrd0pUaEVKVVUzSlVFM0pVSXdKVEl5SlRKREpUSXlkSGx3WlNVeU1pVXpRU1V5TW5OMGNtbHVaeVV5TWlVeVF5VXlNblpoYkhWbEpUSXlKVE5CSlRJeUpUSXlKVEpESlRJeVkyRjBaV2R2Y25rbE1qSWxNMEVsTWpKa1pXWmhkV3gwSlRJeUpUSkRKVEl5YVdRbE1qSWxNMEVsTWpKS1NHTkRlRlpzWVV4T05EZzBOemd3SlRJeUpUZEVKVEpESlRkQ0pUSXlibUZ0WlNVeU1pVXpRU1V5TWlWRk5pVTRPU1U0TUNWRk5pVTVReVU0T1NWRk9DVTRNQ1U0TlNVeU1pVXlReVV5TW5SNWNHVWxNaklsTTBFbE1qSnpkSEpwYm1jbE1qSWxNa01sTWpKMllXeDFaU1V5TWlVelFTVXlNaVV5TWlVeVF5VXlNbU5oZEdWbmIzSjVKVEl5SlROQkpUSXlaR1ZtWVhWc2RDVXlNaVV5UXlVeU1tbGtKVEl5SlROQkpUSXllRWh3YTFaNFQyVmFWVEV5TXprM09DVXlNaVUzUkNVeVF5VTNRaVV5TW01aGJXVWxNaklsTTBFbE1qSWxSVGdsUWtZbE9VVWxSVFlsT0VVbFFUVWxNaklsTWtNbE1qSjBlWEJsSlRJeUpUTkJKVEl5YkdsdWF5VXlNaVV5UXlVeU1uWmhiSFZsSlRJeUpUTkJKVEl5SlRJeUpUSkRKVEl5WTJGMFpXZHZjbmtsTWpJbE0wRWxNakprWldaaGRXeDBKVEl5SlRKREpUSXlhV1FsTWpJbE0wRWxNakppWlhCcFlsbE5SRkJ3TlRFeE56SXhKVEl5SlRkRUpUSkRKVGRDSlRJeWJtRnRaU1V5TWlVelFTVXlNaVZGTkNWQ1JTVkNSaVZGTnlWQlF5VkNRU1V5TWlVeVF5VXlNblI1Y0dVbE1qSWxNMEVsTWpKemRISnBibWNsTWpJbE1rTWxNakoyWVd4MVpTVXlNaVV6UVNVeU1pVXlNaVV5UXlVeU1tTmhkR1ZuYjNKNUpUSXlKVE5CSlRJeVpHVm1ZWFZzZENVeU1pVXlReVV5TW1sa0pUSXlKVE5CSlRJeWJtUklTVUYzU1UxSVVUazJNVGc1TXlVeU1pVTNSQ1UxUkNVeVF5VXlNbkJ5YjNCekpUSXlKVE5CSlRkQ0pUSXllQ1V5TWlVelFUazBPQzQxTXpFd09EQXdNekV3T0RBeEpUSkRKVEl5ZVNVeU1pVXpRVFUxTXk0NU9EY3hOemswT0RjeE56azBKVEpESlRJeWR5VXlNaVV6UVRFNE1pNDVPREk0TURnNE5UYzRNRGczT0NVeVF5VXlNbWdsTWpJbE0wRTFNQ1V5UXlVeU1ucHBibVJsZUNVeU1pVXpRVFUySlRKREpUSXlZVzVuYkdVbE1qSWxNMEV3SlRkRUpUSkRKVEl5YzJoaGNHVlRkSGxzWlNVeU1pVXpRU1UzUWlVeU1tRnNjR2hoSlRJeUpUTkJNU1UzUkNVeVF5VXlNbXhwYm1WVGRIbHNaU1V5TWlVelFTVTNRaVV5TW14cGJtVlhhV1IwYUNVeU1pVXpRVEV1TlNVM1JDVXlReVV5TW1acGJHeFRkSGxzWlNVeU1pVXpRU1UzUWlVeU1tTnZiRzl5SlRJeUpUTkJKVEl5TWpNeEpUSkRNak0xSlRKRE1qTTNKVEl5SlRKREpUSXlaSEpoZDFSNWNHVWxNaklsTTBFbE1qSnViMjVsSlRJeUpUZEVKVEpESlRJeWRHaGxiV1VsTWpJbE0wRWxOMElsTjBRbE1rTWxNakp3WVhSb0pUSXlKVE5CSlRWQ0pUZENKVEl5WVdOMGFXOXVjeVV5TWlVelFTVTFRaVUzUWlVeU1tRmpkR2x2YmlVeU1pVXpRU1V5TW0xdmRtVWxNaklsTWtNbE1qSjRKVEl5SlROQkpUSXlUV0YwYUM1dGFXNG9keVV5UTJncEpUSkdNeVV5TWlVeVF5VXlNbmtsTWpJbE0wRWxNakl3SlRJeUpUZEVKVEpESlRkQ0pUSXlZV04wYVc5dUpUSXlKVE5CSlRJeWJHbHVaU1V5TWlVeVF5VXlNbmdsTWpJbE0wRWxNakozTFUxaGRHZ3ViV2x1S0hjbE1rTm9LU1V5UmpNbE1qSWxNa01sTWpKNUpUSXlKVE5CSlRJeU1DVXlNaVUzUkNVeVF5VTNRaVV5TW1GamRHbHZiaVV5TWlVelFTVXlNbU4xY25abEpUSXlKVEpESlRJeWVERWxNaklsTTBFbE1qSjNKVEpDVFdGMGFDNXRhVzRvZHlVeVEyZ3BKVEpHTXlVeVJqTWxNaklsTWtNbE1qSjVNU1V5TWlVelFTVXlNakFsTWpJbE1rTWxNako0TWlVeU1pVXpRU1V5TW5jbE1rSk5ZWFJvTG0xcGJpaDNKVEpEYUNrbE1rWXpKVEpHTXlVeU1pVXlReVV5TW5reUpUSXlKVE5CSlRJeWFDVXlNaVV5UXlVeU1uZ2xNaklsTTBFbE1qSjNMVTFoZEdndWJXbHVLSGNsTWtOb0tTVXlSak1sTWpJbE1rTWxNako1SlRJeUpUTkJKVEl5YUNVeU1pVTNSQ1V5UXlVM1FpVXlNbUZqZEdsdmJpVXlNaVV6UVNVeU1teHBibVVsTWpJbE1rTWxNako0SlRJeUpUTkJKVEl5VFdGMGFDNXRhVzRvZHlVeVEyZ3BKVEpHTXlVeU1pVXlReVV5TW5rbE1qSWxNMEVsTWpKb0pUSXlKVGRFSlRKREpUZENKVEl5WVdOMGFXOXVKVEl5SlROQkpUSXlZM1Z5ZG1VbE1qSWxNa01sTWpKNE1TVXlNaVV6UVNVeU1pMU5ZWFJvTG0xcGJpaDNKVEpEYUNrbE1rWXpKVEpHTXlVeU1pVXlReVV5TW5reEpUSXlKVE5CSlRJeWFDVXlNaVV5UXlVeU1uZ3lKVEl5SlROQkpUSXlMVTFoZEdndWJXbHVLSGNsTWtOb0tTVXlSak1sTWtZekpUSXlKVEpESlRJeWVUSWxNaklsTTBFbE1qSXdKVEl5SlRKREpUSXllQ1V5TWlVelFTVXlNazFoZEdndWJXbHVLSGNsTWtOb0tTVXlSak1sTWpJbE1rTWxNako1SlRJeUpUTkJKVEl5TUNVeU1pVTNSQ1V5UXlVM1FpVXlNbUZqZEdsdmJpVXlNaVV6UVNVeU1tTnNiM05sSlRJeUpUZEVKVFZFSlRkRUpUVkVKVEpESlRJeVptOXVkRk4wZVd4bEpUSXlKVE5CSlRkQ0pUSXljMmw2WlNVeU1pVXpRVEUySlRKREpUSXlZbTlzWkNVeU1pVXpRWFJ5ZFdVbE4wUWxNa01sTWpKMFpYaDBRbXh2WTJzbE1qSWxNMEVsTlVJbE4wSWxNakp3YjNOcGRHbHZiaVV5TWlVelFTVTNRaVV5TW5nbE1qSWxNMEV4TUNVeVF5VXlNbmtsTWpJbE0wRXdKVEpESlRJeWR5VXlNaVV6UVNVeU1uY3RNakFsTWpJbE1rTWxNakpvSlRJeUpUTkJKVEl5YUNVeU1pVTNSQ1V5UXlVeU1uUmxlSFFsTWpJbE0wRWxNakpzWldaMFgyVnNZbTkzWDJwdmFXNTBKVEl5SlRkRUpUVkVKVEpESlRJeVlXNWphRzl5Y3lVeU1pVXpRU1UxUWlVM1FpVXlNbmdsTWpJbE0wRWxNakozSlRKR01pVXlNaVV5UXlVeU1ua2xNaklsTTBFbE1qSXdKVEl5SlRkRUpUSkRKVGRDSlRJeWVDVXlNaVV6UVNVeU1uY2xNa1l5SlRJeUpUSkRKVEl5ZVNVeU1pVXpRU1V5TW1nbE1qSWxOMFFsTWtNbE4wSWxNako0SlRJeUpUTkJKVEl5TUNVeU1pVXlReVV5TW5rbE1qSWxNMEVsTWpKb0pUSkdNaVV5TWlVM1JDVXlReVUzUWlVeU1uZ2xNaklsTTBFbE1qSjNKVEl5SlRKREpUSXllU1V5TWlVelFTVXlNbWdsTWtZeUpUSXlKVGRFSlRWRUpUZEVKVEpESlRJeVowMXZlVU5UZG5CMFZERTNNekE0T0NVeU1pVXpRU1UzUWlVeU1tbGtKVEl5SlROQkpUSXlaMDF2ZVVOVGRuQjBWREUzTXpBNE9DVXlNaVV5UXlVeU1tNWhiV1VsTWpJbE0wRWxNakp5YjNWdVpGSmxZM1JoYm1kc1pTVXlNaVV5UXlVeU1uUnBkR3hsSlRJeUpUTkJKVEl5SlVVMUpUbERKVGcySlVVNEpVRTNKVGt5SlVVM0pUbEdKVUU1SlVVMUpVSkVKVUV5SlRJeUpUSkRKVEl5WTJGMFpXZHZjbmtsTWpJbE0wRWxNakppWVhOcFl5VXlNaVV5UXlVeU1tZHliM1Z3SlRJeUpUTkJKVEl5SlRJeUpUSkRKVEl5WjNKdmRYQk9ZVzFsSlRJeUpUTkJiblZzYkNVeVF5VXlNbXh2WTJ0bFpDVXlNaVV6UVdaaGJITmxKVEpESlRJeWJHbHVheVV5TWlVelFTVXlNaVV5TWlVeVF5VXlNbU5vYVd4a2NtVnVKVEl5SlROQkpUVkNKVFZFSlRKREpUSXljR0Z5Wlc1MEpUSXlKVE5CSlRJeUpUSXlKVEpESlRJeWNtVnphWHBsUkdseUpUSXlKVE5CSlRWQ0pUSXlkR3dsTWpJbE1rTWxNakowY2lVeU1pVXlReVV5TW1KeUpUSXlKVEpESlRJeVltd2xNaklsTWtNbE1qSnNKVEl5SlRKREpUSXlkQ1V5TWlVeVF5VXlNbklsTWpJbE1rTWxNakppSlRJeUpUVkVKVEpESlRJeVlYUjBjbWxpZFhSbEpUSXlKVE5CSlRkQ0pUSXlZMjl1ZEdGcGJtVnlKVEl5SlROQlptRnNjMlVsTWtNbE1qSjJhWE5wWW14bEpUSXlKVE5CZEhKMVpTVXlReVV5TW5KdmRHRjBZV0pzWlNVeU1pVXpRWFJ5ZFdVbE1rTWxNakpzYVc1cllXSnNaU1V5TWlVelFYUnlkV1VsTWtNbE1qSmpiMnhzWVhCellXSnNaU1V5TWlVelFXWmhiSE5sSlRKREpUSXlZMjlzYkdGd2MyVmtKVEl5SlROQlptRnNjMlVsTWtNbE1qSm1hWGhsWkV4cGJtc2xNaklsTTBGbVlXeHpaU1V5UXlVeU1tMWhjbXRsY2s5bVpuTmxkQ1V5TWlVelFUVWxOMFFsTWtNbE1qSmtZWFJoUVhSMGNtbGlkWFJsY3lVeU1pVXpRU1UxUWlVM1FpVXlNbTVoYldVbE1qSWxNMEVsTWpJbFJUVWxRa0VsT0VZbFJUVWxPRVlsUWpjbE1qSWxNa01sTWpKMGVYQmxKVEl5SlROQkpUSXliblZ0WW1WeUpUSXlKVEpESlRJeWRtRnNkV1VsTWpJbE0wRWxNaklsTWpJbE1rTWxNakpqWVhSbFoyOXllU1V5TWlVelFTVXlNbVJsWm1GMWJIUWxNaklsTWtNbE1qSnBaQ1V5TWlVelFTVXlNazVvU205RlkweEVVM2d6TnpreU1UQWxNaklsTjBRbE1rTWxOMElsTWpKdVlXMWxKVEl5SlROQkpUSXlKVVUxSlRrd0pUaEVKVVUzSlVFM0pVSXdKVEl5SlRKREpUSXlkSGx3WlNVeU1pVXpRU1V5TW5OMGNtbHVaeVV5TWlVeVF5VXlNblpoYkhWbEpUSXlKVE5CSlRJeUpUSXlKVEpESlRJeVkyRjBaV2R2Y25rbE1qSWxNMEVsTWpKa1pXWmhkV3gwSlRJeUpUSkRKVEl5YVdRbE1qSWxNMEVsTWpKdlVWbEZhbTVTU2sxU01qTTFNemcxSlRJeUpUZEVKVEpESlRkQ0pUSXlibUZ0WlNVeU1pVXpRU1V5TWlWRk5pVTRPU1U0TUNWRk5pVTVReVU0T1NWRk9DVTRNQ1U0TlNVeU1pVXlReVV5TW5SNWNHVWxNaklsTTBFbE1qSnpkSEpwYm1jbE1qSWxNa01sTWpKMllXeDFaU1V5TWlVelFTVXlNaVV5TWlVeVF5VXlNbU5oZEdWbmIzSjVKVEl5SlROQkpUSXlaR1ZtWVhWc2RDVXlNaVV5UXlVeU1tbGtKVEl5SlROQkpUSXlWbVp3VEZkTlZsVnhVRFF5TWpjNE5pVXlNaVUzUkNVeVF5VTNRaVV5TW01aGJXVWxNaklsTTBFbE1qSWxSVGdsUWtZbE9VVWxSVFlsT0VVbFFUVWxNaklsTWtNbE1qSjBlWEJsSlRJeUpUTkJKVEl5YkdsdWF5VXlNaVV5UXlVeU1uWmhiSFZsSlRJeUpUTkJKVEl5SlRJeUpUSkRKVEl5WTJGMFpXZHZjbmtsTWpJbE0wRWxNakprWldaaGRXeDBKVEl5SlRKREpUSXlhV1FsTWpJbE0wRWxNakpXYTJocFdtOW9TMkZHTURBNU56ZzVKVEl5SlRkRUpUSkRKVGRDSlRJeWJtRnRaU1V5TWlVelFTVXlNaVZGTkNWQ1JTVkNSaVZGTnlWQlF5VkNRU1V5TWlVeVF5VXlNblI1Y0dVbE1qSWxNMEVsTWpKemRISnBibWNsTWpJbE1rTWxNakoyWVd4MVpTVXlNaVV6UVNVeU1pVXlNaVV5UXlVeU1tTmhkR1ZuYjNKNUpUSXlKVE5CSlRJeVpHVm1ZWFZzZENVeU1pVXlReVV5TW1sa0pUSXlKVE5CSlRJeVZYZG9Ta2htUVdKWlJ6STVOekkzTXlVeU1pVTNSQ1UxUkNVeVF5VXlNbkJ5YjNCekpUSXlKVE5CSlRkQ0pUSXllQ1V5TWlVelFUZzVNUzR6TWpJM05EWTJPVGMzTkRZNEpUSkRKVEl5ZVNVeU1pVXpRVFEzTmk0Mk5UTTRORFl4TlRNNE5EWXlKVEpESlRJeWR5VXlNaVV6UVRJNU55NHpPVGswTnpVMU1qUTBOelV6SlRKREpUSXlhQ1V5TWlVelFUVTBKVEpESlRJeWVtbHVaR1Y0SlRJeUpUTkJOVGdsTWtNbE1qSmhibWRzWlNVeU1pVXpRVEFsTjBRbE1rTWxNakp6YUdGd1pWTjBlV3hsSlRJeUpUTkJKVGRDSlRJeVlXeHdhR0VsTWpJbE0wRXhKVGRFSlRKREpUSXliR2x1WlZOMGVXeGxKVEl5SlROQkpUZENKVEl5Y205MWJtUnBibWNsTWpJbE0wRTBKVEpESlRJeWJHbHVaVmRwWkhSb0pUSXlKVE5CTVM0MUpUZEVKVEpESlRJeVptbHNiRk4wZVd4bEpUSXlKVE5CSlRkQ0pUZEVKVEpESlRJeWRHaGxiV1VsTWpJbE0wRWxOMElsTjBRbE1rTWxNakp3WVhSb0pUSXlKVE5CSlRWQ0pUZENKVEl5WVdOMGFXOXVjeVV5TWlVelFTVTFRaVUzUWlVeU1tRmpkR2x2YmlVeU1pVXpRU1V5TW0xdmRtVWxNaklsTWtNbE1qSjRKVEl5SlROQkpUSXlNQ1V5TWlVeVF5VXlNbmtsTWpJbE0wRWxNakl3SlRJeUpUZEVKVEpESlRkQ0pUSXlZV04wYVc5dUpUSXlKVE5CSlRJeWJHbHVaU1V5TWlVeVF5VXlNbmdsTWpJbE0wRWxNakozSlRJeUpUSkRKVEl5ZVNVeU1pVXpRU1V5TWpBbE1qSWxOMFFsTWtNbE4wSWxNakpoWTNScGIyNGxNaklsTTBFbE1qSnNhVzVsSlRJeUpUSkRKVEl5ZUNVeU1pVXpRU1V5TW5jbE1qSWxNa01sTWpKNUpUSXlKVE5CSlRJeWFDVXlNaVUzUkNVeVF5VTNRaVV5TW1GamRHbHZiaVV5TWlVelFTVXlNbXhwYm1VbE1qSWxNa01sTWpKNEpUSXlKVE5CSlRJeU1DVXlNaVV5UXlVeU1ua2xNaklsTTBFbE1qSm9KVEl5SlRkRUpUSkRKVGRDSlRJeVlXTjBhVzl1SlRJeUpUTkJKVEl5WTJ4dmMyVWxNaklsTjBRbE5VUWxOMFFsTlVRbE1rTWxNakptYjI1MFUzUjViR1VsTWpJbE0wRWxOMElsTWpKemFYcGxKVEl5SlROQk1UWWxNa01sTWpKaWIyeGtKVEl5SlROQmRISjFaU1UzUkNVeVF5VXlNblJsZUhSQ2JHOWpheVV5TWlVelFTVTFRaVUzUWlVeU1uQnZjMmwwYVc5dUpUSXlKVE5CSlRkQ0pUSXllQ1V5TWlVelFURXdKVEpESlRJeWVTVXlNaVV6UVRBbE1rTWxNakozSlRJeUpUTkJKVEl5ZHkweU1DVXlNaVV5UXlVeU1tZ2xNaklsTTBFbE1qSm9KVEl5SlRkRUpUSkRKVEl5ZEdWNGRDVXlNaVV6UVNVeU1teGxablJmYzJodmRXeGtaWEpmY0dsMFkyaGZiR2x1YXlVeU1pVTNSQ1UxUkNVeVF5VXlNbUZ1WTJodmNuTWxNaklsTTBFbE5VSWxOMElsTWpKNEpUSXlKVE5CSlRJeWR5VXlSaklsTWpJbE1rTWxNako1SlRJeUpUTkJKVEl5TUNVeU1pVTNSQ1V5UXlVM1FpVXlNbmdsTWpJbE0wRWxNakozSlRKR01pVXlNaVV5UXlVeU1ua2xNaklsTTBFbE1qSm9KVEl5SlRkRUpUSkRKVGRDSlRJeWVDVXlNaVV6UVNVeU1qQWxNaklsTWtNbE1qSjVKVEl5SlROQkpUSXlhQ1V5UmpJbE1qSWxOMFFsTWtNbE4wSWxNako0SlRJeUpUTkJKVEl5ZHlVeU1pVXlReVV5TW5rbE1qSWxNMEVsTWpKb0pUSkdNaVV5TWlVM1JDVTFSQ1UzUkNVeVF5VXlNblI2U1ZGSFRIUnBZMnN3TkRVM05UY2xNaklsTTBFbE4wSWxNakpwWkNVeU1pVXpRU1V5TW5SNlNWRkhUSFJwWTJzd05EVTNOVGNsTWpJbE1rTWxNakp1WVcxbEpUSXlKVE5CSlRJeWNtOTFibVJTWldOMFlXNW5iR1VsTWpJbE1rTWxNakowYVhSc1pTVXlNaVV6UVNVeU1pVkZOU1U1UXlVNE5pVkZPQ1ZCTnlVNU1pVkZOeVU1UmlWQk9TVkZOU1ZDUkNWQk1pVXlNaVV5UXlVeU1tTmhkR1ZuYjNKNUpUSXlKVE5CSlRJeVltRnphV01sTWpJbE1rTWxNakpuY205MWNDVXlNaVV6UVNVeU1pVXlNaVV5UXlVeU1tZHliM1Z3VG1GdFpTVXlNaVV6UVc1MWJHd2xNa01sTWpKc2IyTnJaV1FsTWpJbE0wRm1ZV3h6WlNVeVF5VXlNbXhwYm1zbE1qSWxNMEVsTWpJbE1qSWxNa01sTWpKamFHbHNaSEpsYmlVeU1pVXpRU1UxUWlVMVJDVXlReVV5TW5CaGNtVnVkQ1V5TWlVelFTVXlNaVV5TWlVeVF5VXlNbkpsYzJsNlpVUnBjaVV5TWlVelFTVTFRaVV5TW5Sc0pUSXlKVEpESlRJeWRISWxNaklsTWtNbE1qSmljaVV5TWlVeVF5VXlNbUpzSlRJeUpUSkRKVEl5YkNVeU1pVXlReVV5TW5RbE1qSWxNa01sTWpKeUpUSXlKVEpESlRJeVlpVXlNaVUxUkNVeVF5VXlNbUYwZEhKcFluVjBaU1V5TWlVelFTVTNRaVV5TW1OdmJuUmhhVzVsY2lVeU1pVXpRV1poYkhObEpUSkRKVEl5ZG1semFXSnNaU1V5TWlVelFYUnlkV1VsTWtNbE1qSnliM1JoZEdGaWJHVWxNaklsTTBGMGNuVmxKVEpESlRJeWJHbHVhMkZpYkdVbE1qSWxNMEYwY25WbEpUSkRKVEl5WTI5c2JHRndjMkZpYkdVbE1qSWxNMEZtWVd4elpTVXlReVV5TW1OdmJHeGhjSE5sWkNVeU1pVXpRV1poYkhObEpUSkRKVEl5Wm1sNFpXUk1hVzVySlRJeUpUTkJabUZzYzJVbE1rTWxNakp0WVhKclpYSlBabVp6WlhRbE1qSWxNMEUxSlRkRUpUSkRKVEl5WkdGMFlVRjBkSEpwWW5WMFpYTWxNaklsTTBFbE5VSWxOMElsTWpKdVlXMWxKVEl5SlROQkpUSXlKVVUxSlVKQkpUaEdKVVUxSlRoR0pVSTNKVEl5SlRKREpUSXlkSGx3WlNVeU1pVXpRU1V5TW01MWJXSmxjaVV5TWlVeVF5VXlNblpoYkhWbEpUSXlKVE5CSlRJeUpUSXlKVEpESlRJeVkyRjBaV2R2Y25rbE1qSWxNMEVsTWpKa1pXWmhkV3gwSlRJeUpUSkRKVEl5YVdRbE1qSWxNMEVsTWpKbWJrMTFaVU53UkhSaU1qYzNPVFE1SlRJeUpUZEVKVEpESlRkQ0pUSXlibUZ0WlNVeU1pVXpRU1V5TWlWRk5TVTVNQ1U0UkNWRk55VkJOeVZDTUNVeU1pVXlReVV5TW5SNWNHVWxNaklsTTBFbE1qSnpkSEpwYm1jbE1qSWxNa01sTWpKMllXeDFaU1V5TWlVelFTVXlNaVV5TWlVeVF5VXlNbU5oZEdWbmIzSjVKVEl5SlROQkpUSXlaR1ZtWVhWc2RDVXlNaVV5UXlVeU1tbGtKVEl5SlROQkpUSXlXWGRLY21sVFowRkVWVGs1T1RNd01DVXlNaVUzUkNVeVF5VTNRaVV5TW01aGJXVWxNaklsTTBFbE1qSWxSVFlsT0RrbE9EQWxSVFlsT1VNbE9Ea2xSVGdsT0RBbE9EVWxNaklsTWtNbE1qSjBlWEJsSlRJeUpUTkJKVEl5YzNSeWFXNW5KVEl5SlRKREpUSXlkbUZzZFdVbE1qSWxNMEVsTWpJbE1qSWxNa01sTWpKallYUmxaMjl5ZVNVeU1pVXpRU1V5TW1SbFptRjFiSFFsTWpJbE1rTWxNakpwWkNVeU1pVXpRU1V5TWtkcFEyOXBSRVJ6WkZNeU56SXpPVEFsTWpJbE4wUWxNa01sTjBJbE1qSnVZVzFsSlRJeUpUTkJKVEl5SlVVNEpVSkdKVGxGSlVVMkpUaEZKVUUxSlRJeUpUSkRKVEl5ZEhsd1pTVXlNaVV6UVNVeU1teHBibXNsTWpJbE1rTWxNakoyWVd4MVpTVXlNaVV6UVNVeU1pVXlNaVV5UXlVeU1tTmhkR1ZuYjNKNUpUSXlKVE5CSlRJeVpHVm1ZWFZzZENVeU1pVXlReVV5TW1sa0pUSXlKVE5CSlRJeWNWcFVVMHhLUlVSM1N6STRNREUzT1NVeU1pVTNSQ1V5UXlVM1FpVXlNbTVoYldVbE1qSWxNMEVsTWpJbFJUUWxRa1VsUWtZbFJUY2xRVU1sUWtFbE1qSWxNa01sTWpKMGVYQmxKVEl5SlROQkpUSXljM1J5YVc1bkpUSXlKVEpESlRJeWRtRnNkV1VsTWpJbE0wRWxNaklsTWpJbE1rTWxNakpqWVhSbFoyOXllU1V5TWlVelFTVXlNbVJsWm1GMWJIUWxNaklsTWtNbE1qSnBaQ1V5TWlVelFTVXlNbU4xUjFoRFdsWkplbFU0T1RBNU16RWxNaklsTjBRbE5VUWxNa01sTWpKd2NtOXdjeVV5TWlVelFTVTNRaVV5TW5nbE1qSWxNMEV4TVRVMExqY3dNREUzTkRneU5URTNORGdsTWtNbE1qSjVKVEl5SlROQk5UVXhMams0TnpFM09UUTROekUzT1RRbE1rTWxNakozSlRJeUpUTkJNVFUwTGpjME5ESTJPVFl4T1RJMk9UVXlKVEpESlRJeWFDVXlNaVV6UVRVMEpUSkRKVEl5ZW1sdVpHVjRKVEl5SlROQk5Ua2xNa01sTWpKaGJtZHNaU1V5TWlVelFUQWxOMFFsTWtNbE1qSnphR0Z3WlZOMGVXeGxKVEl5SlROQkpUZENKVEl5WVd4d2FHRWxNaklsTTBFeEpUZEVKVEpESlRJeWJHbHVaVk4wZVd4bEpUSXlKVE5CSlRkQ0pUSXljbTkxYm1ScGJtY2xNaklsTTBFMEpUSkRKVEl5YkdsdVpWZHBaSFJvSlRJeUpUTkJNUzQxSlRkRUpUSkRKVEl5Wm1sc2JGTjBlV3hsSlRJeUpUTkJKVGRDSlRkRUpUSkRKVEl5ZEdobGJXVWxNaklsTTBFbE4wSWxOMFFsTWtNbE1qSndZWFJvSlRJeUpUTkJKVFZDSlRkQ0pUSXlZV04wYVc5dWN5VXlNaVV6UVNVMVFpVTNRaVV5TW1GamRHbHZiaVV5TWlVelFTVXlNbTF2ZG1VbE1qSWxNa01sTWpKNEpUSXlKVE5CSlRJeU1DVXlNaVV5UXlVeU1ua2xNaklsTTBFbE1qSXdKVEl5SlRkRUpUSkRKVGRDSlRJeVlXTjBhVzl1SlRJeUpUTkJKVEl5YkdsdVpTVXlNaVV5UXlVeU1uZ2xNaklsTTBFbE1qSjNKVEl5SlRKREpUSXllU1V5TWlVelFTVXlNakFsTWpJbE4wUWxNa01sTjBJbE1qSmhZM1JwYjI0bE1qSWxNMEVsTWpKc2FXNWxKVEl5SlRKREpUSXllQ1V5TWlVelFTVXlNbmNsTWpJbE1rTWxNako1SlRJeUpUTkJKVEl5YUNVeU1pVTNSQ1V5UXlVM1FpVXlNbUZqZEdsdmJpVXlNaVV6UVNVeU1teHBibVVsTWpJbE1rTWxNako0SlRJeUpUTkJKVEl5TUNVeU1pVXlReVV5TW5rbE1qSWxNMEVsTWpKb0pUSXlKVGRFSlRKREpUZENKVEl5WVdOMGFXOXVKVEl5SlROQkpUSXlZMnh2YzJVbE1qSWxOMFFsTlVRbE4wUWxOVVFsTWtNbE1qSm1iMjUwVTNSNWJHVWxNaklsTTBFbE4wSWxNakp6YVhwbEpUSXlKVE5CTVRZbE1rTWxNakppYjJ4a0pUSXlKVE5CZEhKMVpTVTNSQ1V5UXlVeU1uUmxlSFJDYkc5amF5VXlNaVV6UVNVMVFpVTNRaVV5TW5CdmMybDBhVzl1SlRJeUpUTkJKVGRDSlRJeWVDVXlNaVV6UVRFd0pUSkRKVEl5ZVNVeU1pVXpRVEFsTWtNbE1qSjNKVEl5SlROQkpUSXlkeTB5TUNVeU1pVXlReVV5TW1nbE1qSWxNMEVsTWpKb0pUSXlKVGRFSlRKREpUSXlkR1Y0ZENVeU1pVXpRU1V5TW14bFpuUmZaV3hpYjNkZmJHbHVheVV5TWlVM1JDVTFSQ1V5UXlVeU1tRnVZMmh2Y25NbE1qSWxNMEVsTlVJbE4wSWxNako0SlRJeUpUTkJKVEl5ZHlVeVJqSWxNaklsTWtNbE1qSjVKVEl5SlROQkpUSXlNQ1V5TWlVM1JDVXlReVUzUWlVeU1uZ2xNaklsTTBFbE1qSjNKVEpHTWlVeU1pVXlReVV5TW5rbE1qSWxNMEVsTWpKb0pUSXlKVGRFSlRKREpUZENKVEl5ZUNVeU1pVXpRU1V5TWpBbE1qSWxNa01sTWpKNUpUSXlKVE5CSlRJeWFDVXlSaklsTWpJbE4wUWxNa01sTjBJbE1qSjRKVEl5SlROQkpUSXlkeVV5TWlVeVF5VXlNbmtsTWpJbE0wRWxNakpvSlRKR01pVXlNaVUzUkNVMVJDVTNSQ1V5UXlVeU1uSm5VWHBhUkZoSWVGazNNakUwTkRRbE1qSWxNMEVsTjBJbE1qSnBaQ1V5TWlVelFTVXlNbkpuVVhwYVJGaEllRmszTWpFME5EUWxNaklsTWtNbE1qSnVZVzFsSlRJeUpUTkJKVEl5YkdsdWEyVnlKVEl5SlRKREpUSXlkR1Y0ZENVeU1pVXpRU1V5TWlVeU1pVXlReVV5TW1keWIzVndKVEl5SlROQkpUSXlKVEl5SlRKREpUSXliR2x1YTJWeVZIbHdaU1V5TWlVelFTVXlNbUp5YjJ0bGJpVXlNaVV5UXlVeU1uQnZhVzUwY3lVeU1pVXpRU1UxUWlVM1FpVXlNbmdsTWpJbE0wRXhNVFF6TGpFd056RXlOelF5T0RFeU56WWxNa01sTWpKNUpUSXlKVE5CTlRjNExqazROekUzT1RRNE56RTNPVFFsTjBRbE1rTWxOMElsTWpKNEpUSXlKVE5CTVRFME15NHhNRGN4TWpjME1qZ3hNamMySlRKREpUSXllU1V5TWlVelFUVTNPQzQ1T0RjeE56azBPRGN4TnprMEpUZEVKVFZFSlRKREpUSXliRzlqYTJWa0pUSXlKVE5CWm1Gc2MyVWxNa01sTWpKa1lYUmhRWFIwY21saWRYUmxjeVV5TWlVelFTVTFRaVUxUkNVeVF5VXlNbkJ5YjNCekpUSXlKVE5CSlRkQ0pUSXllbWx1WkdWNEpUSXlKVE5CTmpBbE4wUWxNa01sTWpKc2FXNWxVM1I1YkdVbE1qSWxNMEVsTjBJbE1qSnNhVzVsVjJsa2RHZ2xNaklsTTBFeExqVWxOMFFsTWtNbE1qSm1jbTl0SlRJeUpUTkJKVGRDSlRJeWVDVXlNaVV6UVRFeE16RXVOVEUwTURnd01ETXhNRGdsTWtNbE1qSjVKVEl5SlROQk5UYzRMams0TnpFM09UUTROekUzT1RRbE1rTWxNakpoYm1kc1pTVXlNaVV6UVRNdU1UUXhOVGt5TmpVek5UZzVOemt6SlRKREpUSXlhV1FsTWpJbE0wRWxNakpqWTFSM1VubDBkRlpSTmpJd05UTTRKVEl5SlRkRUpUSkRKVEl5ZEc4bE1qSWxNMEVsTjBJbE1qSnBaQ1V5TWlVelFTVXlNblI2U1ZGSFRIUnBZMnN3TkRVM05UY2xNaklsTWtNbE1qSjRKVEl5SlROQk1URTFOQzQzTURBeE56UTRNalV4TnpRNEpUSkRKVEl5ZVNVeU1pVXpRVFUzT0M0NU9EY3hOemswT0RjeE56azBKVEpESlRJeVlXNW5iR1VsTWpJbE0wRXdKVGRFSlRKREpUSXlkR1Y0ZEVKc2IyTnJKVEl5SlROQkpUVkNKVFZFSlRkRUpUSkRKVEl5VmtwVVVsUjZZWGgwWkRJNE1qTTRNU1V5TWlVelFTVTNRaVV5TW1sa0pUSXlKVE5CSlRJeVZrcFVVbFI2WVhoMFpESTRNak00TVNVeU1pVXlReVV5TW01aGJXVWxNaklsTTBFbE1qSnNhVzVyWlhJbE1qSWxNa01sTWpKMFpYaDBKVEl5SlROQkpUSXlKVEl5SlRKREpUSXlaM0p2ZFhBbE1qSWxNMEVsTWpJbE1qSWxNa01sTWpKc2FXNXJaWEpVZVhCbEpUSXlKVE5CSlRJeVluSnZhMlZ1SlRJeUpUSkRKVEl5Y0c5cGJuUnpKVEl5SlROQkpUVkNKVGRDSlRJeWVDVXlNaVV6UVRFd05EQXVNREl5TnpRMk5qazNOelEyTnlVeVF5VXlNbmtsTWpJbE0wRTFOREl1TXpJd05URXlPREl3TlRFeU9DVTNSQ1V5UXlVM1FpVXlNbmdsTWpJbE0wRXhNRE01TGpBek5qWXpOVFU0TmpZek5UUWxNa01sTWpKNUpUSXlKVE5CTlRReUxqTXlNRFV4TWpneU1EVXhNamdsTjBRbE5VUWxNa01sTWpKc2IyTnJaV1FsTWpJbE0wRm1ZV3h6WlNVeVF5VXlNbVJoZEdGQmRIUnlhV0oxZEdWekpUSXlKVE5CSlRWQ0pUVkVKVEpESlRJeWNISnZjSE1sTWpJbE0wRWxOMElsTWpKNmFXNWtaWGdsTWpJbE0wRTJNU1UzUkNVeVF5VXlNbXhwYm1WVGRIbHNaU1V5TWlVelFTVTNRaVV5TW14cGJtVlhhV1IwYUNVeU1pVXpRVEV1TlNVM1JDVXlReVV5TW1aeWIyMGxNaklsTTBFbE4wSWxNako0SlRJeUpUTkJNVEEwTUM0d01qSTNORFkyT1RjM05EWTNKVEpESlRJeWVTVXlNaVV6UVRVek1DNDJOVE00TkRZeE5UTTRORFl5SlRKREpUSXlZVzVuYkdVbE1qSWxNMEUwTGpjeE1qTTRPRGs0TURNNE5EWTVKVEpESlRJeWFXUWxNaklsTTBFbE1qSm5UVzk1UTFOMmNIUlVNVGN6TURnNEpUSXlKVGRFSlRKREpUSXlkRzhsTWpJbE0wRWxOMElsTWpKcFpDVXlNaVV6UVNVeU1tTmpWSGRTZVhSMFZsRTJNakExTXpnbE1qSWxNa01sTWpKNEpUSXlKVE5CTVRBek9TNHdNelkyTXpVMU9EWTJNelUwSlRKREpUSXllU1V5TWlVelFUVTFNeTQ1T0RjeE56azBPRGN4TnprMEpUSkRKVEl5WVc1bmJHVWxNaklsTTBFeExqVTNNRGM1TmpNeU5qYzVORGc1TnlVM1JDVXlReVV5TW5SbGVIUkNiRzlqYXlVeU1pVXpRU1UxUWlVMVJDVTNSQ1V5UXlVeU1uVm1Wa05JV1d0cmNtczNOelEwT0RnbE1qSWxNMEVsTjBJbE1qSnBaQ1V5TWlVelFTVXlNblZtVmtOSVdXdHJjbXMzTnpRME9EZ2xNaklsTWtNbE1qSnVZVzFsSlRJeUpUTkJKVEl5YkdsdWEyVnlKVEl5SlRKREpUSXlkR1Y0ZENVeU1pVXpRU1V5TWlVeU1pVXlReVV5TW1keWIzVndKVEl5SlROQkpUSXlKVEl5SlRKREpUSXliR2x1YTJWeVZIbHdaU1V5TWlVelFTVXlNbUp5YjJ0bGJpVXlNaVV5UXlVeU1uQnZhVzUwY3lVeU1pVXpRU1UxUWlVM1FpVXlNbmdsTWpJbE0wRXhNakU0TGpjeU1UYzBOalk1TnpjME55VXlReVV5TW5rbE1qSWxNMEUwTkRFdU1EWTROakU0T0RneE1URTVNeVUzUkNVeVF5VTNRaVV5TW5nbE1qSWxNMEV4TWpFNExqY3lNVGMwTmpZNU56YzBOeVV5UXlVeU1ua2xNaklsTTBFMU1ETXVOalV6T0RRMk1UVXpPRFEyTWlVM1JDVTFSQ1V5UXlVeU1teHZZMnRsWkNVeU1pVXpRV1poYkhObEpUSkRKVEl5WkdGMFlVRjBkSEpwWW5WMFpYTWxNaklsTTBFbE5VSWxOVVFsTWtNbE1qSndjbTl3Y3lVeU1pVXpRU1UzUWlVeU1ucHBibVJsZUNVeU1pVXpRVFl5SlRkRUpUSkRKVEl5YkdsdVpWTjBlV3hsSlRJeUpUTkJKVGRDSlRJeWJHbHVaVmRwWkhSb0pUSXlKVE5CTVM0MUpUZEVKVEpESlRJeVpuSnZiU1V5TWlVelFTVTNRaVV5TW5nbE1qSWxNMEV4TVRnNExqY3lNVGMwTmpZNU56YzBOeVV5UXlVeU1ua2xNaklsTTBFME5ERXVNRFk0TmpFNE9EZ3hNVEU1TXlVeVF5VXlNbUZ1WjJ4bEpUSXlKVE5CTXk0eE5ERTFPVEkyTlRNMU9EazNPVE1sTWtNbE1qSnBaQ1V5TWlVelFTVXlNa1JWVW1OQlNHeG9hMGc1TURJMU1URWxNaklsTjBRbE1rTWxNakowYnlVeU1pVXpRU1UzUWlVeU1tbGtKVEl5SlROQkpUSXlaMDF2ZVVOVGRuQjBWREUzTXpBNE9DVXlNaVV5UXlVeU1uZ2xNaklsTTBFeE1UZzRMamN5TVRjME5qWTVOemMwTmpnbE1rTWxNako1SlRJeUpUTkJOVEF6TGpZMU16ZzBOakUxTXpnME5qSWxNa01sTWpKaGJtZHNaU1V5TWlVelFUTXVNVFF4TlRreU5qVXpOVGc1Tnprek5pVTNSQ1V5UXlVeU1uUmxlSFJDYkc5amF5VXlNaVV6UVNVMVFpVTFSQ1UzUkNVeVF5VXlNbUpVWW1adFNIWlVZV1E0TWpJME5qWWxNaklsTTBFbE4wSWxNakpwWkNVeU1pVXpRU1V5TW1KVVltWnRTSFpVWVdRNE1qSTBOallsTWpJbE1rTWxNakp1WVcxbEpUSXlKVE5CSlRJeWMzUmhjblFsTWpJbE1rTWxNakowYVhSc1pTVXlNaVV6UVNVeU1pVkZOU1ZDUXlVNE1DVkZOU1ZCTnlVNFFpVXlSaVZGTnlWQ1FpVTVNeVZGTmlVNVJDVTVSaVV5TWlVeVF5VXlNbU5oZEdWbmIzSjVKVEl5SlROQkpUSXlZbUZ6YVdNbE1qSWxNa01sTWpKbmNtOTFjQ1V5TWlVelFTVXlNaVV5TWlVeVF5VXlNbWR5YjNWd1RtRnRaU1V5TWlVelFXNTFiR3dsTWtNbE1qSnNiMk5yWldRbE1qSWxNMEZtWVd4elpTVXlReVV5TW14cGJtc2xNaklsTTBFbE1qSWxNaklsTWtNbE1qSmphR2xzWkhKbGJpVXlNaVV6UVNVMVFpVTFSQ1V5UXlVeU1uQmhjbVZ1ZENVeU1pVXpRU1V5TWlVeU1pVXlReVV5TW5KbGMybDZaVVJwY2lVeU1pVXpRU1UxUWlVeU1uUnNKVEl5SlRKREpUSXlkSElsTWpJbE1rTWxNakppY2lVeU1pVXlReVV5TW1Kc0pUSXlKVEpESlRJeWJDVXlNaVV5UXlVeU1uUWxNaklsTWtNbE1qSnlKVEl5SlRKREpUSXlZaVV5TWlVMVJDVXlReVV5TW1GMGRISnBZblYwWlNVeU1pVXpRU1UzUWlVeU1tTnZiblJoYVc1bGNpVXlNaVV6UVdaaGJITmxKVEpESlRJeWRtbHphV0pzWlNVeU1pVXpRWFJ5ZFdVbE1rTWxNakp5YjNSaGRHRmliR1VsTWpJbE0wRjBjblZsSlRKREpUSXliR2x1YTJGaWJHVWxNaklsTTBGMGNuVmxKVEpESlRJeVkyOXNiR0Z3YzJGaWJHVWxNaklsTTBGbVlXeHpaU1V5UXlVeU1tTnZiR3hoY0hObFpDVXlNaVV6UVdaaGJITmxKVEpESlRJeVptbDRaV1JNYVc1ckpUSXlKVE5CWm1Gc2MyVWxNa01sTWpKdFlYSnJaWEpQWm1aelpYUWxNaklsTTBFMUpUZEVKVEpESlRJeVpHRjBZVUYwZEhKcFluVjBaWE1sTWpJbE0wRWxOVUlsTjBJbE1qSnVZVzFsSlRJeUpUTkJKVEl5SlVVMUpVSkJKVGhHSlVVMUpUaEdKVUkzSlRJeUpUSkRKVEl5ZEhsd1pTVXlNaVV6UVNVeU1tNTFiV0psY2lVeU1pVXlReVV5TW5aaGJIVmxKVEl5SlROQkpUSXlKVEl5SlRKREpUSXlZMkYwWldkdmNua2xNaklsTTBFbE1qSmtaV1poZFd4MEpUSXlKVEpESlRJeWFXUWxNaklsTTBFbE1qSjFSbWhKVWs1RVZYaHRPVFl5T0Rrd0pUSXlKVGRFSlRKREpUZENKVEl5Ym1GdFpTVXlNaVV6UVNVeU1pVkZOU1U1TUNVNFJDVkZOeVZCTnlWQ01DVXlNaVV5UXlVeU1uUjVjR1VsTWpJbE0wRWxNakp6ZEhKcGJtY2xNaklsTWtNbE1qSjJZV3gxWlNVeU1pVXpRU1V5TWlVeU1pVXlReVV5TW1OaGRHVm5iM0o1SlRJeUpUTkJKVEl5WkdWbVlYVnNkQ1V5TWlVeVF5VXlNbWxrSlRJeUpUTkJKVEl5ZUVoTldIVm9kRXRMUkRNMk16QTFOeVV5TWlVM1JDVXlReVUzUWlVeU1tNWhiV1VsTWpJbE0wRWxNaklsUlRZbE9Ea2xPREFsUlRZbE9VTWxPRGtsUlRnbE9EQWxPRFVsTWpJbE1rTWxNakowZVhCbEpUSXlKVE5CSlRJeWMzUnlhVzVuSlRJeUpUSkRKVEl5ZG1Gc2RXVWxNaklsTTBFbE1qSWxNaklsTWtNbE1qSmpZWFJsWjI5eWVTVXlNaVV6UVNVeU1tUmxabUYxYkhRbE1qSWxNa01sTWpKcFpDVXlNaVV6UVNVeU1uUnhSa0ZFVjIxQlRVOHdPVFF4TnpZbE1qSWxOMFFsTWtNbE4wSWxNakp1WVcxbEpUSXlKVE5CSlRJeUpVVTRKVUpHSlRsRkpVVTJKVGhGSlVFMUpUSXlKVEpESlRJeWRIbHdaU1V5TWlVelFTVXlNbXhwYm1zbE1qSWxNa01sTWpKMllXeDFaU1V5TWlVelFTVXlNaVV5TWlVeVF5VXlNbU5oZEdWbmIzSjVKVEl5SlROQkpUSXlaR1ZtWVhWc2RDVXlNaVV5UXlVeU1tbGtKVEl5SlROQkpUSXlTMkZqUjJKU2VrUm1hemN6T1RRME15VXlNaVUzUkNVeVF5VTNRaVV5TW01aGJXVWxNaklsTTBFbE1qSWxSVFFsUWtVbFFrWWxSVGNsUVVNbFFrRWxNaklsTWtNbE1qSjBlWEJsSlRJeUpUTkJKVEl5YzNSeWFXNW5KVEl5SlRKREpUSXlkbUZzZFdVbE1qSWxNMEVsTWpJbE1qSWxNa01sTWpKallYUmxaMjl5ZVNVeU1pVXpRU1V5TW1SbFptRjFiSFFsTWpJbE1rTWxNakpwWkNVeU1pVXpRU1V5TWt4amFWWnZaSFpaVFVjNU5qRXlORGtsTWpJbE4wUWxOVVFsTWtNbE1qSndjbTl3Y3lVeU1pVXpRU1UzUWlVeU1uZ2xNaklsTTBFek16UXVORFV5TXpnd09UVXlNemd4TXpZbE1rTWxNako1SlRJeUpUTkJOVFV6TGprNE56RTNPVFE0TnpFM09UUWxNa01sTWpKM0pUSXlKVE5CTVRneUxqazRNamd3T0RnMU56Z3dPRGM0SlRKREpUSXlhQ1V5TWlVelFUVXdKVEpESlRJeWVtbHVaR1Y0SlRJeUpUTkJOak1sTWtNbE1qSmhibWRzWlNVeU1pVXpRVEFsTjBRbE1rTWxNakp6YUdGd1pWTjBlV3hsSlRJeUpUTkJKVGRDSlRJeVlXeHdhR0VsTWpJbE0wRXhKVGRFSlRKREpUSXliR2x1WlZOMGVXeGxKVEl5SlROQkpUZENKVEl5YkdsdVpWZHBaSFJvSlRJeUpUTkJNUzQxSlRkRUpUSkRKVEl5Wm1sc2JGTjBlV3hsSlRJeUpUTkJKVGRDSlRJeVkyOXNiM0lsTWpJbE0wRWxNakl5TXpFbE1rTXlNelVsTWtNeU16Y2xNaklsTWtNbE1qSmtjbUYzVkhsd1pTVXlNaVV6UVNVeU1tNXZibVVsTWpJbE4wUWxNa01sTWpKMGFHVnRaU1V5TWlVelFTVTNRaVUzUkNVeVF5VXlNbkJoZEdnbE1qSWxNMEVsTlVJbE4wSWxNakpoWTNScGIyNXpKVEl5SlROQkpUVkNKVGRDSlRJeVlXTjBhVzl1SlRJeUpUTkJKVEl5Ylc5MlpTVXlNaVV5UXlVeU1uZ2xNaklsTTBFbE1qSk5ZWFJvTG0xcGJpaDNKVEpEYUNrbE1rWXpKVEl5SlRKREpUSXllU1V5TWlVelFTVXlNakFsTWpJbE4wUWxNa01sTjBJbE1qSmhZM1JwYjI0bE1qSWxNMEVsTWpKc2FXNWxKVEl5SlRKREpUSXllQ1V5TWlVelFTVXlNbmN0VFdGMGFDNXRhVzRvZHlVeVEyZ3BKVEpHTXlVeU1pVXlReVV5TW5rbE1qSWxNMEVsTWpJd0pUSXlKVGRFSlRKREpUZENKVEl5WVdOMGFXOXVKVEl5SlROQkpUSXlZM1Z5ZG1VbE1qSWxNa01sTWpKNE1TVXlNaVV6UVNVeU1uY2xNa0pOWVhSb0xtMXBiaWgzSlRKRGFDa2xNa1l6SlRKR015VXlNaVV5UXlVeU1ua3hKVEl5SlROQkpUSXlNQ1V5TWlVeVF5VXlNbmd5SlRJeUpUTkJKVEl5ZHlVeVFrMWhkR2d1YldsdUtIY2xNa05vS1NVeVJqTWxNa1l6SlRJeUpUSkRKVEl5ZVRJbE1qSWxNMEVsTWpKb0pUSXlKVEpESlRJeWVDVXlNaVV6UVNVeU1uY3RUV0YwYUM1dGFXNG9keVV5UTJncEpUSkdNeVV5TWlVeVF5VXlNbmtsTWpJbE0wRWxNakpvSlRJeUpUZEVKVEpESlRkQ0pUSXlZV04wYVc5dUpUSXlKVE5CSlRJeWJHbHVaU1V5TWlVeVF5VXlNbmdsTWpJbE0wRWxNakpOWVhSb0xtMXBiaWgzSlRKRGFDa2xNa1l6SlRJeUpUSkRKVEl5ZVNVeU1pVXpRU1V5TW1nbE1qSWxOMFFsTWtNbE4wSWxNakpoWTNScGIyNGxNaklsTTBFbE1qSmpkWEoyWlNVeU1pVXlReVV5TW5neEpUSXlKVE5CSlRJeUxVMWhkR2d1YldsdUtIY2xNa05vS1NVeVJqTWxNa1l6SlRJeUpUSkRKVEl5ZVRFbE1qSWxNMEVsTWpKb0pUSXlKVEpESlRJeWVESWxNaklsTTBFbE1qSXRUV0YwYUM1dGFXNG9keVV5UTJncEpUSkdNeVV5UmpNbE1qSWxNa01sTWpKNU1pVXlNaVV6UVNVeU1qQWxNaklsTWtNbE1qSjRKVEl5SlROQkpUSXlUV0YwYUM1dGFXNG9keVV5UTJncEpUSkdNeVV5TWlVeVF5VXlNbmtsTWpJbE0wRWxNakl3SlRJeUpUZEVKVEpESlRkQ0pUSXlZV04wYVc5dUpUSXlKVE5CSlRJeVkyeHZjMlVsTWpJbE4wUWxOVVFsTjBRbE5VUWxNa01sTWpKbWIyNTBVM1I1YkdVbE1qSWxNMEVsTjBJbE1qSnphWHBsSlRJeUpUTkJNVFlsTWtNbE1qSmliMnhrSlRJeUpUTkJkSEoxWlNVM1JDVXlReVV5TW5SbGVIUkNiRzlqYXlVeU1pVXpRU1UxUWlVM1FpVXlNbkJ2YzJsMGFXOXVKVEl5SlROQkpUZENKVEl5ZUNVeU1pVXpRVEV3SlRKREpUSXllU1V5TWlVelFUQWxNa01sTWpKM0pUSXlKVE5CSlRJeWR5MHlNQ1V5TWlVeVF5VXlNbWdsTWpJbE0wRWxNakpvSlRJeUpUZEVKVEpESlRJeWRHVjRkQ1V5TWlVelFTVXlNbXhsWm5SZlpXeGliM2RmYW05cGJuUWxNaklsTjBRbE5VUWxNa01sTWpKaGJtTm9iM0p6SlRJeUpUTkJKVFZDSlRkQ0pUSXllQ1V5TWlVelFTVXlNbmNsTWtZeUpUSXlKVEpESlRJeWVTVXlNaVV6UVNVeU1qQWxNaklsTjBRbE1rTWxOMElsTWpKNEpUSXlKVE5CSlRJeWR5VXlSaklsTWpJbE1rTWxNako1SlRJeUpUTkJKVEl5YUNVeU1pVTNSQ1V5UXlVM1FpVXlNbmdsTWpJbE0wRWxNakl3SlRJeUpUSkRKVEl5ZVNVeU1pVXpRU1V5TW1nbE1rWXlKVEl5SlRkRUpUSkRKVGRDSlRJeWVDVXlNaVV6UVNVeU1uY2xNaklsTWtNbE1qSjVKVEl5SlROQkpUSXlhQ1V5UmpJbE1qSWxOMFFsTlVRbE4wUWxNa01sTWpKaFVtSldhM2w0V0cxU05qSXdPVFF5SlRJeUpUTkJKVGRDSlRJeWFXUWxNaklsTTBFbE1qSmhVbUpXYTNsNFdHMVNOakl3T1RReUpUSXlKVEpESlRJeWJtRnRaU1V5TWlVelFTVXlNbkp2ZFc1a1VtVmpkR0Z1WjJ4bEpUSXlKVEpESlRJeWRHbDBiR1VsTWpJbE0wRWxNaklsUlRVbE9VTWxPRFlsUlRnbFFUY2xPVElsUlRjbE9VWWxRVGtsUlRVbFFrUWxRVElsTWpJbE1rTWxNakpqWVhSbFoyOXllU1V5TWlVelFTVXlNbUpoYzJsakpUSXlKVEpESlRJeVozSnZkWEFsTWpJbE0wRWxNaklsTWpJbE1rTWxNakpuY205MWNFNWhiV1VsTWpJbE0wRnVkV3hzSlRKREpUSXliRzlqYTJWa0pUSXlKVE5CWm1Gc2MyVWxNa01sTWpKc2FXNXJKVEl5SlROQkpUSXlKVEl5SlRKREpUSXlZMmhwYkdSeVpXNGxNaklsTTBFbE5VSWxOVVFsTWtNbE1qSndZWEpsYm5RbE1qSWxNMEVsTWpJbE1qSWxNa01sTWpKeVpYTnBlbVZFYVhJbE1qSWxNMEVsTlVJbE1qSjBiQ1V5TWlVeVF5VXlNblJ5SlRJeUpUSkRKVEl5WW5JbE1qSWxNa01sTWpKaWJDVXlNaVV5UXlVeU1td2xNaklsTWtNbE1qSjBKVEl5SlRKREpUSXljaVV5TWlVeVF5VXlNbUlsTWpJbE5VUWxNa01sTWpKaGRIUnlhV0oxZEdVbE1qSWxNMEVsTjBJbE1qSmpiMjUwWVdsdVpYSWxNaklsTTBGbVlXeHpaU1V5UXlVeU1uWnBjMmxpYkdVbE1qSWxNMEYwY25WbEpUSkRKVEl5Y205MFlYUmhZbXhsSlRJeUpUTkJkSEoxWlNVeVF5VXlNbXhwYm10aFlteGxKVEl5SlROQmRISjFaU1V5UXlVeU1tTnZiR3hoY0hOaFlteGxKVEl5SlROQlptRnNjMlVsTWtNbE1qSmpiMnhzWVhCelpXUWxNaklsTTBGbVlXeHpaU1V5UXlVeU1tWnBlR1ZrVEdsdWF5VXlNaVV6UVdaaGJITmxKVEpESlRJeWJXRnlhMlZ5VDJabWMyVjBKVEl5SlROQk5TVTNSQ1V5UXlVeU1tUmhkR0ZCZEhSeWFXSjFkR1Z6SlRJeUpUTkJKVFZDSlRkQ0pUSXlibUZ0WlNVeU1pVXpRU1V5TWlWRk5TVkNRU1U0UmlWRk5TVTRSaVZDTnlVeU1pVXlReVV5TW5SNWNHVWxNaklsTTBFbE1qSnVkVzFpWlhJbE1qSWxNa01sTWpKMllXeDFaU1V5TWlVelFTVXlNaVV5TWlVeVF5VXlNbU5oZEdWbmIzSjVKVEl5SlROQkpUSXlaR1ZtWVhWc2RDVXlNaVV5UXlVeU1tbGtKVEl5SlROQkpUSXlkRkowVjFsNmNXUnRWVGsxT1RRd05TVXlNaVUzUkNVeVF5VTNRaVV5TW01aGJXVWxNaklsTTBFbE1qSWxSVFVsT1RBbE9FUWxSVGNsUVRjbFFqQWxNaklsTWtNbE1qSjBlWEJsSlRJeUpUTkJKVEl5YzNSeWFXNW5KVEl5SlRKREpUSXlkbUZzZFdVbE1qSWxNMEVsTWpJbE1qSWxNa01sTWpKallYUmxaMjl5ZVNVeU1pVXpRU1V5TW1SbFptRjFiSFFsTWpJbE1rTWxNakpwWkNVeU1pVXpRU1V5TW5wNFprcGlXRzFHU1ZVNU1qTXdOVElsTWpJbE4wUWxNa01sTjBJbE1qSnVZVzFsSlRJeUpUTkJKVEl5SlVVMkpUZzVKVGd3SlVVMkpUbERKVGc1SlVVNEpUZ3dKVGcxSlRJeUpUSkRKVEl5ZEhsd1pTVXlNaVV6UVNVeU1uTjBjbWx1WnlVeU1pVXlReVV5TW5aaGJIVmxKVEl5SlROQkpUSXlKVEl5SlRKREpUSXlZMkYwWldkdmNua2xNaklsTTBFbE1qSmtaV1poZFd4MEpUSXlKVEpESlRJeWFXUWxNaklsTTBFbE1qSlRiblI0Y1VKdGJtcDBNVGMwTnpVd0pUSXlKVGRFSlRKREpUZENKVEl5Ym1GdFpTVXlNaVV6UVNVeU1pVkZPQ1ZDUmlVNVJTVkZOaVU0UlNWQk5TVXlNaVV5UXlVeU1uUjVjR1VsTWpJbE0wRWxNakpzYVc1ckpUSXlKVEpESlRJeWRtRnNkV1VsTWpJbE0wRWxNaklsTWpJbE1rTWxNakpqWVhSbFoyOXllU1V5TWlVelFTVXlNbVJsWm1GMWJIUWxNaklsTWtNbE1qSnBaQ1V5TWlVelFTVXlNbnBJWlhkblJrcDVlV2d5TXpjeU1qa2xNaklsTjBRbE1rTWxOMElsTWpKdVlXMWxKVEl5SlROQkpUSXlKVVUwSlVKRkpVSkdKVVUzSlVGREpVSkJKVEl5SlRKREpUSXlkSGx3WlNVeU1pVXpRU1V5TW5OMGNtbHVaeVV5TWlVeVF5VXlNblpoYkhWbEpUSXlKVE5CSlRJeUpUSXlKVEpESlRJeVkyRjBaV2R2Y25rbE1qSWxNMEVsTWpKa1pXWmhkV3gwSlRJeUpUSkRKVEl5YVdRbE1qSWxNMEVsTWpKYVRWSm5ZMnBxWVhKWU5EQXhPVGd6SlRJeUpUZEVKVFZFSlRKREpUSXljSEp2Y0hNbE1qSWxNMEVsTjBJbE1qSjRKVEl5SlROQk1UVTRMak16TXpNek16TXpNek16TXpNeEpUSkRKVEl5ZVNVeU1pVXpRVFUxTVM0NU9EY3hOemswT0RjeE56azBKVEpESlRJeWR5VXlNaVV6UVRFMU1TNHpOREE0TmpjME5qVTROamMwTmlVeVF5VXlNbWdsTWpJbE0wRTFOQ1V5UXlVeU1ucHBibVJsZUNVeU1pVXpRVFkwSlRKREpUSXlZVzVuYkdVbE1qSWxNMEV3SlRkRUpUSkRKVEl5YzJoaGNHVlRkSGxzWlNVeU1pVXpRU1UzUWlVeU1tRnNjR2hoSlRJeUpUTkJNU1UzUkNVeVF5VXlNbXhwYm1WVGRIbHNaU1V5TWlVelFTVTNRaVV5TW5KdmRXNWthVzVuSlRJeUpUTkJOQ1V5UXlVeU1teHBibVZYYVdSMGFDVXlNaVV6UVRFdU5TVTNSQ1V5UXlVeU1tWnBiR3hUZEhsc1pTVXlNaVV6UVNVM1FpVTNSQ1V5UXlVeU1uUm9aVzFsSlRJeUpUTkJKVGRDSlRkRUpUSkRKVEl5Y0dGMGFDVXlNaVV6UVNVMVFpVTNRaVV5TW1GamRHbHZibk1sTWpJbE0wRWxOVUlsTjBJbE1qSmhZM1JwYjI0bE1qSWxNMEVsTWpKdGIzWmxKVEl5SlRKREpUSXllQ1V5TWlVelFTVXlNakFsTWpJbE1rTWxNako1SlRJeUpUTkJKVEl5TUNVeU1pVTNSQ1V5UXlVM1FpVXlNbUZqZEdsdmJpVXlNaVV6UVNVeU1teHBibVVsTWpJbE1rTWxNako0SlRJeUpUTkJKVEl5ZHlVeU1pVXlReVV5TW5rbE1qSWxNMEVsTWpJd0pUSXlKVGRFSlRKREpUZENKVEl5WVdOMGFXOXVKVEl5SlROQkpUSXliR2x1WlNVeU1pVXlReVV5TW5nbE1qSWxNMEVsTWpKM0pUSXlKVEpESlRJeWVTVXlNaVV6UVNVeU1tZ2xNaklsTjBRbE1rTWxOMElsTWpKaFkzUnBiMjRsTWpJbE0wRWxNakpzYVc1bEpUSXlKVEpESlRJeWVDVXlNaVV6UVNVeU1qQWxNaklsTWtNbE1qSjVKVEl5SlROQkpUSXlhQ1V5TWlVM1JDVXlReVUzUWlVeU1tRmpkR2x2YmlVeU1pVXpRU1V5TW1Oc2IzTmxKVEl5SlRkRUpUVkVKVGRFSlRWRUpUSkRKVEl5Wm05dWRGTjBlV3hsSlRJeUpUTkJKVGRDSlRJeWMybDZaU1V5TWlVelFURTJKVEpESlRJeVltOXNaQ1V5TWlVelFYUnlkV1VsTjBRbE1rTWxNakowWlhoMFFteHZZMnNsTWpJbE0wRWxOVUlsTjBJbE1qSndiM05wZEdsdmJpVXlNaVV6UVNVM1FpVXlNbmdsTWpJbE0wRXhNQ1V5UXlVeU1ua2xNaklsTTBFd0pUSkRKVEl5ZHlVeU1pVXpRU1V5TW5jdE1qQWxNaklsTWtNbE1qSm9KVEl5SlROQkpUSXlhQ1V5TWlVM1JDVXlReVV5TW5SbGVIUWxNaklsTTBFbE1qSnNaV1owWDJWc1ltOTNYMnhwYm1zbE1qSWxOMFFsTlVRbE1rTWxNakpoYm1Ob2IzSnpKVEl5SlROQkpUVkNKVGRDSlRJeWVDVXlNaVV6UVNVeU1uY2xNa1l5SlRJeUpUSkRKVEl5ZVNVeU1pVXpRU1V5TWpBbE1qSWxOMFFsTWtNbE4wSWxNako0SlRJeUpUTkJKVEl5ZHlVeVJqSWxNaklsTWtNbE1qSjVKVEl5SlROQkpUSXlhQ1V5TWlVM1JDVXlReVUzUWlVeU1uZ2xNaklsTTBFbE1qSXdKVEl5SlRKREpUSXllU1V5TWlVelFTVXlNbWdsTWtZeUpUSXlKVGRFSlRKREpUZENKVEl5ZUNVeU1pVXpRU1V5TW5jbE1qSWxNa01sTWpKNUpUSXlKVE5CSlRJeWFDVXlSaklsTWpJbE4wUWxOVVFsTjBRbE1rTWxNakpXV1hKb2FsTnVkVWRtTmpJeE1qWXhKVEl5SlROQkpUZENKVEl5YVdRbE1qSWxNMEVsTWpKV1dYSm9hbE51ZFVkbU5qSXhNall4SlRJeUpUSkRKVEl5Ym1GdFpTVXlNaVV6UVNVeU1uSnZkVzVrVW1WamRHRnVaMnhsSlRJeUpUSkRKVEl5ZEdsMGJHVWxNaklsTTBFbE1qSWxSVFVsT1VNbE9EWWxSVGdsUVRjbE9USWxSVGNsT1VZbFFUa2xSVFVsUWtRbFFUSWxNaklsTWtNbE1qSmpZWFJsWjI5eWVTVXlNaVV6UVNVeU1tSmhjMmxqSlRJeUpUSkRKVEl5WjNKdmRYQWxNaklsTTBFbE1qSWxNaklsTWtNbE1qSm5jbTkxY0U1aGJXVWxNaklsTTBGdWRXeHNKVEpESlRJeWJHOWphMlZrSlRJeUpUTkJabUZzYzJVbE1rTWxNakpzYVc1ckpUSXlKVE5CSlRJeUpUSXlKVEpESlRJeVkyaHBiR1J5Wlc0bE1qSWxNMEVsTlVJbE5VUWxNa01sTWpKd1lYSmxiblFsTWpJbE0wRWxNaklsTWpJbE1rTWxNakp5WlhOcGVtVkVhWElsTWpJbE0wRWxOVUlsTWpKMGJDVXlNaVV5UXlVeU1uUnlKVEl5SlRKREpUSXlZbklsTWpJbE1rTWxNakppYkNVeU1pVXlReVV5TW13bE1qSWxNa01sTWpKMEpUSXlKVEpESlRJeWNpVXlNaVV5UXlVeU1tSWxNaklsTlVRbE1rTWxNakpoZEhSeWFXSjFkR1VsTWpJbE0wRWxOMElsTWpKamIyNTBZV2x1WlhJbE1qSWxNMEZtWVd4elpTVXlReVV5TW5acGMybGliR1VsTWpJbE0wRjBjblZsSlRKREpUSXljbTkwWVhSaFlteGxKVEl5SlROQmRISjFaU1V5UXlVeU1teHBibXRoWW14bEpUSXlKVE5CZEhKMVpTVXlReVV5TW1OdmJHeGhjSE5oWW14bEpUSXlKVE5CWm1Gc2MyVWxNa01sTWpKamIyeHNZWEJ6WldRbE1qSWxNMEZtWVd4elpTVXlReVV5TW1acGVHVmtUR2x1YXlVeU1pVXpRV1poYkhObEpUSkRKVEl5YldGeWEyVnlUMlptYzJWMEpUSXlKVE5CTlNVM1JDVXlReVV5TW1SaGRHRkJkSFJ5YVdKMWRHVnpKVEl5SlROQkpUVkNKVGRDSlRJeWJtRnRaU1V5TWlVelFTVXlNaVZGTlNWQ1FTVTRSaVZGTlNVNFJpVkNOeVV5TWlVeVF5VXlNblI1Y0dVbE1qSWxNMEVsTWpKdWRXMWlaWElsTWpJbE1rTWxNakoyWVd4MVpTVXlNaVV6UVNVeU1pVXlNaVV5UXlVeU1tTmhkR1ZuYjNKNUpUSXlKVE5CSlRJeVpHVm1ZWFZzZENVeU1pVXlReVV5TW1sa0pUSXlKVE5CSlRJeVJtWlJUbkpEUldwaFdEWTFOVFkwTkNVeU1pVTNSQ1V5UXlVM1FpVXlNbTVoYldVbE1qSWxNMEVsTWpJbFJUVWxPVEFsT0VRbFJUY2xRVGNsUWpBbE1qSWxNa01sTWpKMGVYQmxKVEl5SlROQkpUSXljM1J5YVc1bkpUSXlKVEpESlRJeWRtRnNkV1VsTWpJbE0wRWxNaklsTWpJbE1rTWxNakpqWVhSbFoyOXllU1V5TWlVelFTVXlNbVJsWm1GMWJIUWxNaklsTWtNbE1qSnBaQ1V5TWlVelFTVXlNa1Z6UjA1aFpVVlpSMWt5T1RFM016UWxNaklsTjBRbE1rTWxOMElsTWpKdVlXMWxKVEl5SlROQkpUSXlKVVUySlRnNUpUZ3dKVVUySlRsREpUZzVKVVU0SlRnd0pUZzFKVEl5SlRKREpUSXlkSGx3WlNVeU1pVXpRU1V5TW5OMGNtbHVaeVV5TWlVeVF5VXlNblpoYkhWbEpUSXlKVE5CSlRJeUpUSXlKVEpESlRJeVkyRjBaV2R2Y25rbE1qSWxNMEVsTWpKa1pXWmhkV3gwSlRJeUpUSkRKVEl5YVdRbE1qSWxNMEVsTWpKRFFXTnlRV3hKYzBwSU1qVTROVEU0SlRJeUpUZEVKVEpESlRkQ0pUSXlibUZ0WlNVeU1pVXpRU1V5TWlWRk9DVkNSaVU1UlNWRk5pVTRSU1ZCTlNVeU1pVXlReVV5TW5SNWNHVWxNaklsTTBFbE1qSnNhVzVySlRJeUpUSkRKVEl5ZG1Gc2RXVWxNaklsTTBFbE1qSWxNaklsTWtNbE1qSmpZWFJsWjI5eWVTVXlNaVV6UVNVeU1tUmxabUYxYkhRbE1qSWxNa01sTWpKcFpDVXlNaVV6UVNVeU1teDNlbFp6Vm1WV1ozTXhOek0yTWpRbE1qSWxOMFFsTWtNbE4wSWxNakp1WVcxbEpUSXlKVE5CSlRJeUpVVTBKVUpGSlVKR0pVVTNKVUZESlVKQkpUSXlKVEpESlRJeWRIbHdaU1V5TWlVelFTVXlNbk4wY21sdVp5VXlNaVV5UXlVeU1uWmhiSFZsSlRJeUpUTkJKVEl5SlRJeUpUSkRKVEl5WTJGMFpXZHZjbmtsTWpJbE0wRWxNakprWldaaGRXeDBKVEl5SlRKREpUSXlhV1FsTWpJbE0wRWxNakpPYkcxQlNHRm5iV3B0TXprNE1UY3hKVEl5SlRkRUpUVkVKVEpESlRJeWNISnZjSE1sTWpJbE0wRWxOMElsTWpKNEpUSXlKVE5CTWpnMExqYzFNREF3TURBd01EQXdNRFUzSlRKREpUSXllU1V5TWlVelFUUTNOaTQyTlRNNE5EWXhOVE00TkRZeUpUSkRKVEl5ZHlVeU1pVXpRVEk1Tnk0ek9UazBOelUxTWpRME56VXpKVEpESlRJeWFDVXlNaVV6UVRVMEpUSkRKVEl5ZW1sdVpHVjRKVEl5SlROQk5qVWxNa01sTWpKaGJtZHNaU1V5TWlVelFUQWxOMFFsTWtNbE1qSnphR0Z3WlZOMGVXeGxKVEl5SlROQkpUZENKVEl5WVd4d2FHRWxNaklsTTBFeEpUZEVKVEpESlRJeWJHbHVaVk4wZVd4bEpUSXlKVE5CSlRkQ0pUSXljbTkxYm1ScGJtY2xNaklsTTBFMEpUSkRKVEl5YkdsdVpWZHBaSFJvSlRJeUpUTkJNUzQxSlRkRUpUSkRKVEl5Wm1sc2JGTjBlV3hsSlRJeUpUTkJKVGRDSlRkRUpUSkRKVEl5ZEdobGJXVWxNaklsTTBFbE4wSWxOMFFsTWtNbE1qSndZWFJvSlRJeUpUTkJKVFZDSlRkQ0pUSXlZV04wYVc5dWN5VXlNaVV6UVNVMVFpVTNRaVV5TW1GamRHbHZiaVV5TWlVelFTVXlNbTF2ZG1VbE1qSWxNa01sTWpKNEpUSXlKVE5CSlRJeU1DVXlNaVV5UXlVeU1ua2xNaklsTTBFbE1qSXdKVEl5SlRkRUpUSkRKVGRDSlRJeVlXTjBhVzl1SlRJeUpUTkJKVEl5YkdsdVpTVXlNaVV5UXlVeU1uZ2xNaklsTTBFbE1qSjNKVEl5SlRKREpUSXllU1V5TWlVelFTVXlNakFsTWpJbE4wUWxNa01sTjBJbE1qSmhZM1JwYjI0bE1qSWxNMEVsTWpKc2FXNWxKVEl5SlRKREpUSXllQ1V5TWlVelFTVXlNbmNsTWpJbE1rTWxNako1SlRJeUpUTkJKVEl5YUNVeU1pVTNSQ1V5UXlVM1FpVXlNbUZqZEdsdmJpVXlNaVV6UVNVeU1teHBibVVsTWpJbE1rTWxNako0SlRJeUpUTkJKVEl5TUNVeU1pVXlReVV5TW5rbE1qSWxNMEVsTWpKb0pUSXlKVGRFSlRKREpUZENKVEl5WVdOMGFXOXVKVEl5SlROQkpUSXlZMnh2YzJVbE1qSWxOMFFsTlVRbE4wUWxOVVFsTWtNbE1qSm1iMjUwVTNSNWJHVWxNaklsTTBFbE4wSWxNakp6YVhwbEpUSXlKVE5CTVRZbE1rTWxNakppYjJ4a0pUSXlKVE5CZEhKMVpTVTNSQ1V5UXlVeU1uUmxlSFJDYkc5amF5VXlNaVV6UVNVMVFpVTNRaVV5TW5CdmMybDBhVzl1SlRJeUpUTkJKVGRDSlRJeWVDVXlNaVV6UVRFd0pUSkRKVEl5ZVNVeU1pVXpRVEFsTWtNbE1qSjNKVEl5SlROQkpUSXlkeTB5TUNVeU1pVXlReVV5TW1nbE1qSWxNMEVsTWpKb0pUSXlKVGRFSlRKREpUSXlkR1Y0ZENVeU1pVXpRU1V5TW14bFpuUmZjMmh2ZFd4a1pYSmZjR2wwWTJoZmJHbHVheVV5TWlVM1JDVTFSQ1V5UXlVeU1tRnVZMmh2Y25NbE1qSWxNMEVsTlVJbE4wSWxNako0SlRJeUpUTkJKVEl5ZHlVeVJqSWxNaklsTWtNbE1qSjVKVEl5SlROQkpUSXlNQ1V5TWlVM1JDVXlReVUzUWlVeU1uZ2xNaklsTTBFbE1qSjNKVEpHTWlVeU1pVXlReVV5TW5rbE1qSWxNMEVsTWpKb0pUSXlKVGRFSlRKREpUZENKVEl5ZUNVeU1pVXpRU1V5TWpBbE1qSWxNa01sTWpKNUpUSXlKVE5CSlRJeWFDVXlSaklsTWpJbE4wUWxNa01sTjBJbE1qSjRKVEl5SlROQkpUSXlkeVV5TWlVeVF5VXlNbmtsTWpJbE0wRWxNakpvSlRKR01pVXlNaVUzUkNVMVJDVTNSQ1V5UXlVeU1sRkpVWEp5YkhGcGFuVXpPVEl3TlRBbE1qSWxNMEVsTjBJbE1qSnBaQ1V5TWlVelFTVXlNbEZKVVhKeWJIRnBhblV6T1RJd05UQWxNaklsTWtNbE1qSnVZVzFsSlRJeUpUTkJKVEl5YkdsdWEyVnlKVEl5SlRKREpUSXlkR1Y0ZENVeU1pVXpRU1V5TWlVeU1pVXlReVV5TW1keWIzVndKVEl5SlROQkpUSXlKVEl5SlRKREpUSXliR2x1YTJWeVZIbHdaU1V5TWlVelFTVXlNbUp5YjJ0bGJpVXlNaVV5UXlVeU1uQnZhVzUwY3lVeU1pVXpRU1UxUWlVM1FpVXlNbmdsTWpJbE0wRXlOVFF1TnpVd01EQXdNREF3TURBd05EVWxNa01sTWpKNUpUSXlKVE5CTkRReUxqQTJPRFl4T0RnNE1URXhPVEUySlRkRUpUSkRKVGRDSlRJeWVDVXlNaVV6UVRJMU5DNDNOVEF3TURBd01EQXdNREEwTlNVeVF5VXlNbmtsTWpJbE0wRTFNRE11TmpVek9EUTJNVFV6T0RRMk1pVTNSQ1UxUkNVeVF5VXlNbXh2WTJ0bFpDVXlNaVV6UVdaaGJITmxKVEpESlRJeVpHRjBZVUYwZEhKcFluVjBaWE1sTWpJbE0wRWxOVUlsTlVRbE1rTWxNakp3Y205d2N5VXlNaVV6UVNVM1FpVXlNbnBwYm1SbGVDVXlNaVV6UVRZMkpUZEVKVEpESlRJeWJHbHVaVk4wZVd4bEpUSXlKVE5CSlRkQ0pUSXliR2x1WlZkcFpIUm9KVEl5SlROQk1TNDFKVGRFSlRKREpUSXlabkp2YlNVeU1pVXpRU1UzUWlVeU1uZ2xNaklsTTBFeU9EUXVOelV3TURBd01EQXdNREF3TkRVbE1rTWxNako1SlRJeUpUTkJORFF5TGpBMk9EWXhPRGc0TVRFeE9URTJKVEpESlRJeVlXNW5iR1VsTWpJbE0wRXdKVEpESlRJeWFXUWxNaklsTTBFbE1qSlRUWGhaZEVoSmJGWklNek15TURjd0pUSXlKVGRFSlRKREpUSXlkRzhsTWpJbE0wRWxOMElsTWpKcFpDVXlNaVV6UVNVeU1sWlpjbWhxVTI1MVIyWTJNakV5TmpFbE1qSWxNa01sTWpKNEpUSXlKVE5CTWpnMExqYzFNREF3TURBd01EQXdNRFExSlRKREpUSXllU1V5TWlVelFUVXdNeTQyTlRNNE5EWXhOVE00TkRZeUpUSkRKVEl5WVc1bmJHVWxNaklsTTBFd0pUZEVKVEpESlRJeWRHVjRkRUpzYjJOckpUSXlKVE5CSlRWQ0pUVkVKVGRFSlRKREpUSXlaM0ZPVVVWWmNrWlBSak14TVRjMk1pVXlNaVV6UVNVM1FpVXlNbWxrSlRJeUpUTkJKVEl5WjNGT1VVVlpja1pQUmpNeE1UYzJNaVV5TWlVeVF5VXlNbTVoYldVbE1qSWxNMEVsTWpKc2FXNXJaWElsTWpJbE1rTWxNakowWlhoMEpUSXlKVE5CSlRJeUpUSXlKVEpESlRJeVozSnZkWEFsTWpJbE0wRWxNaklsTWpJbE1rTWxNakpzYVc1clpYSlVlWEJsSlRJeUpUTkJKVEl5WW5KdmEyVnVKVEl5SlRKREpUSXljRzlwYm5SekpUSXlKVE5CSlRWQ0pUZENKVEl5ZUNVeU1pVXpRVFF5TlM0d01EQXdNREF3TURBd01EQXdOaVV5UXlVeU1ua2xNaklsTTBFMU5ERXVPRFV3TnpNeU5qQXdOek15TmlVM1JDVXlReVUzUWlVeU1uZ2xNaklsTTBFME1qVXVPVFF6TXpnd09UVXlNemd4TXpVbE1rTWxNako1SlRJeUpUTkJOVFF4TGpnMU1EY3pNall3TURjek1qWWxOMFFsTlVRbE1rTWxNakpzYjJOclpXUWxNaklsTTBGbVlXeHpaU1V5UXlVeU1tUmhkR0ZCZEhSeWFXSjFkR1Z6SlRJeUpUTkJKVFZDSlRWRUpUSkRKVEl5Y0hKdmNITWxNaklsTTBFbE4wSWxNako2YVc1a1pYZ2xNaklsTTBFMk55VTNSQ1V5UXlVeU1teHBibVZUZEhsc1pTVXlNaVV6UVNVM1FpVXlNbXhwYm1WWGFXUjBhQ1V5TWlVelFURXVOU1UzUkNVeVF5VXlNbVp5YjIwbE1qSWxNMEVsTjBJbE1qSmhibWRzWlNVeU1pVXpRVFF1TnpFeU16ZzRPVGd3TXpnME5qa2xNa01sTWpKNEpUSXlKVE5CTkRJMUxqQXdNREF3TURBd01EQXdNREEySlRKREpUSXllU1V5TWlVelFUVXlPUzQzTVRReU9EVTNNVFF5T0RVNEpUSkRKVEl5YVdRbE1qSWxNMEVsTWpKV1dYSm9hbE51ZFVkbU5qSXhNall4SlRJeUpUZEVKVEpESlRJeWRHOGxNaklsTTBFbE4wSWxNakpwWkNVeU1pVXpRU1V5TW1KVVltWnRTSFpVWVdRNE1qSTBOallsTWpJbE1rTWxNako0SlRJeUpUTkJOREkxTGprME16TTRNRGsxTWpNNE1UTTFKVEpESlRJeWVTVXlNaVV6UVRVMU15NDVPRGN4TnprME9EY3hOemswSlRKREpUSXlZVzVuYkdVbE1qSWxNMEV4TGpVM01EYzVOak15TmpjNU5EZzVOeVUzUkNVeVF5VXlNblJsZUhSQ2JHOWpheVV5TWlVelFTVTFRaVUxUkNVM1JDVXlReVV5TWxaaFVFdFdjWHBFVDFjNE16VTVOekFsTWpJbE0wRWxOMElsTWpKcFpDVXlNaVV6UVNVeU1sWmhVRXRXY1hwRVQxYzRNelU1TnpBbE1qSWxNa01sTWpKdVlXMWxKVEl5SlROQkpUSXliR2x1YTJWeUpUSXlKVEpESlRJeWRHVjRkQ1V5TWlVelFTVXlNaVV5TWlVeVF5VXlNbWR5YjNWd0pUSXlKVE5CSlRJeUpUSXlKVEpESlRJeWJHbHVhMlZ5Vkhsd1pTVXlNaVV6UVNVeU1tSnliMnRsYmlVeU1pVXlReVV5TW5CdmFXNTBjeVV5TWlVelFTVTFRaVUzUWlVeU1uZ2xNaklsTTBFek1qSXVNRFl6TWprd09EYzFOemt4TURRbE1rTWxNako1SlRJeUpUTkJOVGM0TGprNE56RTNPVFE0TnpFM09UUWxOMFFsTWtNbE4wSWxNako0SlRJeUpUTkJNekl5TGpBMk16STVNRGczTlRjNU1UQTBKVEpESlRJeWVTVXlNaVV6UVRVM09DNDVPRGN4TnprME9EY3hOemswSlRkRUpUVkVKVEpESlRJeWJHOWphMlZrSlRJeUpUTkJabUZzYzJVbE1rTWxNakprWVhSaFFYUjBjbWxpZFhSbGN5VXlNaVV6UVNVMVFpVTFSQ1V5UXlVeU1uQnliM0J6SlRJeUpUTkJKVGRDSlRJeWVtbHVaR1Y0SlRJeUpUTkJOamdsTjBRbE1rTWxNakpzYVc1bFUzUjViR1VsTWpJbE0wRWxOMElsTWpKc2FXNWxWMmxrZEdnbE1qSWxNMEV4TGpVbE4wUWxNa01sTWpKbWNtOXRKVEl5SlROQkpUZENKVEl5ZUNVeU1pVXpRVE16TkM0ME5USXpPREE1TlRJek9ERXpOaVV5UXlVeU1ua2xNaklsTTBFMU56Z3VPVGczTVRjNU5EZzNNVGM1TkNVeVF5VXlNbUZ1WjJ4bEpUSXlKVE5CTUNVeVF5VXlNbWxrSlRJeUpUTkJKVEl5WWxSaVptMUlkbFJoWkRneU1qUTJOaVV5TWlVM1JDVXlReVV5TW5SdkpUSXlKVE5CSlRkQ0pUSXlhV1FsTWpJbE0wRWxNakpoVW1KV2EzbDRXRzFTTmpJd09UUXlKVEl5SlRKREpUSXllQ1V5TWlVelFUTXdPUzQyTnpReU1EQTNPVGt5TURBNEpUSkRKVEl5ZVNVeU1pVXpRVFUzT0M0NU9EY3hOemswT0RjeE56azBKVEpESlRJeVlXNW5iR1VsTWpJbE0wRXpMakUwTVRVNU1qWTFNelU0T1RjNU16WWxOMFFsTWtNbE1qSjBaWGgwUW14dlkyc2xNaklsTTBFbE5VSWxOVVFsTjBRbE1rTWxNakpXWldOaGIwZHFUM05qTnpNM09EZzJKVEl5SlROQkpUZENKVEl5YVdRbE1qSWxNMEVsTWpKV1pXTmhiMGRxVDNOak56TTNPRGcySlRJeUpUSkRKVEl5Ym1GdFpTVXlNaVV6UVNVeU1uTjBZWEowSlRJeUpUSkRKVEl5ZEdsMGJHVWxNaklsTTBFbE1qSWxSVFVsUWtNbE9EQWxSVFVsUVRjbE9FSWxNa1lsUlRjbFFrSWxPVE1sUlRZbE9VUWxPVVlsTWpJbE1rTWxNakpqWVhSbFoyOXllU1V5TWlVelFTVXlNbUpoYzJsakpUSXlKVEpESlRJeVozSnZkWEFsTWpJbE0wRWxNaklsTWpJbE1rTWxNakpuY205MWNFNWhiV1VsTWpJbE0wRnVkV3hzSlRKREpUSXliRzlqYTJWa0pUSXlKVE5CWm1Gc2MyVWxNa01sTWpKc2FXNXJKVEl5SlROQkpUSXlKVEl5SlRKREpUSXlZMmhwYkdSeVpXNGxNaklsTTBFbE5VSWxOVVFsTWtNbE1qSndZWEpsYm5RbE1qSWxNMEVsTWpJbE1qSWxNa01sTWpKeVpYTnBlbVZFYVhJbE1qSWxNMEVsTlVJbE1qSjBiQ1V5TWlVeVF5VXlNblJ5SlRJeUpUSkRKVEl5WW5JbE1qSWxNa01sTWpKaWJDVXlNaVV5UXlVeU1td2xNaklsTWtNbE1qSjBKVEl5SlRKREpUSXljaVV5TWlVeVF5VXlNbUlsTWpJbE5VUWxNa01sTWpKaGRIUnlhV0oxZEdVbE1qSWxNMEVsTjBJbE1qSmpiMjUwWVdsdVpYSWxNaklsTTBGbVlXeHpaU1V5UXlVeU1uWnBjMmxpYkdVbE1qSWxNMEYwY25WbEpUSkRKVEl5Y205MFlYUmhZbXhsSlRJeUpUTkJkSEoxWlNVeVF5VXlNbXhwYm10aFlteGxKVEl5SlROQmRISjFaU1V5UXlVeU1tTnZiR3hoY0hOaFlteGxKVEl5SlROQlptRnNjMlVsTWtNbE1qSmpiMnhzWVhCelpXUWxNaklsTTBGbVlXeHpaU1V5UXlVeU1tWnBlR1ZrVEdsdWF5VXlNaVV6UVdaaGJITmxKVEpESlRJeWJXRnlhMlZ5VDJabWMyVjBKVEl5SlROQk5TVTNSQ1V5UXlVeU1tUmhkR0ZCZEhSeWFXSjFkR1Z6SlRJeUpUTkJKVFZDSlRkQ0pUSXlibUZ0WlNVeU1pVXpRU1V5TWlWRk5TVkNRU1U0UmlWRk5TVTRSaVZDTnlVeU1pVXlReVV5TW5SNWNHVWxNaklsTTBFbE1qSnVkVzFpWlhJbE1qSWxNa01sTWpKMllXeDFaU1V5TWlVelFTVXlNaVV5TWlVeVF5VXlNbU5oZEdWbmIzSjVKVEl5SlROQkpUSXlaR1ZtWVhWc2RDVXlNaVV5UXlVeU1tbGtKVEl5SlROQkpUSXljR2hIV214eVYwRjVVamMzTWpBNU9DVXlNaVUzUkNVeVF5VTNRaVV5TW01aGJXVWxNaklsTTBFbE1qSWxSVFVsT1RBbE9FUWxSVGNsUVRjbFFqQWxNaklsTWtNbE1qSjBlWEJsSlRJeUpUTkJKVEl5YzNSeWFXNW5KVEl5SlRKREpUSXlkbUZzZFdVbE1qSWxNMEVsTWpJbE1qSWxNa01sTWpKallYUmxaMjl5ZVNVeU1pVXpRU1V5TW1SbFptRjFiSFFsTWpJbE1rTWxNakpwWkNVeU1pVXpRU1V5TWs5blMwZGhTSGhaUTJrM05qY3lOVE1sTWpJbE4wUWxNa01sTjBJbE1qSnVZVzFsSlRJeUpUTkJKVEl5SlVVMkpUZzVKVGd3SlVVMkpUbERKVGc1SlVVNEpUZ3dKVGcxSlRJeUpUSkRKVEl5ZEhsd1pTVXlNaVV6UVNVeU1uTjBjbWx1WnlVeU1pVXlReVV5TW5aaGJIVmxKVEl5SlROQkpUSXlKVEl5SlRKREpUSXlZMkYwWldkdmNua2xNaklsTTBFbE1qSmtaV1poZFd4MEpUSXlKVEpESlRJeWFXUWxNaklsTTBFbE1qSm1VR1ozU0dST2QwWjZNalV5TVRReUpUSXlKVGRFSlRKREpUZENKVEl5Ym1GdFpTVXlNaVV6UVNVeU1pVkZPQ1ZDUmlVNVJTVkZOaVU0UlNWQk5TVXlNaVV5UXlVeU1uUjVjR1VsTWpJbE0wRWxNakpzYVc1ckpUSXlKVEpESlRJeWRtRnNkV1VsTWpJbE0wRWxNaklsTWpJbE1rTWxNakpqWVhSbFoyOXllU1V5TWlVelFTVXlNbVJsWm1GMWJIUWxNaklsTWtNbE1qSnBaQ1V5TWlVelFTVXlNbUZMYjFGVVEzSm1RbTQwTnpZM016VWxNaklsTjBRbE1rTWxOMElsTWpKdVlXMWxKVEl5SlROQkpUSXlKVVUwSlVKRkpVSkdKVVUzSlVGREpVSkJKVEl5SlRKREpUSXlkSGx3WlNVeU1pVXpRU1V5TW5OMGNtbHVaeVV5TWlVeVF5VXlNblpoYkhWbEpUSXlKVE5CSlRJeUpUSXlKVEpESlRJeVkyRjBaV2R2Y25rbE1qSWxNMEVsTWpKa1pXWmhkV3gwSlRJeUpUSkRKVEl5YVdRbE1qSWxNMEVsTWpKbVRVaGpaRlJSUlZSV016RTRNak14SlRJeUpUZEVKVFZFSlRKREpUSXljSEp2Y0hNbE1qSWxNMEVsTjBJbE1qSjRKVEl5SlROQk5qWTFMamM1TVRZMk5qWTJOalkyTmprbE1rTWxNako1SlRJeUpUTkJNVGcxTGpJd05EazRNalV4TnpRNE1qZ2xNa01sTWpKM0pUSXlKVE5CTVRNNUxqUXhOalkyTmpZMk5qWTJOall6SlRKREpUSXlhQ1V5TWlVelFUVXdKVEpESlRJeWVtbHVaR1Y0SlRJeUpUTkJOamtsTWtNbE1qSmhibWRzWlNVeU1pVXpRVEFsTjBRbE1rTWxNakp6YUdGd1pWTjBlV3hsSlRJeUpUTkJKVGRDSlRJeVlXeHdhR0VsTWpJbE0wRXhKVGRFSlRKREpUSXliR2x1WlZOMGVXeGxKVEl5SlROQkpUZENKVEl5YkdsdVpWZHBaSFJvSlRJeUpUTkJNUzQxSlRkRUpUSkRKVEl5Wm1sc2JGTjBlV3hsSlRJeUpUTkJKVGRDSlRJeVkyOXNiM0lsTWpJbE0wRWxNakl5TXpFbE1rTXlNelVsTWtNeU16Y2xNaklsTWtNbE1qSmtjbUYzVkhsd1pTVXlNaVV6UVNVeU1tNXZibVVsTWpJbE4wUWxNa01sTWpKMGFHVnRaU1V5TWlVelFTVTNRaVUzUkNVeVF5VXlNbkJoZEdnbE1qSWxNMEVsTlVJbE4wSWxNakpoWTNScGIyNXpKVEl5SlROQkpUVkNKVGRDSlRJeVlXTjBhVzl1SlRJeUpUTkJKVEl5Ylc5MlpTVXlNaVV5UXlVeU1uZ2xNaklsTTBFbE1qSk5ZWFJvTG0xcGJpaDNKVEpEYUNrbE1rWXpKVEl5SlRKREpUSXllU1V5TWlVelFTVXlNakFsTWpJbE4wUWxNa01sTjBJbE1qSmhZM1JwYjI0bE1qSWxNMEVsTWpKc2FXNWxKVEl5SlRKREpUSXllQ1V5TWlVelFTVXlNbmN0VFdGMGFDNXRhVzRvZHlVeVEyZ3BKVEpHTXlVeU1pVXlReVV5TW5rbE1qSWxNMEVsTWpJd0pUSXlKVGRFSlRKREpUZENKVEl5WVdOMGFXOXVKVEl5SlROQkpUSXlZM1Z5ZG1VbE1qSWxNa01sTWpKNE1TVXlNaVV6UVNVeU1uY2xNa0pOWVhSb0xtMXBiaWgzSlRKRGFDa2xNa1l6SlRKR015VXlNaVV5UXlVeU1ua3hKVEl5SlROQkpUSXlNQ1V5TWlVeVF5VXlNbmd5SlRJeUpUTkJKVEl5ZHlVeVFrMWhkR2d1YldsdUtIY2xNa05vS1NVeVJqTWxNa1l6SlRJeUpUSkRKVEl5ZVRJbE1qSWxNMEVsTWpKb0pUSXlKVEpESlRJeWVDVXlNaVV6UVNVeU1uY3RUV0YwYUM1dGFXNG9keVV5UTJncEpUSkdNeVV5TWlVeVF5VXlNbmtsTWpJbE0wRWxNakpvSlRJeUpUZEVKVEpESlRkQ0pUSXlZV04wYVc5dUpUSXlKVE5CSlRJeWJHbHVaU1V5TWlVeVF5VXlNbmdsTWpJbE0wRWxNakpOWVhSb0xtMXBiaWgzSlRKRGFDa2xNa1l6SlRJeUpUSkRKVEl5ZVNVeU1pVXpRU1V5TW1nbE1qSWxOMFFsTWtNbE4wSWxNakpoWTNScGIyNGxNaklsTTBFbE1qSmpkWEoyWlNVeU1pVXlReVV5TW5neEpUSXlKVE5CSlRJeUxVMWhkR2d1YldsdUtIY2xNa05vS1NVeVJqTWxNa1l6SlRJeUpUSkRKVEl5ZVRFbE1qSWxNMEVsTWpKb0pUSXlKVEpESlRJeWVESWxNaklsTTBFbE1qSXRUV0YwYUM1dGFXNG9keVV5UTJncEpUSkdNeVV5UmpNbE1qSWxNa01sTWpKNU1pVXlNaVV6UVNVeU1qQWxNaklsTWtNbE1qSjRKVEl5SlROQkpUSXlUV0YwYUM1dGFXNG9keVV5UTJncEpUSkdNeVV5TWlVeVF5VXlNbmtsTWpJbE0wRWxNakl3SlRJeUpUZEVKVEpESlRkQ0pUSXlZV04wYVc5dUpUSXlKVE5CSlRJeVkyeHZjMlVsTWpJbE4wUWxOVVFsTjBRbE5VUWxNa01sTWpKbWIyNTBVM1I1YkdVbE1qSWxNMEVsTjBJbE1qSnphWHBsSlRJeUpUTkJNVFlsTWtNbE1qSmliMnhrSlRJeUpUTkJkSEoxWlNVM1JDVXlReVV5TW5SbGVIUkNiRzlqYXlVeU1pVXpRU1UxUWlVM1FpVXlNbkJ2YzJsMGFXOXVKVEl5SlROQkpUZENKVEl5ZUNVeU1pVXpRVEV3SlRKREpUSXllU1V5TWlVelFUQWxNa01sTWpKM0pUSXlKVE5CSlRJeWR5MHlNQ1V5TWlVeVF5VXlNbWdsTWpJbE0wRWxNakpvSlRJeUpUZEVKVEpESlRJeWRHVjRkQ1V5TWlVelFTVXlNbWhsWVdSZmFtOXBiblFsTWpJbE4wUWxOVVFsTWtNbE1qSmhibU5vYjNKekpUSXlKVE5CSlRWQ0pUZENKVEl5ZUNVeU1pVXpRU1V5TW5jbE1rWXlKVEl5SlRKREpUSXllU1V5TWlVelFTVXlNakFsTWpJbE4wUWxNa01sTjBJbE1qSjRKVEl5SlROQkpUSXlkeVV5UmpJbE1qSWxNa01sTWpKNUpUSXlKVE5CSlRJeWFDVXlNaVUzUkNVeVF5VTNRaVV5TW5nbE1qSWxNMEVsTWpJd0pUSXlKVEpESlRJeWVTVXlNaVV6UVNVeU1tZ2xNa1l5SlRJeUpUZEVKVEpESlRkQ0pUSXllQ1V5TWlVelFTVXlNbmNsTWpJbE1rTWxNako1SlRJeUpUTkJKVEl5YUNVeVJqSWxNaklsTjBRbE5VUWxOMFFsTWtNbE1qSk1SMFI2YUVWcVVtOU1NelEyTmpNMEpUSXlKVE5CSlRkQ0pUSXlhV1FsTWpJbE0wRWxNakpNUjBSNmFFVnFVbTlNTXpRMk5qTTBKVEl5SlRKREpUSXlibUZ0WlNVeU1pVXpRU1V5TW14cGJtdGxjaVV5TWlVeVF5VXlNblJsZUhRbE1qSWxNMEVsTWpJbE1qSWxNa01sTWpKbmNtOTFjQ1V5TWlVelFTVXlNaVV5TWlVeVF5VXlNbXhwYm10bGNsUjVjR1VsTWpJbE0wRWxNakppY205clpXNGxNaklsTWtNbE1qSndiMmx1ZEhNbE1qSWxNMEVsTlVJbE4wSWxNako0SlRJeUpUTkJOek0xTGpRNU9UWXpOak0yTXpZek5qY2xNa01sTWpKNUpUSXlKVE5CTWpRMkxqSXpPRGcxTkRnNU5URXdOVEE0SlRkRUpUSkRKVGRDSlRJeWVDVXlNaVV6UVRjek5TNDBPVGsyTmpZMk5qWTJOalk0SlRKREpUSXllU1V5TWlVelFUSTBOaTR5TXpnNE5UUTRPVFV4TURVd09DVTNSQ1UxUkNVeVF5VXlNbXh2WTJ0bFpDVXlNaVV6UVdaaGJITmxKVEpESlRJeVpHRjBZVUYwZEhKcFluVjBaWE1sTWpJbE0wRWxOVUlsTlVRbE1rTWxNakp3Y205d2N5VXlNaVV6UVNVM1FpVXlNbnBwYm1SbGVDVXlNaVV6UVRjd0pUZEVKVEpESlRJeWJHbHVaVk4wZVd4bEpUSXlKVE5CSlRkQ0pUSXliR2x1WlZkcFpIUm9KVEl5SlROQk1TNDFKVGRFSlRKREpUSXlabkp2YlNVeU1pVXpRU1UzUWlVeU1uZ2xNaklsTTBFM016VXVORGs1TmpNMk16WXpOak0yTnlVeVF5VXlNbmtsTWpJbE0wRXlOVGN1TWpjeU56STNNamN5TnpJM016Y2xNa01sTWpKaGJtZHNaU1V5TWlVelFURXVOVGN3TnprMk16STJOemswT0RrM0pUSkRKVEl5YVdRbE1qSWxNMEVsTWpKRGJYWk9kR0puYmtsWE5ESXlNREEzSlRJeUpUZEVKVEpESlRJeWRHOGxNaklsTTBFbE4wSWxNakpwWkNVeU1pVXpRU1V5TWxabFkyRnZSMnBQYzJNM016YzRPRFlsTWpJbE1rTWxNako0SlRJeUpUTkJOek0xTGpRNU9UWTJOalkyTmpZMk5qZ2xNa01sTWpKNUpUSXlKVE5CTWpNMUxqSXdORGs0TWpVeE56UTRNamdsTWtNbE1qSmhibWRzWlNVeU1pVXpRVFF1TnpFeU16ZzRPVGd3TXpnME5qa2xOMFFsTWtNbE1qSjBaWGgwUW14dlkyc2xNaklsTTBFbE5VSWxOVVFsTjBRbE1rTWxNakpEZDBwa2JHZFpWMVpWTlRjNE5qYzFKVEl5SlROQkpUZENKVEl5YVdRbE1qSWxNMEVsTWpKRGQwcGtiR2RaVjFaVk5UYzROamMxSlRJeUpUSkRKVEl5Ym1GdFpTVXlNaVV6UVNVeU1uSnZkVzVrVW1WamRHRnVaMnhsSlRJeUpUSkRKVEl5ZEdsMGJHVWxNaklsTTBFbE1qSWxSVFVsT1VNbE9EWWxSVGdsUVRjbE9USWxSVGNsT1VZbFFUa2xSVFVsUWtRbFFUSWxNaklsTWtNbE1qSmpZWFJsWjI5eWVTVXlNaVV6UVNVeU1tSmhjMmxqSlRJeUpUSkRKVEl5WjNKdmRYQWxNaklsTTBFbE1qSWxNaklsTWtNbE1qSm5jbTkxY0U1aGJXVWxNaklsTTBGdWRXeHNKVEpESlRJeWJHOWphMlZrSlRJeUpUTkJabUZzYzJVbE1rTWxNakpzYVc1ckpUSXlKVE5CSlRJeUpUSXlKVEpESlRJeVkyaHBiR1J5Wlc0bE1qSWxNMEVsTlVJbE5VUWxNa01sTWpKd1lYSmxiblFsTWpJbE0wRWxNaklsTWpJbE1rTWxNakp5WlhOcGVtVkVhWElsTWpJbE0wRWxOVUlsTWpKMGJDVXlNaVV5UXlVeU1uUnlKVEl5SlRKREpUSXlZbklsTWpJbE1rTWxNakppYkNVeU1pVXlReVV5TW13bE1qSWxNa01sTWpKMEpUSXlKVEpESlRJeWNpVXlNaVV5UXlVeU1tSWxNaklsTlVRbE1rTWxNakpoZEhSeWFXSjFkR1VsTWpJbE0wRWxOMElsTWpKamIyNTBZV2x1WlhJbE1qSWxNMEZtWVd4elpTVXlReVV5TW5acGMybGliR1VsTWpJbE0wRjBjblZsSlRKREpUSXljbTkwWVhSaFlteGxKVEl5SlROQmRISjFaU1V5UXlVeU1teHBibXRoWW14bEpUSXlKVE5CZEhKMVpTVXlReVV5TW1OdmJHeGhjSE5oWW14bEpUSXlKVE5CWm1Gc2MyVWxNa01sTWpKamIyeHNZWEJ6WldRbE1qSWxNMEZtWVd4elpTVXlReVV5TW1acGVHVmtUR2x1YXlVeU1pVXpRV1poYkhObEpUSkRKVEl5YldGeWEyVnlUMlptYzJWMEpUSXlKVE5CTlNVM1JDVXlReVV5TW1SaGRHRkJkSFJ5YVdKMWRHVnpKVEl5SlROQkpUVkNKVGRDSlRJeWJtRnRaU1V5TWlVelFTVXlNaVZGTlNWQ1FTVTRSaVZGTlNVNFJpVkNOeVV5TWlVeVF5VXlNblI1Y0dVbE1qSWxNMEVsTWpKdWRXMWlaWElsTWpJbE1rTWxNakoyWVd4MVpTVXlNaVV6UVNVeU1pVXlNaVV5UXlVeU1tTmhkR1ZuYjNKNUpUSXlKVE5CSlRJeVpHVm1ZWFZzZENVeU1pVXlReVV5TW1sa0pUSXlKVE5CSlRJeVRXcEVRblZJWmtaTVpERXpNREUwTVNVeU1pVTNSQ1V5UXlVM1FpVXlNbTVoYldVbE1qSWxNMEVsTWpJbFJUVWxPVEFsT0VRbFJUY2xRVGNsUWpBbE1qSWxNa01sTWpKMGVYQmxKVEl5SlROQkpUSXljM1J5YVc1bkpUSXlKVEpESlRJeWRtRnNkV1VsTWpJbE0wRWxNaklsTWpJbE1rTWxNakpqWVhSbFoyOXllU1V5TWlVelFTVXlNbVJsWm1GMWJIUWxNaklsTWtNbE1qSnBaQ1V5TWlVelFTVXlNblJpVUZsSWJVeHhlRk14TlRJd05qTWxNaklsTjBRbE1rTWxOMElsTWpKdVlXMWxKVEl5SlROQkpUSXlKVVUySlRnNUpUZ3dKVVUySlRsREpUZzVKVVU0SlRnd0pUZzFKVEl5SlRKREpUSXlkSGx3WlNVeU1pVXpRU1V5TW5OMGNtbHVaeVV5TWlVeVF5VXlNblpoYkhWbEpUSXlKVE5CSlRJeUpUSXlKVEpESlRJeVkyRjBaV2R2Y25rbE1qSWxNMEVsTWpKa1pXWmhkV3gwSlRJeUpUSkRKVEl5YVdRbE1qSWxNMEVsTWpKRWNFcE1ZbnBaVm14b01EQTROVGcySlRJeUpUZEVKVEpESlRkQ0pUSXlibUZ0WlNVeU1pVXpRU1V5TWlWRk9DVkNSaVU1UlNWRk5pVTRSU1ZCTlNVeU1pVXlReVV5TW5SNWNHVWxNaklsTTBFbE1qSnNhVzVySlRJeUpUSkRKVEl5ZG1Gc2RXVWxNaklsTTBFbE1qSWxNaklsTWtNbE1qSmpZWFJsWjI5eWVTVXlNaVV6UVNVeU1tUmxabUYxYkhRbE1qSWxNa01sTWpKcFpDVXlNaVV6UVNVeU1rbDZjbXBuUVdWcFowVTVNVEF5TURJbE1qSWxOMFFsTWtNbE4wSWxNakp1WVcxbEpUSXlKVE5CSlRJeUpVVTBKVUpGSlVKR0pVVTNKVUZESlVKQkpUSXlKVEpESlRJeWRIbHdaU1V5TWlVelFTVXlNbk4wY21sdVp5VXlNaVV5UXlVeU1uWmhiSFZsSlRJeUpUTkJKVEl5SlRJeUpUSkRKVEl5WTJGMFpXZHZjbmtsTWpJbE0wRWxNakprWldaaGRXeDBKVEl5SlRKREpUSXlhV1FsTWpJbE0wRWxNakpOVDJKU2FGaHZRMjl0TkRjMk56YzNKVEl5SlRkRUpUVkVKVEpESlRJeWNISnZjSE1sTWpJbE0wRWxOMElsTWpKNEpUSXlKVE5CTmpjekxqVXdNREF3TURBd01EQXdNRElsTWtNbE1qSjVKVEl5SlROQk16RWxNa01sTWpKM0pUSXlKVE5CTVRJMEpUSkRKVEl5YUNVeU1pVXpRVEV5TlNVeVF5VXlNbnBwYm1SbGVDVXlNaVV6UVRjeEpUSkRKVEl5WVc1bmJHVWxNaklsTTBFd0pUZEVKVEpESlRJeWMyaGhjR1ZUZEhsc1pTVXlNaVV6UVNVM1FpVXlNbUZzY0doaEpUSXlKVE5CTVNVM1JDVXlReVV5TW14cGJtVlRkSGxzWlNVeU1pVXpRU1UzUWlVeU1uSnZkVzVrYVc1bkpUSXlKVE5CTkNVeVF5VXlNbXhwYm1WWGFXUjBhQ1V5TWlVelFURXVOU1UzUkNVeVF5VXlNbVpwYkd4VGRIbHNaU1V5TWlVelFTVTNRaVUzUkNVeVF5VXlNblJvWlcxbEpUSXlKVE5CSlRkQ0pUZEVKVEpESlRJeWNHRjBhQ1V5TWlVelFTVTFRaVUzUWlVeU1tRmpkR2x2Ym5NbE1qSWxNMEVsTlVJbE4wSWxNakpoWTNScGIyNGxNaklsTTBFbE1qSnRiM1psSlRJeUpUSkRKVEl5ZUNVeU1pVXpRU1V5TWpBbE1qSWxNa01sTWpKNUpUSXlKVE5CSlRJeU1DVXlNaVUzUkNVeVF5VTNRaVV5TW1GamRHbHZiaVV5TWlVelFTVXlNbXhwYm1VbE1qSWxNa01sTWpKNEpUSXlKVE5CSlRJeWR5VXlNaVV5UXlVeU1ua2xNaklsTTBFbE1qSXdKVEl5SlRkRUpUSkRKVGRDSlRJeVlXTjBhVzl1SlRJeUpUTkJKVEl5YkdsdVpTVXlNaVV5UXlVeU1uZ2xNaklsTTBFbE1qSjNKVEl5SlRKREpUSXllU1V5TWlVelFTVXlNbWdsTWpJbE4wUWxNa01sTjBJbE1qSmhZM1JwYjI0bE1qSWxNMEVsTWpKc2FXNWxKVEl5SlRKREpUSXllQ1V5TWlVelFTVXlNakFsTWpJbE1rTWxNako1SlRJeUpUTkJKVEl5YUNVeU1pVTNSQ1V5UXlVM1FpVXlNbUZqZEdsdmJpVXlNaVV6UVNVeU1tTnNiM05sSlRJeUpUZEVKVFZFSlRkRUpUVkVKVEpESlRJeVptOXVkRk4wZVd4bEpUSXlKVE5CSlRkQ0pUSXljMmw2WlNVeU1pVXpRVEUySlRKREpUSXlZbTlzWkNVeU1pVXpRWFJ5ZFdVbE4wUWxNa01sTWpKMFpYaDBRbXh2WTJzbE1qSWxNMEVsTlVJbE4wSWxNakp3YjNOcGRHbHZiaVV5TWlVelFTVTNRaVV5TW5nbE1qSWxNMEV4TUNVeVF5VXlNbmtsTWpJbE0wRXdKVEpESlRJeWR5VXlNaVV6UVNVeU1uY3RNakFsTWpJbE1rTWxNakpvSlRJeUpUTkJKVEl5YUNVeU1pVTNSQ1V5UXlVeU1uUmxlSFFsTWpJbE0wRWxNakpvWldGa1gyeHBibXNsTWpJbE4wUWxOVVFsTWtNbE1qSmhibU5vYjNKekpUSXlKVE5CSlRWQ0pUZENKVEl5ZUNVeU1pVXpRU1V5TW5jbE1rWXlKVEl5SlRKREpUSXllU1V5TWlVelFTVXlNakFsTWpJbE4wUWxNa01sTjBJbE1qSjRKVEl5SlROQkpUSXlkeVV5UmpJbE1qSWxNa01sTWpKNUpUSXlKVE5CSlRJeWFDVXlNaVUzUkNVeVF5VTNRaVV5TW5nbE1qSWxNMEVsTWpJd0pUSXlKVEpESlRJeWVTVXlNaVV6UVNVeU1tZ2xNa1l5SlRJeUpUZEVKVEpESlRkQ0pUSXllQ1V5TWlVelFTVXlNbmNsTWpJbE1rTWxNako1SlRJeUpUTkJKVEl5YUNVeVJqSWxNaklsTjBRbE5VUWxOMFFsTWtNbE1qSnplSFI0VEV4V1VHZHFPRGswTnpFMUpUSXlKVE5CSlRkQ0pUSXlhV1FsTWpJbE0wRWxNakp6ZUhSNFRFeFdVR2RxT0RrME56RTFKVEl5SlRKREpUSXlibUZ0WlNVeU1pVXpRU1V5TW14cGJtdGxjaVV5TWlVeVF5VXlNblJsZUhRbE1qSWxNMEVsTWpJbE1qSWxNa01sTWpKbmNtOTFjQ1V5TWlVelFTVXlNaVV5TWlVeVF5VXlNbXhwYm10bGNsUjVjR1VsTWpJbE0wRWxNakppY205clpXNGxNaklsTWtNbE1qSndiMmx1ZEhNbE1qSWxNMEVsTlVJbE4wSWxNako0SlRJeUpUTkJOek0xTGpRNU9UWTJOalkyTmpZMk5qZ2xNa01sTWpKNUpUSXlKVE5CTVRjd0xqWXdNalE1TVRJMU9EYzBNVFFsTjBRbE1rTWxOMElsTWpKNEpUSXlKVE5CTnpNMUxqUTVPVFkyTmpZMk5qWTJOamdsTWtNbE1qSjVKVEl5SlROQk1UY3dMall3TWpRNU1USTFPRGMwTVRRbE4wUWxOVVFsTWtNbE1qSnNiMk5yWldRbE1qSWxNMEZtWVd4elpTVXlReVV5TW1SaGRHRkJkSFJ5YVdKMWRHVnpKVEl5SlROQkpUVkNKVFZFSlRKREpUSXljSEp2Y0hNbE1qSWxNMEVsTjBJbE1qSjZhVzVrWlhnbE1qSWxNMEUzTWlVM1JDVXlReVV5TW14cGJtVlRkSGxzWlNVeU1pVXpRU1UzUWlVeU1teHBibVZYYVdSMGFDVXlNaVV6UVRFdU5TVTNSQ1V5UXlVeU1tWnliMjBsTWpJbE0wRWxOMElsTWpKNEpUSXlKVE5CTnpNMUxqUTVPVFkyTmpZMk5qWTJOamdsTWtNbE1qSjVKVEl5SlROQk1UZzFMakl3TkRrNE1qVXhOelE0TWpnbE1rTWxNakpoYm1kc1pTVXlNaVV6UVRFdU5UY3dOemsyTXpJMk56azBPRGszSlRKREpUSXlhV1FsTWpJbE0wRWxNakpXWldOaGIwZHFUM05qTnpNM09EZzJKVEl5SlRkRUpUSkRKVEl5ZEc4bE1qSWxNMEVsTjBJbE1qSnBaQ1V5TWlVelFTVXlNa04zU21Sc1oxbFhWbFUxTnpnMk56VWxNaklsTWtNbE1qSjRKVEl5SlROQk56TTFMalE1T1RZMk5qWTJOalkyTmpnbE1rTWxNako1SlRJeUpUTkJNVFUySlRKREpUSXlZVzVuYkdVbE1qSWxNMEUwTGpjeE1qTTRPRGs0TURNNE5EWTVKVGRFSlRKREpUSXlkR1Y0ZEVKc2IyTnJKVEl5SlROQkpUVkNKVFZFSlRkRUpUZEVKVEpESlRJeVkyOXRiV1Z1ZEhNbE1qSWxNMEVsTlVJbE5VUWxNa01sTWpKd2JIVm5hVzV6SlRJeUpUTkJKVGRDSlRkRUpUSkRKVEl5WVdsRGIyNTBZV2x1WlhKekpUSXlKVE5CSlRkQ0pUZEVKVEpESlRJeWFXNXpaWEowVUdGblpVOXdkSE1sTWpJbE0wRWxOMElsTjBRbE1rTWxNakp3YjNOMFVHRjViV1Z1ZENVeU1pVXpRU1UzUWlVM1JDVXlReVV5TW5Sb1pXMWxKVEl5SlROQkpUZENKVEl5Y0dGblpTVXlNaVV6UVNVM1FpVXlNbUpoWTJ0bmNtOTFibVJEYjJ4dmNpVXlNaVV6UVNVeU1uUnlZVzV6Y0dGeVpXNTBKVEl5SlRkRUpUZEVKVGRFIiwKCSJGaWxlSWQiIDogIjBlZGM2ZTkzLTRhZTQtNGFhOC1hYjc3LTNlM2JmOGY4ZjAyNCIKfQo="/>
    </extobj>
  </extobjs>
</s:customData>
</file>

<file path=customXml/itemProps25.xml><?xml version="1.0" encoding="utf-8"?>
<ds:datastoreItem xmlns:ds="http://schemas.openxmlformats.org/officeDocument/2006/customXml" ds:itemID="s:customData">
  <ds:schemaRefs>
    <ds:schemaRef ds:uri="http://www.wps.cn/officeDocument/2013/wpsCustomDat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920</Words>
  <Application>WPS 演示</Application>
  <PresentationFormat>宽屏</PresentationFormat>
  <Paragraphs>155</Paragraphs>
  <Slides>13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13</vt:i4>
      </vt:variant>
    </vt:vector>
  </HeadingPairs>
  <TitlesOfParts>
    <vt:vector size="26" baseType="lpstr">
      <vt:lpstr>Arial</vt:lpstr>
      <vt:lpstr>宋体</vt:lpstr>
      <vt:lpstr>Wingdings</vt:lpstr>
      <vt:lpstr>微软雅黑</vt:lpstr>
      <vt:lpstr>Century Gothic</vt:lpstr>
      <vt:lpstr>Arial Black</vt:lpstr>
      <vt:lpstr>Wingdings 3</vt:lpstr>
      <vt:lpstr>微软雅黑 Light</vt:lpstr>
      <vt:lpstr>Arial Unicode MS</vt:lpstr>
      <vt:lpstr>Calibri</vt:lpstr>
      <vt:lpstr>Wingdings</vt:lpstr>
      <vt:lpstr>Consolas</vt:lpstr>
      <vt:lpstr>BITPPT经典</vt:lpstr>
      <vt:lpstr>PowerPoint 演示文稿</vt:lpstr>
      <vt:lpstr>PowerPoint 演示文稿</vt:lpstr>
      <vt:lpstr>PowerPoint 演示文稿</vt:lpstr>
      <vt:lpstr>一段一图</vt:lpstr>
      <vt:lpstr>1 为什么自建机器人？</vt:lpstr>
      <vt:lpstr>PowerPoint 演示文稿</vt:lpstr>
      <vt:lpstr>1 为什么自建机器人？</vt:lpstr>
      <vt:lpstr>2 平台搭建过程</vt:lpstr>
      <vt:lpstr>2 平台搭建过程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BIT_robot</dc:creator>
  <cp:lastModifiedBy>迷猴逃</cp:lastModifiedBy>
  <cp:revision>14</cp:revision>
  <dcterms:created xsi:type="dcterms:W3CDTF">2023-08-09T12:44:00Z</dcterms:created>
  <dcterms:modified xsi:type="dcterms:W3CDTF">2026-10-05T17:46:13Z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2052-12.1.0.28505</vt:lpwstr>
  </property>
  <property fmtid="{D5CDD505-2E9C-101B-9397-08002B2CF9AE}" pid="3" name="ICV">
    <vt:lpwstr>25C01B84F9754C7E840FC64975A38F14_12</vt:lpwstr>
  </property>
</Properties>
</file>